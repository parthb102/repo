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bottom-up, using three activities to keep it simple. Left: cost base -&gt; map the week -&gt; add the pools and haircut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reviewer's checklist: the five gates the AI &amp; automation approver checks before sign-off. Finance approves the dollars separately; this review checks the AI substance so approval is not a rubber stamp. Teams use the same list as a pre-flight check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three activities yield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3969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39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21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774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6334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715768" y="2688336"/>
            <a:ext cx="2286000" cy="201168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688336"/>
            <a:ext cx="1371600" cy="201168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11496" y="26334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30540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715768" y="3108960"/>
            <a:ext cx="1143000" cy="201168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3108960"/>
            <a:ext cx="457200" cy="201168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68496" y="30540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47472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715768" y="3529584"/>
            <a:ext cx="914400" cy="201168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529584"/>
            <a:ext cx="91440" cy="201168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39896" y="3474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413308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13816" y="4114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pools up — then haircut to what you can capture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44074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pools together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715768" y="4448556"/>
            <a:ext cx="1124712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2" name="Shape 29"/>
          <p:cNvSpPr/>
          <p:nvPr/>
        </p:nvSpPr>
        <p:spPr>
          <a:xfrm>
            <a:off x="3858768" y="4448556"/>
            <a:ext cx="743712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33" name="Shape 30"/>
          <p:cNvSpPr/>
          <p:nvPr/>
        </p:nvSpPr>
        <p:spPr>
          <a:xfrm>
            <a:off x="4620768" y="4448556"/>
            <a:ext cx="362712" cy="164592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074920" y="4407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$6M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527048" y="46634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13816" y="484632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715768" y="4887468"/>
            <a:ext cx="1714500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21708" y="4846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$4.5M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1527048" y="510235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13816" y="528523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715768" y="5326380"/>
            <a:ext cx="1143000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50208" y="5285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/ yr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02920" y="570585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02920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13816" y="56875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832104" y="59436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1069848" y="5943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 pool, easy — the agent build starts here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832104" y="61722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1069848" y="6172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 pool, medium — fast follow on the same backbone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832104" y="6400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 pool, hard and human-led — don’t build here yet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78" name="Text 75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83" name="Text 80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84" name="Text 81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INVESTMENT-CASE REVIEW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reviewer’s checklist — five gates before sign-off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B6B5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APPROVERS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89611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approves the dollars separately — this review makes sure sign-off is more than a rubber stamp. Teams: check these five before you submit.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533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1353312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BE TRUE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135331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BACK WHEN…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1591056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719072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" y="1719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170078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AI value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170078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problem statement, and a plain explanation of what the AI actually does and where the savings come from.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17007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in the title, but the savings really come from ordinary process change.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2450592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2578608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292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256032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sizing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25603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 sizing from a baseline the team has validated, with haircuts applied — and no savings counted twice across initiatives.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955280" y="2560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top-down percentage on a baseline nobody has checked, or savings another initiative already claims.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3310128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3438144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2920" y="34381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4198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costs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520440" y="3419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cost picture, one-time and recurring — build, platform and change management, plus tokens, licensing and support after go-live.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34198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prices the build but not the running costs — no line for tokens or support.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4169664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02920" y="4297680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02920" y="4297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27939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readiness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3520440" y="427939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 reviewed with the tech team: dependencies listed, engineering on board, feasibility confirmed.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955280" y="427939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tech owner named, or a plan the engineering team has never seen.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02920" y="5029200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02920" y="5157216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02920" y="5157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68680" y="5138928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tools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3520440" y="51389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approved tools and existing vendor partnerships; a new tool only where nothing we have does the job.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955280" y="513892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vendor doing what an existing partner already does.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02920" y="6035040"/>
            <a:ext cx="11201400" cy="475488"/>
          </a:xfrm>
          <a:prstGeom prst="roundRect">
            <a:avLst>
              <a:gd name="adj" fmla="val 11538"/>
            </a:avLst>
          </a:prstGeom>
          <a:solidFill>
            <a:srgbClr val="EFF6F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22376" y="60350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all five → approved.   </a:t>
            </a:r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 one → it goes back with a note on what’s missing — resubmit once it’s fixed.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on one of these? Bring it to office hours — don’t wait for the review to catch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value is capacity — realized as hiring avoidance, throughput, or redeployment. Releasing vs reinvesting it is a leadership decision. Three activities are shown for clarity; a full sizing maps the whole week.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2026-08-28T15:25:39Z</dcterms:created>
  <dcterms:modified xsi:type="dcterms:W3CDTF">2026-08-28T15:25:39Z</dcterms:modified>
</cp:coreProperties>
</file>