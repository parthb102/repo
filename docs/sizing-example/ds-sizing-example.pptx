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bottom-up. Left: cost base -&gt; map the week -&gt; haircut to capturable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a $38M cost base yields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~$8.3M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214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214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03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4086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54203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15768" y="2592324"/>
            <a:ext cx="2286000" cy="146304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592324"/>
            <a:ext cx="1371600" cy="146304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93208" y="25420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28072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build &amp; experiments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715768" y="2857500"/>
            <a:ext cx="1524000" cy="146304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2857500"/>
            <a:ext cx="533400" cy="146304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331208" y="28072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$2.7M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07238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715768" y="3122676"/>
            <a:ext cx="1143000" cy="146304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122676"/>
            <a:ext cx="457200" cy="146304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950208" y="307238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$2.3M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33375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documentation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715768" y="3387852"/>
            <a:ext cx="1143000" cy="146304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29" name="Shape 26"/>
          <p:cNvSpPr/>
          <p:nvPr/>
        </p:nvSpPr>
        <p:spPr>
          <a:xfrm>
            <a:off x="2715768" y="3387852"/>
            <a:ext cx="685800" cy="146304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950208" y="33375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$3.4M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3602736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715768" y="3653028"/>
            <a:ext cx="914400" cy="146304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33" name="Shape 30"/>
          <p:cNvSpPr/>
          <p:nvPr/>
        </p:nvSpPr>
        <p:spPr>
          <a:xfrm>
            <a:off x="2715768" y="3653028"/>
            <a:ext cx="91440" cy="146304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721608" y="36027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$0.5M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13816" y="386791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requests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715768" y="3918204"/>
            <a:ext cx="609600" cy="146304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37" name="Shape 34"/>
          <p:cNvSpPr/>
          <p:nvPr/>
        </p:nvSpPr>
        <p:spPr>
          <a:xfrm>
            <a:off x="2715768" y="3918204"/>
            <a:ext cx="274320" cy="146304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416808" y="38679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02920" y="422452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02920" y="42245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813816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pools up — then haircut to what you can capture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813816" y="44805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pools added up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715768" y="4521708"/>
            <a:ext cx="890765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44" name="Shape 41"/>
          <p:cNvSpPr/>
          <p:nvPr/>
        </p:nvSpPr>
        <p:spPr>
          <a:xfrm>
            <a:off x="3624821" y="4521708"/>
            <a:ext cx="342659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45" name="Shape 42"/>
          <p:cNvSpPr/>
          <p:nvPr/>
        </p:nvSpPr>
        <p:spPr>
          <a:xfrm>
            <a:off x="3985768" y="4521708"/>
            <a:ext cx="289186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46" name="Shape 43"/>
          <p:cNvSpPr/>
          <p:nvPr/>
        </p:nvSpPr>
        <p:spPr>
          <a:xfrm>
            <a:off x="4293242" y="4521708"/>
            <a:ext cx="436238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47" name="Shape 44"/>
          <p:cNvSpPr/>
          <p:nvPr/>
        </p:nvSpPr>
        <p:spPr>
          <a:xfrm>
            <a:off x="4747768" y="4521708"/>
            <a:ext cx="48554" cy="164592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48" name="Shape 45"/>
          <p:cNvSpPr/>
          <p:nvPr/>
        </p:nvSpPr>
        <p:spPr>
          <a:xfrm>
            <a:off x="4814610" y="4521708"/>
            <a:ext cx="168870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074920" y="4480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≈$17M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527048" y="473659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813816" y="491947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2715768" y="4960620"/>
            <a:ext cx="1711158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518366" y="49194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$12.8M</a:t>
            </a:r>
            <a:endParaRPr lang="en-US" sz="1150" dirty="0"/>
          </a:p>
        </p:txBody>
      </p:sp>
      <p:sp>
        <p:nvSpPr>
          <p:cNvPr id="54" name="Text 51"/>
          <p:cNvSpPr txBox="1"/>
          <p:nvPr/>
        </p:nvSpPr>
        <p:spPr>
          <a:xfrm>
            <a:off x="1527048" y="517550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813816" y="535838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2715768" y="5399532"/>
            <a:ext cx="1109579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16787" y="53583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  (≈22% of cost base)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502920" y="5724144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502920" y="5724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13816" y="5705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61" name="Text 58"/>
          <p:cNvSpPr txBox="1"/>
          <p:nvPr/>
        </p:nvSpPr>
        <p:spPr>
          <a:xfrm>
            <a:off x="832104" y="59618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1069848" y="59618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$6.8M pool — the agentic backbone starts here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832104" y="61904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1069848" y="61904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documentation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$3.4M pool — fast follow on the backbone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32104" y="64190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1069848" y="64190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build &amp; experiments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$2.7M pool — wave 2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69" name="Text 66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79" name="Text 76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83" name="Text 80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85" name="Text 82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86" name="Text 83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87" name="Text 84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89" name="Text 86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90" name="Shape 87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92" name="Text 89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93" name="Text 90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94" name="Text 91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95" name="Text 92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96" name="Text 93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97" name="Text 94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98" name="Text 95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99" name="Text 96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Pools rounded to $0.1M.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$8.3M (~22% of cost base) is capacity — realized as hiring avoidance, throughput, or redeployment. Releasing vs reinvesting it is a leadership decision.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2026-08-28T07:59:21Z</dcterms:created>
  <dcterms:modified xsi:type="dcterms:W3CDTF">2026-08-28T07:59:21Z</dcterms:modified>
</cp:coreProperties>
</file>