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bottom-up, using three activities to keep it simple. Left: cost base -&gt; map the week -&gt; add the pools and haircut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three activities yield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3969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39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21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774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6334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715768" y="2688336"/>
            <a:ext cx="2286000" cy="201168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688336"/>
            <a:ext cx="1371600" cy="201168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11496" y="26334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30540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715768" y="3108960"/>
            <a:ext cx="1143000" cy="201168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3108960"/>
            <a:ext cx="457200" cy="201168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68496" y="30540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47472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715768" y="3529584"/>
            <a:ext cx="914400" cy="201168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529584"/>
            <a:ext cx="91440" cy="201168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39896" y="3474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413308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13816" y="4114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pools up — then haircut to what you can capture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44074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pools together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715768" y="4448556"/>
            <a:ext cx="1124712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2" name="Shape 29"/>
          <p:cNvSpPr/>
          <p:nvPr/>
        </p:nvSpPr>
        <p:spPr>
          <a:xfrm>
            <a:off x="3858768" y="4448556"/>
            <a:ext cx="743712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33" name="Shape 30"/>
          <p:cNvSpPr/>
          <p:nvPr/>
        </p:nvSpPr>
        <p:spPr>
          <a:xfrm>
            <a:off x="4620768" y="4448556"/>
            <a:ext cx="362712" cy="164592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074920" y="4407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$6M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527048" y="46634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13816" y="484632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715768" y="4887468"/>
            <a:ext cx="1714500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21708" y="4846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$4.5M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1527048" y="510235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13816" y="528523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715768" y="5326380"/>
            <a:ext cx="1143000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50208" y="5285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/ yr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02920" y="570585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02920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13816" y="56875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832104" y="59436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1069848" y="5943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 pool, easy — the agent build starts here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832104" y="61722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1069848" y="6172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 pool, medium — fast follow on the same backbone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832104" y="6400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 pool, hard and human-led — don’t build here yet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78" name="Text 75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83" name="Text 80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84" name="Text 81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value is capacity — realized as hiring avoidance, throughput, or redeployment. Releasing vs reinvesting it is a leadership decision. Three activities are shown for clarity; a full sizing maps the whole week.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2026-08-28T08:16:11Z</dcterms:created>
  <dcterms:modified xsi:type="dcterms:W3CDTF">2026-08-28T08:16:11Z</dcterms:modified>
</cp:coreProperties>
</file>