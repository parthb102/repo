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embeddings/oleObject77.bin" ContentType="application/vnd.openxmlformats-officedocument.oleObject"/>
  <Override PartName="/ppt/embeddings/oleObject78.bin" ContentType="application/vnd.openxmlformats-officedocument.oleObject"/>
  <Override PartName="/ppt/embeddings/oleObject79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5"/>
    <p:sldMasterId id="2147483864" r:id="rId6"/>
    <p:sldMasterId id="2147483901" r:id="rId7"/>
    <p:sldMasterId id="2147483920" r:id="rId8"/>
    <p:sldMasterId id="2147483938" r:id="rId9"/>
  </p:sldMasterIdLst>
  <p:notesMasterIdLst>
    <p:notesMasterId r:id="rId23"/>
  </p:notesMasterIdLst>
  <p:handoutMasterIdLst>
    <p:handoutMasterId r:id="rId24"/>
  </p:handoutMasterIdLst>
  <p:sldIdLst>
    <p:sldId id="259" r:id="rId10"/>
    <p:sldId id="286" r:id="rId11"/>
    <p:sldId id="299" r:id="rId12"/>
    <p:sldId id="2147483619" r:id="rId14"/>
    <p:sldId id="270" r:id="rId15"/>
    <p:sldId id="264" r:id="rId18"/>
    <p:sldId id="284" r:id="rId19"/>
    <p:sldId id="2147483620" r:id="rId20"/>
    <p:sldId id="2147483621" r:id="rId21"/>
    <p:sldId id="271" r:id="rId22"/>
  </p:sldIdLst>
  <p:sldSz cx="12192000" cy="6858000"/>
  <p:notesSz cx="7102475" cy="9388475"/>
  <p:embeddedFontLs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Georgia" panose="02040502050405020303" pitchFamily="18" charset="0"/>
      <p:regular r:id="rId29"/>
      <p:bold r:id="rId30"/>
      <p:italic r:id="rId31"/>
      <p:boldItalic r:id="rId32"/>
    </p:embeddedFont>
    <p:embeddedFont>
      <p:font typeface="Helvetica" panose="020B0604020202020204" pitchFamily="34" charset="0"/>
      <p:regular r:id="rId33"/>
      <p:bold r:id="rId34"/>
      <p:italic r:id="rId35"/>
      <p:boldItalic r:id="rId36"/>
    </p:embeddedFont>
    <p:embeddedFont>
      <p:font typeface="Montserrat" panose="00000500000000000000" pitchFamily="2" charset="0"/>
      <p:regular r:id="rId37"/>
      <p:bold r:id="rId38"/>
      <p:italic r:id="rId39"/>
      <p:boldItalic r:id="rId40"/>
    </p:embeddedFont>
    <p:embeddedFont>
      <p:font typeface="Segoe UI" panose="020B0502040204020203" pitchFamily="34" charset="0"/>
      <p:regular r:id="rId41"/>
      <p:bold r:id="rId42"/>
      <p:italic r:id="rId43"/>
      <p:boldItalic r:id="rId44"/>
    </p:embeddedFont>
    <p:embeddedFont>
      <p:font typeface="Sons" panose="020B0604020202020204" charset="0"/>
      <p:regular r:id="rId45"/>
      <p:bold r:id="rId46"/>
      <p:italic r:id="rId47"/>
      <p:boldItalic r:id="rId48"/>
    </p:embeddedFont>
  </p:embeddedFontLst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ADC55D-7167-FF7B-30A5-878DEA3FEA77}" name="Julian Dubitzky" initials="JD" userId="S::Julian_Dubitzky@mckinsey.com::fce59914-5012-4a49-a8c2-e930c4f46d2e" providerId="AD"/>
  <p188:author id="{B8E411EE-A88B-EBB6-E3B4-9702CD5238E2}" name="Meg Regan" initials="MR" userId="S::maregan@mit.edu::8b35709d-638d-42b7-8600-3b982971493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F56"/>
    <a:srgbClr val="C93948"/>
    <a:srgbClr val="BF1D34"/>
    <a:srgbClr val="4F5055"/>
    <a:srgbClr val="90BE69"/>
    <a:srgbClr val="189E53"/>
    <a:srgbClr val="47C1D4"/>
    <a:srgbClr val="0874A1"/>
    <a:srgbClr val="FF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23BD6-D30D-48A0-97F4-8EBF7FEBBF07}" v="37" dt="2026-07-17T16:13:59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font" Target="fonts/font20.fntdata"/><Relationship Id="rId45" Type="http://schemas.openxmlformats.org/officeDocument/2006/relationships/font" Target="fonts/font21.fntdata"/><Relationship Id="rId46" Type="http://schemas.openxmlformats.org/officeDocument/2006/relationships/font" Target="fonts/font22.fntdata"/><Relationship Id="rId47" Type="http://schemas.openxmlformats.org/officeDocument/2006/relationships/font" Target="fonts/font23.fntdata"/><Relationship Id="rId48" Type="http://schemas.openxmlformats.org/officeDocument/2006/relationships/font" Target="fonts/font24.fntdata"/><Relationship Id="rId49" Type="http://schemas.openxmlformats.org/officeDocument/2006/relationships/tags" Target="tags/tag1.xml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6/11/relationships/changesInfo" Target="changesInfos/changesInfo1.xml"/><Relationship Id="rId56" Type="http://schemas.microsoft.com/office/2015/10/relationships/revisionInfo" Target="revisionInfo.xml"/><Relationship Id="rId5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 Bahl" userId="48e5a92e-1617-4ce2-9905-5cd7b6f06b36" providerId="ADAL" clId="{5F74A7CC-EE10-4A3B-900B-A893A2B36FDF}"/>
    <pc:docChg chg="undo custSel addSld delSld modSld delMainMaster modMainMaster">
      <pc:chgData name="Parth Bahl" userId="48e5a92e-1617-4ce2-9905-5cd7b6f06b36" providerId="ADAL" clId="{5F74A7CC-EE10-4A3B-900B-A893A2B36FDF}" dt="2026-07-17T16:14:06.721" v="62" actId="47"/>
      <pc:docMkLst>
        <pc:docMk/>
      </pc:docMkLst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967932587" sldId="256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703989941" sldId="257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971087949" sldId="258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940177341" sldId="260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83205570" sldId="261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303333715" sldId="262"/>
        </pc:sldMkLst>
      </pc:sldChg>
      <pc:sldChg chg="modSp mod">
        <pc:chgData name="Parth Bahl" userId="48e5a92e-1617-4ce2-9905-5cd7b6f06b36" providerId="ADAL" clId="{5F74A7CC-EE10-4A3B-900B-A893A2B36FDF}" dt="2026-07-17T16:10:20.798" v="0" actId="1076"/>
        <pc:sldMkLst>
          <pc:docMk/>
          <pc:sldMk cId="3390327515" sldId="263"/>
        </pc:sldMkLst>
        <pc:picChg chg="mod">
          <ac:chgData name="Parth Bahl" userId="48e5a92e-1617-4ce2-9905-5cd7b6f06b36" providerId="ADAL" clId="{5F74A7CC-EE10-4A3B-900B-A893A2B36FDF}" dt="2026-07-17T16:10:20.798" v="0" actId="1076"/>
          <ac:picMkLst>
            <pc:docMk/>
            <pc:sldMk cId="3390327515" sldId="263"/>
            <ac:picMk id="7" creationId="{2AFF6748-279D-34E2-0E19-5B3C6C4370CB}"/>
          </ac:picMkLst>
        </pc:picChg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645494749" sldId="265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0" sldId="266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631229011" sldId="267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361639102" sldId="268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735795843" sldId="269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002412905" sldId="272"/>
        </pc:sldMkLst>
      </pc:sldChg>
      <pc:sldChg chg="del">
        <pc:chgData name="Parth Bahl" userId="48e5a92e-1617-4ce2-9905-5cd7b6f06b36" providerId="ADAL" clId="{5F74A7CC-EE10-4A3B-900B-A893A2B36FDF}" dt="2026-07-17T16:14:06.721" v="62" actId="47"/>
        <pc:sldMkLst>
          <pc:docMk/>
          <pc:sldMk cId="934055438" sldId="273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899194443" sldId="274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539016655" sldId="275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816904341" sldId="276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194280288" sldId="277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786687550" sldId="278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010228304" sldId="279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042666731" sldId="280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766824368" sldId="281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623715234" sldId="282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885331960" sldId="283"/>
        </pc:sldMkLst>
      </pc:sldChg>
      <pc:sldChg chg="addSp modSp add mod">
        <pc:chgData name="Parth Bahl" userId="48e5a92e-1617-4ce2-9905-5cd7b6f06b36" providerId="ADAL" clId="{5F74A7CC-EE10-4A3B-900B-A893A2B36FDF}" dt="2026-07-17T16:13:59.023" v="47"/>
        <pc:sldMkLst>
          <pc:docMk/>
          <pc:sldMk cId="0" sldId="284"/>
        </pc:sldMkLst>
        <pc:spChg chg="mod">
          <ac:chgData name="Parth Bahl" userId="48e5a92e-1617-4ce2-9905-5cd7b6f06b36" providerId="ADAL" clId="{5F74A7CC-EE10-4A3B-900B-A893A2B36FDF}" dt="2026-07-17T16:13:58.445" v="31"/>
          <ac:spMkLst>
            <pc:docMk/>
            <pc:sldMk cId="0" sldId="284"/>
            <ac:spMk id="6" creationId="{00000000-0000-0000-0000-000000000000}"/>
          </ac:spMkLst>
        </pc:spChg>
        <pc:spChg chg="mod">
          <ac:chgData name="Parth Bahl" userId="48e5a92e-1617-4ce2-9905-5cd7b6f06b36" providerId="ADAL" clId="{5F74A7CC-EE10-4A3B-900B-A893A2B36FDF}" dt="2026-07-17T16:13:58.449" v="32"/>
          <ac:spMkLst>
            <pc:docMk/>
            <pc:sldMk cId="0" sldId="284"/>
            <ac:spMk id="45" creationId="{00000000-0000-0000-0000-000000000000}"/>
          </ac:spMkLst>
        </pc:spChg>
        <pc:spChg chg="mod">
          <ac:chgData name="Parth Bahl" userId="48e5a92e-1617-4ce2-9905-5cd7b6f06b36" providerId="ADAL" clId="{5F74A7CC-EE10-4A3B-900B-A893A2B36FDF}" dt="2026-07-17T16:13:58.450" v="33"/>
          <ac:spMkLst>
            <pc:docMk/>
            <pc:sldMk cId="0" sldId="284"/>
            <ac:spMk id="46" creationId="{00000000-0000-0000-0000-000000000000}"/>
          </ac:spMkLst>
        </pc:spChg>
        <pc:graphicFrameChg chg="add mod ord modVis">
          <ac:chgData name="Parth Bahl" userId="48e5a92e-1617-4ce2-9905-5cd7b6f06b36" providerId="ADAL" clId="{5F74A7CC-EE10-4A3B-900B-A893A2B36FDF}" dt="2026-07-17T16:13:59.023" v="47"/>
          <ac:graphicFrameMkLst>
            <pc:docMk/>
            <pc:sldMk cId="0" sldId="284"/>
            <ac:graphicFrameMk id="47" creationId="{521E1145-4109-8B2C-4F79-DD353D7864EA}"/>
          </ac:graphicFrameMkLst>
        </pc:graphicFrameChg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4283747331" sldId="284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507116085" sldId="287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798186664" sldId="288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064116181" sldId="289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3632320960" sldId="290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209567590" sldId="291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297774218" sldId="292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588936590" sldId="293"/>
        </pc:sldMkLst>
      </pc:sldChg>
      <pc:sldChg chg="addSp delSp modSp add del mod modClrScheme chgLayout">
        <pc:chgData name="Parth Bahl" userId="48e5a92e-1617-4ce2-9905-5cd7b6f06b36" providerId="ADAL" clId="{5F74A7CC-EE10-4A3B-900B-A893A2B36FDF}" dt="2026-07-17T16:12:06.683" v="27" actId="47"/>
        <pc:sldMkLst>
          <pc:docMk/>
          <pc:sldMk cId="0" sldId="294"/>
        </pc:sldMkLst>
        <pc:spChg chg="mod ord">
          <ac:chgData name="Parth Bahl" userId="48e5a92e-1617-4ce2-9905-5cd7b6f06b36" providerId="ADAL" clId="{5F74A7CC-EE10-4A3B-900B-A893A2B36FDF}" dt="2026-07-17T16:12:01.317" v="22"/>
          <ac:spMkLst>
            <pc:docMk/>
            <pc:sldMk cId="0" sldId="294"/>
            <ac:spMk id="19" creationId="{00000000-0000-0000-0000-000000000000}"/>
          </ac:spMkLst>
        </pc:spChg>
        <pc:spChg chg="mod ord">
          <ac:chgData name="Parth Bahl" userId="48e5a92e-1617-4ce2-9905-5cd7b6f06b36" providerId="ADAL" clId="{5F74A7CC-EE10-4A3B-900B-A893A2B36FDF}" dt="2026-07-17T16:12:01.319" v="23"/>
          <ac:spMkLst>
            <pc:docMk/>
            <pc:sldMk cId="0" sldId="294"/>
            <ac:spMk id="20" creationId="{00000000-0000-0000-0000-000000000000}"/>
          </ac:spMkLst>
        </pc:spChg>
        <pc:spChg chg="add del mod ord">
          <ac:chgData name="Parth Bahl" userId="48e5a92e-1617-4ce2-9905-5cd7b6f06b36" providerId="ADAL" clId="{5F74A7CC-EE10-4A3B-900B-A893A2B36FDF}" dt="2026-07-17T16:11:55.174" v="5" actId="700"/>
          <ac:spMkLst>
            <pc:docMk/>
            <pc:sldMk cId="0" sldId="294"/>
            <ac:spMk id="21" creationId="{A914394F-5A3F-4CAD-34A4-B18950221A87}"/>
          </ac:spMkLst>
        </pc:spChg>
        <pc:spChg chg="add del mod ord">
          <ac:chgData name="Parth Bahl" userId="48e5a92e-1617-4ce2-9905-5cd7b6f06b36" providerId="ADAL" clId="{5F74A7CC-EE10-4A3B-900B-A893A2B36FDF}" dt="2026-07-17T16:11:55.174" v="5" actId="700"/>
          <ac:spMkLst>
            <pc:docMk/>
            <pc:sldMk cId="0" sldId="294"/>
            <ac:spMk id="22" creationId="{49764338-3F19-DAB9-D615-EC84557C9D70}"/>
          </ac:spMkLst>
        </pc:spChg>
        <pc:spChg chg="add del mod ord">
          <ac:chgData name="Parth Bahl" userId="48e5a92e-1617-4ce2-9905-5cd7b6f06b36" providerId="ADAL" clId="{5F74A7CC-EE10-4A3B-900B-A893A2B36FDF}" dt="2026-07-17T16:11:55.174" v="5" actId="700"/>
          <ac:spMkLst>
            <pc:docMk/>
            <pc:sldMk cId="0" sldId="294"/>
            <ac:spMk id="23" creationId="{C77D0CB5-1BAC-0CAD-F1D7-23BD8D5D0614}"/>
          </ac:spMkLst>
        </pc:spChg>
        <pc:graphicFrameChg chg="add mod ord modVis">
          <ac:chgData name="Parth Bahl" userId="48e5a92e-1617-4ce2-9905-5cd7b6f06b36" providerId="ADAL" clId="{5F74A7CC-EE10-4A3B-900B-A893A2B36FDF}" dt="2026-07-17T16:11:55.839" v="19"/>
          <ac:graphicFrameMkLst>
            <pc:docMk/>
            <pc:sldMk cId="0" sldId="294"/>
            <ac:graphicFrameMk id="24" creationId="{8125EC5E-6B85-CFCC-860B-50455E0E1995}"/>
          </ac:graphicFrameMkLst>
        </pc:graphicFrameChg>
      </pc:sldChg>
      <pc:sldChg chg="modSp add del">
        <pc:chgData name="Parth Bahl" userId="48e5a92e-1617-4ce2-9905-5cd7b6f06b36" providerId="ADAL" clId="{5F74A7CC-EE10-4A3B-900B-A893A2B36FDF}" dt="2026-07-17T16:12:21.915" v="28" actId="47"/>
        <pc:sldMkLst>
          <pc:docMk/>
          <pc:sldMk cId="0" sldId="295"/>
        </pc:sldMkLst>
        <pc:spChg chg="mod">
          <ac:chgData name="Parth Bahl" userId="48e5a92e-1617-4ce2-9905-5cd7b6f06b36" providerId="ADAL" clId="{5F74A7CC-EE10-4A3B-900B-A893A2B36FDF}" dt="2026-07-17T16:12:04.710" v="25"/>
          <ac:spMkLst>
            <pc:docMk/>
            <pc:sldMk cId="0" sldId="295"/>
            <ac:spMk id="19" creationId="{00000000-0000-0000-0000-000000000000}"/>
          </ac:spMkLst>
        </pc:spChg>
        <pc:spChg chg="mod">
          <ac:chgData name="Parth Bahl" userId="48e5a92e-1617-4ce2-9905-5cd7b6f06b36" providerId="ADAL" clId="{5F74A7CC-EE10-4A3B-900B-A893A2B36FDF}" dt="2026-07-17T16:12:04.712" v="26"/>
          <ac:spMkLst>
            <pc:docMk/>
            <pc:sldMk cId="0" sldId="295"/>
            <ac:spMk id="20" creationId="{00000000-0000-0000-0000-000000000000}"/>
          </ac:spMkLst>
        </pc:spChg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882234890" sldId="296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565690268" sldId="298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2983742373" sldId="300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63024092" sldId="301"/>
        </pc:sldMkLst>
      </pc:sldChg>
      <pc:sldChg chg="add">
        <pc:chgData name="Parth Bahl" userId="48e5a92e-1617-4ce2-9905-5cd7b6f06b36" providerId="ADAL" clId="{5F74A7CC-EE10-4A3B-900B-A893A2B36FDF}" dt="2026-07-17T16:13:58.201" v="30"/>
        <pc:sldMkLst>
          <pc:docMk/>
          <pc:sldMk cId="0" sldId="2147483620"/>
        </pc:sldMkLst>
      </pc:sldChg>
      <pc:sldChg chg="add">
        <pc:chgData name="Parth Bahl" userId="48e5a92e-1617-4ce2-9905-5cd7b6f06b36" providerId="ADAL" clId="{5F74A7CC-EE10-4A3B-900B-A893A2B36FDF}" dt="2026-07-17T16:13:58.201" v="30"/>
        <pc:sldMkLst>
          <pc:docMk/>
          <pc:sldMk cId="0" sldId="2147483621"/>
        </pc:sldMkLst>
      </pc:sldChg>
      <pc:sldChg chg="del">
        <pc:chgData name="Parth Bahl" userId="48e5a92e-1617-4ce2-9905-5cd7b6f06b36" providerId="ADAL" clId="{5F74A7CC-EE10-4A3B-900B-A893A2B36FDF}" dt="2026-07-17T16:13:03.732" v="29" actId="47"/>
        <pc:sldMkLst>
          <pc:docMk/>
          <pc:sldMk cId="1144588912" sldId="2147483647"/>
        </pc:sldMkLst>
      </pc:sldChg>
      <pc:sldMasterChg chg="delSldLayout">
        <pc:chgData name="Parth Bahl" userId="48e5a92e-1617-4ce2-9905-5cd7b6f06b36" providerId="ADAL" clId="{5F74A7CC-EE10-4A3B-900B-A893A2B36FDF}" dt="2026-07-17T16:12:06.683" v="27" actId="47"/>
        <pc:sldMasterMkLst>
          <pc:docMk/>
          <pc:sldMasterMk cId="2969229741" sldId="2147483648"/>
        </pc:sldMasterMkLst>
        <pc:sldLayoutChg chg="del">
          <pc:chgData name="Parth Bahl" userId="48e5a92e-1617-4ce2-9905-5cd7b6f06b36" providerId="ADAL" clId="{5F74A7CC-EE10-4A3B-900B-A893A2B36FDF}" dt="2026-07-17T16:12:06.683" v="27" actId="47"/>
          <pc:sldLayoutMkLst>
            <pc:docMk/>
            <pc:sldMasterMk cId="2969229741" sldId="2147483648"/>
            <pc:sldLayoutMk cId="90012208" sldId="2147483938"/>
          </pc:sldLayoutMkLst>
        </pc:sldLayoutChg>
        <pc:sldLayoutChg chg="del">
          <pc:chgData name="Parth Bahl" userId="48e5a92e-1617-4ce2-9905-5cd7b6f06b36" providerId="ADAL" clId="{5F74A7CC-EE10-4A3B-900B-A893A2B36FDF}" dt="2026-07-17T16:11:57.104" v="20" actId="47"/>
          <pc:sldLayoutMkLst>
            <pc:docMk/>
            <pc:sldMasterMk cId="2969229741" sldId="2147483648"/>
            <pc:sldLayoutMk cId="2495488450" sldId="2147483938"/>
          </pc:sldLayoutMkLst>
        </pc:sldLayoutChg>
      </pc:sldMasterChg>
      <pc:sldMasterChg chg="addSp modSp mod">
        <pc:chgData name="Parth Bahl" userId="48e5a92e-1617-4ce2-9905-5cd7b6f06b36" providerId="ADAL" clId="{5F74A7CC-EE10-4A3B-900B-A893A2B36FDF}" dt="2026-07-17T16:13:59.048" v="61"/>
        <pc:sldMasterMkLst>
          <pc:docMk/>
          <pc:sldMasterMk cId="1455845549" sldId="2147483938"/>
        </pc:sldMasterMkLst>
        <pc:graphicFrameChg chg="add mod ord modVis">
          <ac:chgData name="Parth Bahl" userId="48e5a92e-1617-4ce2-9905-5cd7b6f06b36" providerId="ADAL" clId="{5F74A7CC-EE10-4A3B-900B-A893A2B36FDF}" dt="2026-07-17T16:13:59.048" v="61"/>
          <ac:graphicFrameMkLst>
            <pc:docMk/>
            <pc:sldMasterMk cId="1455845549" sldId="2147483938"/>
            <ac:graphicFrameMk id="7" creationId="{9F16F18F-EA98-4B62-FB46-F3367003E8A1}"/>
          </ac:graphicFrameMkLst>
        </pc:graphicFrameChg>
      </pc:sldMasterChg>
      <pc:sldMasterChg chg="del delSldLayout">
        <pc:chgData name="Parth Bahl" userId="48e5a92e-1617-4ce2-9905-5cd7b6f06b36" providerId="ADAL" clId="{5F74A7CC-EE10-4A3B-900B-A893A2B36FDF}" dt="2026-07-17T16:12:21.915" v="28" actId="47"/>
        <pc:sldMasterMkLst>
          <pc:docMk/>
          <pc:sldMasterMk cId="3808431643" sldId="2147483939"/>
        </pc:sldMasterMkLst>
        <pc:sldLayoutChg chg="del">
          <pc:chgData name="Parth Bahl" userId="48e5a92e-1617-4ce2-9905-5cd7b6f06b36" providerId="ADAL" clId="{5F74A7CC-EE10-4A3B-900B-A893A2B36FDF}" dt="2026-07-17T16:12:21.915" v="28" actId="47"/>
          <pc:sldLayoutMkLst>
            <pc:docMk/>
            <pc:sldMasterMk cId="3808431643" sldId="2147483939"/>
            <pc:sldLayoutMk cId="359118129" sldId="2147483940"/>
          </pc:sldLayoutMkLst>
        </pc:sldLayoutChg>
        <pc:sldLayoutChg chg="del">
          <pc:chgData name="Parth Bahl" userId="48e5a92e-1617-4ce2-9905-5cd7b6f06b36" providerId="ADAL" clId="{5F74A7CC-EE10-4A3B-900B-A893A2B36FDF}" dt="2026-07-17T16:12:21.915" v="28" actId="47"/>
          <pc:sldLayoutMkLst>
            <pc:docMk/>
            <pc:sldMasterMk cId="3808431643" sldId="2147483939"/>
            <pc:sldLayoutMk cId="2804983998" sldId="2147483941"/>
          </pc:sldLayoutMkLst>
        </pc:sldLayoutChg>
        <pc:sldLayoutChg chg="del">
          <pc:chgData name="Parth Bahl" userId="48e5a92e-1617-4ce2-9905-5cd7b6f06b36" providerId="ADAL" clId="{5F74A7CC-EE10-4A3B-900B-A893A2B36FDF}" dt="2026-07-17T16:12:21.915" v="28" actId="47"/>
          <pc:sldLayoutMkLst>
            <pc:docMk/>
            <pc:sldMasterMk cId="3808431643" sldId="2147483939"/>
            <pc:sldLayoutMk cId="4283593401" sldId="2147483942"/>
          </pc:sldLayoutMkLst>
        </pc:sldLayoutChg>
        <pc:sldLayoutChg chg="del">
          <pc:chgData name="Parth Bahl" userId="48e5a92e-1617-4ce2-9905-5cd7b6f06b36" providerId="ADAL" clId="{5F74A7CC-EE10-4A3B-900B-A893A2B36FDF}" dt="2026-07-17T16:12:21.915" v="28" actId="47"/>
          <pc:sldLayoutMkLst>
            <pc:docMk/>
            <pc:sldMasterMk cId="3808431643" sldId="2147483939"/>
            <pc:sldLayoutMk cId="2002843750" sldId="2147483943"/>
          </pc:sldLayoutMkLst>
        </pc:sldLayoutChg>
        <pc:sldLayoutChg chg="del">
          <pc:chgData name="Parth Bahl" userId="48e5a92e-1617-4ce2-9905-5cd7b6f06b36" providerId="ADAL" clId="{5F74A7CC-EE10-4A3B-900B-A893A2B36FDF}" dt="2026-07-17T16:12:21.915" v="28" actId="47"/>
          <pc:sldLayoutMkLst>
            <pc:docMk/>
            <pc:sldMasterMk cId="3808431643" sldId="2147483939"/>
            <pc:sldLayoutMk cId="3027497293" sldId="2147483944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17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17 July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3CD4-CCDC-8153-768E-81E8EEDF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F902D-1F19-EC21-19D4-71F57590F56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July 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CD66A-4409-EE0A-123C-E60C03598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Slide Image Placeholder 50">
            <a:extLst>
              <a:ext uri="{FF2B5EF4-FFF2-40B4-BE49-F238E27FC236}">
                <a16:creationId xmlns:a16="http://schemas.microsoft.com/office/drawing/2014/main" id="{3F92EEB1-6FEF-897D-7DD7-6D9E8B603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C66A0DBC-BE46-6B9D-56B6-0F6C62439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21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17 July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735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3.emf"/><Relationship Id="rId10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3.bin"/><Relationship Id="rId9" Type="http://schemas.openxmlformats.org/officeDocument/2006/relationships/image" Target="../media/image3.emf"/><Relationship Id="rId10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3.emf"/><Relationship Id="rId10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Relationship Id="rId7" Type="http://schemas.openxmlformats.org/officeDocument/2006/relationships/tags" Target="../tags/tag4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4.bin"/><Relationship Id="rId10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5.bin"/><Relationship Id="rId9" Type="http://schemas.openxmlformats.org/officeDocument/2006/relationships/image" Target="../media/image3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6.bin"/><Relationship Id="rId9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7.bin"/><Relationship Id="rId9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8.bin"/><Relationship Id="rId10" Type="http://schemas.openxmlformats.org/officeDocument/2006/relationships/image" Target="../media/image3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tags" Target="../tags/tag76.xml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tags" Target="../tags/tag79.xml"/><Relationship Id="rId7" Type="http://schemas.openxmlformats.org/officeDocument/2006/relationships/tags" Target="../tags/tag80.xml"/><Relationship Id="rId8" Type="http://schemas.openxmlformats.org/officeDocument/2006/relationships/tags" Target="../tags/tag81.xml"/><Relationship Id="rId9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1.emf"/><Relationship Id="rId1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0.bin"/><Relationship Id="rId12" Type="http://schemas.openxmlformats.org/officeDocument/2006/relationships/image" Target="../media/image1.emf"/><Relationship Id="rId1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1.bin"/><Relationship Id="rId12" Type="http://schemas.openxmlformats.org/officeDocument/2006/relationships/image" Target="../media/image1.emf"/><Relationship Id="rId1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1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2.bin"/><Relationship Id="rId12" Type="http://schemas.openxmlformats.org/officeDocument/2006/relationships/image" Target="../media/image6.emf"/><Relationship Id="rId1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tags" Target="../tags/tag117.xml"/><Relationship Id="rId9" Type="http://schemas.openxmlformats.org/officeDocument/2006/relationships/tags" Target="../tags/tag11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3.bin"/><Relationship Id="rId12" Type="http://schemas.openxmlformats.org/officeDocument/2006/relationships/image" Target="../media/image1.emf"/><Relationship Id="rId1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tags" Target="../tags/tag122.xml"/><Relationship Id="rId5" Type="http://schemas.openxmlformats.org/officeDocument/2006/relationships/tags" Target="../tags/tag123.xml"/><Relationship Id="rId6" Type="http://schemas.openxmlformats.org/officeDocument/2006/relationships/tags" Target="../tags/tag124.xml"/><Relationship Id="rId7" Type="http://schemas.openxmlformats.org/officeDocument/2006/relationships/tags" Target="../tags/tag125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3.emf"/><Relationship Id="rId11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tags" Target="../tags/tag130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15.bin"/><Relationship Id="rId8" Type="http://schemas.openxmlformats.org/officeDocument/2006/relationships/image" Target="../media/image3.emf"/><Relationship Id="rId9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Relationship Id="rId7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34.xml"/><Relationship Id="rId2" Type="http://schemas.openxmlformats.org/officeDocument/2006/relationships/tags" Target="../tags/tag135.xml"/><Relationship Id="rId3" Type="http://schemas.openxmlformats.org/officeDocument/2006/relationships/tags" Target="../tags/tag136.xml"/><Relationship Id="rId4" Type="http://schemas.openxmlformats.org/officeDocument/2006/relationships/tags" Target="../tags/tag137.xml"/><Relationship Id="rId5" Type="http://schemas.openxmlformats.org/officeDocument/2006/relationships/tags" Target="../tags/tag138.xml"/><Relationship Id="rId6" Type="http://schemas.openxmlformats.org/officeDocument/2006/relationships/tags" Target="../tags/tag139.xml"/><Relationship Id="rId7" Type="http://schemas.openxmlformats.org/officeDocument/2006/relationships/tags" Target="../tags/tag140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7.bin"/><Relationship Id="rId10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19.bin"/><Relationship Id="rId8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8.x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0.bin"/><Relationship Id="rId8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tags" Target="../tags/tag175.xml"/><Relationship Id="rId4" Type="http://schemas.openxmlformats.org/officeDocument/2006/relationships/tags" Target="../tags/tag176.xml"/><Relationship Id="rId5" Type="http://schemas.openxmlformats.org/officeDocument/2006/relationships/tags" Target="../tags/tag177.xml"/><Relationship Id="rId6" Type="http://schemas.openxmlformats.org/officeDocument/2006/relationships/tags" Target="../tags/tag178.xml"/><Relationship Id="rId7" Type="http://schemas.openxmlformats.org/officeDocument/2006/relationships/tags" Target="../tags/tag179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1.bin"/><Relationship Id="rId10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80.xml"/><Relationship Id="rId2" Type="http://schemas.openxmlformats.org/officeDocument/2006/relationships/tags" Target="../tags/tag181.xml"/><Relationship Id="rId3" Type="http://schemas.openxmlformats.org/officeDocument/2006/relationships/tags" Target="../tags/tag182.xml"/><Relationship Id="rId4" Type="http://schemas.openxmlformats.org/officeDocument/2006/relationships/tags" Target="../tags/tag183.xml"/><Relationship Id="rId5" Type="http://schemas.openxmlformats.org/officeDocument/2006/relationships/tags" Target="../tags/tag184.xml"/><Relationship Id="rId6" Type="http://schemas.openxmlformats.org/officeDocument/2006/relationships/tags" Target="../tags/tag185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2.bin"/><Relationship Id="rId9" Type="http://schemas.openxmlformats.org/officeDocument/2006/relationships/image" Target="../media/image3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3.bin"/><Relationship Id="rId9" Type="http://schemas.openxmlformats.org/officeDocument/2006/relationships/image" Target="../media/image3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2.xml"/><Relationship Id="rId2" Type="http://schemas.openxmlformats.org/officeDocument/2006/relationships/tags" Target="../tags/tag193.xml"/><Relationship Id="rId3" Type="http://schemas.openxmlformats.org/officeDocument/2006/relationships/tags" Target="../tags/tag194.xml"/><Relationship Id="rId4" Type="http://schemas.openxmlformats.org/officeDocument/2006/relationships/tags" Target="../tags/tag195.xml"/><Relationship Id="rId5" Type="http://schemas.openxmlformats.org/officeDocument/2006/relationships/tags" Target="../tags/tag196.xml"/><Relationship Id="rId6" Type="http://schemas.openxmlformats.org/officeDocument/2006/relationships/tags" Target="../tags/tag197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4.bin"/><Relationship Id="rId9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98.xml"/><Relationship Id="rId2" Type="http://schemas.openxmlformats.org/officeDocument/2006/relationships/tags" Target="../tags/tag199.xml"/><Relationship Id="rId3" Type="http://schemas.openxmlformats.org/officeDocument/2006/relationships/tags" Target="../tags/tag200.xml"/><Relationship Id="rId4" Type="http://schemas.openxmlformats.org/officeDocument/2006/relationships/tags" Target="../tags/tag201.xml"/><Relationship Id="rId5" Type="http://schemas.openxmlformats.org/officeDocument/2006/relationships/tags" Target="../tags/tag202.xml"/><Relationship Id="rId6" Type="http://schemas.openxmlformats.org/officeDocument/2006/relationships/tags" Target="../tags/tag203.xml"/><Relationship Id="rId7" Type="http://schemas.openxmlformats.org/officeDocument/2006/relationships/tags" Target="../tags/tag20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5.bin"/><Relationship Id="rId10" Type="http://schemas.openxmlformats.org/officeDocument/2006/relationships/image" Target="../media/image3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05.xml"/><Relationship Id="rId2" Type="http://schemas.openxmlformats.org/officeDocument/2006/relationships/tags" Target="../tags/tag206.xml"/><Relationship Id="rId3" Type="http://schemas.openxmlformats.org/officeDocument/2006/relationships/tags" Target="../tags/tag207.xml"/><Relationship Id="rId4" Type="http://schemas.openxmlformats.org/officeDocument/2006/relationships/tags" Target="../tags/tag208.xml"/><Relationship Id="rId5" Type="http://schemas.openxmlformats.org/officeDocument/2006/relationships/tags" Target="../tags/tag209.xml"/><Relationship Id="rId6" Type="http://schemas.openxmlformats.org/officeDocument/2006/relationships/tags" Target="../tags/tag210.xml"/><Relationship Id="rId7" Type="http://schemas.openxmlformats.org/officeDocument/2006/relationships/tags" Target="../tags/tag211.xml"/><Relationship Id="rId8" Type="http://schemas.openxmlformats.org/officeDocument/2006/relationships/tags" Target="../tags/tag212.xml"/><Relationship Id="rId9" Type="http://schemas.openxmlformats.org/officeDocument/2006/relationships/tags" Target="../tags/tag21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6.bin"/><Relationship Id="rId12" Type="http://schemas.openxmlformats.org/officeDocument/2006/relationships/image" Target="../media/image1.emf"/><Relationship Id="rId13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14.x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tags" Target="../tags/tag220.xml"/><Relationship Id="rId8" Type="http://schemas.openxmlformats.org/officeDocument/2006/relationships/tags" Target="../tags/tag221.xml"/><Relationship Id="rId9" Type="http://schemas.openxmlformats.org/officeDocument/2006/relationships/tags" Target="../tags/tag22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7.bin"/><Relationship Id="rId12" Type="http://schemas.openxmlformats.org/officeDocument/2006/relationships/image" Target="../media/image1.emf"/><Relationship Id="rId13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23.xml"/><Relationship Id="rId2" Type="http://schemas.openxmlformats.org/officeDocument/2006/relationships/tags" Target="../tags/tag224.xml"/><Relationship Id="rId3" Type="http://schemas.openxmlformats.org/officeDocument/2006/relationships/tags" Target="../tags/tag225.xml"/><Relationship Id="rId4" Type="http://schemas.openxmlformats.org/officeDocument/2006/relationships/tags" Target="../tags/tag226.xml"/><Relationship Id="rId5" Type="http://schemas.openxmlformats.org/officeDocument/2006/relationships/tags" Target="../tags/tag227.xml"/><Relationship Id="rId6" Type="http://schemas.openxmlformats.org/officeDocument/2006/relationships/tags" Target="../tags/tag228.xml"/><Relationship Id="rId7" Type="http://schemas.openxmlformats.org/officeDocument/2006/relationships/tags" Target="../tags/tag229.xml"/><Relationship Id="rId8" Type="http://schemas.openxmlformats.org/officeDocument/2006/relationships/tags" Target="../tags/tag230.xml"/><Relationship Id="rId9" Type="http://schemas.openxmlformats.org/officeDocument/2006/relationships/tags" Target="../tags/tag23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8.bin"/><Relationship Id="rId12" Type="http://schemas.openxmlformats.org/officeDocument/2006/relationships/image" Target="../media/image3.emf"/><Relationship Id="rId13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32.xml"/><Relationship Id="rId2" Type="http://schemas.openxmlformats.org/officeDocument/2006/relationships/tags" Target="../tags/tag233.xml"/><Relationship Id="rId3" Type="http://schemas.openxmlformats.org/officeDocument/2006/relationships/tags" Target="../tags/tag234.xml"/><Relationship Id="rId4" Type="http://schemas.openxmlformats.org/officeDocument/2006/relationships/tags" Target="../tags/tag235.xml"/><Relationship Id="rId5" Type="http://schemas.openxmlformats.org/officeDocument/2006/relationships/tags" Target="../tags/tag236.xml"/><Relationship Id="rId6" Type="http://schemas.openxmlformats.org/officeDocument/2006/relationships/tags" Target="../tags/tag237.xml"/><Relationship Id="rId7" Type="http://schemas.openxmlformats.org/officeDocument/2006/relationships/tags" Target="../tags/tag238.xml"/><Relationship Id="rId8" Type="http://schemas.openxmlformats.org/officeDocument/2006/relationships/tags" Target="../tags/tag239.xml"/><Relationship Id="rId9" Type="http://schemas.openxmlformats.org/officeDocument/2006/relationships/tags" Target="../tags/tag24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9.bin"/><Relationship Id="rId12" Type="http://schemas.openxmlformats.org/officeDocument/2006/relationships/image" Target="../media/image1.emf"/><Relationship Id="rId13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0.bin"/><Relationship Id="rId12" Type="http://schemas.openxmlformats.org/officeDocument/2006/relationships/image" Target="../media/image3.emf"/><Relationship Id="rId13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0.xml"/><Relationship Id="rId2" Type="http://schemas.openxmlformats.org/officeDocument/2006/relationships/tags" Target="../tags/tag251.xml"/><Relationship Id="rId3" Type="http://schemas.openxmlformats.org/officeDocument/2006/relationships/tags" Target="../tags/tag252.xml"/><Relationship Id="rId4" Type="http://schemas.openxmlformats.org/officeDocument/2006/relationships/tags" Target="../tags/tag253.xml"/><Relationship Id="rId5" Type="http://schemas.openxmlformats.org/officeDocument/2006/relationships/tags" Target="../tags/tag254.xml"/><Relationship Id="rId6" Type="http://schemas.openxmlformats.org/officeDocument/2006/relationships/tags" Target="../tags/tag255.xml"/><Relationship Id="rId7" Type="http://schemas.openxmlformats.org/officeDocument/2006/relationships/tags" Target="../tags/tag256.xml"/><Relationship Id="rId8" Type="http://schemas.openxmlformats.org/officeDocument/2006/relationships/tags" Target="../tags/tag257.xml"/><Relationship Id="rId9" Type="http://schemas.openxmlformats.org/officeDocument/2006/relationships/tags" Target="../tags/tag25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1.bin"/><Relationship Id="rId12" Type="http://schemas.openxmlformats.org/officeDocument/2006/relationships/image" Target="../media/image3.emf"/><Relationship Id="rId13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59.xml"/><Relationship Id="rId2" Type="http://schemas.openxmlformats.org/officeDocument/2006/relationships/tags" Target="../tags/tag260.xml"/><Relationship Id="rId3" Type="http://schemas.openxmlformats.org/officeDocument/2006/relationships/tags" Target="../tags/tag261.xml"/><Relationship Id="rId4" Type="http://schemas.openxmlformats.org/officeDocument/2006/relationships/tags" Target="../tags/tag262.xml"/><Relationship Id="rId5" Type="http://schemas.openxmlformats.org/officeDocument/2006/relationships/tags" Target="../tags/tag263.xml"/><Relationship Id="rId6" Type="http://schemas.openxmlformats.org/officeDocument/2006/relationships/tags" Target="../tags/tag264.xml"/><Relationship Id="rId7" Type="http://schemas.openxmlformats.org/officeDocument/2006/relationships/tags" Target="../tags/tag265.xml"/><Relationship Id="rId8" Type="http://schemas.openxmlformats.org/officeDocument/2006/relationships/tags" Target="../tags/tag266.xml"/><Relationship Id="rId9" Type="http://schemas.openxmlformats.org/officeDocument/2006/relationships/tags" Target="../tags/tag26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2.bin"/><Relationship Id="rId12" Type="http://schemas.openxmlformats.org/officeDocument/2006/relationships/image" Target="../media/image1.emf"/><Relationship Id="rId13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268.xml"/><Relationship Id="rId2" Type="http://schemas.openxmlformats.org/officeDocument/2006/relationships/tags" Target="../tags/tag269.xml"/><Relationship Id="rId3" Type="http://schemas.openxmlformats.org/officeDocument/2006/relationships/tags" Target="../tags/tag270.xml"/><Relationship Id="rId4" Type="http://schemas.openxmlformats.org/officeDocument/2006/relationships/tags" Target="../tags/tag271.xml"/><Relationship Id="rId5" Type="http://schemas.openxmlformats.org/officeDocument/2006/relationships/tags" Target="../tags/tag272.xml"/><Relationship Id="rId6" Type="http://schemas.openxmlformats.org/officeDocument/2006/relationships/tags" Target="../tags/tag273.xml"/><Relationship Id="rId7" Type="http://schemas.openxmlformats.org/officeDocument/2006/relationships/tags" Target="../tags/tag274.xml"/><Relationship Id="rId8" Type="http://schemas.openxmlformats.org/officeDocument/2006/relationships/tags" Target="../tags/tag275.xml"/><Relationship Id="rId9" Type="http://schemas.openxmlformats.org/officeDocument/2006/relationships/tags" Target="../tags/tag276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3.bin"/><Relationship Id="rId12" Type="http://schemas.openxmlformats.org/officeDocument/2006/relationships/image" Target="../media/image3.emf"/><Relationship Id="rId1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277.x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tags" Target="../tags/tag282.xml"/><Relationship Id="rId7" Type="http://schemas.openxmlformats.org/officeDocument/2006/relationships/tags" Target="../tags/tag283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34.bin"/><Relationship Id="rId10" Type="http://schemas.openxmlformats.org/officeDocument/2006/relationships/image" Target="../media/image3.emf"/><Relationship Id="rId11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284.xml"/><Relationship Id="rId2" Type="http://schemas.openxmlformats.org/officeDocument/2006/relationships/tags" Target="../tags/tag285.xml"/><Relationship Id="rId3" Type="http://schemas.openxmlformats.org/officeDocument/2006/relationships/tags" Target="../tags/tag286.xml"/><Relationship Id="rId4" Type="http://schemas.openxmlformats.org/officeDocument/2006/relationships/tags" Target="../tags/tag287.xml"/><Relationship Id="rId5" Type="http://schemas.openxmlformats.org/officeDocument/2006/relationships/tags" Target="../tags/tag288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35.bin"/><Relationship Id="rId8" Type="http://schemas.openxmlformats.org/officeDocument/2006/relationships/image" Target="../media/image3.emf"/><Relationship Id="rId9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tags" Target="../tags/tag312.xml"/><Relationship Id="rId5" Type="http://schemas.openxmlformats.org/officeDocument/2006/relationships/tags" Target="../tags/tag313.xml"/><Relationship Id="rId6" Type="http://schemas.openxmlformats.org/officeDocument/2006/relationships/slideMaster" Target="../slideMasters/slideMaster3.xml"/><Relationship Id="rId7" Type="http://schemas.openxmlformats.org/officeDocument/2006/relationships/oleObject" Target="../embeddings/oleObject37.bin"/><Relationship Id="rId8" Type="http://schemas.openxmlformats.org/officeDocument/2006/relationships/image" Target="../media/image3.emf"/><Relationship Id="rId9" Type="http://schemas.openxmlformats.org/officeDocument/2006/relationships/image" Target="../media/image10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tags" Target="../tags/tag315.xml"/><Relationship Id="rId3" Type="http://schemas.openxmlformats.org/officeDocument/2006/relationships/tags" Target="../tags/tag316.xml"/><Relationship Id="rId4" Type="http://schemas.openxmlformats.org/officeDocument/2006/relationships/tags" Target="../tags/tag317.xml"/><Relationship Id="rId5" Type="http://schemas.openxmlformats.org/officeDocument/2006/relationships/tags" Target="../tags/tag318.xml"/><Relationship Id="rId6" Type="http://schemas.openxmlformats.org/officeDocument/2006/relationships/tags" Target="../tags/tag319.xml"/><Relationship Id="rId7" Type="http://schemas.openxmlformats.org/officeDocument/2006/relationships/tags" Target="../tags/tag320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38.bin"/><Relationship Id="rId10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321.xml"/><Relationship Id="rId2" Type="http://schemas.openxmlformats.org/officeDocument/2006/relationships/tags" Target="../tags/tag322.xml"/><Relationship Id="rId3" Type="http://schemas.openxmlformats.org/officeDocument/2006/relationships/tags" Target="../tags/tag323.xml"/><Relationship Id="rId4" Type="http://schemas.openxmlformats.org/officeDocument/2006/relationships/tags" Target="../tags/tag324.xml"/><Relationship Id="rId5" Type="http://schemas.openxmlformats.org/officeDocument/2006/relationships/tags" Target="../tags/tag325.xml"/><Relationship Id="rId6" Type="http://schemas.openxmlformats.org/officeDocument/2006/relationships/tags" Target="../tags/tag326.xml"/><Relationship Id="rId7" Type="http://schemas.openxmlformats.org/officeDocument/2006/relationships/tags" Target="../tags/tag327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39.bin"/><Relationship Id="rId10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328.xml"/><Relationship Id="rId2" Type="http://schemas.openxmlformats.org/officeDocument/2006/relationships/tags" Target="../tags/tag329.xml"/><Relationship Id="rId3" Type="http://schemas.openxmlformats.org/officeDocument/2006/relationships/tags" Target="../tags/tag330.xml"/><Relationship Id="rId4" Type="http://schemas.openxmlformats.org/officeDocument/2006/relationships/tags" Target="../tags/tag331.xml"/><Relationship Id="rId5" Type="http://schemas.openxmlformats.org/officeDocument/2006/relationships/tags" Target="../tags/tag332.xml"/><Relationship Id="rId6" Type="http://schemas.openxmlformats.org/officeDocument/2006/relationships/tags" Target="../tags/tag333.xml"/><Relationship Id="rId7" Type="http://schemas.openxmlformats.org/officeDocument/2006/relationships/slideMaster" Target="../slideMasters/slideMaster3.xml"/><Relationship Id="rId8" Type="http://schemas.openxmlformats.org/officeDocument/2006/relationships/oleObject" Target="../embeddings/oleObject40.bin"/><Relationship Id="rId9" Type="http://schemas.openxmlformats.org/officeDocument/2006/relationships/image" Target="../media/image3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334.xml"/><Relationship Id="rId2" Type="http://schemas.openxmlformats.org/officeDocument/2006/relationships/tags" Target="../tags/tag335.xml"/><Relationship Id="rId3" Type="http://schemas.openxmlformats.org/officeDocument/2006/relationships/tags" Target="../tags/tag336.xml"/><Relationship Id="rId4" Type="http://schemas.openxmlformats.org/officeDocument/2006/relationships/tags" Target="../tags/tag337.xml"/><Relationship Id="rId5" Type="http://schemas.openxmlformats.org/officeDocument/2006/relationships/tags" Target="../tags/tag338.xml"/><Relationship Id="rId6" Type="http://schemas.openxmlformats.org/officeDocument/2006/relationships/tags" Target="../tags/tag339.xml"/><Relationship Id="rId7" Type="http://schemas.openxmlformats.org/officeDocument/2006/relationships/slideMaster" Target="../slideMasters/slideMaster3.xml"/><Relationship Id="rId8" Type="http://schemas.openxmlformats.org/officeDocument/2006/relationships/oleObject" Target="../embeddings/oleObject41.bin"/><Relationship Id="rId9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340.xml"/><Relationship Id="rId2" Type="http://schemas.openxmlformats.org/officeDocument/2006/relationships/tags" Target="../tags/tag341.xml"/><Relationship Id="rId3" Type="http://schemas.openxmlformats.org/officeDocument/2006/relationships/tags" Target="../tags/tag342.xml"/><Relationship Id="rId4" Type="http://schemas.openxmlformats.org/officeDocument/2006/relationships/tags" Target="../tags/tag343.xml"/><Relationship Id="rId5" Type="http://schemas.openxmlformats.org/officeDocument/2006/relationships/tags" Target="../tags/tag344.xml"/><Relationship Id="rId6" Type="http://schemas.openxmlformats.org/officeDocument/2006/relationships/tags" Target="../tags/tag345.xml"/><Relationship Id="rId7" Type="http://schemas.openxmlformats.org/officeDocument/2006/relationships/tags" Target="../tags/tag346.xml"/><Relationship Id="rId8" Type="http://schemas.openxmlformats.org/officeDocument/2006/relationships/tags" Target="../tags/tag347.xml"/><Relationship Id="rId9" Type="http://schemas.openxmlformats.org/officeDocument/2006/relationships/slideMaster" Target="../slideMasters/slideMaster3.xml"/><Relationship Id="rId10" Type="http://schemas.openxmlformats.org/officeDocument/2006/relationships/oleObject" Target="../embeddings/oleObject42.bin"/><Relationship Id="rId11" Type="http://schemas.openxmlformats.org/officeDocument/2006/relationships/image" Target="../media/image3.emf"/><Relationship Id="rId12" Type="http://schemas.openxmlformats.org/officeDocument/2006/relationships/image" Target="../media/image11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tags" Target="../tags/tag349.xml"/><Relationship Id="rId3" Type="http://schemas.openxmlformats.org/officeDocument/2006/relationships/tags" Target="../tags/tag350.xml"/><Relationship Id="rId4" Type="http://schemas.openxmlformats.org/officeDocument/2006/relationships/tags" Target="../tags/tag351.xml"/><Relationship Id="rId5" Type="http://schemas.openxmlformats.org/officeDocument/2006/relationships/tags" Target="../tags/tag352.xml"/><Relationship Id="rId6" Type="http://schemas.openxmlformats.org/officeDocument/2006/relationships/tags" Target="../tags/tag353.xml"/><Relationship Id="rId7" Type="http://schemas.openxmlformats.org/officeDocument/2006/relationships/tags" Target="../tags/tag354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43.bin"/><Relationship Id="rId10" Type="http://schemas.openxmlformats.org/officeDocument/2006/relationships/image" Target="../media/image3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355.xml"/><Relationship Id="rId2" Type="http://schemas.openxmlformats.org/officeDocument/2006/relationships/tags" Target="../tags/tag356.xml"/><Relationship Id="rId3" Type="http://schemas.openxmlformats.org/officeDocument/2006/relationships/tags" Target="../tags/tag357.xml"/><Relationship Id="rId4" Type="http://schemas.openxmlformats.org/officeDocument/2006/relationships/tags" Target="../tags/tag358.xml"/><Relationship Id="rId5" Type="http://schemas.openxmlformats.org/officeDocument/2006/relationships/tags" Target="../tags/tag359.xml"/><Relationship Id="rId6" Type="http://schemas.openxmlformats.org/officeDocument/2006/relationships/tags" Target="../tags/tag360.xml"/><Relationship Id="rId7" Type="http://schemas.openxmlformats.org/officeDocument/2006/relationships/tags" Target="../tags/tag361.xml"/><Relationship Id="rId8" Type="http://schemas.openxmlformats.org/officeDocument/2006/relationships/tags" Target="../tags/tag362.xml"/><Relationship Id="rId9" Type="http://schemas.openxmlformats.org/officeDocument/2006/relationships/slideMaster" Target="../slideMasters/slideMaster3.xml"/><Relationship Id="rId10" Type="http://schemas.openxmlformats.org/officeDocument/2006/relationships/oleObject" Target="../embeddings/oleObject44.bin"/><Relationship Id="rId11" Type="http://schemas.openxmlformats.org/officeDocument/2006/relationships/image" Target="../media/image1.emf"/><Relationship Id="rId12" Type="http://schemas.openxmlformats.org/officeDocument/2006/relationships/image" Target="../media/image9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363.xml"/><Relationship Id="rId2" Type="http://schemas.openxmlformats.org/officeDocument/2006/relationships/tags" Target="../tags/tag364.xml"/><Relationship Id="rId3" Type="http://schemas.openxmlformats.org/officeDocument/2006/relationships/tags" Target="../tags/tag365.xml"/><Relationship Id="rId4" Type="http://schemas.openxmlformats.org/officeDocument/2006/relationships/tags" Target="../tags/tag366.xml"/><Relationship Id="rId5" Type="http://schemas.openxmlformats.org/officeDocument/2006/relationships/tags" Target="../tags/tag367.xml"/><Relationship Id="rId6" Type="http://schemas.openxmlformats.org/officeDocument/2006/relationships/tags" Target="../tags/tag368.xml"/><Relationship Id="rId7" Type="http://schemas.openxmlformats.org/officeDocument/2006/relationships/tags" Target="../tags/tag369.xml"/><Relationship Id="rId8" Type="http://schemas.openxmlformats.org/officeDocument/2006/relationships/tags" Target="../tags/tag370.xml"/><Relationship Id="rId9" Type="http://schemas.openxmlformats.org/officeDocument/2006/relationships/slideMaster" Target="../slideMasters/slideMaster3.xml"/><Relationship Id="rId10" Type="http://schemas.openxmlformats.org/officeDocument/2006/relationships/oleObject" Target="../embeddings/oleObject45.bin"/><Relationship Id="rId11" Type="http://schemas.openxmlformats.org/officeDocument/2006/relationships/image" Target="../media/image1.emf"/><Relationship Id="rId12" Type="http://schemas.openxmlformats.org/officeDocument/2006/relationships/image" Target="../media/image9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371.xml"/><Relationship Id="rId2" Type="http://schemas.openxmlformats.org/officeDocument/2006/relationships/tags" Target="../tags/tag372.xml"/><Relationship Id="rId3" Type="http://schemas.openxmlformats.org/officeDocument/2006/relationships/tags" Target="../tags/tag373.xml"/><Relationship Id="rId4" Type="http://schemas.openxmlformats.org/officeDocument/2006/relationships/tags" Target="../tags/tag374.xml"/><Relationship Id="rId5" Type="http://schemas.openxmlformats.org/officeDocument/2006/relationships/tags" Target="../tags/tag375.xml"/><Relationship Id="rId6" Type="http://schemas.openxmlformats.org/officeDocument/2006/relationships/tags" Target="../tags/tag376.xml"/><Relationship Id="rId7" Type="http://schemas.openxmlformats.org/officeDocument/2006/relationships/tags" Target="../tags/tag377.xml"/><Relationship Id="rId8" Type="http://schemas.openxmlformats.org/officeDocument/2006/relationships/tags" Target="../tags/tag378.xml"/><Relationship Id="rId9" Type="http://schemas.openxmlformats.org/officeDocument/2006/relationships/slideMaster" Target="../slideMasters/slideMaster3.xml"/><Relationship Id="rId10" Type="http://schemas.openxmlformats.org/officeDocument/2006/relationships/oleObject" Target="../embeddings/oleObject46.bin"/><Relationship Id="rId11" Type="http://schemas.openxmlformats.org/officeDocument/2006/relationships/image" Target="../media/image1.emf"/><Relationship Id="rId12" Type="http://schemas.openxmlformats.org/officeDocument/2006/relationships/image" Target="../media/image9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379.xml"/><Relationship Id="rId2" Type="http://schemas.openxmlformats.org/officeDocument/2006/relationships/tags" Target="../tags/tag380.xml"/><Relationship Id="rId3" Type="http://schemas.openxmlformats.org/officeDocument/2006/relationships/tags" Target="../tags/tag381.xml"/><Relationship Id="rId4" Type="http://schemas.openxmlformats.org/officeDocument/2006/relationships/tags" Target="../tags/tag382.xml"/><Relationship Id="rId5" Type="http://schemas.openxmlformats.org/officeDocument/2006/relationships/tags" Target="../tags/tag383.xml"/><Relationship Id="rId6" Type="http://schemas.openxmlformats.org/officeDocument/2006/relationships/tags" Target="../tags/tag384.xml"/><Relationship Id="rId7" Type="http://schemas.openxmlformats.org/officeDocument/2006/relationships/tags" Target="../tags/tag385.xml"/><Relationship Id="rId8" Type="http://schemas.openxmlformats.org/officeDocument/2006/relationships/tags" Target="../tags/tag386.xml"/><Relationship Id="rId9" Type="http://schemas.openxmlformats.org/officeDocument/2006/relationships/slideMaster" Target="../slideMasters/slideMaster3.xml"/><Relationship Id="rId10" Type="http://schemas.openxmlformats.org/officeDocument/2006/relationships/oleObject" Target="../embeddings/oleObject47.bin"/><Relationship Id="rId11" Type="http://schemas.openxmlformats.org/officeDocument/2006/relationships/image" Target="../media/image6.emf"/><Relationship Id="rId12" Type="http://schemas.openxmlformats.org/officeDocument/2006/relationships/image" Target="../media/image9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387.xml"/><Relationship Id="rId2" Type="http://schemas.openxmlformats.org/officeDocument/2006/relationships/tags" Target="../tags/tag388.xml"/><Relationship Id="rId3" Type="http://schemas.openxmlformats.org/officeDocument/2006/relationships/tags" Target="../tags/tag389.xml"/><Relationship Id="rId4" Type="http://schemas.openxmlformats.org/officeDocument/2006/relationships/tags" Target="../tags/tag390.xml"/><Relationship Id="rId5" Type="http://schemas.openxmlformats.org/officeDocument/2006/relationships/tags" Target="../tags/tag391.xml"/><Relationship Id="rId6" Type="http://schemas.openxmlformats.org/officeDocument/2006/relationships/tags" Target="../tags/tag392.xml"/><Relationship Id="rId7" Type="http://schemas.openxmlformats.org/officeDocument/2006/relationships/tags" Target="../tags/tag393.xml"/><Relationship Id="rId8" Type="http://schemas.openxmlformats.org/officeDocument/2006/relationships/tags" Target="../tags/tag394.xml"/><Relationship Id="rId9" Type="http://schemas.openxmlformats.org/officeDocument/2006/relationships/slideMaster" Target="../slideMasters/slideMaster3.xml"/><Relationship Id="rId10" Type="http://schemas.openxmlformats.org/officeDocument/2006/relationships/oleObject" Target="../embeddings/oleObject48.bin"/><Relationship Id="rId11" Type="http://schemas.openxmlformats.org/officeDocument/2006/relationships/image" Target="../media/image1.emf"/><Relationship Id="rId12" Type="http://schemas.openxmlformats.org/officeDocument/2006/relationships/image" Target="../media/image9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395.xml"/><Relationship Id="rId2" Type="http://schemas.openxmlformats.org/officeDocument/2006/relationships/tags" Target="../tags/tag396.xml"/><Relationship Id="rId3" Type="http://schemas.openxmlformats.org/officeDocument/2006/relationships/tags" Target="../tags/tag397.xml"/><Relationship Id="rId4" Type="http://schemas.openxmlformats.org/officeDocument/2006/relationships/tags" Target="../tags/tag398.xml"/><Relationship Id="rId5" Type="http://schemas.openxmlformats.org/officeDocument/2006/relationships/tags" Target="../tags/tag399.xml"/><Relationship Id="rId6" Type="http://schemas.openxmlformats.org/officeDocument/2006/relationships/tags" Target="../tags/tag400.xml"/><Relationship Id="rId7" Type="http://schemas.openxmlformats.org/officeDocument/2006/relationships/slideMaster" Target="../slideMasters/slideMaster3.xml"/><Relationship Id="rId8" Type="http://schemas.openxmlformats.org/officeDocument/2006/relationships/oleObject" Target="../embeddings/oleObject49.bin"/><Relationship Id="rId9" Type="http://schemas.openxmlformats.org/officeDocument/2006/relationships/image" Target="../media/image3.emf"/><Relationship Id="rId10" Type="http://schemas.openxmlformats.org/officeDocument/2006/relationships/image" Target="../media/image9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tags" Target="../tags/tag403.xml"/><Relationship Id="rId4" Type="http://schemas.openxmlformats.org/officeDocument/2006/relationships/tags" Target="../tags/tag404.xml"/><Relationship Id="rId5" Type="http://schemas.openxmlformats.org/officeDocument/2006/relationships/slideMaster" Target="../slideMasters/slideMaster3.xml"/><Relationship Id="rId6" Type="http://schemas.openxmlformats.org/officeDocument/2006/relationships/oleObject" Target="../embeddings/oleObject50.bin"/><Relationship Id="rId7" Type="http://schemas.openxmlformats.org/officeDocument/2006/relationships/image" Target="../media/image3.emf"/><Relationship Id="rId8" Type="http://schemas.openxmlformats.org/officeDocument/2006/relationships/image" Target="../media/image9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405.xml"/><Relationship Id="rId2" Type="http://schemas.openxmlformats.org/officeDocument/2006/relationships/tags" Target="../tags/tag406.xml"/><Relationship Id="rId3" Type="http://schemas.openxmlformats.org/officeDocument/2006/relationships/tags" Target="../tags/tag407.xml"/><Relationship Id="rId4" Type="http://schemas.openxmlformats.org/officeDocument/2006/relationships/tags" Target="../tags/tag408.xml"/><Relationship Id="rId5" Type="http://schemas.openxmlformats.org/officeDocument/2006/relationships/slideMaster" Target="../slideMasters/slideMaster3.xml"/><Relationship Id="rId6" Type="http://schemas.openxmlformats.org/officeDocument/2006/relationships/oleObject" Target="../embeddings/oleObject51.bin"/><Relationship Id="rId7" Type="http://schemas.openxmlformats.org/officeDocument/2006/relationships/image" Target="../media/image3.emf"/><Relationship Id="rId8" Type="http://schemas.openxmlformats.org/officeDocument/2006/relationships/image" Target="../media/image12.svg"/><Relationship Id="rId9" Type="http://schemas.openxmlformats.org/officeDocument/2006/relationships/image" Target="../media/image13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430.xml"/><Relationship Id="rId2" Type="http://schemas.openxmlformats.org/officeDocument/2006/relationships/tags" Target="../tags/tag431.xml"/><Relationship Id="rId3" Type="http://schemas.openxmlformats.org/officeDocument/2006/relationships/tags" Target="../tags/tag432.xml"/><Relationship Id="rId4" Type="http://schemas.openxmlformats.org/officeDocument/2006/relationships/tags" Target="../tags/tag433.xml"/><Relationship Id="rId5" Type="http://schemas.openxmlformats.org/officeDocument/2006/relationships/tags" Target="../tags/tag434.xml"/><Relationship Id="rId6" Type="http://schemas.openxmlformats.org/officeDocument/2006/relationships/slideMaster" Target="../slideMasters/slideMaster4.xml"/><Relationship Id="rId7" Type="http://schemas.openxmlformats.org/officeDocument/2006/relationships/oleObject" Target="../embeddings/oleObject53.bin"/><Relationship Id="rId8" Type="http://schemas.openxmlformats.org/officeDocument/2006/relationships/image" Target="../media/image3.emf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435.xml"/><Relationship Id="rId2" Type="http://schemas.openxmlformats.org/officeDocument/2006/relationships/tags" Target="../tags/tag436.xml"/><Relationship Id="rId3" Type="http://schemas.openxmlformats.org/officeDocument/2006/relationships/tags" Target="../tags/tag437.xml"/><Relationship Id="rId4" Type="http://schemas.openxmlformats.org/officeDocument/2006/relationships/tags" Target="../tags/tag438.xml"/><Relationship Id="rId5" Type="http://schemas.openxmlformats.org/officeDocument/2006/relationships/tags" Target="../tags/tag439.xml"/><Relationship Id="rId6" Type="http://schemas.openxmlformats.org/officeDocument/2006/relationships/tags" Target="../tags/tag440.xml"/><Relationship Id="rId7" Type="http://schemas.openxmlformats.org/officeDocument/2006/relationships/tags" Target="../tags/tag441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54.bin"/><Relationship Id="rId10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442.xml"/><Relationship Id="rId2" Type="http://schemas.openxmlformats.org/officeDocument/2006/relationships/tags" Target="../tags/tag443.xml"/><Relationship Id="rId3" Type="http://schemas.openxmlformats.org/officeDocument/2006/relationships/tags" Target="../tags/tag444.xml"/><Relationship Id="rId4" Type="http://schemas.openxmlformats.org/officeDocument/2006/relationships/tags" Target="../tags/tag445.xml"/><Relationship Id="rId5" Type="http://schemas.openxmlformats.org/officeDocument/2006/relationships/tags" Target="../tags/tag446.xml"/><Relationship Id="rId6" Type="http://schemas.openxmlformats.org/officeDocument/2006/relationships/tags" Target="../tags/tag447.xml"/><Relationship Id="rId7" Type="http://schemas.openxmlformats.org/officeDocument/2006/relationships/tags" Target="../tags/tag448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55.bin"/><Relationship Id="rId10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449.xml"/><Relationship Id="rId2" Type="http://schemas.openxmlformats.org/officeDocument/2006/relationships/tags" Target="../tags/tag450.xml"/><Relationship Id="rId3" Type="http://schemas.openxmlformats.org/officeDocument/2006/relationships/tags" Target="../tags/tag451.xml"/><Relationship Id="rId4" Type="http://schemas.openxmlformats.org/officeDocument/2006/relationships/tags" Target="../tags/tag452.xml"/><Relationship Id="rId5" Type="http://schemas.openxmlformats.org/officeDocument/2006/relationships/tags" Target="../tags/tag453.xml"/><Relationship Id="rId6" Type="http://schemas.openxmlformats.org/officeDocument/2006/relationships/tags" Target="../tags/tag454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56.bin"/><Relationship Id="rId9" Type="http://schemas.openxmlformats.org/officeDocument/2006/relationships/image" Target="../media/image3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455.xml"/><Relationship Id="rId2" Type="http://schemas.openxmlformats.org/officeDocument/2006/relationships/tags" Target="../tags/tag456.xml"/><Relationship Id="rId3" Type="http://schemas.openxmlformats.org/officeDocument/2006/relationships/tags" Target="../tags/tag457.xml"/><Relationship Id="rId4" Type="http://schemas.openxmlformats.org/officeDocument/2006/relationships/tags" Target="../tags/tag458.xml"/><Relationship Id="rId5" Type="http://schemas.openxmlformats.org/officeDocument/2006/relationships/tags" Target="../tags/tag459.xml"/><Relationship Id="rId6" Type="http://schemas.openxmlformats.org/officeDocument/2006/relationships/tags" Target="../tags/tag460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57.bin"/><Relationship Id="rId9" Type="http://schemas.openxmlformats.org/officeDocument/2006/relationships/image" Target="../media/image3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461.xml"/><Relationship Id="rId2" Type="http://schemas.openxmlformats.org/officeDocument/2006/relationships/tags" Target="../tags/tag462.xml"/><Relationship Id="rId3" Type="http://schemas.openxmlformats.org/officeDocument/2006/relationships/tags" Target="../tags/tag463.xml"/><Relationship Id="rId4" Type="http://schemas.openxmlformats.org/officeDocument/2006/relationships/tags" Target="../tags/tag464.xml"/><Relationship Id="rId5" Type="http://schemas.openxmlformats.org/officeDocument/2006/relationships/tags" Target="../tags/tag465.xml"/><Relationship Id="rId6" Type="http://schemas.openxmlformats.org/officeDocument/2006/relationships/tags" Target="../tags/tag466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58.bin"/><Relationship Id="rId9" Type="http://schemas.openxmlformats.org/officeDocument/2006/relationships/image" Target="../media/image3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467.xml"/><Relationship Id="rId2" Type="http://schemas.openxmlformats.org/officeDocument/2006/relationships/tags" Target="../tags/tag468.xml"/><Relationship Id="rId3" Type="http://schemas.openxmlformats.org/officeDocument/2006/relationships/tags" Target="../tags/tag469.xml"/><Relationship Id="rId4" Type="http://schemas.openxmlformats.org/officeDocument/2006/relationships/tags" Target="../tags/tag470.xml"/><Relationship Id="rId5" Type="http://schemas.openxmlformats.org/officeDocument/2006/relationships/tags" Target="../tags/tag471.xml"/><Relationship Id="rId6" Type="http://schemas.openxmlformats.org/officeDocument/2006/relationships/tags" Target="../tags/tag472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56.bin"/><Relationship Id="rId9" Type="http://schemas.openxmlformats.org/officeDocument/2006/relationships/image" Target="../media/image3.emf"/><Relationship Id="rId10" Type="http://schemas.openxmlformats.org/officeDocument/2006/relationships/image" Target="../media/image1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473.xml"/><Relationship Id="rId2" Type="http://schemas.openxmlformats.org/officeDocument/2006/relationships/tags" Target="../tags/tag474.xml"/><Relationship Id="rId3" Type="http://schemas.openxmlformats.org/officeDocument/2006/relationships/tags" Target="../tags/tag475.xml"/><Relationship Id="rId4" Type="http://schemas.openxmlformats.org/officeDocument/2006/relationships/tags" Target="../tags/tag476.xml"/><Relationship Id="rId5" Type="http://schemas.openxmlformats.org/officeDocument/2006/relationships/tags" Target="../tags/tag477.xml"/><Relationship Id="rId6" Type="http://schemas.openxmlformats.org/officeDocument/2006/relationships/tags" Target="../tags/tag478.xml"/><Relationship Id="rId7" Type="http://schemas.openxmlformats.org/officeDocument/2006/relationships/tags" Target="../tags/tag479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59.bin"/><Relationship Id="rId10" Type="http://schemas.openxmlformats.org/officeDocument/2006/relationships/image" Target="../media/image3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480.xml"/><Relationship Id="rId2" Type="http://schemas.openxmlformats.org/officeDocument/2006/relationships/tags" Target="../tags/tag481.xml"/><Relationship Id="rId3" Type="http://schemas.openxmlformats.org/officeDocument/2006/relationships/tags" Target="../tags/tag482.xml"/><Relationship Id="rId4" Type="http://schemas.openxmlformats.org/officeDocument/2006/relationships/tags" Target="../tags/tag483.xml"/><Relationship Id="rId5" Type="http://schemas.openxmlformats.org/officeDocument/2006/relationships/tags" Target="../tags/tag484.xml"/><Relationship Id="rId6" Type="http://schemas.openxmlformats.org/officeDocument/2006/relationships/tags" Target="../tags/tag485.xml"/><Relationship Id="rId7" Type="http://schemas.openxmlformats.org/officeDocument/2006/relationships/tags" Target="../tags/tag486.xml"/><Relationship Id="rId8" Type="http://schemas.openxmlformats.org/officeDocument/2006/relationships/tags" Target="../tags/tag487.xml"/><Relationship Id="rId9" Type="http://schemas.openxmlformats.org/officeDocument/2006/relationships/slideMaster" Target="../slideMasters/slideMaster4.xml"/><Relationship Id="rId10" Type="http://schemas.openxmlformats.org/officeDocument/2006/relationships/oleObject" Target="../embeddings/oleObject60.bin"/><Relationship Id="rId11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488.xml"/><Relationship Id="rId2" Type="http://schemas.openxmlformats.org/officeDocument/2006/relationships/tags" Target="../tags/tag489.xml"/><Relationship Id="rId3" Type="http://schemas.openxmlformats.org/officeDocument/2006/relationships/tags" Target="../tags/tag490.xml"/><Relationship Id="rId4" Type="http://schemas.openxmlformats.org/officeDocument/2006/relationships/tags" Target="../tags/tag491.xml"/><Relationship Id="rId5" Type="http://schemas.openxmlformats.org/officeDocument/2006/relationships/tags" Target="../tags/tag492.xml"/><Relationship Id="rId6" Type="http://schemas.openxmlformats.org/officeDocument/2006/relationships/tags" Target="../tags/tag493.xml"/><Relationship Id="rId7" Type="http://schemas.openxmlformats.org/officeDocument/2006/relationships/tags" Target="../tags/tag494.xml"/><Relationship Id="rId8" Type="http://schemas.openxmlformats.org/officeDocument/2006/relationships/tags" Target="../tags/tag495.xml"/><Relationship Id="rId9" Type="http://schemas.openxmlformats.org/officeDocument/2006/relationships/slideMaster" Target="../slideMasters/slideMaster4.xml"/><Relationship Id="rId10" Type="http://schemas.openxmlformats.org/officeDocument/2006/relationships/oleObject" Target="../embeddings/oleObject61.bin"/><Relationship Id="rId11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496.xml"/><Relationship Id="rId2" Type="http://schemas.openxmlformats.org/officeDocument/2006/relationships/tags" Target="../tags/tag497.xml"/><Relationship Id="rId3" Type="http://schemas.openxmlformats.org/officeDocument/2006/relationships/tags" Target="../tags/tag498.xml"/><Relationship Id="rId4" Type="http://schemas.openxmlformats.org/officeDocument/2006/relationships/tags" Target="../tags/tag499.xml"/><Relationship Id="rId5" Type="http://schemas.openxmlformats.org/officeDocument/2006/relationships/tags" Target="../tags/tag500.xml"/><Relationship Id="rId6" Type="http://schemas.openxmlformats.org/officeDocument/2006/relationships/tags" Target="../tags/tag501.xml"/><Relationship Id="rId7" Type="http://schemas.openxmlformats.org/officeDocument/2006/relationships/tags" Target="../tags/tag502.xml"/><Relationship Id="rId8" Type="http://schemas.openxmlformats.org/officeDocument/2006/relationships/tags" Target="../tags/tag503.xml"/><Relationship Id="rId9" Type="http://schemas.openxmlformats.org/officeDocument/2006/relationships/slideMaster" Target="../slideMasters/slideMaster4.xml"/><Relationship Id="rId10" Type="http://schemas.openxmlformats.org/officeDocument/2006/relationships/oleObject" Target="../embeddings/oleObject62.bin"/><Relationship Id="rId11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tags" Target="../tags/tag505.xml"/><Relationship Id="rId3" Type="http://schemas.openxmlformats.org/officeDocument/2006/relationships/tags" Target="../tags/tag506.xml"/><Relationship Id="rId4" Type="http://schemas.openxmlformats.org/officeDocument/2006/relationships/tags" Target="../tags/tag507.xml"/><Relationship Id="rId5" Type="http://schemas.openxmlformats.org/officeDocument/2006/relationships/tags" Target="../tags/tag508.xml"/><Relationship Id="rId6" Type="http://schemas.openxmlformats.org/officeDocument/2006/relationships/tags" Target="../tags/tag509.xml"/><Relationship Id="rId7" Type="http://schemas.openxmlformats.org/officeDocument/2006/relationships/tags" Target="../tags/tag510.xml"/><Relationship Id="rId8" Type="http://schemas.openxmlformats.org/officeDocument/2006/relationships/tags" Target="../tags/tag511.xml"/><Relationship Id="rId9" Type="http://schemas.openxmlformats.org/officeDocument/2006/relationships/slideMaster" Target="../slideMasters/slideMaster4.xml"/><Relationship Id="rId10" Type="http://schemas.openxmlformats.org/officeDocument/2006/relationships/oleObject" Target="../embeddings/oleObject63.bin"/><Relationship Id="rId11" Type="http://schemas.openxmlformats.org/officeDocument/2006/relationships/image" Target="../media/image6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512.xml"/><Relationship Id="rId2" Type="http://schemas.openxmlformats.org/officeDocument/2006/relationships/tags" Target="../tags/tag513.xml"/><Relationship Id="rId3" Type="http://schemas.openxmlformats.org/officeDocument/2006/relationships/tags" Target="../tags/tag514.xml"/><Relationship Id="rId4" Type="http://schemas.openxmlformats.org/officeDocument/2006/relationships/tags" Target="../tags/tag515.xml"/><Relationship Id="rId5" Type="http://schemas.openxmlformats.org/officeDocument/2006/relationships/tags" Target="../tags/tag516.xml"/><Relationship Id="rId6" Type="http://schemas.openxmlformats.org/officeDocument/2006/relationships/tags" Target="../tags/tag517.xml"/><Relationship Id="rId7" Type="http://schemas.openxmlformats.org/officeDocument/2006/relationships/tags" Target="../tags/tag518.xml"/><Relationship Id="rId8" Type="http://schemas.openxmlformats.org/officeDocument/2006/relationships/tags" Target="../tags/tag519.xml"/><Relationship Id="rId9" Type="http://schemas.openxmlformats.org/officeDocument/2006/relationships/slideMaster" Target="../slideMasters/slideMaster4.xml"/><Relationship Id="rId10" Type="http://schemas.openxmlformats.org/officeDocument/2006/relationships/oleObject" Target="../embeddings/oleObject64.bin"/><Relationship Id="rId11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520.xml"/><Relationship Id="rId2" Type="http://schemas.openxmlformats.org/officeDocument/2006/relationships/tags" Target="../tags/tag521.xml"/><Relationship Id="rId3" Type="http://schemas.openxmlformats.org/officeDocument/2006/relationships/tags" Target="../tags/tag522.xml"/><Relationship Id="rId4" Type="http://schemas.openxmlformats.org/officeDocument/2006/relationships/tags" Target="../tags/tag523.xml"/><Relationship Id="rId5" Type="http://schemas.openxmlformats.org/officeDocument/2006/relationships/tags" Target="../tags/tag524.xml"/><Relationship Id="rId6" Type="http://schemas.openxmlformats.org/officeDocument/2006/relationships/tags" Target="../tags/tag525.xml"/><Relationship Id="rId7" Type="http://schemas.openxmlformats.org/officeDocument/2006/relationships/slideMaster" Target="../slideMasters/slideMaster4.xml"/><Relationship Id="rId8" Type="http://schemas.openxmlformats.org/officeDocument/2006/relationships/oleObject" Target="../embeddings/oleObject65.bin"/><Relationship Id="rId9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526.xml"/><Relationship Id="rId2" Type="http://schemas.openxmlformats.org/officeDocument/2006/relationships/tags" Target="../tags/tag527.xml"/><Relationship Id="rId3" Type="http://schemas.openxmlformats.org/officeDocument/2006/relationships/tags" Target="../tags/tag528.xml"/><Relationship Id="rId4" Type="http://schemas.openxmlformats.org/officeDocument/2006/relationships/tags" Target="../tags/tag529.xml"/><Relationship Id="rId5" Type="http://schemas.openxmlformats.org/officeDocument/2006/relationships/slideMaster" Target="../slideMasters/slideMaster4.xml"/><Relationship Id="rId6" Type="http://schemas.openxmlformats.org/officeDocument/2006/relationships/oleObject" Target="../embeddings/oleObject66.bin"/><Relationship Id="rId7" Type="http://schemas.openxmlformats.org/officeDocument/2006/relationships/image" Target="../media/image3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530.xml"/><Relationship Id="rId2" Type="http://schemas.openxmlformats.org/officeDocument/2006/relationships/tags" Target="../tags/tag531.xml"/><Relationship Id="rId3" Type="http://schemas.openxmlformats.org/officeDocument/2006/relationships/tags" Target="../tags/tag532.xml"/><Relationship Id="rId4" Type="http://schemas.openxmlformats.org/officeDocument/2006/relationships/tags" Target="../tags/tag533.xml"/><Relationship Id="rId5" Type="http://schemas.openxmlformats.org/officeDocument/2006/relationships/tags" Target="../tags/tag534.xml"/><Relationship Id="rId6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535.xml"/><Relationship Id="rId2" Type="http://schemas.openxmlformats.org/officeDocument/2006/relationships/tags" Target="../tags/tag536.xml"/><Relationship Id="rId3" Type="http://schemas.openxmlformats.org/officeDocument/2006/relationships/tags" Target="../tags/tag537.xml"/><Relationship Id="rId4" Type="http://schemas.openxmlformats.org/officeDocument/2006/relationships/tags" Target="../tags/tag538.xml"/><Relationship Id="rId5" Type="http://schemas.openxmlformats.org/officeDocument/2006/relationships/tags" Target="../tags/tag539.xml"/><Relationship Id="rId6" Type="http://schemas.openxmlformats.org/officeDocument/2006/relationships/tags" Target="../tags/tag540.xml"/><Relationship Id="rId7" Type="http://schemas.openxmlformats.org/officeDocument/2006/relationships/tags" Target="../tags/tag541.xml"/><Relationship Id="rId8" Type="http://schemas.openxmlformats.org/officeDocument/2006/relationships/slideMaster" Target="../slideMasters/slideMaster4.xml"/><Relationship Id="rId9" Type="http://schemas.openxmlformats.org/officeDocument/2006/relationships/oleObject" Target="../embeddings/oleObject67.bin"/><Relationship Id="rId10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42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ocumenttype">
            <a:extLst>
              <a:ext uri="{FF2B5EF4-FFF2-40B4-BE49-F238E27FC236}">
                <a16:creationId xmlns:a16="http://schemas.microsoft.com/office/drawing/2014/main" id="{98B26A51-C0AA-C86C-D041-FC427116C4E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0" y="5875654"/>
            <a:ext cx="927496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DD58499D-8DE6-07C7-98CD-0718140046AB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1" y="4306290"/>
            <a:ext cx="927496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CA84417C-D9DE-5B14-9533-FA37181863B9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1" y="3490314"/>
            <a:ext cx="927496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EDC92CEB-C39E-7BC7-0D96-AF147A698AAA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 bwMode="ltGray">
          <a:xfrm>
            <a:off x="551942" y="470974"/>
            <a:ext cx="2223915" cy="687445"/>
            <a:chOff x="551942" y="481160"/>
            <a:chExt cx="1893201" cy="58521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26E13FFB-A635-3028-21B3-B7CEDB133E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8EDEB0E-6AD8-8406-3BED-5948A3CB7272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69473D4-9318-1336-54BC-B29D31522A26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5" name="Picture 6" descr="MIT Sloan Executive Education - MIT Office of Innovation">
            <a:extLst>
              <a:ext uri="{FF2B5EF4-FFF2-40B4-BE49-F238E27FC236}">
                <a16:creationId xmlns:a16="http://schemas.microsoft.com/office/drawing/2014/main" id="{521B4420-E78C-DBFE-94A8-577158E119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2825" y="470973"/>
            <a:ext cx="3437233" cy="68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5157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53BF85A-729E-4374-9F53-85418231B018}"/>
              </a:ext>
            </a:extLst>
          </p:cNvPr>
          <p:cNvGrpSpPr/>
          <p:nvPr userDrawn="1"/>
        </p:nvGrpSpPr>
        <p:grpSpPr>
          <a:xfrm>
            <a:off x="2960256" y="3095609"/>
            <a:ext cx="9231744" cy="3692633"/>
            <a:chOff x="2960256" y="3058249"/>
            <a:chExt cx="9231744" cy="36926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088696-1255-8AC0-4DDE-D8E3C766C46F}"/>
                </a:ext>
              </a:extLst>
            </p:cNvPr>
            <p:cNvSpPr/>
            <p:nvPr/>
          </p:nvSpPr>
          <p:spPr>
            <a:xfrm flipH="1" flipV="1">
              <a:off x="11576509" y="3058249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A837020-AF24-EC33-E38A-2734A7E18B25}"/>
                </a:ext>
              </a:extLst>
            </p:cNvPr>
            <p:cNvSpPr/>
            <p:nvPr/>
          </p:nvSpPr>
          <p:spPr>
            <a:xfrm flipH="1" flipV="1">
              <a:off x="10961017" y="3058249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3B5DCBD-2350-D838-5C96-C6E7A5358D85}"/>
                </a:ext>
              </a:extLst>
            </p:cNvPr>
            <p:cNvSpPr/>
            <p:nvPr/>
          </p:nvSpPr>
          <p:spPr>
            <a:xfrm flipH="1" flipV="1">
              <a:off x="10961017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8F6C47-84B4-0AA8-2765-4C23CB28E55F}"/>
                </a:ext>
              </a:extLst>
            </p:cNvPr>
            <p:cNvSpPr/>
            <p:nvPr/>
          </p:nvSpPr>
          <p:spPr>
            <a:xfrm flipH="1" flipV="1">
              <a:off x="10345525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F4E969-4CF3-579F-7AF6-CF30B7642B3B}"/>
                </a:ext>
              </a:extLst>
            </p:cNvPr>
            <p:cNvSpPr/>
            <p:nvPr/>
          </p:nvSpPr>
          <p:spPr>
            <a:xfrm flipH="1" flipV="1">
              <a:off x="11576509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0ECA9FE-7AC4-2C4C-1B8F-CB6134C7F0C9}"/>
                </a:ext>
              </a:extLst>
            </p:cNvPr>
            <p:cNvSpPr/>
            <p:nvPr/>
          </p:nvSpPr>
          <p:spPr>
            <a:xfrm flipH="1" flipV="1">
              <a:off x="10961017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C05246-1445-010D-98E3-AF5C50373CC9}"/>
                </a:ext>
              </a:extLst>
            </p:cNvPr>
            <p:cNvSpPr/>
            <p:nvPr/>
          </p:nvSpPr>
          <p:spPr>
            <a:xfrm flipH="1" flipV="1">
              <a:off x="10961017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F004D0D-2DDA-9C09-F9CF-1D27A8302A0A}"/>
                </a:ext>
              </a:extLst>
            </p:cNvPr>
            <p:cNvSpPr/>
            <p:nvPr/>
          </p:nvSpPr>
          <p:spPr>
            <a:xfrm flipH="1" flipV="1">
              <a:off x="11576509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2E87E4A-C78E-47E1-8A9B-AEE84781DBD7}"/>
                </a:ext>
              </a:extLst>
            </p:cNvPr>
            <p:cNvSpPr/>
            <p:nvPr/>
          </p:nvSpPr>
          <p:spPr>
            <a:xfrm flipH="1" flipV="1">
              <a:off x="10961017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CBB80B-2BA0-10A4-3E66-C39449F08E16}"/>
                </a:ext>
              </a:extLst>
            </p:cNvPr>
            <p:cNvSpPr/>
            <p:nvPr/>
          </p:nvSpPr>
          <p:spPr>
            <a:xfrm flipH="1" flipV="1">
              <a:off x="10961017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165FC23-1690-98AB-21E0-724C65B2FAB3}"/>
                </a:ext>
              </a:extLst>
            </p:cNvPr>
            <p:cNvSpPr/>
            <p:nvPr/>
          </p:nvSpPr>
          <p:spPr>
            <a:xfrm flipH="1" flipV="1">
              <a:off x="10345525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8B203B-2A91-D698-F3E5-06916AF4C027}"/>
                </a:ext>
              </a:extLst>
            </p:cNvPr>
            <p:cNvSpPr/>
            <p:nvPr/>
          </p:nvSpPr>
          <p:spPr>
            <a:xfrm flipH="1" flipV="1">
              <a:off x="9114700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619703F-BF04-3323-E470-5DD00C42E3A7}"/>
                </a:ext>
              </a:extLst>
            </p:cNvPr>
            <p:cNvSpPr/>
            <p:nvPr/>
          </p:nvSpPr>
          <p:spPr>
            <a:xfrm flipH="1" flipV="1">
              <a:off x="8499208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48132C8-3717-8222-50A5-9E1895B48978}"/>
                </a:ext>
              </a:extLst>
            </p:cNvPr>
            <p:cNvSpPr/>
            <p:nvPr/>
          </p:nvSpPr>
          <p:spPr>
            <a:xfrm flipH="1" flipV="1">
              <a:off x="9730191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04C4F8C-CCDA-C347-56D8-57A4E9B52010}"/>
                </a:ext>
              </a:extLst>
            </p:cNvPr>
            <p:cNvSpPr/>
            <p:nvPr/>
          </p:nvSpPr>
          <p:spPr>
            <a:xfrm flipH="1" flipV="1">
              <a:off x="9114700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6A163A-DD40-DE7B-4BE5-5C3FFB0BEC95}"/>
                </a:ext>
              </a:extLst>
            </p:cNvPr>
            <p:cNvSpPr/>
            <p:nvPr/>
          </p:nvSpPr>
          <p:spPr>
            <a:xfrm flipH="1" flipV="1">
              <a:off x="9114700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5C8D0C9-B437-81C5-7BF7-433033C51D09}"/>
                </a:ext>
              </a:extLst>
            </p:cNvPr>
            <p:cNvSpPr/>
            <p:nvPr/>
          </p:nvSpPr>
          <p:spPr>
            <a:xfrm flipH="1" flipV="1">
              <a:off x="8499208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61E3C67-5143-258C-BD3B-1F57720D8A99}"/>
                </a:ext>
              </a:extLst>
            </p:cNvPr>
            <p:cNvGrpSpPr/>
            <p:nvPr/>
          </p:nvGrpSpPr>
          <p:grpSpPr>
            <a:xfrm>
              <a:off x="9114700" y="4904566"/>
              <a:ext cx="1846316" cy="1230825"/>
              <a:chOff x="9114700" y="4904566"/>
              <a:chExt cx="1846316" cy="1230825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0EF578F-0D22-3842-0791-74051AAE0873}"/>
                  </a:ext>
                </a:extLst>
              </p:cNvPr>
              <p:cNvSpPr/>
              <p:nvPr/>
            </p:nvSpPr>
            <p:spPr>
              <a:xfrm flipH="1" flipV="1">
                <a:off x="10345525" y="4904566"/>
                <a:ext cx="615491" cy="615491"/>
              </a:xfrm>
              <a:custGeom>
                <a:avLst/>
                <a:gdLst>
                  <a:gd name="connsiteX0" fmla="*/ 0 w 615491"/>
                  <a:gd name="connsiteY0" fmla="*/ 0 h 615491"/>
                  <a:gd name="connsiteX1" fmla="*/ 615492 w 615491"/>
                  <a:gd name="connsiteY1" fmla="*/ 0 h 615491"/>
                  <a:gd name="connsiteX2" fmla="*/ 615492 w 615491"/>
                  <a:gd name="connsiteY2" fmla="*/ 615492 h 615491"/>
                  <a:gd name="connsiteX3" fmla="*/ 0 w 615491"/>
                  <a:gd name="connsiteY3" fmla="*/ 615492 h 6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491" h="615491">
                    <a:moveTo>
                      <a:pt x="0" y="0"/>
                    </a:moveTo>
                    <a:lnTo>
                      <a:pt x="615492" y="0"/>
                    </a:lnTo>
                    <a:lnTo>
                      <a:pt x="615492" y="615492"/>
                    </a:lnTo>
                    <a:lnTo>
                      <a:pt x="0" y="615492"/>
                    </a:lnTo>
                    <a:close/>
                  </a:path>
                </a:pathLst>
              </a:custGeom>
              <a:solidFill>
                <a:srgbClr val="2C5AA9"/>
              </a:solidFill>
              <a:ln w="157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90BB10D-49C2-F1B3-559D-6671BA0BE3CD}"/>
                  </a:ext>
                </a:extLst>
              </p:cNvPr>
              <p:cNvSpPr/>
              <p:nvPr/>
            </p:nvSpPr>
            <p:spPr>
              <a:xfrm flipH="1" flipV="1">
                <a:off x="9730191" y="5519900"/>
                <a:ext cx="615491" cy="615491"/>
              </a:xfrm>
              <a:custGeom>
                <a:avLst/>
                <a:gdLst>
                  <a:gd name="connsiteX0" fmla="*/ 0 w 615491"/>
                  <a:gd name="connsiteY0" fmla="*/ 0 h 615491"/>
                  <a:gd name="connsiteX1" fmla="*/ 615492 w 615491"/>
                  <a:gd name="connsiteY1" fmla="*/ 0 h 615491"/>
                  <a:gd name="connsiteX2" fmla="*/ 615492 w 615491"/>
                  <a:gd name="connsiteY2" fmla="*/ 615492 h 615491"/>
                  <a:gd name="connsiteX3" fmla="*/ 0 w 615491"/>
                  <a:gd name="connsiteY3" fmla="*/ 615492 h 6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491" h="615491">
                    <a:moveTo>
                      <a:pt x="0" y="0"/>
                    </a:moveTo>
                    <a:lnTo>
                      <a:pt x="615492" y="0"/>
                    </a:lnTo>
                    <a:lnTo>
                      <a:pt x="615492" y="615492"/>
                    </a:lnTo>
                    <a:lnTo>
                      <a:pt x="0" y="615492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57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EB05C13-F4C9-CD35-470C-9ABA50A3CEFF}"/>
                  </a:ext>
                </a:extLst>
              </p:cNvPr>
              <p:cNvSpPr/>
              <p:nvPr/>
            </p:nvSpPr>
            <p:spPr>
              <a:xfrm flipH="1" flipV="1">
                <a:off x="9114700" y="5519900"/>
                <a:ext cx="615491" cy="615491"/>
              </a:xfrm>
              <a:custGeom>
                <a:avLst/>
                <a:gdLst>
                  <a:gd name="connsiteX0" fmla="*/ 0 w 615491"/>
                  <a:gd name="connsiteY0" fmla="*/ 0 h 615491"/>
                  <a:gd name="connsiteX1" fmla="*/ 615492 w 615491"/>
                  <a:gd name="connsiteY1" fmla="*/ 0 h 615491"/>
                  <a:gd name="connsiteX2" fmla="*/ 615492 w 615491"/>
                  <a:gd name="connsiteY2" fmla="*/ 615492 h 615491"/>
                  <a:gd name="connsiteX3" fmla="*/ 0 w 615491"/>
                  <a:gd name="connsiteY3" fmla="*/ 615492 h 6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491" h="615491">
                    <a:moveTo>
                      <a:pt x="0" y="0"/>
                    </a:moveTo>
                    <a:lnTo>
                      <a:pt x="615492" y="0"/>
                    </a:lnTo>
                    <a:lnTo>
                      <a:pt x="615492" y="615492"/>
                    </a:lnTo>
                    <a:lnTo>
                      <a:pt x="0" y="615492"/>
                    </a:lnTo>
                    <a:close/>
                  </a:path>
                </a:pathLst>
              </a:custGeom>
              <a:solidFill>
                <a:schemeClr val="accent2"/>
              </a:solidFill>
              <a:ln w="157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DEAF7EB-5B2C-D179-381F-043B52CDA5CA}"/>
                </a:ext>
              </a:extLst>
            </p:cNvPr>
            <p:cNvSpPr/>
            <p:nvPr/>
          </p:nvSpPr>
          <p:spPr>
            <a:xfrm flipH="1" flipV="1">
              <a:off x="9114700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E55B01E-09F7-06AB-B170-96F2D91ACCE6}"/>
                </a:ext>
              </a:extLst>
            </p:cNvPr>
            <p:cNvSpPr/>
            <p:nvPr/>
          </p:nvSpPr>
          <p:spPr>
            <a:xfrm flipH="1" flipV="1">
              <a:off x="8499208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F34CA80-5EE7-4C67-5302-464740D21A65}"/>
                </a:ext>
              </a:extLst>
            </p:cNvPr>
            <p:cNvSpPr/>
            <p:nvPr/>
          </p:nvSpPr>
          <p:spPr>
            <a:xfrm flipH="1" flipV="1">
              <a:off x="7883874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258F9EA-E336-19D5-44A6-E33FCF1D8CD5}"/>
                </a:ext>
              </a:extLst>
            </p:cNvPr>
            <p:cNvSpPr/>
            <p:nvPr/>
          </p:nvSpPr>
          <p:spPr>
            <a:xfrm flipH="1" flipV="1">
              <a:off x="7268382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E46CCD3-81FD-7E10-73D6-C77B91ECEABD}"/>
                </a:ext>
              </a:extLst>
            </p:cNvPr>
            <p:cNvSpPr/>
            <p:nvPr/>
          </p:nvSpPr>
          <p:spPr>
            <a:xfrm flipH="1" flipV="1">
              <a:off x="7268382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41E214A-ED86-C0BB-F0B5-B15E4741692B}"/>
                </a:ext>
              </a:extLst>
            </p:cNvPr>
            <p:cNvSpPr/>
            <p:nvPr/>
          </p:nvSpPr>
          <p:spPr>
            <a:xfrm flipH="1" flipV="1">
              <a:off x="6652890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B84CB1F-E4BE-97FE-BDDF-2905602F122B}"/>
                </a:ext>
              </a:extLst>
            </p:cNvPr>
            <p:cNvSpPr/>
            <p:nvPr/>
          </p:nvSpPr>
          <p:spPr>
            <a:xfrm flipH="1" flipV="1">
              <a:off x="7883874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4194AE7-1D5B-547A-0759-C0F65B7AF795}"/>
                </a:ext>
              </a:extLst>
            </p:cNvPr>
            <p:cNvSpPr/>
            <p:nvPr/>
          </p:nvSpPr>
          <p:spPr>
            <a:xfrm flipH="1" flipV="1">
              <a:off x="7268382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3BC70B0-03F3-9F4E-C397-33F10DC32DBD}"/>
                </a:ext>
              </a:extLst>
            </p:cNvPr>
            <p:cNvSpPr/>
            <p:nvPr/>
          </p:nvSpPr>
          <p:spPr>
            <a:xfrm flipH="1" flipV="1">
              <a:off x="7268382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2FD0A55-5A65-40B8-DDAC-8F97438FEBCC}"/>
                </a:ext>
              </a:extLst>
            </p:cNvPr>
            <p:cNvSpPr/>
            <p:nvPr/>
          </p:nvSpPr>
          <p:spPr>
            <a:xfrm flipH="1" flipV="1">
              <a:off x="6652890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C21FCF-55D6-0989-2FBB-AFDC8BA4E03D}"/>
                </a:ext>
              </a:extLst>
            </p:cNvPr>
            <p:cNvSpPr/>
            <p:nvPr/>
          </p:nvSpPr>
          <p:spPr>
            <a:xfrm flipH="1" flipV="1">
              <a:off x="5422065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519071E-E1D1-908A-6AF1-1B10A0206DDD}"/>
                </a:ext>
              </a:extLst>
            </p:cNvPr>
            <p:cNvSpPr/>
            <p:nvPr/>
          </p:nvSpPr>
          <p:spPr>
            <a:xfrm flipH="1" flipV="1">
              <a:off x="4806573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B9E1746-7943-2CFA-4EC9-95B6B3F18848}"/>
                </a:ext>
              </a:extLst>
            </p:cNvPr>
            <p:cNvSpPr/>
            <p:nvPr/>
          </p:nvSpPr>
          <p:spPr>
            <a:xfrm flipH="1" flipV="1">
              <a:off x="6037556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E1DE297-EC16-F19C-BC91-F512734EFC98}"/>
                </a:ext>
              </a:extLst>
            </p:cNvPr>
            <p:cNvSpPr/>
            <p:nvPr/>
          </p:nvSpPr>
          <p:spPr>
            <a:xfrm flipH="1" flipV="1">
              <a:off x="5422065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F5458E8-B474-8C82-8728-E44C57757157}"/>
                </a:ext>
              </a:extLst>
            </p:cNvPr>
            <p:cNvSpPr/>
            <p:nvPr/>
          </p:nvSpPr>
          <p:spPr>
            <a:xfrm flipH="1" flipV="1">
              <a:off x="5422065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A72A8D2-0A6A-D9A5-2BCA-52208C49759F}"/>
                </a:ext>
              </a:extLst>
            </p:cNvPr>
            <p:cNvSpPr/>
            <p:nvPr/>
          </p:nvSpPr>
          <p:spPr>
            <a:xfrm flipH="1" flipV="1">
              <a:off x="4806573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78FAE01-353D-440D-9C1C-5556D8659B36}"/>
                </a:ext>
              </a:extLst>
            </p:cNvPr>
            <p:cNvSpPr/>
            <p:nvPr/>
          </p:nvSpPr>
          <p:spPr>
            <a:xfrm flipH="1" flipV="1">
              <a:off x="4191081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F7012E2-6031-D11A-861A-12C93AD53667}"/>
                </a:ext>
              </a:extLst>
            </p:cNvPr>
            <p:cNvSpPr/>
            <p:nvPr/>
          </p:nvSpPr>
          <p:spPr>
            <a:xfrm flipH="1" flipV="1">
              <a:off x="3575747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E92CB41-971B-8F0B-4B5F-9971E1B6252A}"/>
                </a:ext>
              </a:extLst>
            </p:cNvPr>
            <p:cNvSpPr/>
            <p:nvPr/>
          </p:nvSpPr>
          <p:spPr>
            <a:xfrm flipH="1" flipV="1">
              <a:off x="3575747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C66905-514D-57F1-6C4A-2EF4187BE29C}"/>
                </a:ext>
              </a:extLst>
            </p:cNvPr>
            <p:cNvSpPr/>
            <p:nvPr/>
          </p:nvSpPr>
          <p:spPr>
            <a:xfrm flipH="1" flipV="1">
              <a:off x="2960256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52D58B58-C7E8-AA30-C528-5420694EC3F3}"/>
              </a:ext>
            </a:extLst>
          </p:cNvPr>
          <p:cNvSpPr/>
          <p:nvPr userDrawn="1"/>
        </p:nvSpPr>
        <p:spPr>
          <a:xfrm>
            <a:off x="3176" y="6763959"/>
            <a:ext cx="12188824" cy="188081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ocumenttype">
            <a:extLst>
              <a:ext uri="{FF2B5EF4-FFF2-40B4-BE49-F238E27FC236}">
                <a16:creationId xmlns:a16="http://schemas.microsoft.com/office/drawing/2014/main" id="{98B26A51-C0AA-C86C-D041-FC427116C4E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0" y="5875654"/>
            <a:ext cx="927496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DD58499D-8DE6-07C7-98CD-0718140046AB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1" y="4306290"/>
            <a:ext cx="927496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CA84417C-D9DE-5B14-9533-FA37181863B9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1" y="3490314"/>
            <a:ext cx="927496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EDC92CEB-C39E-7BC7-0D96-AF147A698AAA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 bwMode="ltGray">
          <a:xfrm>
            <a:off x="551942" y="484503"/>
            <a:ext cx="2223915" cy="687445"/>
            <a:chOff x="551942" y="481160"/>
            <a:chExt cx="1893201" cy="58521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26E13FFB-A635-3028-21B3-B7CEDB133E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8EDEB0E-6AD8-8406-3BED-5948A3CB7272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69473D4-9318-1336-54BC-B29D31522A26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6" descr="MIT Sloan Executive Education - MIT Office of Innovation">
            <a:extLst>
              <a:ext uri="{FF2B5EF4-FFF2-40B4-BE49-F238E27FC236}">
                <a16:creationId xmlns:a16="http://schemas.microsoft.com/office/drawing/2014/main" id="{D3C3C38E-40B4-E835-0172-2818921D9A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2825" y="470973"/>
            <a:ext cx="3437233" cy="68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78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42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ocumenttype">
            <a:extLst>
              <a:ext uri="{FF2B5EF4-FFF2-40B4-BE49-F238E27FC236}">
                <a16:creationId xmlns:a16="http://schemas.microsoft.com/office/drawing/2014/main" id="{98B26A51-C0AA-C86C-D041-FC427116C4E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0" y="5875654"/>
            <a:ext cx="927496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DD58499D-8DE6-07C7-98CD-0718140046AB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1" y="4306290"/>
            <a:ext cx="927496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CA84417C-D9DE-5B14-9533-FA37181863B9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1" y="3490314"/>
            <a:ext cx="927496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EDC92CEB-C39E-7BC7-0D96-AF147A698AAA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 bwMode="ltGray">
          <a:xfrm>
            <a:off x="551942" y="484503"/>
            <a:ext cx="2223915" cy="687445"/>
            <a:chOff x="551942" y="481160"/>
            <a:chExt cx="1893201" cy="58521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26E13FFB-A635-3028-21B3-B7CEDB133E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8EDEB0E-6AD8-8406-3BED-5948A3CB7272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73FBEBA-743A-5BC4-51EF-7D597A767975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6" descr="MIT Sloan Executive Education - MIT Office of Innovation">
            <a:extLst>
              <a:ext uri="{FF2B5EF4-FFF2-40B4-BE49-F238E27FC236}">
                <a16:creationId xmlns:a16="http://schemas.microsoft.com/office/drawing/2014/main" id="{5F7BA6C8-714A-18E9-996E-442BC924CD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2825" y="470973"/>
            <a:ext cx="3437233" cy="68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606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4632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06119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no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7661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3244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680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8941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CECEC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9" name="logoimage">
            <a:extLst>
              <a:ext uri="{FF2B5EF4-FFF2-40B4-BE49-F238E27FC236}">
                <a16:creationId xmlns:a16="http://schemas.microsoft.com/office/drawing/2014/main" id="{0D6628D1-54D9-0560-4251-C835F556B11C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863A124-DB6E-0082-DB19-BA2E91A5B24A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9CA3462F-FE7C-5904-52D3-7C1E5B18CFBB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23" name="Picture 4" descr="NACS Innovation Leadership Program at MIT | NACS">
            <a:extLst>
              <a:ext uri="{FF2B5EF4-FFF2-40B4-BE49-F238E27FC236}">
                <a16:creationId xmlns:a16="http://schemas.microsoft.com/office/drawing/2014/main" id="{69FCA132-814A-FDE7-1701-9831E1C4FC2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Object 6">
            <a:extLst>
              <a:ext uri="{FF2B5EF4-FFF2-40B4-BE49-F238E27FC236}">
                <a16:creationId xmlns:a16="http://schemas.microsoft.com/office/drawing/2014/main" id="{B8B9DD53-9FE1-62FE-F704-5442B2055B52}"/>
              </a:ext>
            </a:extLst>
          </p:cNvPr>
          <p:cNvSpPr>
            <a:spLocks/>
          </p:cNvSpPr>
          <p:nvPr userDrawn="1"/>
        </p:nvSpPr>
        <p:spPr>
          <a:xfrm>
            <a:off x="3506098" y="6498754"/>
            <a:ext cx="5179805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41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19277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CECEC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14" name="logoimage">
            <a:extLst>
              <a:ext uri="{FF2B5EF4-FFF2-40B4-BE49-F238E27FC236}">
                <a16:creationId xmlns:a16="http://schemas.microsoft.com/office/drawing/2014/main" id="{76FC654A-3C25-A84D-9972-7B1FA7754BAB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9A2DD4E4-C3EA-D59B-8EE6-9F5EF882FB7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7830926-8D81-944D-CF2A-72FA57D01207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8" name="Picture 4" descr="NACS Innovation Leadership Program at MIT | NACS">
            <a:extLst>
              <a:ext uri="{FF2B5EF4-FFF2-40B4-BE49-F238E27FC236}">
                <a16:creationId xmlns:a16="http://schemas.microsoft.com/office/drawing/2014/main" id="{8CCD9D67-7604-8345-6FEB-E930CAADA7F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bject 6">
            <a:extLst>
              <a:ext uri="{FF2B5EF4-FFF2-40B4-BE49-F238E27FC236}">
                <a16:creationId xmlns:a16="http://schemas.microsoft.com/office/drawing/2014/main" id="{396D90EE-27F7-04CB-8A78-BEE2F8A9F2C4}"/>
              </a:ext>
            </a:extLst>
          </p:cNvPr>
          <p:cNvSpPr>
            <a:spLocks/>
          </p:cNvSpPr>
          <p:nvPr userDrawn="1"/>
        </p:nvSpPr>
        <p:spPr>
          <a:xfrm>
            <a:off x="4935563" y="6391032"/>
            <a:ext cx="353787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09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34665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CECEC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14" name="logoimage">
            <a:extLst>
              <a:ext uri="{FF2B5EF4-FFF2-40B4-BE49-F238E27FC236}">
                <a16:creationId xmlns:a16="http://schemas.microsoft.com/office/drawing/2014/main" id="{3A2361DD-A644-6CAB-FB5F-78B6F11EA60B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CAC9C3DD-14CA-95AB-59EF-E9324B1137B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DBFD65A2-479D-D7AE-F470-145DDF4E5B36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7" name="Picture 4" descr="NACS Innovation Leadership Program at MIT | NACS">
            <a:extLst>
              <a:ext uri="{FF2B5EF4-FFF2-40B4-BE49-F238E27FC236}">
                <a16:creationId xmlns:a16="http://schemas.microsoft.com/office/drawing/2014/main" id="{D63FB6B3-A895-FAC9-3A47-9683892F519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bject 6">
            <a:extLst>
              <a:ext uri="{FF2B5EF4-FFF2-40B4-BE49-F238E27FC236}">
                <a16:creationId xmlns:a16="http://schemas.microsoft.com/office/drawing/2014/main" id="{DF2E56E9-E7D9-8802-B43B-CC3ECD41D917}"/>
              </a:ext>
            </a:extLst>
          </p:cNvPr>
          <p:cNvSpPr>
            <a:spLocks/>
          </p:cNvSpPr>
          <p:nvPr userDrawn="1"/>
        </p:nvSpPr>
        <p:spPr>
          <a:xfrm>
            <a:off x="6271977" y="6391032"/>
            <a:ext cx="241641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61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7410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CECEC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14" name="logoimage">
            <a:extLst>
              <a:ext uri="{FF2B5EF4-FFF2-40B4-BE49-F238E27FC236}">
                <a16:creationId xmlns:a16="http://schemas.microsoft.com/office/drawing/2014/main" id="{89A485E0-D9A2-326D-F3CA-A9D15A8F2F5B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FA48264F-4CA2-1929-1F42-06EEEB28636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06341779-2FED-14B7-7955-72AA45D2CEE3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8" name="Picture 4" descr="NACS Innovation Leadership Program at MIT | NACS">
            <a:extLst>
              <a:ext uri="{FF2B5EF4-FFF2-40B4-BE49-F238E27FC236}">
                <a16:creationId xmlns:a16="http://schemas.microsoft.com/office/drawing/2014/main" id="{6F48BBBB-BBD0-ED35-1A7F-BB3459636A3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Object 6">
            <a:extLst>
              <a:ext uri="{FF2B5EF4-FFF2-40B4-BE49-F238E27FC236}">
                <a16:creationId xmlns:a16="http://schemas.microsoft.com/office/drawing/2014/main" id="{5DB9DB71-FA20-DB92-F480-FD100E23A0F4}"/>
              </a:ext>
            </a:extLst>
          </p:cNvPr>
          <p:cNvSpPr>
            <a:spLocks/>
          </p:cNvSpPr>
          <p:nvPr userDrawn="1"/>
        </p:nvSpPr>
        <p:spPr>
          <a:xfrm>
            <a:off x="3241633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183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9129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CECEC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1292DA60-D6F7-2C3D-8D3C-DA342C5BC8E4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B8F49D4A-1BEB-372C-D570-D09E3732FB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417817E-2CDB-2E48-D01C-1F776606F4EF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25" name="Picture 4" descr="NACS Innovation Leadership Program at MIT | NACS">
            <a:extLst>
              <a:ext uri="{FF2B5EF4-FFF2-40B4-BE49-F238E27FC236}">
                <a16:creationId xmlns:a16="http://schemas.microsoft.com/office/drawing/2014/main" id="{B27A2B91-B343-B916-C146-D4A6676572D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Object 6">
            <a:extLst>
              <a:ext uri="{FF2B5EF4-FFF2-40B4-BE49-F238E27FC236}">
                <a16:creationId xmlns:a16="http://schemas.microsoft.com/office/drawing/2014/main" id="{8667990D-810C-A50A-1022-9800F3D6F992}"/>
              </a:ext>
            </a:extLst>
          </p:cNvPr>
          <p:cNvSpPr>
            <a:spLocks/>
          </p:cNvSpPr>
          <p:nvPr userDrawn="1"/>
        </p:nvSpPr>
        <p:spPr>
          <a:xfrm>
            <a:off x="4192609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368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461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B8DEF5-B213-1446-7013-7FB9E9CD2377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A549EE52-6B2B-10EC-2029-7C04511F9264}"/>
              </a:ext>
            </a:extLst>
          </p:cNvPr>
          <p:cNvGrpSpPr/>
          <p:nvPr userDrawn="1">
            <p:custDataLst>
              <p:tags r:id="rId7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7F4819BF-DDEE-2292-CC28-6E572708BF3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20C7C81-E1FC-19C5-2CF4-DCC25A5FA44A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6" name="Picture 4" descr="NACS Innovation Leadership Program at MIT | NACS">
            <a:extLst>
              <a:ext uri="{FF2B5EF4-FFF2-40B4-BE49-F238E27FC236}">
                <a16:creationId xmlns:a16="http://schemas.microsoft.com/office/drawing/2014/main" id="{193E599A-F16A-40CB-B0F8-FCB1A6DBE36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bject 6">
            <a:extLst>
              <a:ext uri="{FF2B5EF4-FFF2-40B4-BE49-F238E27FC236}">
                <a16:creationId xmlns:a16="http://schemas.microsoft.com/office/drawing/2014/main" id="{82A3F988-5B55-968F-5F55-F949D7CFD8D2}"/>
              </a:ext>
            </a:extLst>
          </p:cNvPr>
          <p:cNvSpPr>
            <a:spLocks/>
          </p:cNvSpPr>
          <p:nvPr userDrawn="1"/>
        </p:nvSpPr>
        <p:spPr>
          <a:xfrm>
            <a:off x="3506098" y="6498754"/>
            <a:ext cx="5179805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824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5631F-0470-D281-61EF-F4D03C666596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" name="logoimage">
            <a:extLst>
              <a:ext uri="{FF2B5EF4-FFF2-40B4-BE49-F238E27FC236}">
                <a16:creationId xmlns:a16="http://schemas.microsoft.com/office/drawing/2014/main" id="{D04537AD-4659-8B5F-51F2-F4CD1FD0ED8E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17340FA2-AEFF-1EBE-ACD1-8453B780D35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D02CECD-0169-A0A5-6D98-84E414085F36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4" name="Picture 4" descr="NACS Innovation Leadership Program at MIT | NACS">
            <a:extLst>
              <a:ext uri="{FF2B5EF4-FFF2-40B4-BE49-F238E27FC236}">
                <a16:creationId xmlns:a16="http://schemas.microsoft.com/office/drawing/2014/main" id="{98055EB9-B961-79F2-8BF7-0A1545B8117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D0EF2FCF-E972-99C6-ABC4-CAF43AC9333A}"/>
              </a:ext>
            </a:extLst>
          </p:cNvPr>
          <p:cNvSpPr>
            <a:spLocks/>
          </p:cNvSpPr>
          <p:nvPr userDrawn="1"/>
        </p:nvSpPr>
        <p:spPr>
          <a:xfrm>
            <a:off x="3506098" y="6498754"/>
            <a:ext cx="5179805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2743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E1C07-0A0F-4E08-FEE7-F618CC13E0BD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33262EC-296B-3F20-644D-A6BDF3C6E371}"/>
              </a:ext>
            </a:extLst>
          </p:cNvPr>
          <p:cNvGrpSpPr/>
          <p:nvPr userDrawn="1"/>
        </p:nvGrpSpPr>
        <p:grpSpPr>
          <a:xfrm>
            <a:off x="3002796" y="3047249"/>
            <a:ext cx="6186408" cy="763503"/>
            <a:chOff x="4094981" y="2983015"/>
            <a:chExt cx="6186408" cy="763503"/>
          </a:xfrm>
        </p:grpSpPr>
        <p:grpSp>
          <p:nvGrpSpPr>
            <p:cNvPr id="3" name="logoimage">
              <a:extLst>
                <a:ext uri="{FF2B5EF4-FFF2-40B4-BE49-F238E27FC236}">
                  <a16:creationId xmlns:a16="http://schemas.microsoft.com/office/drawing/2014/main" id="{144D7EEF-7D1D-26FB-7502-CBB1EEBE8AE6}"/>
                </a:ext>
              </a:extLst>
            </p:cNvPr>
            <p:cNvGrpSpPr/>
            <p:nvPr userDrawn="1">
              <p:custDataLst>
                <p:tags r:id="rId3"/>
              </p:custDataLst>
            </p:nvPr>
          </p:nvGrpSpPr>
          <p:grpSpPr bwMode="ltGray">
            <a:xfrm>
              <a:off x="4094981" y="2983015"/>
              <a:ext cx="2469963" cy="763503"/>
              <a:chOff x="551942" y="481160"/>
              <a:chExt cx="1893201" cy="585216"/>
            </a:xfrm>
          </p:grpSpPr>
          <p:sp>
            <p:nvSpPr>
              <p:cNvPr id="5" name="AutoShape 3">
                <a:extLst>
                  <a:ext uri="{FF2B5EF4-FFF2-40B4-BE49-F238E27FC236}">
                    <a16:creationId xmlns:a16="http://schemas.microsoft.com/office/drawing/2014/main" id="{EA0A9D87-E7EE-AEA8-73F7-70EC639D135F}"/>
                  </a:ext>
                </a:extLst>
              </p:cNvPr>
              <p:cNvSpPr>
                <a:spLocks noChangeAspect="1" noChangeArrowheads="1" noTextEdit="1"/>
              </p:cNvSpPr>
              <p:nvPr userDrawn="1"/>
            </p:nvSpPr>
            <p:spPr bwMode="ltGray">
              <a:xfrm>
                <a:off x="551942" y="481160"/>
                <a:ext cx="1893201" cy="585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>
                  <a:latin typeface="Arial" panose="020B0604020202020204" pitchFamily="34" charset="0"/>
                </a:endParaRP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297C9F78-F34A-63B7-85FB-6BA732C02CC1}"/>
                  </a:ext>
                </a:extLst>
              </p:cNvPr>
              <p:cNvSpPr>
                <a:spLocks noEditPoints="1"/>
              </p:cNvSpPr>
              <p:nvPr userDrawn="1"/>
            </p:nvSpPr>
            <p:spPr bwMode="ltGray">
              <a:xfrm>
                <a:off x="551942" y="481407"/>
                <a:ext cx="1893201" cy="584969"/>
              </a:xfrm>
              <a:custGeom>
                <a:avLst/>
                <a:gdLst>
                  <a:gd name="T0" fmla="*/ 4209 w 15155"/>
                  <a:gd name="T1" fmla="*/ 2986 h 4678"/>
                  <a:gd name="T2" fmla="*/ 3707 w 15155"/>
                  <a:gd name="T3" fmla="*/ 2422 h 4678"/>
                  <a:gd name="T4" fmla="*/ 3712 w 15155"/>
                  <a:gd name="T5" fmla="*/ 2340 h 4678"/>
                  <a:gd name="T6" fmla="*/ 4724 w 15155"/>
                  <a:gd name="T7" fmla="*/ 4124 h 4678"/>
                  <a:gd name="T8" fmla="*/ 3330 w 15155"/>
                  <a:gd name="T9" fmla="*/ 3521 h 4678"/>
                  <a:gd name="T10" fmla="*/ 5673 w 15155"/>
                  <a:gd name="T11" fmla="*/ 3002 h 4678"/>
                  <a:gd name="T12" fmla="*/ 6627 w 15155"/>
                  <a:gd name="T13" fmla="*/ 2408 h 4678"/>
                  <a:gd name="T14" fmla="*/ 6279 w 15155"/>
                  <a:gd name="T15" fmla="*/ 4007 h 4678"/>
                  <a:gd name="T16" fmla="*/ 10270 w 15155"/>
                  <a:gd name="T17" fmla="*/ 3073 h 4678"/>
                  <a:gd name="T18" fmla="*/ 10801 w 15155"/>
                  <a:gd name="T19" fmla="*/ 4678 h 4678"/>
                  <a:gd name="T20" fmla="*/ 11466 w 15155"/>
                  <a:gd name="T21" fmla="*/ 3537 h 4678"/>
                  <a:gd name="T22" fmla="*/ 10602 w 15155"/>
                  <a:gd name="T23" fmla="*/ 3405 h 4678"/>
                  <a:gd name="T24" fmla="*/ 14762 w 15155"/>
                  <a:gd name="T25" fmla="*/ 3073 h 4678"/>
                  <a:gd name="T26" fmla="*/ 14505 w 15155"/>
                  <a:gd name="T27" fmla="*/ 2986 h 4678"/>
                  <a:gd name="T28" fmla="*/ 14145 w 15155"/>
                  <a:gd name="T29" fmla="*/ 4620 h 4678"/>
                  <a:gd name="T30" fmla="*/ 15155 w 15155"/>
                  <a:gd name="T31" fmla="*/ 2986 h 4678"/>
                  <a:gd name="T32" fmla="*/ 10231 w 15155"/>
                  <a:gd name="T33" fmla="*/ 4037 h 4678"/>
                  <a:gd name="T34" fmla="*/ 9005 w 15155"/>
                  <a:gd name="T35" fmla="*/ 2961 h 4678"/>
                  <a:gd name="T36" fmla="*/ 8378 w 15155"/>
                  <a:gd name="T37" fmla="*/ 3194 h 4678"/>
                  <a:gd name="T38" fmla="*/ 8775 w 15155"/>
                  <a:gd name="T39" fmla="*/ 4037 h 4678"/>
                  <a:gd name="T40" fmla="*/ 9107 w 15155"/>
                  <a:gd name="T41" fmla="*/ 3916 h 4678"/>
                  <a:gd name="T42" fmla="*/ 9439 w 15155"/>
                  <a:gd name="T43" fmla="*/ 4037 h 4678"/>
                  <a:gd name="T44" fmla="*/ 9712 w 15155"/>
                  <a:gd name="T45" fmla="*/ 4037 h 4678"/>
                  <a:gd name="T46" fmla="*/ 7962 w 15155"/>
                  <a:gd name="T47" fmla="*/ 3741 h 4678"/>
                  <a:gd name="T48" fmla="*/ 7962 w 15155"/>
                  <a:gd name="T49" fmla="*/ 3741 h 4678"/>
                  <a:gd name="T50" fmla="*/ 12654 w 15155"/>
                  <a:gd name="T51" fmla="*/ 2986 h 4678"/>
                  <a:gd name="T52" fmla="*/ 12586 w 15155"/>
                  <a:gd name="T53" fmla="*/ 4036 h 4678"/>
                  <a:gd name="T54" fmla="*/ 11780 w 15155"/>
                  <a:gd name="T55" fmla="*/ 3367 h 4678"/>
                  <a:gd name="T56" fmla="*/ 11871 w 15155"/>
                  <a:gd name="T57" fmla="*/ 4146 h 4678"/>
                  <a:gd name="T58" fmla="*/ 13060 w 15155"/>
                  <a:gd name="T59" fmla="*/ 3917 h 4678"/>
                  <a:gd name="T60" fmla="*/ 13423 w 15155"/>
                  <a:gd name="T61" fmla="*/ 4037 h 4678"/>
                  <a:gd name="T62" fmla="*/ 12250 w 15155"/>
                  <a:gd name="T63" fmla="*/ 3787 h 4678"/>
                  <a:gd name="T64" fmla="*/ 12250 w 15155"/>
                  <a:gd name="T65" fmla="*/ 3787 h 4678"/>
                  <a:gd name="T66" fmla="*/ 8758 w 15155"/>
                  <a:gd name="T67" fmla="*/ 1080 h 4678"/>
                  <a:gd name="T68" fmla="*/ 8559 w 15155"/>
                  <a:gd name="T69" fmla="*/ 1013 h 4678"/>
                  <a:gd name="T70" fmla="*/ 9105 w 15155"/>
                  <a:gd name="T71" fmla="*/ 2310 h 4678"/>
                  <a:gd name="T72" fmla="*/ 9553 w 15155"/>
                  <a:gd name="T73" fmla="*/ 626 h 4678"/>
                  <a:gd name="T74" fmla="*/ 9293 w 15155"/>
                  <a:gd name="T75" fmla="*/ 713 h 4678"/>
                  <a:gd name="T76" fmla="*/ 8947 w 15155"/>
                  <a:gd name="T77" fmla="*/ 843 h 4678"/>
                  <a:gd name="T78" fmla="*/ 5105 w 15155"/>
                  <a:gd name="T79" fmla="*/ 349 h 4678"/>
                  <a:gd name="T80" fmla="*/ 3793 w 15155"/>
                  <a:gd name="T81" fmla="*/ 882 h 4678"/>
                  <a:gd name="T82" fmla="*/ 5848 w 15155"/>
                  <a:gd name="T83" fmla="*/ 981 h 4678"/>
                  <a:gd name="T84" fmla="*/ 6211 w 15155"/>
                  <a:gd name="T85" fmla="*/ 1763 h 4678"/>
                  <a:gd name="T86" fmla="*/ 6296 w 15155"/>
                  <a:gd name="T87" fmla="*/ 601 h 4678"/>
                  <a:gd name="T88" fmla="*/ 5638 w 15155"/>
                  <a:gd name="T89" fmla="*/ 833 h 4678"/>
                  <a:gd name="T90" fmla="*/ 4836 w 15155"/>
                  <a:gd name="T91" fmla="*/ 625 h 4678"/>
                  <a:gd name="T92" fmla="*/ 4778 w 15155"/>
                  <a:gd name="T93" fmla="*/ 1676 h 4678"/>
                  <a:gd name="T94" fmla="*/ 4692 w 15155"/>
                  <a:gd name="T95" fmla="*/ 0 h 4678"/>
                  <a:gd name="T96" fmla="*/ 3614 w 15155"/>
                  <a:gd name="T97" fmla="*/ 221 h 4678"/>
                  <a:gd name="T98" fmla="*/ 3236 w 15155"/>
                  <a:gd name="T99" fmla="*/ 88 h 4678"/>
                  <a:gd name="T100" fmla="*/ 3836 w 15155"/>
                  <a:gd name="T101" fmla="*/ 1763 h 4678"/>
                  <a:gd name="T102" fmla="*/ 7219 w 15155"/>
                  <a:gd name="T103" fmla="*/ 683 h 4678"/>
                  <a:gd name="T104" fmla="*/ 7226 w 15155"/>
                  <a:gd name="T105" fmla="*/ 598 h 4678"/>
                  <a:gd name="T106" fmla="*/ 6952 w 15155"/>
                  <a:gd name="T107" fmla="*/ 1361 h 4678"/>
                  <a:gd name="T108" fmla="*/ 7720 w 15155"/>
                  <a:gd name="T109" fmla="*/ 1446 h 4678"/>
                  <a:gd name="T110" fmla="*/ 3049 w 15155"/>
                  <a:gd name="T111" fmla="*/ 753 h 4678"/>
                  <a:gd name="T112" fmla="*/ 2703 w 15155"/>
                  <a:gd name="T113" fmla="*/ 1584 h 4678"/>
                  <a:gd name="T114" fmla="*/ 87 w 15155"/>
                  <a:gd name="T115" fmla="*/ 88 h 4678"/>
                  <a:gd name="T116" fmla="*/ 549 w 15155"/>
                  <a:gd name="T117" fmla="*/ 1763 h 4678"/>
                  <a:gd name="T118" fmla="*/ 1609 w 15155"/>
                  <a:gd name="T119" fmla="*/ 259 h 4678"/>
                  <a:gd name="T120" fmla="*/ 2069 w 15155"/>
                  <a:gd name="T121" fmla="*/ 1676 h 4678"/>
                  <a:gd name="T122" fmla="*/ 2070 w 15155"/>
                  <a:gd name="T123" fmla="*/ 0 h 4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155" h="4678">
                    <a:moveTo>
                      <a:pt x="4451" y="3751"/>
                    </a:moveTo>
                    <a:cubicBezTo>
                      <a:pt x="4549" y="3607"/>
                      <a:pt x="4604" y="3438"/>
                      <a:pt x="4609" y="3264"/>
                    </a:cubicBezTo>
                    <a:cubicBezTo>
                      <a:pt x="4611" y="3211"/>
                      <a:pt x="4732" y="3072"/>
                      <a:pt x="4766" y="3072"/>
                    </a:cubicBezTo>
                    <a:cubicBezTo>
                      <a:pt x="4834" y="3072"/>
                      <a:pt x="4834" y="3072"/>
                      <a:pt x="4834" y="3072"/>
                    </a:cubicBezTo>
                    <a:cubicBezTo>
                      <a:pt x="4834" y="2986"/>
                      <a:pt x="4834" y="2986"/>
                      <a:pt x="4834" y="2986"/>
                    </a:cubicBezTo>
                    <a:cubicBezTo>
                      <a:pt x="4209" y="2986"/>
                      <a:pt x="4209" y="2986"/>
                      <a:pt x="4209" y="2986"/>
                    </a:cubicBezTo>
                    <a:cubicBezTo>
                      <a:pt x="4209" y="3073"/>
                      <a:pt x="4209" y="3073"/>
                      <a:pt x="4209" y="3073"/>
                    </a:cubicBezTo>
                    <a:cubicBezTo>
                      <a:pt x="4380" y="3078"/>
                      <a:pt x="4487" y="3175"/>
                      <a:pt x="4487" y="3337"/>
                    </a:cubicBezTo>
                    <a:cubicBezTo>
                      <a:pt x="4487" y="3482"/>
                      <a:pt x="4463" y="3591"/>
                      <a:pt x="4395" y="3702"/>
                    </a:cubicBezTo>
                    <a:cubicBezTo>
                      <a:pt x="4155" y="3489"/>
                      <a:pt x="3882" y="3230"/>
                      <a:pt x="3654" y="2986"/>
                    </a:cubicBezTo>
                    <a:cubicBezTo>
                      <a:pt x="3501" y="2928"/>
                      <a:pt x="3404" y="2814"/>
                      <a:pt x="3404" y="2673"/>
                    </a:cubicBezTo>
                    <a:cubicBezTo>
                      <a:pt x="3404" y="2514"/>
                      <a:pt x="3518" y="2422"/>
                      <a:pt x="3707" y="2422"/>
                    </a:cubicBezTo>
                    <a:cubicBezTo>
                      <a:pt x="3942" y="2422"/>
                      <a:pt x="4116" y="2659"/>
                      <a:pt x="4116" y="2777"/>
                    </a:cubicBezTo>
                    <a:cubicBezTo>
                      <a:pt x="4191" y="2777"/>
                      <a:pt x="4191" y="2777"/>
                      <a:pt x="4191" y="2777"/>
                    </a:cubicBezTo>
                    <a:cubicBezTo>
                      <a:pt x="4191" y="2362"/>
                      <a:pt x="4191" y="2362"/>
                      <a:pt x="4191" y="2362"/>
                    </a:cubicBezTo>
                    <a:cubicBezTo>
                      <a:pt x="4116" y="2362"/>
                      <a:pt x="4116" y="2362"/>
                      <a:pt x="4116" y="2362"/>
                    </a:cubicBezTo>
                    <a:cubicBezTo>
                      <a:pt x="4097" y="2391"/>
                      <a:pt x="4074" y="2393"/>
                      <a:pt x="4034" y="2393"/>
                    </a:cubicBezTo>
                    <a:cubicBezTo>
                      <a:pt x="3959" y="2393"/>
                      <a:pt x="3874" y="2340"/>
                      <a:pt x="3712" y="2340"/>
                    </a:cubicBezTo>
                    <a:cubicBezTo>
                      <a:pt x="3453" y="2340"/>
                      <a:pt x="3288" y="2480"/>
                      <a:pt x="3288" y="2732"/>
                    </a:cubicBezTo>
                    <a:cubicBezTo>
                      <a:pt x="3288" y="2887"/>
                      <a:pt x="3346" y="2991"/>
                      <a:pt x="3431" y="3100"/>
                    </a:cubicBezTo>
                    <a:cubicBezTo>
                      <a:pt x="3253" y="3219"/>
                      <a:pt x="3146" y="3420"/>
                      <a:pt x="3148" y="3634"/>
                    </a:cubicBezTo>
                    <a:cubicBezTo>
                      <a:pt x="3148" y="3944"/>
                      <a:pt x="3421" y="4155"/>
                      <a:pt x="3707" y="4155"/>
                    </a:cubicBezTo>
                    <a:cubicBezTo>
                      <a:pt x="3966" y="4155"/>
                      <a:pt x="4145" y="4080"/>
                      <a:pt x="4286" y="3944"/>
                    </a:cubicBezTo>
                    <a:cubicBezTo>
                      <a:pt x="4431" y="4078"/>
                      <a:pt x="4552" y="4124"/>
                      <a:pt x="4724" y="4124"/>
                    </a:cubicBezTo>
                    <a:cubicBezTo>
                      <a:pt x="4913" y="4124"/>
                      <a:pt x="4913" y="4124"/>
                      <a:pt x="4913" y="4124"/>
                    </a:cubicBezTo>
                    <a:cubicBezTo>
                      <a:pt x="4913" y="4036"/>
                      <a:pt x="4913" y="4036"/>
                      <a:pt x="4913" y="4036"/>
                    </a:cubicBezTo>
                    <a:cubicBezTo>
                      <a:pt x="4809" y="4036"/>
                      <a:pt x="4809" y="4036"/>
                      <a:pt x="4809" y="4036"/>
                    </a:cubicBezTo>
                    <a:cubicBezTo>
                      <a:pt x="4685" y="3947"/>
                      <a:pt x="4565" y="3852"/>
                      <a:pt x="4451" y="3751"/>
                    </a:cubicBezTo>
                    <a:close/>
                    <a:moveTo>
                      <a:pt x="3851" y="4015"/>
                    </a:moveTo>
                    <a:cubicBezTo>
                      <a:pt x="3599" y="4015"/>
                      <a:pt x="3330" y="3772"/>
                      <a:pt x="3330" y="3521"/>
                    </a:cubicBezTo>
                    <a:cubicBezTo>
                      <a:pt x="3330" y="3339"/>
                      <a:pt x="3378" y="3243"/>
                      <a:pt x="3470" y="3148"/>
                    </a:cubicBezTo>
                    <a:cubicBezTo>
                      <a:pt x="3707" y="3414"/>
                      <a:pt x="3962" y="3664"/>
                      <a:pt x="4233" y="3896"/>
                    </a:cubicBezTo>
                    <a:cubicBezTo>
                      <a:pt x="4134" y="3971"/>
                      <a:pt x="4008" y="4015"/>
                      <a:pt x="3851" y="4015"/>
                    </a:cubicBezTo>
                    <a:close/>
                    <a:moveTo>
                      <a:pt x="6279" y="4007"/>
                    </a:moveTo>
                    <a:cubicBezTo>
                      <a:pt x="5920" y="4007"/>
                      <a:pt x="5707" y="3758"/>
                      <a:pt x="5678" y="3450"/>
                    </a:cubicBezTo>
                    <a:cubicBezTo>
                      <a:pt x="5664" y="3301"/>
                      <a:pt x="5663" y="3151"/>
                      <a:pt x="5673" y="3002"/>
                    </a:cubicBezTo>
                    <a:cubicBezTo>
                      <a:pt x="5705" y="2605"/>
                      <a:pt x="5887" y="2435"/>
                      <a:pt x="6192" y="2435"/>
                    </a:cubicBezTo>
                    <a:cubicBezTo>
                      <a:pt x="6523" y="2435"/>
                      <a:pt x="6726" y="2803"/>
                      <a:pt x="6726" y="2985"/>
                    </a:cubicBezTo>
                    <a:cubicBezTo>
                      <a:pt x="6801" y="2985"/>
                      <a:pt x="6801" y="2985"/>
                      <a:pt x="6801" y="2985"/>
                    </a:cubicBezTo>
                    <a:cubicBezTo>
                      <a:pt x="6801" y="2362"/>
                      <a:pt x="6801" y="2362"/>
                      <a:pt x="6801" y="2362"/>
                    </a:cubicBezTo>
                    <a:cubicBezTo>
                      <a:pt x="6736" y="2362"/>
                      <a:pt x="6736" y="2362"/>
                      <a:pt x="6736" y="2362"/>
                    </a:cubicBezTo>
                    <a:cubicBezTo>
                      <a:pt x="6709" y="2393"/>
                      <a:pt x="6683" y="2408"/>
                      <a:pt x="6627" y="2408"/>
                    </a:cubicBezTo>
                    <a:cubicBezTo>
                      <a:pt x="6489" y="2408"/>
                      <a:pt x="6370" y="2330"/>
                      <a:pt x="6181" y="2330"/>
                    </a:cubicBezTo>
                    <a:cubicBezTo>
                      <a:pt x="5687" y="2330"/>
                      <a:pt x="5392" y="2732"/>
                      <a:pt x="5392" y="3236"/>
                    </a:cubicBezTo>
                    <a:cubicBezTo>
                      <a:pt x="5392" y="3740"/>
                      <a:pt x="5719" y="4156"/>
                      <a:pt x="6225" y="4156"/>
                    </a:cubicBezTo>
                    <a:cubicBezTo>
                      <a:pt x="6577" y="4156"/>
                      <a:pt x="6824" y="3967"/>
                      <a:pt x="6937" y="3652"/>
                    </a:cubicBezTo>
                    <a:cubicBezTo>
                      <a:pt x="6845" y="3652"/>
                      <a:pt x="6845" y="3652"/>
                      <a:pt x="6845" y="3652"/>
                    </a:cubicBezTo>
                    <a:cubicBezTo>
                      <a:pt x="6731" y="3884"/>
                      <a:pt x="6583" y="4007"/>
                      <a:pt x="6279" y="4007"/>
                    </a:cubicBezTo>
                    <a:close/>
                    <a:moveTo>
                      <a:pt x="11018" y="2957"/>
                    </a:moveTo>
                    <a:cubicBezTo>
                      <a:pt x="10830" y="2957"/>
                      <a:pt x="10704" y="3037"/>
                      <a:pt x="10605" y="3221"/>
                    </a:cubicBezTo>
                    <a:cubicBezTo>
                      <a:pt x="10566" y="2986"/>
                      <a:pt x="10566" y="2986"/>
                      <a:pt x="10566" y="2986"/>
                    </a:cubicBezTo>
                    <a:cubicBezTo>
                      <a:pt x="10195" y="2986"/>
                      <a:pt x="10195" y="2986"/>
                      <a:pt x="10195" y="2986"/>
                    </a:cubicBezTo>
                    <a:cubicBezTo>
                      <a:pt x="10195" y="3073"/>
                      <a:pt x="10195" y="3073"/>
                      <a:pt x="10195" y="3073"/>
                    </a:cubicBezTo>
                    <a:cubicBezTo>
                      <a:pt x="10270" y="3073"/>
                      <a:pt x="10270" y="3073"/>
                      <a:pt x="10270" y="3073"/>
                    </a:cubicBezTo>
                    <a:cubicBezTo>
                      <a:pt x="10304" y="3073"/>
                      <a:pt x="10391" y="3158"/>
                      <a:pt x="10391" y="3194"/>
                    </a:cubicBezTo>
                    <a:cubicBezTo>
                      <a:pt x="10391" y="4470"/>
                      <a:pt x="10391" y="4470"/>
                      <a:pt x="10391" y="4470"/>
                    </a:cubicBezTo>
                    <a:cubicBezTo>
                      <a:pt x="10391" y="4508"/>
                      <a:pt x="10304" y="4591"/>
                      <a:pt x="10270" y="4591"/>
                    </a:cubicBezTo>
                    <a:cubicBezTo>
                      <a:pt x="10195" y="4591"/>
                      <a:pt x="10195" y="4591"/>
                      <a:pt x="10195" y="4591"/>
                    </a:cubicBezTo>
                    <a:cubicBezTo>
                      <a:pt x="10195" y="4678"/>
                      <a:pt x="10195" y="4678"/>
                      <a:pt x="10195" y="4678"/>
                    </a:cubicBezTo>
                    <a:cubicBezTo>
                      <a:pt x="10801" y="4678"/>
                      <a:pt x="10801" y="4678"/>
                      <a:pt x="10801" y="4678"/>
                    </a:cubicBezTo>
                    <a:cubicBezTo>
                      <a:pt x="10801" y="4591"/>
                      <a:pt x="10801" y="4591"/>
                      <a:pt x="10801" y="4591"/>
                    </a:cubicBezTo>
                    <a:cubicBezTo>
                      <a:pt x="10726" y="4591"/>
                      <a:pt x="10726" y="4591"/>
                      <a:pt x="10726" y="4591"/>
                    </a:cubicBezTo>
                    <a:cubicBezTo>
                      <a:pt x="10694" y="4591"/>
                      <a:pt x="10605" y="4508"/>
                      <a:pt x="10605" y="4470"/>
                    </a:cubicBezTo>
                    <a:cubicBezTo>
                      <a:pt x="10605" y="3922"/>
                      <a:pt x="10605" y="3922"/>
                      <a:pt x="10605" y="3922"/>
                    </a:cubicBezTo>
                    <a:cubicBezTo>
                      <a:pt x="10687" y="4070"/>
                      <a:pt x="10793" y="4147"/>
                      <a:pt x="10994" y="4147"/>
                    </a:cubicBezTo>
                    <a:cubicBezTo>
                      <a:pt x="11272" y="4147"/>
                      <a:pt x="11466" y="3888"/>
                      <a:pt x="11466" y="3537"/>
                    </a:cubicBezTo>
                    <a:cubicBezTo>
                      <a:pt x="11466" y="3186"/>
                      <a:pt x="11297" y="2957"/>
                      <a:pt x="11018" y="2957"/>
                    </a:cubicBezTo>
                    <a:close/>
                    <a:moveTo>
                      <a:pt x="11246" y="3722"/>
                    </a:moveTo>
                    <a:cubicBezTo>
                      <a:pt x="11222" y="3903"/>
                      <a:pt x="11130" y="4027"/>
                      <a:pt x="10934" y="4027"/>
                    </a:cubicBezTo>
                    <a:cubicBezTo>
                      <a:pt x="10753" y="4029"/>
                      <a:pt x="10604" y="3884"/>
                      <a:pt x="10602" y="3703"/>
                    </a:cubicBezTo>
                    <a:cubicBezTo>
                      <a:pt x="10602" y="3701"/>
                      <a:pt x="10602" y="3698"/>
                      <a:pt x="10602" y="3695"/>
                    </a:cubicBezTo>
                    <a:cubicBezTo>
                      <a:pt x="10602" y="3405"/>
                      <a:pt x="10602" y="3405"/>
                      <a:pt x="10602" y="3405"/>
                    </a:cubicBezTo>
                    <a:cubicBezTo>
                      <a:pt x="10658" y="3225"/>
                      <a:pt x="10767" y="3092"/>
                      <a:pt x="10961" y="3092"/>
                    </a:cubicBezTo>
                    <a:cubicBezTo>
                      <a:pt x="11125" y="3092"/>
                      <a:pt x="11224" y="3208"/>
                      <a:pt x="11249" y="3390"/>
                    </a:cubicBezTo>
                    <a:cubicBezTo>
                      <a:pt x="11262" y="3500"/>
                      <a:pt x="11261" y="3612"/>
                      <a:pt x="11246" y="3722"/>
                    </a:cubicBezTo>
                    <a:close/>
                    <a:moveTo>
                      <a:pt x="14693" y="2986"/>
                    </a:moveTo>
                    <a:cubicBezTo>
                      <a:pt x="14693" y="3073"/>
                      <a:pt x="14693" y="3073"/>
                      <a:pt x="14693" y="3073"/>
                    </a:cubicBezTo>
                    <a:cubicBezTo>
                      <a:pt x="14762" y="3073"/>
                      <a:pt x="14762" y="3073"/>
                      <a:pt x="14762" y="3073"/>
                    </a:cubicBezTo>
                    <a:cubicBezTo>
                      <a:pt x="14794" y="3073"/>
                      <a:pt x="14864" y="3153"/>
                      <a:pt x="14862" y="3199"/>
                    </a:cubicBezTo>
                    <a:cubicBezTo>
                      <a:pt x="14610" y="3758"/>
                      <a:pt x="14610" y="3758"/>
                      <a:pt x="14610" y="3758"/>
                    </a:cubicBezTo>
                    <a:cubicBezTo>
                      <a:pt x="14335" y="3196"/>
                      <a:pt x="14335" y="3196"/>
                      <a:pt x="14335" y="3196"/>
                    </a:cubicBezTo>
                    <a:cubicBezTo>
                      <a:pt x="14335" y="3154"/>
                      <a:pt x="14403" y="3073"/>
                      <a:pt x="14434" y="3073"/>
                    </a:cubicBezTo>
                    <a:cubicBezTo>
                      <a:pt x="14505" y="3073"/>
                      <a:pt x="14505" y="3073"/>
                      <a:pt x="14505" y="3073"/>
                    </a:cubicBezTo>
                    <a:cubicBezTo>
                      <a:pt x="14505" y="2986"/>
                      <a:pt x="14505" y="2986"/>
                      <a:pt x="14505" y="2986"/>
                    </a:cubicBezTo>
                    <a:cubicBezTo>
                      <a:pt x="13889" y="2986"/>
                      <a:pt x="13889" y="2986"/>
                      <a:pt x="13889" y="2986"/>
                    </a:cubicBezTo>
                    <a:cubicBezTo>
                      <a:pt x="13889" y="3073"/>
                      <a:pt x="13889" y="3073"/>
                      <a:pt x="13889" y="3073"/>
                    </a:cubicBezTo>
                    <a:cubicBezTo>
                      <a:pt x="13940" y="3073"/>
                      <a:pt x="13940" y="3073"/>
                      <a:pt x="13940" y="3073"/>
                    </a:cubicBezTo>
                    <a:cubicBezTo>
                      <a:pt x="13969" y="3073"/>
                      <a:pt x="14068" y="3167"/>
                      <a:pt x="14087" y="3204"/>
                    </a:cubicBezTo>
                    <a:cubicBezTo>
                      <a:pt x="14489" y="3995"/>
                      <a:pt x="14489" y="3995"/>
                      <a:pt x="14489" y="3995"/>
                    </a:cubicBezTo>
                    <a:cubicBezTo>
                      <a:pt x="14145" y="4620"/>
                      <a:pt x="14145" y="4620"/>
                      <a:pt x="14145" y="4620"/>
                    </a:cubicBezTo>
                    <a:cubicBezTo>
                      <a:pt x="14245" y="4671"/>
                      <a:pt x="14245" y="4671"/>
                      <a:pt x="14245" y="4671"/>
                    </a:cubicBezTo>
                    <a:cubicBezTo>
                      <a:pt x="14584" y="4030"/>
                      <a:pt x="14584" y="4030"/>
                      <a:pt x="14584" y="4030"/>
                    </a:cubicBezTo>
                    <a:cubicBezTo>
                      <a:pt x="14968" y="3199"/>
                      <a:pt x="14968" y="3199"/>
                      <a:pt x="14968" y="3199"/>
                    </a:cubicBezTo>
                    <a:cubicBezTo>
                      <a:pt x="14993" y="3161"/>
                      <a:pt x="15075" y="3073"/>
                      <a:pt x="15102" y="3073"/>
                    </a:cubicBezTo>
                    <a:cubicBezTo>
                      <a:pt x="15155" y="3073"/>
                      <a:pt x="15155" y="3073"/>
                      <a:pt x="15155" y="3073"/>
                    </a:cubicBezTo>
                    <a:cubicBezTo>
                      <a:pt x="15155" y="2986"/>
                      <a:pt x="15155" y="2986"/>
                      <a:pt x="15155" y="2986"/>
                    </a:cubicBezTo>
                    <a:lnTo>
                      <a:pt x="14693" y="2986"/>
                    </a:lnTo>
                    <a:close/>
                    <a:moveTo>
                      <a:pt x="9712" y="4037"/>
                    </a:moveTo>
                    <a:cubicBezTo>
                      <a:pt x="9647" y="4037"/>
                      <a:pt x="9647" y="4037"/>
                      <a:pt x="9647" y="4037"/>
                    </a:cubicBezTo>
                    <a:cubicBezTo>
                      <a:pt x="9647" y="4124"/>
                      <a:pt x="9647" y="4124"/>
                      <a:pt x="9647" y="4124"/>
                    </a:cubicBezTo>
                    <a:cubicBezTo>
                      <a:pt x="10231" y="4124"/>
                      <a:pt x="10231" y="4124"/>
                      <a:pt x="10231" y="4124"/>
                    </a:cubicBezTo>
                    <a:cubicBezTo>
                      <a:pt x="10231" y="4037"/>
                      <a:pt x="10231" y="4037"/>
                      <a:pt x="10231" y="4037"/>
                    </a:cubicBezTo>
                    <a:cubicBezTo>
                      <a:pt x="10165" y="4037"/>
                      <a:pt x="10165" y="4037"/>
                      <a:pt x="10165" y="4037"/>
                    </a:cubicBezTo>
                    <a:cubicBezTo>
                      <a:pt x="10131" y="4037"/>
                      <a:pt x="10044" y="3954"/>
                      <a:pt x="10044" y="3916"/>
                    </a:cubicBezTo>
                    <a:cubicBezTo>
                      <a:pt x="10044" y="3288"/>
                      <a:pt x="10044" y="3288"/>
                      <a:pt x="10044" y="3288"/>
                    </a:cubicBezTo>
                    <a:cubicBezTo>
                      <a:pt x="10044" y="3080"/>
                      <a:pt x="9904" y="2964"/>
                      <a:pt x="9732" y="2964"/>
                    </a:cubicBezTo>
                    <a:cubicBezTo>
                      <a:pt x="9538" y="2964"/>
                      <a:pt x="9448" y="3066"/>
                      <a:pt x="9308" y="3204"/>
                    </a:cubicBezTo>
                    <a:cubicBezTo>
                      <a:pt x="9287" y="3044"/>
                      <a:pt x="9158" y="2961"/>
                      <a:pt x="9005" y="2961"/>
                    </a:cubicBezTo>
                    <a:cubicBezTo>
                      <a:pt x="8804" y="2961"/>
                      <a:pt x="8720" y="3068"/>
                      <a:pt x="8589" y="3206"/>
                    </a:cubicBezTo>
                    <a:cubicBezTo>
                      <a:pt x="8544" y="2986"/>
                      <a:pt x="8544" y="2986"/>
                      <a:pt x="8544" y="2986"/>
                    </a:cubicBezTo>
                    <a:cubicBezTo>
                      <a:pt x="8192" y="2986"/>
                      <a:pt x="8192" y="2986"/>
                      <a:pt x="8192" y="2986"/>
                    </a:cubicBezTo>
                    <a:cubicBezTo>
                      <a:pt x="8192" y="3073"/>
                      <a:pt x="8192" y="3073"/>
                      <a:pt x="8192" y="3073"/>
                    </a:cubicBezTo>
                    <a:cubicBezTo>
                      <a:pt x="8257" y="3073"/>
                      <a:pt x="8257" y="3073"/>
                      <a:pt x="8257" y="3073"/>
                    </a:cubicBezTo>
                    <a:cubicBezTo>
                      <a:pt x="8291" y="3073"/>
                      <a:pt x="8378" y="3158"/>
                      <a:pt x="8378" y="3194"/>
                    </a:cubicBezTo>
                    <a:cubicBezTo>
                      <a:pt x="8378" y="3916"/>
                      <a:pt x="8378" y="3916"/>
                      <a:pt x="8378" y="3916"/>
                    </a:cubicBezTo>
                    <a:cubicBezTo>
                      <a:pt x="8378" y="3954"/>
                      <a:pt x="8291" y="4037"/>
                      <a:pt x="8257" y="4037"/>
                    </a:cubicBezTo>
                    <a:cubicBezTo>
                      <a:pt x="8192" y="4037"/>
                      <a:pt x="8192" y="4037"/>
                      <a:pt x="8192" y="4037"/>
                    </a:cubicBezTo>
                    <a:cubicBezTo>
                      <a:pt x="8192" y="4124"/>
                      <a:pt x="8192" y="4124"/>
                      <a:pt x="8192" y="4124"/>
                    </a:cubicBezTo>
                    <a:cubicBezTo>
                      <a:pt x="8775" y="4124"/>
                      <a:pt x="8775" y="4124"/>
                      <a:pt x="8775" y="4124"/>
                    </a:cubicBezTo>
                    <a:cubicBezTo>
                      <a:pt x="8775" y="4037"/>
                      <a:pt x="8775" y="4037"/>
                      <a:pt x="8775" y="4037"/>
                    </a:cubicBezTo>
                    <a:cubicBezTo>
                      <a:pt x="8710" y="4037"/>
                      <a:pt x="8710" y="4037"/>
                      <a:pt x="8710" y="4037"/>
                    </a:cubicBezTo>
                    <a:cubicBezTo>
                      <a:pt x="8676" y="4037"/>
                      <a:pt x="8589" y="3954"/>
                      <a:pt x="8589" y="3916"/>
                    </a:cubicBezTo>
                    <a:cubicBezTo>
                      <a:pt x="8589" y="3330"/>
                      <a:pt x="8589" y="3330"/>
                      <a:pt x="8589" y="3330"/>
                    </a:cubicBezTo>
                    <a:cubicBezTo>
                      <a:pt x="8589" y="3252"/>
                      <a:pt x="8775" y="3099"/>
                      <a:pt x="8925" y="3099"/>
                    </a:cubicBezTo>
                    <a:cubicBezTo>
                      <a:pt x="9049" y="3099"/>
                      <a:pt x="9107" y="3177"/>
                      <a:pt x="9107" y="3288"/>
                    </a:cubicBezTo>
                    <a:cubicBezTo>
                      <a:pt x="9107" y="3916"/>
                      <a:pt x="9107" y="3916"/>
                      <a:pt x="9107" y="3916"/>
                    </a:cubicBezTo>
                    <a:cubicBezTo>
                      <a:pt x="9107" y="3954"/>
                      <a:pt x="9020" y="4037"/>
                      <a:pt x="8986" y="4037"/>
                    </a:cubicBezTo>
                    <a:cubicBezTo>
                      <a:pt x="8921" y="4037"/>
                      <a:pt x="8921" y="4037"/>
                      <a:pt x="8921" y="4037"/>
                    </a:cubicBezTo>
                    <a:cubicBezTo>
                      <a:pt x="8921" y="4124"/>
                      <a:pt x="8921" y="4124"/>
                      <a:pt x="8921" y="4124"/>
                    </a:cubicBezTo>
                    <a:cubicBezTo>
                      <a:pt x="9504" y="4124"/>
                      <a:pt x="9504" y="4124"/>
                      <a:pt x="9504" y="4124"/>
                    </a:cubicBezTo>
                    <a:cubicBezTo>
                      <a:pt x="9504" y="4037"/>
                      <a:pt x="9504" y="4037"/>
                      <a:pt x="9504" y="4037"/>
                    </a:cubicBezTo>
                    <a:cubicBezTo>
                      <a:pt x="9439" y="4037"/>
                      <a:pt x="9439" y="4037"/>
                      <a:pt x="9439" y="4037"/>
                    </a:cubicBezTo>
                    <a:cubicBezTo>
                      <a:pt x="9405" y="4037"/>
                      <a:pt x="9318" y="3954"/>
                      <a:pt x="9318" y="3916"/>
                    </a:cubicBezTo>
                    <a:cubicBezTo>
                      <a:pt x="9318" y="3323"/>
                      <a:pt x="9318" y="3323"/>
                      <a:pt x="9318" y="3323"/>
                    </a:cubicBezTo>
                    <a:cubicBezTo>
                      <a:pt x="9318" y="3246"/>
                      <a:pt x="9504" y="3101"/>
                      <a:pt x="9654" y="3101"/>
                    </a:cubicBezTo>
                    <a:cubicBezTo>
                      <a:pt x="9778" y="3101"/>
                      <a:pt x="9833" y="3178"/>
                      <a:pt x="9833" y="3289"/>
                    </a:cubicBezTo>
                    <a:cubicBezTo>
                      <a:pt x="9833" y="3917"/>
                      <a:pt x="9833" y="3917"/>
                      <a:pt x="9833" y="3917"/>
                    </a:cubicBezTo>
                    <a:cubicBezTo>
                      <a:pt x="9833" y="3954"/>
                      <a:pt x="9746" y="4037"/>
                      <a:pt x="9712" y="4037"/>
                    </a:cubicBezTo>
                    <a:close/>
                    <a:moveTo>
                      <a:pt x="7623" y="2957"/>
                    </a:moveTo>
                    <a:cubicBezTo>
                      <a:pt x="7320" y="2957"/>
                      <a:pt x="7051" y="3184"/>
                      <a:pt x="7051" y="3555"/>
                    </a:cubicBezTo>
                    <a:cubicBezTo>
                      <a:pt x="7051" y="3926"/>
                      <a:pt x="7320" y="4156"/>
                      <a:pt x="7623" y="4156"/>
                    </a:cubicBezTo>
                    <a:cubicBezTo>
                      <a:pt x="7925" y="4156"/>
                      <a:pt x="8192" y="3926"/>
                      <a:pt x="8192" y="3555"/>
                    </a:cubicBezTo>
                    <a:cubicBezTo>
                      <a:pt x="8192" y="3185"/>
                      <a:pt x="7925" y="2957"/>
                      <a:pt x="7623" y="2957"/>
                    </a:cubicBezTo>
                    <a:close/>
                    <a:moveTo>
                      <a:pt x="7962" y="3741"/>
                    </a:moveTo>
                    <a:cubicBezTo>
                      <a:pt x="7940" y="3920"/>
                      <a:pt x="7841" y="4044"/>
                      <a:pt x="7625" y="4044"/>
                    </a:cubicBezTo>
                    <a:cubicBezTo>
                      <a:pt x="7415" y="4044"/>
                      <a:pt x="7315" y="3916"/>
                      <a:pt x="7289" y="3739"/>
                    </a:cubicBezTo>
                    <a:cubicBezTo>
                      <a:pt x="7272" y="3613"/>
                      <a:pt x="7272" y="3485"/>
                      <a:pt x="7289" y="3359"/>
                    </a:cubicBezTo>
                    <a:cubicBezTo>
                      <a:pt x="7315" y="3177"/>
                      <a:pt x="7420" y="3056"/>
                      <a:pt x="7625" y="3056"/>
                    </a:cubicBezTo>
                    <a:cubicBezTo>
                      <a:pt x="7839" y="3056"/>
                      <a:pt x="7940" y="3177"/>
                      <a:pt x="7962" y="3361"/>
                    </a:cubicBezTo>
                    <a:cubicBezTo>
                      <a:pt x="7976" y="3487"/>
                      <a:pt x="7976" y="3615"/>
                      <a:pt x="7962" y="3741"/>
                    </a:cubicBezTo>
                    <a:close/>
                    <a:moveTo>
                      <a:pt x="13826" y="3916"/>
                    </a:moveTo>
                    <a:cubicBezTo>
                      <a:pt x="13826" y="3288"/>
                      <a:pt x="13826" y="3288"/>
                      <a:pt x="13826" y="3288"/>
                    </a:cubicBezTo>
                    <a:cubicBezTo>
                      <a:pt x="13826" y="3092"/>
                      <a:pt x="13685" y="2961"/>
                      <a:pt x="13509" y="2961"/>
                    </a:cubicBezTo>
                    <a:cubicBezTo>
                      <a:pt x="13303" y="2961"/>
                      <a:pt x="13196" y="3080"/>
                      <a:pt x="13058" y="3221"/>
                    </a:cubicBezTo>
                    <a:cubicBezTo>
                      <a:pt x="13016" y="2986"/>
                      <a:pt x="13016" y="2986"/>
                      <a:pt x="13016" y="2986"/>
                    </a:cubicBezTo>
                    <a:cubicBezTo>
                      <a:pt x="12654" y="2986"/>
                      <a:pt x="12654" y="2986"/>
                      <a:pt x="12654" y="2986"/>
                    </a:cubicBezTo>
                    <a:cubicBezTo>
                      <a:pt x="12654" y="3073"/>
                      <a:pt x="12654" y="3073"/>
                      <a:pt x="12654" y="3073"/>
                    </a:cubicBezTo>
                    <a:cubicBezTo>
                      <a:pt x="12724" y="3073"/>
                      <a:pt x="12724" y="3073"/>
                      <a:pt x="12724" y="3073"/>
                    </a:cubicBezTo>
                    <a:cubicBezTo>
                      <a:pt x="12758" y="3073"/>
                      <a:pt x="12850" y="3158"/>
                      <a:pt x="12850" y="3194"/>
                    </a:cubicBezTo>
                    <a:cubicBezTo>
                      <a:pt x="12850" y="3915"/>
                      <a:pt x="12850" y="3915"/>
                      <a:pt x="12850" y="3915"/>
                    </a:cubicBezTo>
                    <a:cubicBezTo>
                      <a:pt x="12850" y="3954"/>
                      <a:pt x="12758" y="4036"/>
                      <a:pt x="12724" y="4036"/>
                    </a:cubicBezTo>
                    <a:cubicBezTo>
                      <a:pt x="12586" y="4036"/>
                      <a:pt x="12586" y="4036"/>
                      <a:pt x="12586" y="4036"/>
                    </a:cubicBezTo>
                    <a:cubicBezTo>
                      <a:pt x="12555" y="4036"/>
                      <a:pt x="12460" y="3954"/>
                      <a:pt x="12460" y="3915"/>
                    </a:cubicBezTo>
                    <a:cubicBezTo>
                      <a:pt x="12460" y="3302"/>
                      <a:pt x="12460" y="3302"/>
                      <a:pt x="12460" y="3302"/>
                    </a:cubicBezTo>
                    <a:cubicBezTo>
                      <a:pt x="12460" y="3077"/>
                      <a:pt x="12267" y="2956"/>
                      <a:pt x="12020" y="2956"/>
                    </a:cubicBezTo>
                    <a:cubicBezTo>
                      <a:pt x="11787" y="2956"/>
                      <a:pt x="11639" y="3041"/>
                      <a:pt x="11545" y="3138"/>
                    </a:cubicBezTo>
                    <a:cubicBezTo>
                      <a:pt x="11698" y="3367"/>
                      <a:pt x="11698" y="3367"/>
                      <a:pt x="11698" y="3367"/>
                    </a:cubicBezTo>
                    <a:cubicBezTo>
                      <a:pt x="11780" y="3367"/>
                      <a:pt x="11780" y="3367"/>
                      <a:pt x="11780" y="3367"/>
                    </a:cubicBezTo>
                    <a:cubicBezTo>
                      <a:pt x="11695" y="3171"/>
                      <a:pt x="11773" y="3041"/>
                      <a:pt x="11969" y="3041"/>
                    </a:cubicBezTo>
                    <a:cubicBezTo>
                      <a:pt x="12175" y="3041"/>
                      <a:pt x="12252" y="3138"/>
                      <a:pt x="12250" y="3300"/>
                    </a:cubicBezTo>
                    <a:cubicBezTo>
                      <a:pt x="12247" y="3435"/>
                      <a:pt x="12247" y="3435"/>
                      <a:pt x="12247" y="3435"/>
                    </a:cubicBezTo>
                    <a:cubicBezTo>
                      <a:pt x="11952" y="3496"/>
                      <a:pt x="11952" y="3496"/>
                      <a:pt x="11952" y="3496"/>
                    </a:cubicBezTo>
                    <a:cubicBezTo>
                      <a:pt x="11790" y="3531"/>
                      <a:pt x="11578" y="3608"/>
                      <a:pt x="11578" y="3836"/>
                    </a:cubicBezTo>
                    <a:cubicBezTo>
                      <a:pt x="11578" y="4023"/>
                      <a:pt x="11714" y="4146"/>
                      <a:pt x="11871" y="4146"/>
                    </a:cubicBezTo>
                    <a:cubicBezTo>
                      <a:pt x="12041" y="4146"/>
                      <a:pt x="12162" y="4008"/>
                      <a:pt x="12254" y="3890"/>
                    </a:cubicBezTo>
                    <a:cubicBezTo>
                      <a:pt x="12283" y="4125"/>
                      <a:pt x="12283" y="4125"/>
                      <a:pt x="12283" y="4125"/>
                    </a:cubicBezTo>
                    <a:cubicBezTo>
                      <a:pt x="13251" y="4125"/>
                      <a:pt x="13251" y="4125"/>
                      <a:pt x="13251" y="4125"/>
                    </a:cubicBezTo>
                    <a:cubicBezTo>
                      <a:pt x="13251" y="4038"/>
                      <a:pt x="13251" y="4038"/>
                      <a:pt x="13251" y="4038"/>
                    </a:cubicBezTo>
                    <a:cubicBezTo>
                      <a:pt x="13186" y="4038"/>
                      <a:pt x="13186" y="4038"/>
                      <a:pt x="13186" y="4038"/>
                    </a:cubicBezTo>
                    <a:cubicBezTo>
                      <a:pt x="13152" y="4038"/>
                      <a:pt x="13060" y="3955"/>
                      <a:pt x="13060" y="3917"/>
                    </a:cubicBezTo>
                    <a:cubicBezTo>
                      <a:pt x="13060" y="3342"/>
                      <a:pt x="13060" y="3342"/>
                      <a:pt x="13060" y="3342"/>
                    </a:cubicBezTo>
                    <a:cubicBezTo>
                      <a:pt x="13060" y="3264"/>
                      <a:pt x="13271" y="3104"/>
                      <a:pt x="13433" y="3104"/>
                    </a:cubicBezTo>
                    <a:cubicBezTo>
                      <a:pt x="13557" y="3104"/>
                      <a:pt x="13615" y="3190"/>
                      <a:pt x="13615" y="3301"/>
                    </a:cubicBezTo>
                    <a:cubicBezTo>
                      <a:pt x="13615" y="3916"/>
                      <a:pt x="13615" y="3916"/>
                      <a:pt x="13615" y="3916"/>
                    </a:cubicBezTo>
                    <a:cubicBezTo>
                      <a:pt x="13615" y="3954"/>
                      <a:pt x="13523" y="4037"/>
                      <a:pt x="13489" y="4037"/>
                    </a:cubicBezTo>
                    <a:cubicBezTo>
                      <a:pt x="13423" y="4037"/>
                      <a:pt x="13423" y="4037"/>
                      <a:pt x="13423" y="4037"/>
                    </a:cubicBezTo>
                    <a:cubicBezTo>
                      <a:pt x="13423" y="4124"/>
                      <a:pt x="13423" y="4124"/>
                      <a:pt x="13423" y="4124"/>
                    </a:cubicBezTo>
                    <a:cubicBezTo>
                      <a:pt x="14022" y="4124"/>
                      <a:pt x="14022" y="4124"/>
                      <a:pt x="14022" y="4124"/>
                    </a:cubicBezTo>
                    <a:cubicBezTo>
                      <a:pt x="14022" y="4037"/>
                      <a:pt x="14022" y="4037"/>
                      <a:pt x="14022" y="4037"/>
                    </a:cubicBezTo>
                    <a:cubicBezTo>
                      <a:pt x="13952" y="4037"/>
                      <a:pt x="13952" y="4037"/>
                      <a:pt x="13952" y="4037"/>
                    </a:cubicBezTo>
                    <a:cubicBezTo>
                      <a:pt x="13918" y="4037"/>
                      <a:pt x="13826" y="3954"/>
                      <a:pt x="13826" y="3916"/>
                    </a:cubicBezTo>
                    <a:close/>
                    <a:moveTo>
                      <a:pt x="12250" y="3787"/>
                    </a:moveTo>
                    <a:cubicBezTo>
                      <a:pt x="12201" y="3873"/>
                      <a:pt x="12080" y="3988"/>
                      <a:pt x="11969" y="3988"/>
                    </a:cubicBezTo>
                    <a:cubicBezTo>
                      <a:pt x="11872" y="3993"/>
                      <a:pt x="11789" y="3918"/>
                      <a:pt x="11785" y="3820"/>
                    </a:cubicBezTo>
                    <a:cubicBezTo>
                      <a:pt x="11785" y="3816"/>
                      <a:pt x="11785" y="3811"/>
                      <a:pt x="11785" y="3807"/>
                    </a:cubicBezTo>
                    <a:cubicBezTo>
                      <a:pt x="11785" y="3693"/>
                      <a:pt x="11833" y="3618"/>
                      <a:pt x="11977" y="3582"/>
                    </a:cubicBezTo>
                    <a:cubicBezTo>
                      <a:pt x="12251" y="3511"/>
                      <a:pt x="12251" y="3511"/>
                      <a:pt x="12251" y="3511"/>
                    </a:cubicBezTo>
                    <a:lnTo>
                      <a:pt x="12250" y="3787"/>
                    </a:lnTo>
                    <a:close/>
                    <a:moveTo>
                      <a:pt x="8336" y="1790"/>
                    </a:moveTo>
                    <a:cubicBezTo>
                      <a:pt x="8617" y="1790"/>
                      <a:pt x="8765" y="1637"/>
                      <a:pt x="8840" y="1388"/>
                    </a:cubicBezTo>
                    <a:cubicBezTo>
                      <a:pt x="8769" y="1388"/>
                      <a:pt x="8769" y="1388"/>
                      <a:pt x="8769" y="1388"/>
                    </a:cubicBezTo>
                    <a:cubicBezTo>
                      <a:pt x="8697" y="1519"/>
                      <a:pt x="8605" y="1584"/>
                      <a:pt x="8411" y="1584"/>
                    </a:cubicBezTo>
                    <a:cubicBezTo>
                      <a:pt x="8152" y="1584"/>
                      <a:pt x="8002" y="1349"/>
                      <a:pt x="7997" y="1141"/>
                    </a:cubicBezTo>
                    <a:cubicBezTo>
                      <a:pt x="8758" y="1080"/>
                      <a:pt x="8758" y="1080"/>
                      <a:pt x="8758" y="1080"/>
                    </a:cubicBezTo>
                    <a:cubicBezTo>
                      <a:pt x="8753" y="997"/>
                      <a:pt x="8753" y="997"/>
                      <a:pt x="8753" y="997"/>
                    </a:cubicBezTo>
                    <a:cubicBezTo>
                      <a:pt x="8740" y="774"/>
                      <a:pt x="8595" y="600"/>
                      <a:pt x="8336" y="598"/>
                    </a:cubicBezTo>
                    <a:cubicBezTo>
                      <a:pt x="8041" y="595"/>
                      <a:pt x="7811" y="857"/>
                      <a:pt x="7811" y="1196"/>
                    </a:cubicBezTo>
                    <a:cubicBezTo>
                      <a:pt x="7811" y="1519"/>
                      <a:pt x="8033" y="1790"/>
                      <a:pt x="8336" y="1790"/>
                    </a:cubicBezTo>
                    <a:close/>
                    <a:moveTo>
                      <a:pt x="8331" y="686"/>
                    </a:moveTo>
                    <a:cubicBezTo>
                      <a:pt x="8554" y="686"/>
                      <a:pt x="8578" y="850"/>
                      <a:pt x="8559" y="1013"/>
                    </a:cubicBezTo>
                    <a:cubicBezTo>
                      <a:pt x="7990" y="1061"/>
                      <a:pt x="7990" y="1061"/>
                      <a:pt x="7990" y="1061"/>
                    </a:cubicBezTo>
                    <a:cubicBezTo>
                      <a:pt x="7997" y="882"/>
                      <a:pt x="8094" y="686"/>
                      <a:pt x="8331" y="686"/>
                    </a:cubicBezTo>
                    <a:close/>
                    <a:moveTo>
                      <a:pt x="8947" y="843"/>
                    </a:moveTo>
                    <a:cubicBezTo>
                      <a:pt x="9349" y="1635"/>
                      <a:pt x="9349" y="1635"/>
                      <a:pt x="9349" y="1635"/>
                    </a:cubicBezTo>
                    <a:cubicBezTo>
                      <a:pt x="9005" y="2259"/>
                      <a:pt x="9005" y="2259"/>
                      <a:pt x="9005" y="2259"/>
                    </a:cubicBezTo>
                    <a:cubicBezTo>
                      <a:pt x="9105" y="2310"/>
                      <a:pt x="9105" y="2310"/>
                      <a:pt x="9105" y="2310"/>
                    </a:cubicBezTo>
                    <a:cubicBezTo>
                      <a:pt x="9444" y="1669"/>
                      <a:pt x="9444" y="1669"/>
                      <a:pt x="9444" y="1669"/>
                    </a:cubicBezTo>
                    <a:cubicBezTo>
                      <a:pt x="9828" y="839"/>
                      <a:pt x="9828" y="839"/>
                      <a:pt x="9828" y="839"/>
                    </a:cubicBezTo>
                    <a:cubicBezTo>
                      <a:pt x="9853" y="800"/>
                      <a:pt x="9935" y="713"/>
                      <a:pt x="9962" y="713"/>
                    </a:cubicBezTo>
                    <a:cubicBezTo>
                      <a:pt x="10015" y="713"/>
                      <a:pt x="10015" y="713"/>
                      <a:pt x="10015" y="713"/>
                    </a:cubicBezTo>
                    <a:cubicBezTo>
                      <a:pt x="10015" y="626"/>
                      <a:pt x="10015" y="626"/>
                      <a:pt x="10015" y="626"/>
                    </a:cubicBezTo>
                    <a:cubicBezTo>
                      <a:pt x="9553" y="626"/>
                      <a:pt x="9553" y="626"/>
                      <a:pt x="9553" y="626"/>
                    </a:cubicBezTo>
                    <a:cubicBezTo>
                      <a:pt x="9553" y="713"/>
                      <a:pt x="9553" y="713"/>
                      <a:pt x="9553" y="713"/>
                    </a:cubicBezTo>
                    <a:cubicBezTo>
                      <a:pt x="9623" y="713"/>
                      <a:pt x="9623" y="713"/>
                      <a:pt x="9623" y="713"/>
                    </a:cubicBezTo>
                    <a:cubicBezTo>
                      <a:pt x="9654" y="713"/>
                      <a:pt x="9725" y="793"/>
                      <a:pt x="9722" y="839"/>
                    </a:cubicBezTo>
                    <a:cubicBezTo>
                      <a:pt x="9470" y="1398"/>
                      <a:pt x="9470" y="1398"/>
                      <a:pt x="9470" y="1398"/>
                    </a:cubicBezTo>
                    <a:cubicBezTo>
                      <a:pt x="9194" y="836"/>
                      <a:pt x="9194" y="836"/>
                      <a:pt x="9194" y="836"/>
                    </a:cubicBezTo>
                    <a:cubicBezTo>
                      <a:pt x="9194" y="794"/>
                      <a:pt x="9262" y="713"/>
                      <a:pt x="9293" y="713"/>
                    </a:cubicBezTo>
                    <a:cubicBezTo>
                      <a:pt x="9364" y="713"/>
                      <a:pt x="9364" y="713"/>
                      <a:pt x="9364" y="713"/>
                    </a:cubicBezTo>
                    <a:cubicBezTo>
                      <a:pt x="9364" y="626"/>
                      <a:pt x="9364" y="626"/>
                      <a:pt x="9364" y="626"/>
                    </a:cubicBezTo>
                    <a:cubicBezTo>
                      <a:pt x="8749" y="626"/>
                      <a:pt x="8749" y="626"/>
                      <a:pt x="8749" y="626"/>
                    </a:cubicBezTo>
                    <a:cubicBezTo>
                      <a:pt x="8749" y="713"/>
                      <a:pt x="8749" y="713"/>
                      <a:pt x="8749" y="713"/>
                    </a:cubicBezTo>
                    <a:cubicBezTo>
                      <a:pt x="8800" y="713"/>
                      <a:pt x="8800" y="713"/>
                      <a:pt x="8800" y="713"/>
                    </a:cubicBezTo>
                    <a:cubicBezTo>
                      <a:pt x="8829" y="712"/>
                      <a:pt x="8928" y="807"/>
                      <a:pt x="8947" y="843"/>
                    </a:cubicBezTo>
                    <a:close/>
                    <a:moveTo>
                      <a:pt x="5117" y="349"/>
                    </a:moveTo>
                    <a:cubicBezTo>
                      <a:pt x="5195" y="353"/>
                      <a:pt x="5261" y="293"/>
                      <a:pt x="5265" y="215"/>
                    </a:cubicBezTo>
                    <a:cubicBezTo>
                      <a:pt x="5265" y="210"/>
                      <a:pt x="5265" y="206"/>
                      <a:pt x="5265" y="201"/>
                    </a:cubicBezTo>
                    <a:cubicBezTo>
                      <a:pt x="5265" y="112"/>
                      <a:pt x="5202" y="56"/>
                      <a:pt x="5117" y="56"/>
                    </a:cubicBezTo>
                    <a:cubicBezTo>
                      <a:pt x="5032" y="56"/>
                      <a:pt x="4967" y="112"/>
                      <a:pt x="4967" y="201"/>
                    </a:cubicBezTo>
                    <a:cubicBezTo>
                      <a:pt x="4965" y="280"/>
                      <a:pt x="5026" y="346"/>
                      <a:pt x="5105" y="349"/>
                    </a:cubicBezTo>
                    <a:cubicBezTo>
                      <a:pt x="5109" y="349"/>
                      <a:pt x="5113" y="349"/>
                      <a:pt x="5117" y="349"/>
                    </a:cubicBezTo>
                    <a:close/>
                    <a:moveTo>
                      <a:pt x="3836" y="1676"/>
                    </a:moveTo>
                    <a:cubicBezTo>
                      <a:pt x="3749" y="1676"/>
                      <a:pt x="3749" y="1676"/>
                      <a:pt x="3749" y="1676"/>
                    </a:cubicBezTo>
                    <a:cubicBezTo>
                      <a:pt x="3715" y="1676"/>
                      <a:pt x="3613" y="1579"/>
                      <a:pt x="3613" y="1543"/>
                    </a:cubicBezTo>
                    <a:cubicBezTo>
                      <a:pt x="3613" y="1075"/>
                      <a:pt x="3613" y="1075"/>
                      <a:pt x="3613" y="1075"/>
                    </a:cubicBezTo>
                    <a:cubicBezTo>
                      <a:pt x="3793" y="882"/>
                      <a:pt x="3793" y="882"/>
                      <a:pt x="3793" y="882"/>
                    </a:cubicBezTo>
                    <a:cubicBezTo>
                      <a:pt x="4403" y="1763"/>
                      <a:pt x="4403" y="1763"/>
                      <a:pt x="4403" y="1763"/>
                    </a:cubicBezTo>
                    <a:cubicBezTo>
                      <a:pt x="6040" y="1763"/>
                      <a:pt x="6040" y="1763"/>
                      <a:pt x="6040" y="1763"/>
                    </a:cubicBezTo>
                    <a:cubicBezTo>
                      <a:pt x="6040" y="1676"/>
                      <a:pt x="6040" y="1676"/>
                      <a:pt x="6040" y="1676"/>
                    </a:cubicBezTo>
                    <a:cubicBezTo>
                      <a:pt x="5974" y="1676"/>
                      <a:pt x="5974" y="1676"/>
                      <a:pt x="5974" y="1676"/>
                    </a:cubicBezTo>
                    <a:cubicBezTo>
                      <a:pt x="5940" y="1676"/>
                      <a:pt x="5848" y="1594"/>
                      <a:pt x="5848" y="1555"/>
                    </a:cubicBezTo>
                    <a:cubicBezTo>
                      <a:pt x="5848" y="981"/>
                      <a:pt x="5848" y="981"/>
                      <a:pt x="5848" y="981"/>
                    </a:cubicBezTo>
                    <a:cubicBezTo>
                      <a:pt x="5848" y="904"/>
                      <a:pt x="6059" y="744"/>
                      <a:pt x="6221" y="744"/>
                    </a:cubicBezTo>
                    <a:cubicBezTo>
                      <a:pt x="6345" y="744"/>
                      <a:pt x="6403" y="829"/>
                      <a:pt x="6403" y="940"/>
                    </a:cubicBezTo>
                    <a:cubicBezTo>
                      <a:pt x="6403" y="1555"/>
                      <a:pt x="6403" y="1555"/>
                      <a:pt x="6403" y="1555"/>
                    </a:cubicBezTo>
                    <a:cubicBezTo>
                      <a:pt x="6403" y="1594"/>
                      <a:pt x="6311" y="1676"/>
                      <a:pt x="6277" y="1676"/>
                    </a:cubicBezTo>
                    <a:cubicBezTo>
                      <a:pt x="6211" y="1676"/>
                      <a:pt x="6211" y="1676"/>
                      <a:pt x="6211" y="1676"/>
                    </a:cubicBezTo>
                    <a:cubicBezTo>
                      <a:pt x="6211" y="1763"/>
                      <a:pt x="6211" y="1763"/>
                      <a:pt x="6211" y="1763"/>
                    </a:cubicBezTo>
                    <a:cubicBezTo>
                      <a:pt x="6810" y="1763"/>
                      <a:pt x="6810" y="1763"/>
                      <a:pt x="6810" y="1763"/>
                    </a:cubicBezTo>
                    <a:cubicBezTo>
                      <a:pt x="6810" y="1676"/>
                      <a:pt x="6810" y="1676"/>
                      <a:pt x="6810" y="1676"/>
                    </a:cubicBezTo>
                    <a:cubicBezTo>
                      <a:pt x="6739" y="1676"/>
                      <a:pt x="6739" y="1676"/>
                      <a:pt x="6739" y="1676"/>
                    </a:cubicBezTo>
                    <a:cubicBezTo>
                      <a:pt x="6706" y="1676"/>
                      <a:pt x="6613" y="1594"/>
                      <a:pt x="6613" y="1555"/>
                    </a:cubicBezTo>
                    <a:cubicBezTo>
                      <a:pt x="6613" y="928"/>
                      <a:pt x="6613" y="928"/>
                      <a:pt x="6613" y="928"/>
                    </a:cubicBezTo>
                    <a:cubicBezTo>
                      <a:pt x="6613" y="732"/>
                      <a:pt x="6473" y="601"/>
                      <a:pt x="6296" y="601"/>
                    </a:cubicBezTo>
                    <a:cubicBezTo>
                      <a:pt x="6091" y="601"/>
                      <a:pt x="5984" y="720"/>
                      <a:pt x="5846" y="860"/>
                    </a:cubicBezTo>
                    <a:cubicBezTo>
                      <a:pt x="5803" y="625"/>
                      <a:pt x="5803" y="625"/>
                      <a:pt x="5803" y="625"/>
                    </a:cubicBezTo>
                    <a:cubicBezTo>
                      <a:pt x="5441" y="625"/>
                      <a:pt x="5441" y="625"/>
                      <a:pt x="5441" y="625"/>
                    </a:cubicBezTo>
                    <a:cubicBezTo>
                      <a:pt x="5441" y="712"/>
                      <a:pt x="5441" y="712"/>
                      <a:pt x="5441" y="712"/>
                    </a:cubicBezTo>
                    <a:cubicBezTo>
                      <a:pt x="5512" y="712"/>
                      <a:pt x="5512" y="712"/>
                      <a:pt x="5512" y="712"/>
                    </a:cubicBezTo>
                    <a:cubicBezTo>
                      <a:pt x="5546" y="712"/>
                      <a:pt x="5638" y="798"/>
                      <a:pt x="5638" y="833"/>
                    </a:cubicBezTo>
                    <a:cubicBezTo>
                      <a:pt x="5638" y="1555"/>
                      <a:pt x="5638" y="1555"/>
                      <a:pt x="5638" y="1555"/>
                    </a:cubicBezTo>
                    <a:cubicBezTo>
                      <a:pt x="5638" y="1593"/>
                      <a:pt x="5546" y="1676"/>
                      <a:pt x="5512" y="1676"/>
                    </a:cubicBezTo>
                    <a:cubicBezTo>
                      <a:pt x="5371" y="1676"/>
                      <a:pt x="5371" y="1676"/>
                      <a:pt x="5371" y="1676"/>
                    </a:cubicBezTo>
                    <a:cubicBezTo>
                      <a:pt x="5340" y="1676"/>
                      <a:pt x="5245" y="1593"/>
                      <a:pt x="5245" y="1555"/>
                    </a:cubicBezTo>
                    <a:cubicBezTo>
                      <a:pt x="5245" y="625"/>
                      <a:pt x="5245" y="625"/>
                      <a:pt x="5245" y="625"/>
                    </a:cubicBezTo>
                    <a:cubicBezTo>
                      <a:pt x="4836" y="625"/>
                      <a:pt x="4836" y="625"/>
                      <a:pt x="4836" y="625"/>
                    </a:cubicBezTo>
                    <a:cubicBezTo>
                      <a:pt x="4836" y="712"/>
                      <a:pt x="4836" y="712"/>
                      <a:pt x="4836" y="712"/>
                    </a:cubicBezTo>
                    <a:cubicBezTo>
                      <a:pt x="4906" y="712"/>
                      <a:pt x="4906" y="712"/>
                      <a:pt x="4906" y="712"/>
                    </a:cubicBezTo>
                    <a:cubicBezTo>
                      <a:pt x="4940" y="712"/>
                      <a:pt x="5032" y="798"/>
                      <a:pt x="5032" y="833"/>
                    </a:cubicBezTo>
                    <a:cubicBezTo>
                      <a:pt x="5032" y="1555"/>
                      <a:pt x="5032" y="1555"/>
                      <a:pt x="5032" y="1555"/>
                    </a:cubicBezTo>
                    <a:cubicBezTo>
                      <a:pt x="5032" y="1594"/>
                      <a:pt x="4940" y="1676"/>
                      <a:pt x="4906" y="1676"/>
                    </a:cubicBezTo>
                    <a:cubicBezTo>
                      <a:pt x="4778" y="1676"/>
                      <a:pt x="4778" y="1676"/>
                      <a:pt x="4778" y="1676"/>
                    </a:cubicBezTo>
                    <a:cubicBezTo>
                      <a:pt x="4742" y="1676"/>
                      <a:pt x="4599" y="1567"/>
                      <a:pt x="4570" y="1528"/>
                    </a:cubicBezTo>
                    <a:cubicBezTo>
                      <a:pt x="3953" y="707"/>
                      <a:pt x="3953" y="707"/>
                      <a:pt x="3953" y="707"/>
                    </a:cubicBezTo>
                    <a:cubicBezTo>
                      <a:pt x="4381" y="247"/>
                      <a:pt x="4381" y="247"/>
                      <a:pt x="4381" y="247"/>
                    </a:cubicBezTo>
                    <a:cubicBezTo>
                      <a:pt x="4405" y="221"/>
                      <a:pt x="4572" y="88"/>
                      <a:pt x="4606" y="88"/>
                    </a:cubicBezTo>
                    <a:cubicBezTo>
                      <a:pt x="4692" y="88"/>
                      <a:pt x="4692" y="88"/>
                      <a:pt x="4692" y="88"/>
                    </a:cubicBezTo>
                    <a:cubicBezTo>
                      <a:pt x="4692" y="0"/>
                      <a:pt x="4692" y="0"/>
                      <a:pt x="4692" y="0"/>
                    </a:cubicBezTo>
                    <a:cubicBezTo>
                      <a:pt x="4052" y="0"/>
                      <a:pt x="4052" y="0"/>
                      <a:pt x="4052" y="0"/>
                    </a:cubicBezTo>
                    <a:cubicBezTo>
                      <a:pt x="4052" y="88"/>
                      <a:pt x="4052" y="88"/>
                      <a:pt x="4052" y="88"/>
                    </a:cubicBezTo>
                    <a:cubicBezTo>
                      <a:pt x="4137" y="88"/>
                      <a:pt x="4137" y="88"/>
                      <a:pt x="4137" y="88"/>
                    </a:cubicBezTo>
                    <a:cubicBezTo>
                      <a:pt x="4171" y="88"/>
                      <a:pt x="4270" y="209"/>
                      <a:pt x="4244" y="240"/>
                    </a:cubicBezTo>
                    <a:cubicBezTo>
                      <a:pt x="3614" y="942"/>
                      <a:pt x="3614" y="942"/>
                      <a:pt x="3614" y="942"/>
                    </a:cubicBezTo>
                    <a:cubicBezTo>
                      <a:pt x="3614" y="221"/>
                      <a:pt x="3614" y="221"/>
                      <a:pt x="3614" y="221"/>
                    </a:cubicBezTo>
                    <a:cubicBezTo>
                      <a:pt x="3614" y="184"/>
                      <a:pt x="3716" y="88"/>
                      <a:pt x="3750" y="88"/>
                    </a:cubicBezTo>
                    <a:cubicBezTo>
                      <a:pt x="3837" y="88"/>
                      <a:pt x="3837" y="88"/>
                      <a:pt x="3837" y="88"/>
                    </a:cubicBezTo>
                    <a:cubicBezTo>
                      <a:pt x="3837" y="0"/>
                      <a:pt x="3837" y="0"/>
                      <a:pt x="3837" y="0"/>
                    </a:cubicBezTo>
                    <a:cubicBezTo>
                      <a:pt x="3149" y="0"/>
                      <a:pt x="3149" y="0"/>
                      <a:pt x="3149" y="0"/>
                    </a:cubicBezTo>
                    <a:cubicBezTo>
                      <a:pt x="3149" y="88"/>
                      <a:pt x="3149" y="88"/>
                      <a:pt x="3149" y="88"/>
                    </a:cubicBezTo>
                    <a:cubicBezTo>
                      <a:pt x="3236" y="88"/>
                      <a:pt x="3236" y="88"/>
                      <a:pt x="3236" y="88"/>
                    </a:cubicBezTo>
                    <a:cubicBezTo>
                      <a:pt x="3270" y="88"/>
                      <a:pt x="3371" y="184"/>
                      <a:pt x="3371" y="221"/>
                    </a:cubicBezTo>
                    <a:cubicBezTo>
                      <a:pt x="3371" y="1543"/>
                      <a:pt x="3371" y="1543"/>
                      <a:pt x="3371" y="1543"/>
                    </a:cubicBezTo>
                    <a:cubicBezTo>
                      <a:pt x="3371" y="1579"/>
                      <a:pt x="3270" y="1676"/>
                      <a:pt x="3236" y="1676"/>
                    </a:cubicBezTo>
                    <a:cubicBezTo>
                      <a:pt x="3149" y="1676"/>
                      <a:pt x="3149" y="1676"/>
                      <a:pt x="3149" y="1676"/>
                    </a:cubicBezTo>
                    <a:cubicBezTo>
                      <a:pt x="3149" y="1763"/>
                      <a:pt x="3149" y="1763"/>
                      <a:pt x="3149" y="1763"/>
                    </a:cubicBezTo>
                    <a:cubicBezTo>
                      <a:pt x="3836" y="1763"/>
                      <a:pt x="3836" y="1763"/>
                      <a:pt x="3836" y="1763"/>
                    </a:cubicBezTo>
                    <a:lnTo>
                      <a:pt x="3836" y="1676"/>
                    </a:lnTo>
                    <a:close/>
                    <a:moveTo>
                      <a:pt x="7720" y="1446"/>
                    </a:moveTo>
                    <a:cubicBezTo>
                      <a:pt x="7720" y="1262"/>
                      <a:pt x="7579" y="1163"/>
                      <a:pt x="7456" y="1114"/>
                    </a:cubicBezTo>
                    <a:cubicBezTo>
                      <a:pt x="7361" y="1078"/>
                      <a:pt x="7296" y="1049"/>
                      <a:pt x="7209" y="1013"/>
                    </a:cubicBezTo>
                    <a:cubicBezTo>
                      <a:pt x="7090" y="962"/>
                      <a:pt x="7023" y="927"/>
                      <a:pt x="7023" y="829"/>
                    </a:cubicBezTo>
                    <a:cubicBezTo>
                      <a:pt x="7023" y="739"/>
                      <a:pt x="7085" y="683"/>
                      <a:pt x="7219" y="683"/>
                    </a:cubicBezTo>
                    <a:cubicBezTo>
                      <a:pt x="7432" y="683"/>
                      <a:pt x="7565" y="884"/>
                      <a:pt x="7565" y="979"/>
                    </a:cubicBezTo>
                    <a:cubicBezTo>
                      <a:pt x="7635" y="979"/>
                      <a:pt x="7635" y="979"/>
                      <a:pt x="7635" y="979"/>
                    </a:cubicBezTo>
                    <a:cubicBezTo>
                      <a:pt x="7635" y="625"/>
                      <a:pt x="7635" y="625"/>
                      <a:pt x="7635" y="625"/>
                    </a:cubicBezTo>
                    <a:cubicBezTo>
                      <a:pt x="7572" y="625"/>
                      <a:pt x="7572" y="625"/>
                      <a:pt x="7572" y="625"/>
                    </a:cubicBezTo>
                    <a:cubicBezTo>
                      <a:pt x="7562" y="649"/>
                      <a:pt x="7543" y="657"/>
                      <a:pt x="7509" y="657"/>
                    </a:cubicBezTo>
                    <a:cubicBezTo>
                      <a:pt x="7422" y="657"/>
                      <a:pt x="7352" y="598"/>
                      <a:pt x="7226" y="598"/>
                    </a:cubicBezTo>
                    <a:cubicBezTo>
                      <a:pt x="7015" y="598"/>
                      <a:pt x="6882" y="707"/>
                      <a:pt x="6882" y="913"/>
                    </a:cubicBezTo>
                    <a:cubicBezTo>
                      <a:pt x="6882" y="1071"/>
                      <a:pt x="6986" y="1160"/>
                      <a:pt x="7124" y="1223"/>
                    </a:cubicBezTo>
                    <a:cubicBezTo>
                      <a:pt x="7216" y="1264"/>
                      <a:pt x="7282" y="1291"/>
                      <a:pt x="7361" y="1325"/>
                    </a:cubicBezTo>
                    <a:cubicBezTo>
                      <a:pt x="7463" y="1367"/>
                      <a:pt x="7577" y="1412"/>
                      <a:pt x="7577" y="1540"/>
                    </a:cubicBezTo>
                    <a:cubicBezTo>
                      <a:pt x="7577" y="1647"/>
                      <a:pt x="7497" y="1695"/>
                      <a:pt x="7354" y="1695"/>
                    </a:cubicBezTo>
                    <a:cubicBezTo>
                      <a:pt x="7107" y="1695"/>
                      <a:pt x="6952" y="1468"/>
                      <a:pt x="6952" y="1361"/>
                    </a:cubicBezTo>
                    <a:cubicBezTo>
                      <a:pt x="6882" y="1361"/>
                      <a:pt x="6882" y="1361"/>
                      <a:pt x="6882" y="1361"/>
                    </a:cubicBezTo>
                    <a:cubicBezTo>
                      <a:pt x="6882" y="1763"/>
                      <a:pt x="6882" y="1763"/>
                      <a:pt x="6882" y="1763"/>
                    </a:cubicBezTo>
                    <a:cubicBezTo>
                      <a:pt x="6938" y="1763"/>
                      <a:pt x="6938" y="1763"/>
                      <a:pt x="6938" y="1763"/>
                    </a:cubicBezTo>
                    <a:cubicBezTo>
                      <a:pt x="6967" y="1737"/>
                      <a:pt x="6979" y="1725"/>
                      <a:pt x="7025" y="1725"/>
                    </a:cubicBezTo>
                    <a:cubicBezTo>
                      <a:pt x="7124" y="1725"/>
                      <a:pt x="7209" y="1790"/>
                      <a:pt x="7354" y="1790"/>
                    </a:cubicBezTo>
                    <a:cubicBezTo>
                      <a:pt x="7570" y="1790"/>
                      <a:pt x="7720" y="1664"/>
                      <a:pt x="7720" y="1446"/>
                    </a:cubicBezTo>
                    <a:close/>
                    <a:moveTo>
                      <a:pt x="2703" y="1584"/>
                    </a:moveTo>
                    <a:cubicBezTo>
                      <a:pt x="2442" y="1584"/>
                      <a:pt x="2282" y="1383"/>
                      <a:pt x="2282" y="1129"/>
                    </a:cubicBezTo>
                    <a:cubicBezTo>
                      <a:pt x="2282" y="860"/>
                      <a:pt x="2391" y="683"/>
                      <a:pt x="2618" y="683"/>
                    </a:cubicBezTo>
                    <a:cubicBezTo>
                      <a:pt x="2815" y="683"/>
                      <a:pt x="2844" y="840"/>
                      <a:pt x="2812" y="1017"/>
                    </a:cubicBezTo>
                    <a:cubicBezTo>
                      <a:pt x="2882" y="1013"/>
                      <a:pt x="2882" y="1013"/>
                      <a:pt x="2882" y="1013"/>
                    </a:cubicBezTo>
                    <a:cubicBezTo>
                      <a:pt x="3049" y="753"/>
                      <a:pt x="3049" y="753"/>
                      <a:pt x="3049" y="753"/>
                    </a:cubicBezTo>
                    <a:cubicBezTo>
                      <a:pt x="2945" y="649"/>
                      <a:pt x="2824" y="596"/>
                      <a:pt x="2645" y="596"/>
                    </a:cubicBezTo>
                    <a:cubicBezTo>
                      <a:pt x="2345" y="596"/>
                      <a:pt x="2100" y="833"/>
                      <a:pt x="2100" y="1201"/>
                    </a:cubicBezTo>
                    <a:cubicBezTo>
                      <a:pt x="2100" y="1526"/>
                      <a:pt x="2306" y="1792"/>
                      <a:pt x="2623" y="1792"/>
                    </a:cubicBezTo>
                    <a:cubicBezTo>
                      <a:pt x="2909" y="1792"/>
                      <a:pt x="3061" y="1635"/>
                      <a:pt x="3136" y="1386"/>
                    </a:cubicBezTo>
                    <a:cubicBezTo>
                      <a:pt x="3066" y="1386"/>
                      <a:pt x="3066" y="1386"/>
                      <a:pt x="3066" y="1386"/>
                    </a:cubicBezTo>
                    <a:cubicBezTo>
                      <a:pt x="2986" y="1519"/>
                      <a:pt x="2902" y="1584"/>
                      <a:pt x="2703" y="1584"/>
                    </a:cubicBezTo>
                    <a:close/>
                    <a:moveTo>
                      <a:pt x="1053" y="1322"/>
                    </a:moveTo>
                    <a:cubicBezTo>
                      <a:pt x="1041" y="1322"/>
                      <a:pt x="1041" y="1322"/>
                      <a:pt x="1041" y="1322"/>
                    </a:cubicBezTo>
                    <a:cubicBezTo>
                      <a:pt x="511" y="0"/>
                      <a:pt x="511" y="0"/>
                      <a:pt x="5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87" y="88"/>
                      <a:pt x="87" y="88"/>
                      <a:pt x="87" y="88"/>
                    </a:cubicBezTo>
                    <a:cubicBezTo>
                      <a:pt x="121" y="88"/>
                      <a:pt x="223" y="184"/>
                      <a:pt x="223" y="221"/>
                    </a:cubicBezTo>
                    <a:cubicBezTo>
                      <a:pt x="223" y="1543"/>
                      <a:pt x="223" y="1543"/>
                      <a:pt x="223" y="1543"/>
                    </a:cubicBezTo>
                    <a:cubicBezTo>
                      <a:pt x="223" y="1579"/>
                      <a:pt x="121" y="1676"/>
                      <a:pt x="87" y="1676"/>
                    </a:cubicBezTo>
                    <a:cubicBezTo>
                      <a:pt x="0" y="1676"/>
                      <a:pt x="0" y="1676"/>
                      <a:pt x="0" y="1676"/>
                    </a:cubicBezTo>
                    <a:cubicBezTo>
                      <a:pt x="0" y="1763"/>
                      <a:pt x="0" y="1763"/>
                      <a:pt x="0" y="1763"/>
                    </a:cubicBezTo>
                    <a:cubicBezTo>
                      <a:pt x="549" y="1763"/>
                      <a:pt x="549" y="1763"/>
                      <a:pt x="549" y="1763"/>
                    </a:cubicBezTo>
                    <a:cubicBezTo>
                      <a:pt x="549" y="1676"/>
                      <a:pt x="549" y="1676"/>
                      <a:pt x="549" y="1676"/>
                    </a:cubicBezTo>
                    <a:cubicBezTo>
                      <a:pt x="462" y="1676"/>
                      <a:pt x="462" y="1676"/>
                      <a:pt x="462" y="1676"/>
                    </a:cubicBezTo>
                    <a:cubicBezTo>
                      <a:pt x="428" y="1676"/>
                      <a:pt x="327" y="1579"/>
                      <a:pt x="327" y="1543"/>
                    </a:cubicBezTo>
                    <a:cubicBezTo>
                      <a:pt x="327" y="233"/>
                      <a:pt x="327" y="233"/>
                      <a:pt x="327" y="233"/>
                    </a:cubicBezTo>
                    <a:cubicBezTo>
                      <a:pt x="968" y="1794"/>
                      <a:pt x="968" y="1794"/>
                      <a:pt x="968" y="1794"/>
                    </a:cubicBezTo>
                    <a:cubicBezTo>
                      <a:pt x="1609" y="259"/>
                      <a:pt x="1609" y="259"/>
                      <a:pt x="1609" y="259"/>
                    </a:cubicBezTo>
                    <a:cubicBezTo>
                      <a:pt x="1609" y="1543"/>
                      <a:pt x="1609" y="1543"/>
                      <a:pt x="1609" y="1543"/>
                    </a:cubicBezTo>
                    <a:cubicBezTo>
                      <a:pt x="1609" y="1579"/>
                      <a:pt x="1507" y="1676"/>
                      <a:pt x="1473" y="1676"/>
                    </a:cubicBezTo>
                    <a:cubicBezTo>
                      <a:pt x="1386" y="1676"/>
                      <a:pt x="1386" y="1676"/>
                      <a:pt x="1386" y="1676"/>
                    </a:cubicBezTo>
                    <a:cubicBezTo>
                      <a:pt x="1386" y="1763"/>
                      <a:pt x="1386" y="1763"/>
                      <a:pt x="1386" y="1763"/>
                    </a:cubicBezTo>
                    <a:cubicBezTo>
                      <a:pt x="2069" y="1763"/>
                      <a:pt x="2069" y="1763"/>
                      <a:pt x="2069" y="1763"/>
                    </a:cubicBezTo>
                    <a:cubicBezTo>
                      <a:pt x="2069" y="1676"/>
                      <a:pt x="2069" y="1676"/>
                      <a:pt x="2069" y="1676"/>
                    </a:cubicBezTo>
                    <a:cubicBezTo>
                      <a:pt x="1983" y="1676"/>
                      <a:pt x="1983" y="1676"/>
                      <a:pt x="1983" y="1676"/>
                    </a:cubicBezTo>
                    <a:cubicBezTo>
                      <a:pt x="1949" y="1676"/>
                      <a:pt x="1848" y="1579"/>
                      <a:pt x="1848" y="1543"/>
                    </a:cubicBezTo>
                    <a:cubicBezTo>
                      <a:pt x="1848" y="221"/>
                      <a:pt x="1848" y="221"/>
                      <a:pt x="1848" y="221"/>
                    </a:cubicBezTo>
                    <a:cubicBezTo>
                      <a:pt x="1848" y="184"/>
                      <a:pt x="1949" y="88"/>
                      <a:pt x="1983" y="88"/>
                    </a:cubicBezTo>
                    <a:cubicBezTo>
                      <a:pt x="2070" y="88"/>
                      <a:pt x="2070" y="88"/>
                      <a:pt x="2070" y="88"/>
                    </a:cubicBezTo>
                    <a:cubicBezTo>
                      <a:pt x="2070" y="0"/>
                      <a:pt x="2070" y="0"/>
                      <a:pt x="2070" y="0"/>
                    </a:cubicBezTo>
                    <a:cubicBezTo>
                      <a:pt x="1610" y="0"/>
                      <a:pt x="1610" y="0"/>
                      <a:pt x="1610" y="0"/>
                    </a:cubicBezTo>
                    <a:lnTo>
                      <a:pt x="1053" y="1322"/>
                    </a:lnTo>
                    <a:close/>
                  </a:path>
                </a:pathLst>
              </a:custGeom>
              <a:solidFill>
                <a:srgbClr val="051C2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>
                  <a:latin typeface="Arial" panose="020B0604020202020204" pitchFamily="34" charset="0"/>
                </a:endParaRPr>
              </a:p>
            </p:txBody>
          </p:sp>
        </p:grpSp>
        <p:pic>
          <p:nvPicPr>
            <p:cNvPr id="11" name="Picture 6" descr="MIT Sloan Executive Education - MIT Office of Innovation">
              <a:extLst>
                <a:ext uri="{FF2B5EF4-FFF2-40B4-BE49-F238E27FC236}">
                  <a16:creationId xmlns:a16="http://schemas.microsoft.com/office/drawing/2014/main" id="{8D07B770-3D37-0281-0E12-A0309049F9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156" y="3021043"/>
              <a:ext cx="3437233" cy="687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34630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9112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logoimage">
            <a:extLst>
              <a:ext uri="{FF2B5EF4-FFF2-40B4-BE49-F238E27FC236}">
                <a16:creationId xmlns:a16="http://schemas.microsoft.com/office/drawing/2014/main" id="{4A82C806-5055-6595-5C7C-7F75F93F3360}"/>
              </a:ext>
            </a:extLst>
          </p:cNvPr>
          <p:cNvGrpSpPr>
            <a:grpSpLocks/>
          </p:cNvGrpSpPr>
          <p:nvPr userDrawn="1">
            <p:custDataLst>
              <p:tags r:id="rId2"/>
            </p:custDataLst>
          </p:nvPr>
        </p:nvGrpSpPr>
        <p:grpSpPr bwMode="ltGray">
          <a:xfrm>
            <a:off x="551942" y="484503"/>
            <a:ext cx="2223915" cy="687445"/>
            <a:chOff x="551942" y="481160"/>
            <a:chExt cx="1893201" cy="585216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976F461E-AF3B-2A99-0EE6-CEE54624C75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A9261CC-1FE7-E72E-F123-C0D05BD3A81F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1" name="Documenttype">
            <a:extLst>
              <a:ext uri="{FF2B5EF4-FFF2-40B4-BE49-F238E27FC236}">
                <a16:creationId xmlns:a16="http://schemas.microsoft.com/office/drawing/2014/main" id="{08BFC02A-7673-910E-811E-F6672CBD499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0" y="5875654"/>
            <a:ext cx="927496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F6D7475F-2524-DFED-AEA6-92E8E8B3AC26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1" y="4306290"/>
            <a:ext cx="927496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4220339D-9D8A-A709-7520-935779B3C0D5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1" y="3490314"/>
            <a:ext cx="927496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E5B660-9CD1-A5CF-4763-B47B43EE3B22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190596EC-04B9-94B5-917D-602DC88E9347}"/>
              </a:ext>
            </a:extLst>
          </p:cNvPr>
          <p:cNvSpPr>
            <a:spLocks/>
          </p:cNvSpPr>
          <p:nvPr userDrawn="1"/>
        </p:nvSpPr>
        <p:spPr>
          <a:xfrm>
            <a:off x="8222488" y="575653"/>
            <a:ext cx="3431964" cy="457666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1576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FB1C870B-67C8-B264-B076-4447B5E64C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17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" name="logoimage">
            <a:extLst>
              <a:ext uri="{FF2B5EF4-FFF2-40B4-BE49-F238E27FC236}">
                <a16:creationId xmlns:a16="http://schemas.microsoft.com/office/drawing/2014/main" id="{4A82C806-5055-6595-5C7C-7F75F93F3360}"/>
              </a:ext>
            </a:extLst>
          </p:cNvPr>
          <p:cNvGrpSpPr>
            <a:grpSpLocks/>
          </p:cNvGrpSpPr>
          <p:nvPr userDrawn="1">
            <p:custDataLst>
              <p:tags r:id="rId2"/>
            </p:custDataLst>
          </p:nvPr>
        </p:nvGrpSpPr>
        <p:grpSpPr bwMode="ltGray">
          <a:xfrm>
            <a:off x="551942" y="484503"/>
            <a:ext cx="2223915" cy="687445"/>
            <a:chOff x="551942" y="481160"/>
            <a:chExt cx="1893201" cy="585216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976F461E-AF3B-2A99-0EE6-CEE54624C75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A9261CC-1FE7-E72E-F123-C0D05BD3A81F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4E5B660-9CD1-A5CF-4763-B47B43EE3B22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7E72BFD-9301-CAAE-97B4-5D583904CBC9}"/>
              </a:ext>
            </a:extLst>
          </p:cNvPr>
          <p:cNvGrpSpPr/>
          <p:nvPr userDrawn="1"/>
        </p:nvGrpSpPr>
        <p:grpSpPr>
          <a:xfrm>
            <a:off x="2960256" y="3095609"/>
            <a:ext cx="9231744" cy="3692633"/>
            <a:chOff x="2960256" y="3058249"/>
            <a:chExt cx="9231744" cy="36926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1CDE689-8356-E5E2-B395-E732E6CC2D44}"/>
                </a:ext>
              </a:extLst>
            </p:cNvPr>
            <p:cNvSpPr/>
            <p:nvPr/>
          </p:nvSpPr>
          <p:spPr>
            <a:xfrm flipH="1" flipV="1">
              <a:off x="11576509" y="3058249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5CFF24A-9448-ADF3-C378-51EC847D4EEA}"/>
                </a:ext>
              </a:extLst>
            </p:cNvPr>
            <p:cNvSpPr/>
            <p:nvPr/>
          </p:nvSpPr>
          <p:spPr>
            <a:xfrm flipH="1" flipV="1">
              <a:off x="10961017" y="3058249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8523473-57A4-EB13-4B49-7DEED4A38293}"/>
                </a:ext>
              </a:extLst>
            </p:cNvPr>
            <p:cNvSpPr/>
            <p:nvPr/>
          </p:nvSpPr>
          <p:spPr>
            <a:xfrm flipH="1" flipV="1">
              <a:off x="10961017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C7EF6A3-B687-A003-92CB-797B51AB8724}"/>
                </a:ext>
              </a:extLst>
            </p:cNvPr>
            <p:cNvSpPr/>
            <p:nvPr/>
          </p:nvSpPr>
          <p:spPr>
            <a:xfrm flipH="1" flipV="1">
              <a:off x="10345525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E4CB00-8F42-5322-28C2-17D298A0E4EA}"/>
                </a:ext>
              </a:extLst>
            </p:cNvPr>
            <p:cNvSpPr/>
            <p:nvPr/>
          </p:nvSpPr>
          <p:spPr>
            <a:xfrm flipH="1" flipV="1">
              <a:off x="11576509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3433A7B-D8AC-0090-9FE2-EF42DF345FB4}"/>
                </a:ext>
              </a:extLst>
            </p:cNvPr>
            <p:cNvSpPr/>
            <p:nvPr/>
          </p:nvSpPr>
          <p:spPr>
            <a:xfrm flipH="1" flipV="1">
              <a:off x="10961017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3F8781B-CC9D-F0DA-8CDC-CA102CE84442}"/>
                </a:ext>
              </a:extLst>
            </p:cNvPr>
            <p:cNvSpPr/>
            <p:nvPr/>
          </p:nvSpPr>
          <p:spPr>
            <a:xfrm flipH="1" flipV="1">
              <a:off x="10961017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641E751-22A6-B144-CF4B-FD660EC08042}"/>
                </a:ext>
              </a:extLst>
            </p:cNvPr>
            <p:cNvSpPr/>
            <p:nvPr/>
          </p:nvSpPr>
          <p:spPr>
            <a:xfrm flipH="1" flipV="1">
              <a:off x="11576509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5E96AD-D207-A713-06C6-6268A18DB27A}"/>
                </a:ext>
              </a:extLst>
            </p:cNvPr>
            <p:cNvSpPr/>
            <p:nvPr/>
          </p:nvSpPr>
          <p:spPr>
            <a:xfrm flipH="1" flipV="1">
              <a:off x="10961017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1E1F1C-C2A9-2CD3-9C1B-6CFC6ED21891}"/>
                </a:ext>
              </a:extLst>
            </p:cNvPr>
            <p:cNvSpPr/>
            <p:nvPr/>
          </p:nvSpPr>
          <p:spPr>
            <a:xfrm flipH="1" flipV="1">
              <a:off x="10961017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DE05475-48E4-704A-94A5-E80569B5B4CC}"/>
                </a:ext>
              </a:extLst>
            </p:cNvPr>
            <p:cNvSpPr/>
            <p:nvPr/>
          </p:nvSpPr>
          <p:spPr>
            <a:xfrm flipH="1" flipV="1">
              <a:off x="10345525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10E09D0-91ED-1A66-B67B-B9F6677246CB}"/>
                </a:ext>
              </a:extLst>
            </p:cNvPr>
            <p:cNvSpPr/>
            <p:nvPr/>
          </p:nvSpPr>
          <p:spPr>
            <a:xfrm flipH="1" flipV="1">
              <a:off x="9114700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05F0731-79BA-E458-9287-548F769E3D2E}"/>
                </a:ext>
              </a:extLst>
            </p:cNvPr>
            <p:cNvSpPr/>
            <p:nvPr/>
          </p:nvSpPr>
          <p:spPr>
            <a:xfrm flipH="1" flipV="1">
              <a:off x="8499208" y="3673582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6841116-4F7E-A6C0-5EEB-C7C01963EEF3}"/>
                </a:ext>
              </a:extLst>
            </p:cNvPr>
            <p:cNvSpPr/>
            <p:nvPr/>
          </p:nvSpPr>
          <p:spPr>
            <a:xfrm flipH="1" flipV="1">
              <a:off x="9730191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DC2BA08-87B9-F809-2C93-E3EA934AEE66}"/>
                </a:ext>
              </a:extLst>
            </p:cNvPr>
            <p:cNvSpPr/>
            <p:nvPr/>
          </p:nvSpPr>
          <p:spPr>
            <a:xfrm flipH="1" flipV="1">
              <a:off x="9114700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5D53F54-ED08-A16B-9243-4AEAEB84C71A}"/>
                </a:ext>
              </a:extLst>
            </p:cNvPr>
            <p:cNvSpPr/>
            <p:nvPr/>
          </p:nvSpPr>
          <p:spPr>
            <a:xfrm flipH="1" flipV="1">
              <a:off x="9114700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4C4D0A5-4471-0CE3-15F6-3A86C61DED5E}"/>
                </a:ext>
              </a:extLst>
            </p:cNvPr>
            <p:cNvSpPr/>
            <p:nvPr/>
          </p:nvSpPr>
          <p:spPr>
            <a:xfrm flipH="1" flipV="1">
              <a:off x="8499208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A251D16-16E6-0CE6-EBC6-8FF59E3B1044}"/>
                </a:ext>
              </a:extLst>
            </p:cNvPr>
            <p:cNvGrpSpPr/>
            <p:nvPr/>
          </p:nvGrpSpPr>
          <p:grpSpPr>
            <a:xfrm>
              <a:off x="9114700" y="4904566"/>
              <a:ext cx="1846316" cy="1230825"/>
              <a:chOff x="9114700" y="4904566"/>
              <a:chExt cx="1846316" cy="1230825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FC9BEA9-D3E7-4C64-A027-ECE7DB62AB9B}"/>
                  </a:ext>
                </a:extLst>
              </p:cNvPr>
              <p:cNvSpPr/>
              <p:nvPr/>
            </p:nvSpPr>
            <p:spPr>
              <a:xfrm flipH="1" flipV="1">
                <a:off x="10345525" y="4904566"/>
                <a:ext cx="615491" cy="615491"/>
              </a:xfrm>
              <a:custGeom>
                <a:avLst/>
                <a:gdLst>
                  <a:gd name="connsiteX0" fmla="*/ 0 w 615491"/>
                  <a:gd name="connsiteY0" fmla="*/ 0 h 615491"/>
                  <a:gd name="connsiteX1" fmla="*/ 615492 w 615491"/>
                  <a:gd name="connsiteY1" fmla="*/ 0 h 615491"/>
                  <a:gd name="connsiteX2" fmla="*/ 615492 w 615491"/>
                  <a:gd name="connsiteY2" fmla="*/ 615492 h 615491"/>
                  <a:gd name="connsiteX3" fmla="*/ 0 w 615491"/>
                  <a:gd name="connsiteY3" fmla="*/ 615492 h 6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491" h="615491">
                    <a:moveTo>
                      <a:pt x="0" y="0"/>
                    </a:moveTo>
                    <a:lnTo>
                      <a:pt x="615492" y="0"/>
                    </a:lnTo>
                    <a:lnTo>
                      <a:pt x="615492" y="615492"/>
                    </a:lnTo>
                    <a:lnTo>
                      <a:pt x="0" y="615492"/>
                    </a:lnTo>
                    <a:close/>
                  </a:path>
                </a:pathLst>
              </a:custGeom>
              <a:solidFill>
                <a:srgbClr val="2C5AA9"/>
              </a:solidFill>
              <a:ln w="157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41C4C92C-7616-94B6-3E8A-513547E35967}"/>
                  </a:ext>
                </a:extLst>
              </p:cNvPr>
              <p:cNvSpPr/>
              <p:nvPr/>
            </p:nvSpPr>
            <p:spPr>
              <a:xfrm flipH="1" flipV="1">
                <a:off x="9730191" y="5519900"/>
                <a:ext cx="615491" cy="615491"/>
              </a:xfrm>
              <a:custGeom>
                <a:avLst/>
                <a:gdLst>
                  <a:gd name="connsiteX0" fmla="*/ 0 w 615491"/>
                  <a:gd name="connsiteY0" fmla="*/ 0 h 615491"/>
                  <a:gd name="connsiteX1" fmla="*/ 615492 w 615491"/>
                  <a:gd name="connsiteY1" fmla="*/ 0 h 615491"/>
                  <a:gd name="connsiteX2" fmla="*/ 615492 w 615491"/>
                  <a:gd name="connsiteY2" fmla="*/ 615492 h 615491"/>
                  <a:gd name="connsiteX3" fmla="*/ 0 w 615491"/>
                  <a:gd name="connsiteY3" fmla="*/ 615492 h 6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491" h="615491">
                    <a:moveTo>
                      <a:pt x="0" y="0"/>
                    </a:moveTo>
                    <a:lnTo>
                      <a:pt x="615492" y="0"/>
                    </a:lnTo>
                    <a:lnTo>
                      <a:pt x="615492" y="615492"/>
                    </a:lnTo>
                    <a:lnTo>
                      <a:pt x="0" y="615492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57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9B4DA9EB-F997-C09E-423E-B942DEB0981D}"/>
                  </a:ext>
                </a:extLst>
              </p:cNvPr>
              <p:cNvSpPr/>
              <p:nvPr/>
            </p:nvSpPr>
            <p:spPr>
              <a:xfrm flipH="1" flipV="1">
                <a:off x="9114700" y="5519900"/>
                <a:ext cx="615491" cy="615491"/>
              </a:xfrm>
              <a:custGeom>
                <a:avLst/>
                <a:gdLst>
                  <a:gd name="connsiteX0" fmla="*/ 0 w 615491"/>
                  <a:gd name="connsiteY0" fmla="*/ 0 h 615491"/>
                  <a:gd name="connsiteX1" fmla="*/ 615492 w 615491"/>
                  <a:gd name="connsiteY1" fmla="*/ 0 h 615491"/>
                  <a:gd name="connsiteX2" fmla="*/ 615492 w 615491"/>
                  <a:gd name="connsiteY2" fmla="*/ 615492 h 615491"/>
                  <a:gd name="connsiteX3" fmla="*/ 0 w 615491"/>
                  <a:gd name="connsiteY3" fmla="*/ 615492 h 6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491" h="615491">
                    <a:moveTo>
                      <a:pt x="0" y="0"/>
                    </a:moveTo>
                    <a:lnTo>
                      <a:pt x="615492" y="0"/>
                    </a:lnTo>
                    <a:lnTo>
                      <a:pt x="615492" y="615492"/>
                    </a:lnTo>
                    <a:lnTo>
                      <a:pt x="0" y="615492"/>
                    </a:lnTo>
                    <a:close/>
                  </a:path>
                </a:pathLst>
              </a:custGeom>
              <a:solidFill>
                <a:schemeClr val="accent2"/>
              </a:solidFill>
              <a:ln w="157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A0F027A-69DB-D052-6759-FE451B41C8D9}"/>
                </a:ext>
              </a:extLst>
            </p:cNvPr>
            <p:cNvSpPr/>
            <p:nvPr/>
          </p:nvSpPr>
          <p:spPr>
            <a:xfrm flipH="1" flipV="1">
              <a:off x="9114700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F0AB9E8-2C9C-A081-65D5-EDFF36CC2248}"/>
                </a:ext>
              </a:extLst>
            </p:cNvPr>
            <p:cNvSpPr/>
            <p:nvPr/>
          </p:nvSpPr>
          <p:spPr>
            <a:xfrm flipH="1" flipV="1">
              <a:off x="8499208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1DA77EA-92FE-AFA3-BFA1-A7C4CDE06D75}"/>
                </a:ext>
              </a:extLst>
            </p:cNvPr>
            <p:cNvSpPr/>
            <p:nvPr/>
          </p:nvSpPr>
          <p:spPr>
            <a:xfrm flipH="1" flipV="1">
              <a:off x="7883874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B659079-1C8F-5621-1EC8-E91164646431}"/>
                </a:ext>
              </a:extLst>
            </p:cNvPr>
            <p:cNvSpPr/>
            <p:nvPr/>
          </p:nvSpPr>
          <p:spPr>
            <a:xfrm flipH="1" flipV="1">
              <a:off x="7268382" y="4289074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388B063-C687-0C7E-9181-6DAD38EBEC27}"/>
                </a:ext>
              </a:extLst>
            </p:cNvPr>
            <p:cNvSpPr/>
            <p:nvPr/>
          </p:nvSpPr>
          <p:spPr>
            <a:xfrm flipH="1" flipV="1">
              <a:off x="7268382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AFE621A-D202-7928-AB92-6BD58067C517}"/>
                </a:ext>
              </a:extLst>
            </p:cNvPr>
            <p:cNvSpPr/>
            <p:nvPr/>
          </p:nvSpPr>
          <p:spPr>
            <a:xfrm flipH="1" flipV="1">
              <a:off x="6652890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CE3643A-A512-B82C-9C56-7EB3B8CC6039}"/>
                </a:ext>
              </a:extLst>
            </p:cNvPr>
            <p:cNvSpPr/>
            <p:nvPr/>
          </p:nvSpPr>
          <p:spPr>
            <a:xfrm flipH="1" flipV="1">
              <a:off x="7883874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C45A186-96D7-2D9A-B926-DBB9919D9E71}"/>
                </a:ext>
              </a:extLst>
            </p:cNvPr>
            <p:cNvSpPr/>
            <p:nvPr/>
          </p:nvSpPr>
          <p:spPr>
            <a:xfrm flipH="1" flipV="1">
              <a:off x="7268382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A8632AC-861F-E7A7-B7B6-1605F0BE3510}"/>
                </a:ext>
              </a:extLst>
            </p:cNvPr>
            <p:cNvSpPr/>
            <p:nvPr/>
          </p:nvSpPr>
          <p:spPr>
            <a:xfrm flipH="1" flipV="1">
              <a:off x="7268382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AA38A18-483E-C3C6-2A2E-5FF7827A0917}"/>
                </a:ext>
              </a:extLst>
            </p:cNvPr>
            <p:cNvSpPr/>
            <p:nvPr/>
          </p:nvSpPr>
          <p:spPr>
            <a:xfrm flipH="1" flipV="1">
              <a:off x="6652890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15F8095-F9AE-5876-34FA-D8A14431CE3E}"/>
                </a:ext>
              </a:extLst>
            </p:cNvPr>
            <p:cNvSpPr/>
            <p:nvPr/>
          </p:nvSpPr>
          <p:spPr>
            <a:xfrm flipH="1" flipV="1">
              <a:off x="5422065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5B90D55-E618-6F98-B054-97C3A36F91F5}"/>
                </a:ext>
              </a:extLst>
            </p:cNvPr>
            <p:cNvSpPr/>
            <p:nvPr/>
          </p:nvSpPr>
          <p:spPr>
            <a:xfrm flipH="1" flipV="1">
              <a:off x="4806573" y="4904566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BF83A44-DF59-E1C7-E228-369B4EAF3279}"/>
                </a:ext>
              </a:extLst>
            </p:cNvPr>
            <p:cNvSpPr/>
            <p:nvPr/>
          </p:nvSpPr>
          <p:spPr>
            <a:xfrm flipH="1" flipV="1">
              <a:off x="6037556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428E2A9-7024-4596-6F12-516FBA863070}"/>
                </a:ext>
              </a:extLst>
            </p:cNvPr>
            <p:cNvSpPr/>
            <p:nvPr/>
          </p:nvSpPr>
          <p:spPr>
            <a:xfrm flipH="1" flipV="1">
              <a:off x="5422065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6B43C29-115A-84F1-589C-6017A39DB3E4}"/>
                </a:ext>
              </a:extLst>
            </p:cNvPr>
            <p:cNvSpPr/>
            <p:nvPr/>
          </p:nvSpPr>
          <p:spPr>
            <a:xfrm flipH="1" flipV="1">
              <a:off x="5422065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1 w 615491"/>
                <a:gd name="connsiteY1" fmla="*/ 0 h 615491"/>
                <a:gd name="connsiteX2" fmla="*/ 615491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1" y="0"/>
                  </a:lnTo>
                  <a:lnTo>
                    <a:pt x="615491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D045446-F126-1492-FC32-60A5CA5BFEB0}"/>
                </a:ext>
              </a:extLst>
            </p:cNvPr>
            <p:cNvSpPr/>
            <p:nvPr/>
          </p:nvSpPr>
          <p:spPr>
            <a:xfrm flipH="1" flipV="1">
              <a:off x="4806573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A9B4687-638F-8434-8A5B-0BD5314DF671}"/>
                </a:ext>
              </a:extLst>
            </p:cNvPr>
            <p:cNvSpPr/>
            <p:nvPr/>
          </p:nvSpPr>
          <p:spPr>
            <a:xfrm flipH="1" flipV="1">
              <a:off x="4191081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1F438E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A370FBD-0CC7-F822-435B-38AC14950D24}"/>
                </a:ext>
              </a:extLst>
            </p:cNvPr>
            <p:cNvSpPr/>
            <p:nvPr/>
          </p:nvSpPr>
          <p:spPr>
            <a:xfrm flipH="1" flipV="1">
              <a:off x="3575747" y="5519900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rgbClr val="2C5AA9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C1A66C1-FCB3-267E-DAAC-C3F2DC57C85C}"/>
                </a:ext>
              </a:extLst>
            </p:cNvPr>
            <p:cNvSpPr/>
            <p:nvPr/>
          </p:nvSpPr>
          <p:spPr>
            <a:xfrm flipH="1" flipV="1">
              <a:off x="3575747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95D7E3A-4F87-FEEA-94F0-2EB972782620}"/>
                </a:ext>
              </a:extLst>
            </p:cNvPr>
            <p:cNvSpPr/>
            <p:nvPr/>
          </p:nvSpPr>
          <p:spPr>
            <a:xfrm flipH="1" flipV="1">
              <a:off x="2960256" y="6135391"/>
              <a:ext cx="615491" cy="615491"/>
            </a:xfrm>
            <a:custGeom>
              <a:avLst/>
              <a:gdLst>
                <a:gd name="connsiteX0" fmla="*/ 0 w 615491"/>
                <a:gd name="connsiteY0" fmla="*/ 0 h 615491"/>
                <a:gd name="connsiteX1" fmla="*/ 615492 w 615491"/>
                <a:gd name="connsiteY1" fmla="*/ 0 h 615491"/>
                <a:gd name="connsiteX2" fmla="*/ 615492 w 615491"/>
                <a:gd name="connsiteY2" fmla="*/ 615492 h 615491"/>
                <a:gd name="connsiteX3" fmla="*/ 0 w 615491"/>
                <a:gd name="connsiteY3" fmla="*/ 615492 h 6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491" h="615491">
                  <a:moveTo>
                    <a:pt x="0" y="0"/>
                  </a:moveTo>
                  <a:lnTo>
                    <a:pt x="615492" y="0"/>
                  </a:lnTo>
                  <a:lnTo>
                    <a:pt x="615492" y="615492"/>
                  </a:lnTo>
                  <a:lnTo>
                    <a:pt x="0" y="615492"/>
                  </a:lnTo>
                  <a:close/>
                </a:path>
              </a:pathLst>
            </a:custGeom>
            <a:solidFill>
              <a:schemeClr val="accent2"/>
            </a:solidFill>
            <a:ln w="1576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166D471E-DFF3-80BA-D015-C2CE3CFA9CC3}"/>
              </a:ext>
            </a:extLst>
          </p:cNvPr>
          <p:cNvSpPr/>
          <p:nvPr userDrawn="1"/>
        </p:nvSpPr>
        <p:spPr>
          <a:xfrm>
            <a:off x="3176" y="6669919"/>
            <a:ext cx="12188824" cy="188081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Documenttype">
            <a:extLst>
              <a:ext uri="{FF2B5EF4-FFF2-40B4-BE49-F238E27FC236}">
                <a16:creationId xmlns:a16="http://schemas.microsoft.com/office/drawing/2014/main" id="{08BFC02A-7673-910E-811E-F6672CBD499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0" y="5875654"/>
            <a:ext cx="927496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F6D7475F-2524-DFED-AEA6-92E8E8B3AC26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1" y="4306290"/>
            <a:ext cx="927496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4220339D-9D8A-A709-7520-935779B3C0D5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1" y="3490314"/>
            <a:ext cx="927496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80369A5A-E072-2AA7-49BB-A14258A7268F}"/>
              </a:ext>
            </a:extLst>
          </p:cNvPr>
          <p:cNvSpPr>
            <a:spLocks/>
          </p:cNvSpPr>
          <p:nvPr userDrawn="1"/>
        </p:nvSpPr>
        <p:spPr>
          <a:xfrm>
            <a:off x="8222488" y="575653"/>
            <a:ext cx="3431964" cy="457666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960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828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7646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79744E48-04EF-4FA7-AF06-13E2E4A9BC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10AAB5F-CF0A-4C58-81CA-92C1A8CB90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295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10AAB5F-CF0A-4C58-81CA-92C1A8CB9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A53433-5DFE-4583-A5C0-DE3F3C3DDE8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9A5BC72-B58B-4282-B0EA-EE79CC589D7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98064E9-3153-4628-A7D5-81F8DEADB0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45116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98064E9-3153-4628-A7D5-81F8DEADB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4FCABF2-1291-4CAB-A39C-0FDD2FD8A1F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8F89071A-FCD4-4931-B959-81108D770B1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2273FB-3270-4181-86FF-C1D92782D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719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2273FB-3270-4181-86FF-C1D92782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E3D51E-EFF4-4CED-8D1C-0D351D7D32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878CBA30-A797-424E-A56B-F43F015ECE9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7654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E97B40B-AFF2-4819-823D-9831ADC756C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2" name="logoimage">
            <a:extLst>
              <a:ext uri="{FF2B5EF4-FFF2-40B4-BE49-F238E27FC236}">
                <a16:creationId xmlns:a16="http://schemas.microsoft.com/office/drawing/2014/main" id="{BBAB16DB-0605-A530-2655-F5FFF5AF5DC9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0EEB260F-0B4B-CBCB-DA1A-A220C6DAECB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5AE46B6C-0C44-02B4-DBE0-9D0BF584BA80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9">
            <a:extLst>
              <a:ext uri="{FF2B5EF4-FFF2-40B4-BE49-F238E27FC236}">
                <a16:creationId xmlns:a16="http://schemas.microsoft.com/office/drawing/2014/main" id="{AEF748AA-0830-BE04-58BD-D51DFBAD96DC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4266485D-98A2-33E9-E71A-A40645768B11}"/>
              </a:ext>
            </a:extLst>
          </p:cNvPr>
          <p:cNvSpPr>
            <a:spLocks/>
          </p:cNvSpPr>
          <p:nvPr userDrawn="1"/>
        </p:nvSpPr>
        <p:spPr>
          <a:xfrm>
            <a:off x="3506098" y="6498754"/>
            <a:ext cx="5179805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8185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57543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2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635D98B-97DC-4A80-82A3-A8B3C701B7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3" name="logoimage">
            <a:extLst>
              <a:ext uri="{FF2B5EF4-FFF2-40B4-BE49-F238E27FC236}">
                <a16:creationId xmlns:a16="http://schemas.microsoft.com/office/drawing/2014/main" id="{5D1E76DA-22D9-AE4D-83E3-F385FB693050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59B7DD32-ED9E-8003-F41A-00EE7B5BD55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32CE865-2478-B0CD-3BEF-1CEE67F67AB4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9">
            <a:extLst>
              <a:ext uri="{FF2B5EF4-FFF2-40B4-BE49-F238E27FC236}">
                <a16:creationId xmlns:a16="http://schemas.microsoft.com/office/drawing/2014/main" id="{E4400070-8EB1-2FCF-4332-C080CDD2FCF3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F98B235B-099F-C60C-F048-D3CFF8CDF77A}"/>
              </a:ext>
            </a:extLst>
          </p:cNvPr>
          <p:cNvSpPr>
            <a:spLocks/>
          </p:cNvSpPr>
          <p:nvPr userDrawn="1"/>
        </p:nvSpPr>
        <p:spPr>
          <a:xfrm>
            <a:off x="4935563" y="6391032"/>
            <a:ext cx="353787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52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3203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4" name="logoimage">
            <a:extLst>
              <a:ext uri="{FF2B5EF4-FFF2-40B4-BE49-F238E27FC236}">
                <a16:creationId xmlns:a16="http://schemas.microsoft.com/office/drawing/2014/main" id="{A1C11570-D8BC-0FE1-FC7A-A838825F4EBB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2167915D-0AD7-648F-5960-2B4AD560825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C267833-3D82-CD31-104F-262D076EF69C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9">
            <a:extLst>
              <a:ext uri="{FF2B5EF4-FFF2-40B4-BE49-F238E27FC236}">
                <a16:creationId xmlns:a16="http://schemas.microsoft.com/office/drawing/2014/main" id="{163023C8-59F4-28D4-6866-A65D956B7C1B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DF82E390-02A0-4808-1875-CD9A59DD2A16}"/>
              </a:ext>
            </a:extLst>
          </p:cNvPr>
          <p:cNvSpPr>
            <a:spLocks/>
          </p:cNvSpPr>
          <p:nvPr userDrawn="1"/>
        </p:nvSpPr>
        <p:spPr>
          <a:xfrm>
            <a:off x="6271977" y="6391032"/>
            <a:ext cx="241641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739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2157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E1D61C74-F3E2-42EF-998D-BEC7B3EBD0B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8CA3F7F-79C3-4776-BD80-2B6BECA0AF60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2" name="logoimage">
            <a:extLst>
              <a:ext uri="{FF2B5EF4-FFF2-40B4-BE49-F238E27FC236}">
                <a16:creationId xmlns:a16="http://schemas.microsoft.com/office/drawing/2014/main" id="{E3C9183C-11FF-F958-2D19-E7B408F6B63E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AAD260EC-1181-31E9-0947-C6C7E0B7CFB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5B7831E7-F329-8950-552E-8419A95E9BDD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9">
            <a:extLst>
              <a:ext uri="{FF2B5EF4-FFF2-40B4-BE49-F238E27FC236}">
                <a16:creationId xmlns:a16="http://schemas.microsoft.com/office/drawing/2014/main" id="{1CB80C68-8D4F-D8B9-243F-380BA9F45D27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D4E5ABA9-2317-2713-CF7A-8528EE2B04E2}"/>
              </a:ext>
            </a:extLst>
          </p:cNvPr>
          <p:cNvSpPr>
            <a:spLocks/>
          </p:cNvSpPr>
          <p:nvPr userDrawn="1"/>
        </p:nvSpPr>
        <p:spPr>
          <a:xfrm>
            <a:off x="3241633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4228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42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2" name="logoimage">
            <a:extLst>
              <a:ext uri="{FF2B5EF4-FFF2-40B4-BE49-F238E27FC236}">
                <a16:creationId xmlns:a16="http://schemas.microsoft.com/office/drawing/2014/main" id="{B300A0C1-C4CA-7A2A-4FB3-AFECC77E832A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760B6A82-9D53-84D2-0997-6BDDBEAD569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22D8F09-A424-6E86-B2C5-1DEEF122E67B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3" name="Freeform 19">
            <a:extLst>
              <a:ext uri="{FF2B5EF4-FFF2-40B4-BE49-F238E27FC236}">
                <a16:creationId xmlns:a16="http://schemas.microsoft.com/office/drawing/2014/main" id="{7EE562E1-4518-ACB6-164D-C867169D321D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292F080E-0DB6-5ABF-BFAC-7D06DDF57D13}"/>
              </a:ext>
            </a:extLst>
          </p:cNvPr>
          <p:cNvSpPr>
            <a:spLocks/>
          </p:cNvSpPr>
          <p:nvPr userDrawn="1"/>
        </p:nvSpPr>
        <p:spPr>
          <a:xfrm>
            <a:off x="4192609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182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37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grpSp>
        <p:nvGrpSpPr>
          <p:cNvPr id="4" name="logoimage">
            <a:extLst>
              <a:ext uri="{FF2B5EF4-FFF2-40B4-BE49-F238E27FC236}">
                <a16:creationId xmlns:a16="http://schemas.microsoft.com/office/drawing/2014/main" id="{CC64B4E1-835D-6FEB-98E0-E42A26103B7A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E9C5BCFB-8158-7CAA-F74E-9166B91D4F3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F220452-3795-48CB-9068-A465D3D93ED7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3" name="Picture 4" descr="NACS Innovation Leadership Program at MIT | NACS">
            <a:extLst>
              <a:ext uri="{FF2B5EF4-FFF2-40B4-BE49-F238E27FC236}">
                <a16:creationId xmlns:a16="http://schemas.microsoft.com/office/drawing/2014/main" id="{578034FC-6EA2-58C9-EF6F-BA63562119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DB6C67C4-6380-DA37-20DB-24FD427E0E40}"/>
              </a:ext>
            </a:extLst>
          </p:cNvPr>
          <p:cNvSpPr>
            <a:spLocks/>
          </p:cNvSpPr>
          <p:nvPr userDrawn="1"/>
        </p:nvSpPr>
        <p:spPr>
          <a:xfrm>
            <a:off x="6271977" y="6391032"/>
            <a:ext cx="241641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8739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1115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A2A8C6A2-26B8-46D0-B6A4-4D8C91B2772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63DE0353-99BC-4322-9D9F-E3C1556B87A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4" y="3659644"/>
            <a:ext cx="3465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logoimage">
            <a:extLst>
              <a:ext uri="{FF2B5EF4-FFF2-40B4-BE49-F238E27FC236}">
                <a16:creationId xmlns:a16="http://schemas.microsoft.com/office/drawing/2014/main" id="{9B329622-697A-1769-E90E-5B610F2CEBB0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4C365AE-1910-0CD6-DEF5-95251AE18DB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3CD704B-9A44-5901-CC4A-45C4D345CB48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5" name="Picture 4" descr="NACS Innovation Leadership Program at MIT | NACS">
            <a:extLst>
              <a:ext uri="{FF2B5EF4-FFF2-40B4-BE49-F238E27FC236}">
                <a16:creationId xmlns:a16="http://schemas.microsoft.com/office/drawing/2014/main" id="{22469619-7777-38EE-A833-C7236D6DA92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bject 6">
            <a:extLst>
              <a:ext uri="{FF2B5EF4-FFF2-40B4-BE49-F238E27FC236}">
                <a16:creationId xmlns:a16="http://schemas.microsoft.com/office/drawing/2014/main" id="{6A874648-D594-3977-242B-DE777BEAA98F}"/>
              </a:ext>
            </a:extLst>
          </p:cNvPr>
          <p:cNvSpPr>
            <a:spLocks/>
          </p:cNvSpPr>
          <p:nvPr userDrawn="1"/>
        </p:nvSpPr>
        <p:spPr>
          <a:xfrm>
            <a:off x="4629343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942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1370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201E918A-7ADD-4595-9E5C-36C3D305CA4A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A0895B2F-2F72-4935-BC7F-BEA280D6C542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logoimage">
            <a:extLst>
              <a:ext uri="{FF2B5EF4-FFF2-40B4-BE49-F238E27FC236}">
                <a16:creationId xmlns:a16="http://schemas.microsoft.com/office/drawing/2014/main" id="{9B18083A-8D09-B5B1-74F7-5BC33E509869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B78A2618-49F5-66C3-CD08-391DFCDA613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72F0C657-969C-3E42-AE82-27792E0F2EAA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4" name="Picture 4" descr="NACS Innovation Leadership Program at MIT | NACS">
            <a:extLst>
              <a:ext uri="{FF2B5EF4-FFF2-40B4-BE49-F238E27FC236}">
                <a16:creationId xmlns:a16="http://schemas.microsoft.com/office/drawing/2014/main" id="{3E1C66CF-8134-B230-972A-878778914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119740" y="6423979"/>
            <a:ext cx="1299810" cy="1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F921823E-831E-DC85-7B76-470D82304D4C}"/>
              </a:ext>
            </a:extLst>
          </p:cNvPr>
          <p:cNvSpPr>
            <a:spLocks/>
          </p:cNvSpPr>
          <p:nvPr userDrawn="1"/>
        </p:nvSpPr>
        <p:spPr>
          <a:xfrm>
            <a:off x="4192609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587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37BF69-DBBB-44FA-AA65-8999BD8B4E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155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37BF69-DBBB-44FA-AA65-8999BD8B4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440E0BC-D285-4CB0-BC8F-8E2C57BF2A2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5171"/>
            <a:ext cx="11082528" cy="989512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5C5F547-1B1B-411D-99AF-7DE767A71F1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BBAC55-4E79-AC8B-4BF4-63F718A305BD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2" name="logoimage">
            <a:extLst>
              <a:ext uri="{FF2B5EF4-FFF2-40B4-BE49-F238E27FC236}">
                <a16:creationId xmlns:a16="http://schemas.microsoft.com/office/drawing/2014/main" id="{36EF1FAA-7DD3-7B0F-9C78-4DD1C182E830}"/>
              </a:ext>
            </a:extLst>
          </p:cNvPr>
          <p:cNvGrpSpPr/>
          <p:nvPr userDrawn="1">
            <p:custDataLst>
              <p:tags r:id="rId7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7C649750-1852-DF27-899C-54C2B83BD97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F884652-D957-8FBB-F899-AD5DAE9A7344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7" name="Freeform 19">
            <a:extLst>
              <a:ext uri="{FF2B5EF4-FFF2-40B4-BE49-F238E27FC236}">
                <a16:creationId xmlns:a16="http://schemas.microsoft.com/office/drawing/2014/main" id="{7595B49D-074D-1DBF-5390-B6A1123D25BF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FCCB520B-47DF-10E0-884E-A055A141261F}"/>
              </a:ext>
            </a:extLst>
          </p:cNvPr>
          <p:cNvSpPr>
            <a:spLocks/>
          </p:cNvSpPr>
          <p:nvPr userDrawn="1"/>
        </p:nvSpPr>
        <p:spPr>
          <a:xfrm>
            <a:off x="4192609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1634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0085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9E206AB-587F-4AC2-9EF7-AA339899F4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DE523A-96FE-6C65-F04C-4CB11DF754E2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94324997-A58F-6FCC-8925-D78EA19B8479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5EEE1575-1931-59CF-E7D0-D0827398455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2228CCB-5920-A890-3F51-2060E8FC7F6E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15" name="Freeform 19">
            <a:extLst>
              <a:ext uri="{FF2B5EF4-FFF2-40B4-BE49-F238E27FC236}">
                <a16:creationId xmlns:a16="http://schemas.microsoft.com/office/drawing/2014/main" id="{CE065515-8854-C10D-09F5-55989902CCCC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1B31D1A1-2722-6327-4ED2-B78A366C6093}"/>
              </a:ext>
            </a:extLst>
          </p:cNvPr>
          <p:cNvSpPr>
            <a:spLocks/>
          </p:cNvSpPr>
          <p:nvPr userDrawn="1"/>
        </p:nvSpPr>
        <p:spPr>
          <a:xfrm>
            <a:off x="4192609" y="6498754"/>
            <a:ext cx="4280831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6748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8CFB858-BB42-06AC-FB23-584387B28DEE}"/>
              </a:ext>
            </a:extLst>
          </p:cNvPr>
          <p:cNvSpPr/>
          <p:nvPr/>
        </p:nvSpPr>
        <p:spPr bwMode="ltGray">
          <a:xfrm>
            <a:off x="6011442" y="-4605"/>
            <a:ext cx="6180561" cy="6920674"/>
          </a:xfrm>
          <a:custGeom>
            <a:avLst/>
            <a:gdLst>
              <a:gd name="connsiteX0" fmla="*/ 1024138 w 6178951"/>
              <a:gd name="connsiteY0" fmla="*/ 0 h 6920674"/>
              <a:gd name="connsiteX1" fmla="*/ 1024162 w 6178951"/>
              <a:gd name="connsiteY1" fmla="*/ 4605 h 6920674"/>
              <a:gd name="connsiteX2" fmla="*/ 6178951 w 6178951"/>
              <a:gd name="connsiteY2" fmla="*/ 4605 h 6920674"/>
              <a:gd name="connsiteX3" fmla="*/ 6178951 w 6178951"/>
              <a:gd name="connsiteY3" fmla="*/ 6862605 h 6920674"/>
              <a:gd name="connsiteX4" fmla="*/ 1059240 w 6178951"/>
              <a:gd name="connsiteY4" fmla="*/ 6862605 h 6920674"/>
              <a:gd name="connsiteX5" fmla="*/ 1059537 w 6178951"/>
              <a:gd name="connsiteY5" fmla="*/ 6920674 h 6920674"/>
              <a:gd name="connsiteX6" fmla="*/ 1022209 w 6178951"/>
              <a:gd name="connsiteY6" fmla="*/ 6862605 h 6920674"/>
              <a:gd name="connsiteX7" fmla="*/ 1016303 w 6178951"/>
              <a:gd name="connsiteY7" fmla="*/ 6862605 h 6920674"/>
              <a:gd name="connsiteX8" fmla="*/ 1016303 w 6178951"/>
              <a:gd name="connsiteY8" fmla="*/ 6853418 h 6920674"/>
              <a:gd name="connsiteX9" fmla="*/ 932372 w 6178951"/>
              <a:gd name="connsiteY9" fmla="*/ 6722851 h 6920674"/>
              <a:gd name="connsiteX10" fmla="*/ 899003 w 6178951"/>
              <a:gd name="connsiteY10" fmla="*/ 199114 h 6920674"/>
              <a:gd name="connsiteX11" fmla="*/ 1016303 w 6178951"/>
              <a:gd name="connsiteY11" fmla="*/ 12467 h 6920674"/>
              <a:gd name="connsiteX12" fmla="*/ 1016303 w 6178951"/>
              <a:gd name="connsiteY12" fmla="*/ 4605 h 6920674"/>
              <a:gd name="connsiteX13" fmla="*/ 1021244 w 6178951"/>
              <a:gd name="connsiteY13" fmla="*/ 4605 h 692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8951" h="6920674">
                <a:moveTo>
                  <a:pt x="1024138" y="0"/>
                </a:moveTo>
                <a:lnTo>
                  <a:pt x="1024162" y="4605"/>
                </a:lnTo>
                <a:lnTo>
                  <a:pt x="6178951" y="4605"/>
                </a:lnTo>
                <a:lnTo>
                  <a:pt x="6178951" y="6862605"/>
                </a:lnTo>
                <a:lnTo>
                  <a:pt x="1059240" y="6862605"/>
                </a:lnTo>
                <a:lnTo>
                  <a:pt x="1059537" y="6920674"/>
                </a:lnTo>
                <a:lnTo>
                  <a:pt x="1022209" y="6862605"/>
                </a:lnTo>
                <a:lnTo>
                  <a:pt x="1016303" y="6862605"/>
                </a:lnTo>
                <a:lnTo>
                  <a:pt x="1016303" y="6853418"/>
                </a:lnTo>
                <a:lnTo>
                  <a:pt x="932372" y="6722851"/>
                </a:lnTo>
                <a:cubicBezTo>
                  <a:pt x="-298678" y="4726797"/>
                  <a:pt x="-311563" y="2207657"/>
                  <a:pt x="899003" y="199114"/>
                </a:cubicBezTo>
                <a:lnTo>
                  <a:pt x="1016303" y="12467"/>
                </a:lnTo>
                <a:lnTo>
                  <a:pt x="1016303" y="4605"/>
                </a:lnTo>
                <a:lnTo>
                  <a:pt x="1021244" y="4605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FFBDA66C-37D1-A4B0-8A37-5F865F2E03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 bwMode="ltGray">
          <a:xfrm>
            <a:off x="8958954" y="-697811"/>
            <a:ext cx="2748513" cy="277467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C8AF114-0B23-CBBD-FCF7-0C287D6ADEC8}"/>
              </a:ext>
            </a:extLst>
          </p:cNvPr>
          <p:cNvGrpSpPr>
            <a:grpSpLocks noChangeAspect="1"/>
          </p:cNvGrpSpPr>
          <p:nvPr/>
        </p:nvGrpSpPr>
        <p:grpSpPr bwMode="ltGray">
          <a:xfrm>
            <a:off x="557099" y="463775"/>
            <a:ext cx="1858586" cy="485325"/>
            <a:chOff x="44" y="1156"/>
            <a:chExt cx="5628" cy="1470"/>
          </a:xfrm>
          <a:solidFill>
            <a:schemeClr val="accent2"/>
          </a:solidFill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466B44B-7F62-DA4E-40B9-ED735DD4CA6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02" y="2133"/>
              <a:ext cx="398" cy="481"/>
            </a:xfrm>
            <a:custGeom>
              <a:avLst/>
              <a:gdLst>
                <a:gd name="T0" fmla="*/ 53 w 398"/>
                <a:gd name="T1" fmla="*/ 0 h 481"/>
                <a:gd name="T2" fmla="*/ 77 w 398"/>
                <a:gd name="T3" fmla="*/ 2 h 481"/>
                <a:gd name="T4" fmla="*/ 99 w 398"/>
                <a:gd name="T5" fmla="*/ 7 h 481"/>
                <a:gd name="T6" fmla="*/ 119 w 398"/>
                <a:gd name="T7" fmla="*/ 17 h 481"/>
                <a:gd name="T8" fmla="*/ 135 w 398"/>
                <a:gd name="T9" fmla="*/ 33 h 481"/>
                <a:gd name="T10" fmla="*/ 145 w 398"/>
                <a:gd name="T11" fmla="*/ 51 h 481"/>
                <a:gd name="T12" fmla="*/ 150 w 398"/>
                <a:gd name="T13" fmla="*/ 77 h 481"/>
                <a:gd name="T14" fmla="*/ 159 w 398"/>
                <a:gd name="T15" fmla="*/ 60 h 481"/>
                <a:gd name="T16" fmla="*/ 172 w 398"/>
                <a:gd name="T17" fmla="*/ 43 h 481"/>
                <a:gd name="T18" fmla="*/ 188 w 398"/>
                <a:gd name="T19" fmla="*/ 29 h 481"/>
                <a:gd name="T20" fmla="*/ 205 w 398"/>
                <a:gd name="T21" fmla="*/ 19 h 481"/>
                <a:gd name="T22" fmla="*/ 225 w 398"/>
                <a:gd name="T23" fmla="*/ 10 h 481"/>
                <a:gd name="T24" fmla="*/ 246 w 398"/>
                <a:gd name="T25" fmla="*/ 3 h 481"/>
                <a:gd name="T26" fmla="*/ 290 w 398"/>
                <a:gd name="T27" fmla="*/ 0 h 481"/>
                <a:gd name="T28" fmla="*/ 319 w 398"/>
                <a:gd name="T29" fmla="*/ 0 h 481"/>
                <a:gd name="T30" fmla="*/ 348 w 398"/>
                <a:gd name="T31" fmla="*/ 7 h 481"/>
                <a:gd name="T32" fmla="*/ 374 w 398"/>
                <a:gd name="T33" fmla="*/ 17 h 481"/>
                <a:gd name="T34" fmla="*/ 398 w 398"/>
                <a:gd name="T35" fmla="*/ 33 h 481"/>
                <a:gd name="T36" fmla="*/ 354 w 398"/>
                <a:gd name="T37" fmla="*/ 115 h 481"/>
                <a:gd name="T38" fmla="*/ 355 w 398"/>
                <a:gd name="T39" fmla="*/ 115 h 481"/>
                <a:gd name="T40" fmla="*/ 318 w 398"/>
                <a:gd name="T41" fmla="*/ 101 h 481"/>
                <a:gd name="T42" fmla="*/ 278 w 398"/>
                <a:gd name="T43" fmla="*/ 96 h 481"/>
                <a:gd name="T44" fmla="*/ 254 w 398"/>
                <a:gd name="T45" fmla="*/ 98 h 481"/>
                <a:gd name="T46" fmla="*/ 232 w 398"/>
                <a:gd name="T47" fmla="*/ 103 h 481"/>
                <a:gd name="T48" fmla="*/ 212 w 398"/>
                <a:gd name="T49" fmla="*/ 111 h 481"/>
                <a:gd name="T50" fmla="*/ 195 w 398"/>
                <a:gd name="T51" fmla="*/ 123 h 481"/>
                <a:gd name="T52" fmla="*/ 179 w 398"/>
                <a:gd name="T53" fmla="*/ 140 h 481"/>
                <a:gd name="T54" fmla="*/ 167 w 398"/>
                <a:gd name="T55" fmla="*/ 159 h 481"/>
                <a:gd name="T56" fmla="*/ 160 w 398"/>
                <a:gd name="T57" fmla="*/ 181 h 481"/>
                <a:gd name="T58" fmla="*/ 157 w 398"/>
                <a:gd name="T59" fmla="*/ 209 h 481"/>
                <a:gd name="T60" fmla="*/ 157 w 398"/>
                <a:gd name="T61" fmla="*/ 481 h 481"/>
                <a:gd name="T62" fmla="*/ 51 w 398"/>
                <a:gd name="T63" fmla="*/ 481 h 481"/>
                <a:gd name="T64" fmla="*/ 51 w 398"/>
                <a:gd name="T65" fmla="*/ 139 h 481"/>
                <a:gd name="T66" fmla="*/ 51 w 398"/>
                <a:gd name="T67" fmla="*/ 111 h 481"/>
                <a:gd name="T68" fmla="*/ 49 w 398"/>
                <a:gd name="T69" fmla="*/ 104 h 481"/>
                <a:gd name="T70" fmla="*/ 48 w 398"/>
                <a:gd name="T71" fmla="*/ 98 h 481"/>
                <a:gd name="T72" fmla="*/ 46 w 398"/>
                <a:gd name="T73" fmla="*/ 91 h 481"/>
                <a:gd name="T74" fmla="*/ 41 w 398"/>
                <a:gd name="T75" fmla="*/ 87 h 481"/>
                <a:gd name="T76" fmla="*/ 37 w 398"/>
                <a:gd name="T77" fmla="*/ 82 h 481"/>
                <a:gd name="T78" fmla="*/ 31 w 398"/>
                <a:gd name="T79" fmla="*/ 80 h 481"/>
                <a:gd name="T80" fmla="*/ 17 w 398"/>
                <a:gd name="T81" fmla="*/ 79 h 481"/>
                <a:gd name="T82" fmla="*/ 2 w 398"/>
                <a:gd name="T83" fmla="*/ 77 h 481"/>
                <a:gd name="T84" fmla="*/ 0 w 398"/>
                <a:gd name="T85" fmla="*/ 5 h 481"/>
                <a:gd name="T86" fmla="*/ 53 w 398"/>
                <a:gd name="T87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8" h="481">
                  <a:moveTo>
                    <a:pt x="53" y="0"/>
                  </a:moveTo>
                  <a:lnTo>
                    <a:pt x="77" y="2"/>
                  </a:lnTo>
                  <a:lnTo>
                    <a:pt x="99" y="7"/>
                  </a:lnTo>
                  <a:lnTo>
                    <a:pt x="119" y="17"/>
                  </a:lnTo>
                  <a:lnTo>
                    <a:pt x="135" y="33"/>
                  </a:lnTo>
                  <a:lnTo>
                    <a:pt x="145" y="51"/>
                  </a:lnTo>
                  <a:lnTo>
                    <a:pt x="150" y="77"/>
                  </a:lnTo>
                  <a:lnTo>
                    <a:pt x="159" y="60"/>
                  </a:lnTo>
                  <a:lnTo>
                    <a:pt x="172" y="43"/>
                  </a:lnTo>
                  <a:lnTo>
                    <a:pt x="188" y="29"/>
                  </a:lnTo>
                  <a:lnTo>
                    <a:pt x="205" y="19"/>
                  </a:lnTo>
                  <a:lnTo>
                    <a:pt x="225" y="10"/>
                  </a:lnTo>
                  <a:lnTo>
                    <a:pt x="246" y="3"/>
                  </a:lnTo>
                  <a:lnTo>
                    <a:pt x="290" y="0"/>
                  </a:lnTo>
                  <a:lnTo>
                    <a:pt x="319" y="0"/>
                  </a:lnTo>
                  <a:lnTo>
                    <a:pt x="348" y="7"/>
                  </a:lnTo>
                  <a:lnTo>
                    <a:pt x="374" y="17"/>
                  </a:lnTo>
                  <a:lnTo>
                    <a:pt x="398" y="33"/>
                  </a:lnTo>
                  <a:lnTo>
                    <a:pt x="354" y="115"/>
                  </a:lnTo>
                  <a:lnTo>
                    <a:pt x="355" y="115"/>
                  </a:lnTo>
                  <a:lnTo>
                    <a:pt x="318" y="101"/>
                  </a:lnTo>
                  <a:lnTo>
                    <a:pt x="278" y="96"/>
                  </a:lnTo>
                  <a:lnTo>
                    <a:pt x="254" y="98"/>
                  </a:lnTo>
                  <a:lnTo>
                    <a:pt x="232" y="103"/>
                  </a:lnTo>
                  <a:lnTo>
                    <a:pt x="212" y="111"/>
                  </a:lnTo>
                  <a:lnTo>
                    <a:pt x="195" y="123"/>
                  </a:lnTo>
                  <a:lnTo>
                    <a:pt x="179" y="140"/>
                  </a:lnTo>
                  <a:lnTo>
                    <a:pt x="167" y="159"/>
                  </a:lnTo>
                  <a:lnTo>
                    <a:pt x="160" y="181"/>
                  </a:lnTo>
                  <a:lnTo>
                    <a:pt x="157" y="209"/>
                  </a:lnTo>
                  <a:lnTo>
                    <a:pt x="157" y="481"/>
                  </a:lnTo>
                  <a:lnTo>
                    <a:pt x="51" y="481"/>
                  </a:lnTo>
                  <a:lnTo>
                    <a:pt x="51" y="139"/>
                  </a:lnTo>
                  <a:lnTo>
                    <a:pt x="51" y="111"/>
                  </a:lnTo>
                  <a:lnTo>
                    <a:pt x="49" y="104"/>
                  </a:lnTo>
                  <a:lnTo>
                    <a:pt x="48" y="98"/>
                  </a:lnTo>
                  <a:lnTo>
                    <a:pt x="46" y="91"/>
                  </a:lnTo>
                  <a:lnTo>
                    <a:pt x="41" y="87"/>
                  </a:lnTo>
                  <a:lnTo>
                    <a:pt x="37" y="82"/>
                  </a:lnTo>
                  <a:lnTo>
                    <a:pt x="31" y="80"/>
                  </a:lnTo>
                  <a:lnTo>
                    <a:pt x="17" y="79"/>
                  </a:lnTo>
                  <a:lnTo>
                    <a:pt x="2" y="77"/>
                  </a:lnTo>
                  <a:lnTo>
                    <a:pt x="0" y="5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786832A-C5B5-9A98-886D-7A2A3E454D82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885" y="2133"/>
              <a:ext cx="514" cy="490"/>
            </a:xfrm>
            <a:custGeom>
              <a:avLst/>
              <a:gdLst>
                <a:gd name="T0" fmla="*/ 229 w 514"/>
                <a:gd name="T1" fmla="*/ 87 h 490"/>
                <a:gd name="T2" fmla="*/ 174 w 514"/>
                <a:gd name="T3" fmla="*/ 111 h 490"/>
                <a:gd name="T4" fmla="*/ 135 w 514"/>
                <a:gd name="T5" fmla="*/ 154 h 490"/>
                <a:gd name="T6" fmla="*/ 111 w 514"/>
                <a:gd name="T7" fmla="*/ 216 h 490"/>
                <a:gd name="T8" fmla="*/ 111 w 514"/>
                <a:gd name="T9" fmla="*/ 293 h 490"/>
                <a:gd name="T10" fmla="*/ 140 w 514"/>
                <a:gd name="T11" fmla="*/ 356 h 490"/>
                <a:gd name="T12" fmla="*/ 179 w 514"/>
                <a:gd name="T13" fmla="*/ 385 h 490"/>
                <a:gd name="T14" fmla="*/ 237 w 514"/>
                <a:gd name="T15" fmla="*/ 395 h 490"/>
                <a:gd name="T16" fmla="*/ 288 w 514"/>
                <a:gd name="T17" fmla="*/ 383 h 490"/>
                <a:gd name="T18" fmla="*/ 328 w 514"/>
                <a:gd name="T19" fmla="*/ 353 h 490"/>
                <a:gd name="T20" fmla="*/ 355 w 514"/>
                <a:gd name="T21" fmla="*/ 286 h 490"/>
                <a:gd name="T22" fmla="*/ 360 w 514"/>
                <a:gd name="T23" fmla="*/ 104 h 490"/>
                <a:gd name="T24" fmla="*/ 309 w 514"/>
                <a:gd name="T25" fmla="*/ 89 h 490"/>
                <a:gd name="T26" fmla="*/ 261 w 514"/>
                <a:gd name="T27" fmla="*/ 84 h 490"/>
                <a:gd name="T28" fmla="*/ 319 w 514"/>
                <a:gd name="T29" fmla="*/ 2 h 490"/>
                <a:gd name="T30" fmla="*/ 416 w 514"/>
                <a:gd name="T31" fmla="*/ 24 h 490"/>
                <a:gd name="T32" fmla="*/ 463 w 514"/>
                <a:gd name="T33" fmla="*/ 342 h 490"/>
                <a:gd name="T34" fmla="*/ 464 w 514"/>
                <a:gd name="T35" fmla="*/ 380 h 490"/>
                <a:gd name="T36" fmla="*/ 469 w 514"/>
                <a:gd name="T37" fmla="*/ 394 h 490"/>
                <a:gd name="T38" fmla="*/ 478 w 514"/>
                <a:gd name="T39" fmla="*/ 402 h 490"/>
                <a:gd name="T40" fmla="*/ 497 w 514"/>
                <a:gd name="T41" fmla="*/ 407 h 490"/>
                <a:gd name="T42" fmla="*/ 514 w 514"/>
                <a:gd name="T43" fmla="*/ 483 h 490"/>
                <a:gd name="T44" fmla="*/ 440 w 514"/>
                <a:gd name="T45" fmla="*/ 484 h 490"/>
                <a:gd name="T46" fmla="*/ 403 w 514"/>
                <a:gd name="T47" fmla="*/ 464 h 490"/>
                <a:gd name="T48" fmla="*/ 382 w 514"/>
                <a:gd name="T49" fmla="*/ 430 h 490"/>
                <a:gd name="T50" fmla="*/ 377 w 514"/>
                <a:gd name="T51" fmla="*/ 387 h 490"/>
                <a:gd name="T52" fmla="*/ 340 w 514"/>
                <a:gd name="T53" fmla="*/ 443 h 490"/>
                <a:gd name="T54" fmla="*/ 280 w 514"/>
                <a:gd name="T55" fmla="*/ 478 h 490"/>
                <a:gd name="T56" fmla="*/ 215 w 514"/>
                <a:gd name="T57" fmla="*/ 490 h 490"/>
                <a:gd name="T58" fmla="*/ 148 w 514"/>
                <a:gd name="T59" fmla="*/ 483 h 490"/>
                <a:gd name="T60" fmla="*/ 95 w 514"/>
                <a:gd name="T61" fmla="*/ 459 h 490"/>
                <a:gd name="T62" fmla="*/ 53 w 514"/>
                <a:gd name="T63" fmla="*/ 421 h 490"/>
                <a:gd name="T64" fmla="*/ 13 w 514"/>
                <a:gd name="T65" fmla="*/ 346 h 490"/>
                <a:gd name="T66" fmla="*/ 0 w 514"/>
                <a:gd name="T67" fmla="*/ 253 h 490"/>
                <a:gd name="T68" fmla="*/ 10 w 514"/>
                <a:gd name="T69" fmla="*/ 180 h 490"/>
                <a:gd name="T70" fmla="*/ 37 w 514"/>
                <a:gd name="T71" fmla="*/ 116 h 490"/>
                <a:gd name="T72" fmla="*/ 78 w 514"/>
                <a:gd name="T73" fmla="*/ 67 h 490"/>
                <a:gd name="T74" fmla="*/ 131 w 514"/>
                <a:gd name="T75" fmla="*/ 29 h 490"/>
                <a:gd name="T76" fmla="*/ 196 w 514"/>
                <a:gd name="T77" fmla="*/ 5 h 490"/>
                <a:gd name="T78" fmla="*/ 270 w 514"/>
                <a:gd name="T7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4" h="490">
                  <a:moveTo>
                    <a:pt x="261" y="84"/>
                  </a:moveTo>
                  <a:lnTo>
                    <a:pt x="229" y="87"/>
                  </a:lnTo>
                  <a:lnTo>
                    <a:pt x="199" y="96"/>
                  </a:lnTo>
                  <a:lnTo>
                    <a:pt x="174" y="111"/>
                  </a:lnTo>
                  <a:lnTo>
                    <a:pt x="152" y="130"/>
                  </a:lnTo>
                  <a:lnTo>
                    <a:pt x="135" y="154"/>
                  </a:lnTo>
                  <a:lnTo>
                    <a:pt x="119" y="183"/>
                  </a:lnTo>
                  <a:lnTo>
                    <a:pt x="111" y="216"/>
                  </a:lnTo>
                  <a:lnTo>
                    <a:pt x="107" y="253"/>
                  </a:lnTo>
                  <a:lnTo>
                    <a:pt x="111" y="293"/>
                  </a:lnTo>
                  <a:lnTo>
                    <a:pt x="121" y="327"/>
                  </a:lnTo>
                  <a:lnTo>
                    <a:pt x="140" y="356"/>
                  </a:lnTo>
                  <a:lnTo>
                    <a:pt x="157" y="373"/>
                  </a:lnTo>
                  <a:lnTo>
                    <a:pt x="179" y="385"/>
                  </a:lnTo>
                  <a:lnTo>
                    <a:pt x="206" y="392"/>
                  </a:lnTo>
                  <a:lnTo>
                    <a:pt x="237" y="395"/>
                  </a:lnTo>
                  <a:lnTo>
                    <a:pt x="264" y="392"/>
                  </a:lnTo>
                  <a:lnTo>
                    <a:pt x="288" y="383"/>
                  </a:lnTo>
                  <a:lnTo>
                    <a:pt x="311" y="371"/>
                  </a:lnTo>
                  <a:lnTo>
                    <a:pt x="328" y="353"/>
                  </a:lnTo>
                  <a:lnTo>
                    <a:pt x="345" y="322"/>
                  </a:lnTo>
                  <a:lnTo>
                    <a:pt x="355" y="286"/>
                  </a:lnTo>
                  <a:lnTo>
                    <a:pt x="360" y="243"/>
                  </a:lnTo>
                  <a:lnTo>
                    <a:pt x="360" y="104"/>
                  </a:lnTo>
                  <a:lnTo>
                    <a:pt x="334" y="96"/>
                  </a:lnTo>
                  <a:lnTo>
                    <a:pt x="309" y="89"/>
                  </a:lnTo>
                  <a:lnTo>
                    <a:pt x="285" y="86"/>
                  </a:lnTo>
                  <a:lnTo>
                    <a:pt x="261" y="84"/>
                  </a:lnTo>
                  <a:close/>
                  <a:moveTo>
                    <a:pt x="270" y="0"/>
                  </a:moveTo>
                  <a:lnTo>
                    <a:pt x="319" y="2"/>
                  </a:lnTo>
                  <a:lnTo>
                    <a:pt x="369" y="10"/>
                  </a:lnTo>
                  <a:lnTo>
                    <a:pt x="416" y="24"/>
                  </a:lnTo>
                  <a:lnTo>
                    <a:pt x="463" y="43"/>
                  </a:lnTo>
                  <a:lnTo>
                    <a:pt x="463" y="342"/>
                  </a:lnTo>
                  <a:lnTo>
                    <a:pt x="464" y="371"/>
                  </a:lnTo>
                  <a:lnTo>
                    <a:pt x="464" y="380"/>
                  </a:lnTo>
                  <a:lnTo>
                    <a:pt x="466" y="387"/>
                  </a:lnTo>
                  <a:lnTo>
                    <a:pt x="469" y="394"/>
                  </a:lnTo>
                  <a:lnTo>
                    <a:pt x="473" y="399"/>
                  </a:lnTo>
                  <a:lnTo>
                    <a:pt x="478" y="402"/>
                  </a:lnTo>
                  <a:lnTo>
                    <a:pt x="485" y="406"/>
                  </a:lnTo>
                  <a:lnTo>
                    <a:pt x="497" y="407"/>
                  </a:lnTo>
                  <a:lnTo>
                    <a:pt x="514" y="407"/>
                  </a:lnTo>
                  <a:lnTo>
                    <a:pt x="514" y="483"/>
                  </a:lnTo>
                  <a:lnTo>
                    <a:pt x="464" y="488"/>
                  </a:lnTo>
                  <a:lnTo>
                    <a:pt x="440" y="484"/>
                  </a:lnTo>
                  <a:lnTo>
                    <a:pt x="420" y="478"/>
                  </a:lnTo>
                  <a:lnTo>
                    <a:pt x="403" y="464"/>
                  </a:lnTo>
                  <a:lnTo>
                    <a:pt x="389" y="445"/>
                  </a:lnTo>
                  <a:lnTo>
                    <a:pt x="382" y="430"/>
                  </a:lnTo>
                  <a:lnTo>
                    <a:pt x="379" y="411"/>
                  </a:lnTo>
                  <a:lnTo>
                    <a:pt x="377" y="387"/>
                  </a:lnTo>
                  <a:lnTo>
                    <a:pt x="360" y="418"/>
                  </a:lnTo>
                  <a:lnTo>
                    <a:pt x="340" y="443"/>
                  </a:lnTo>
                  <a:lnTo>
                    <a:pt x="312" y="464"/>
                  </a:lnTo>
                  <a:lnTo>
                    <a:pt x="280" y="478"/>
                  </a:lnTo>
                  <a:lnTo>
                    <a:pt x="247" y="488"/>
                  </a:lnTo>
                  <a:lnTo>
                    <a:pt x="215" y="490"/>
                  </a:lnTo>
                  <a:lnTo>
                    <a:pt x="179" y="488"/>
                  </a:lnTo>
                  <a:lnTo>
                    <a:pt x="148" y="483"/>
                  </a:lnTo>
                  <a:lnTo>
                    <a:pt x="119" y="472"/>
                  </a:lnTo>
                  <a:lnTo>
                    <a:pt x="95" y="459"/>
                  </a:lnTo>
                  <a:lnTo>
                    <a:pt x="73" y="442"/>
                  </a:lnTo>
                  <a:lnTo>
                    <a:pt x="53" y="421"/>
                  </a:lnTo>
                  <a:lnTo>
                    <a:pt x="30" y="387"/>
                  </a:lnTo>
                  <a:lnTo>
                    <a:pt x="13" y="346"/>
                  </a:lnTo>
                  <a:lnTo>
                    <a:pt x="3" y="301"/>
                  </a:lnTo>
                  <a:lnTo>
                    <a:pt x="0" y="253"/>
                  </a:lnTo>
                  <a:lnTo>
                    <a:pt x="3" y="214"/>
                  </a:lnTo>
                  <a:lnTo>
                    <a:pt x="10" y="180"/>
                  </a:lnTo>
                  <a:lnTo>
                    <a:pt x="22" y="147"/>
                  </a:lnTo>
                  <a:lnTo>
                    <a:pt x="37" y="116"/>
                  </a:lnTo>
                  <a:lnTo>
                    <a:pt x="56" y="89"/>
                  </a:lnTo>
                  <a:lnTo>
                    <a:pt x="78" y="67"/>
                  </a:lnTo>
                  <a:lnTo>
                    <a:pt x="104" y="46"/>
                  </a:lnTo>
                  <a:lnTo>
                    <a:pt x="131" y="29"/>
                  </a:lnTo>
                  <a:lnTo>
                    <a:pt x="162" y="15"/>
                  </a:lnTo>
                  <a:lnTo>
                    <a:pt x="196" y="5"/>
                  </a:lnTo>
                  <a:lnTo>
                    <a:pt x="232" y="0"/>
                  </a:lnTo>
                  <a:lnTo>
                    <a:pt x="2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CD577AA-C6B2-1376-1ADB-D5039B0772B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28" y="2133"/>
              <a:ext cx="497" cy="481"/>
            </a:xfrm>
            <a:custGeom>
              <a:avLst/>
              <a:gdLst>
                <a:gd name="T0" fmla="*/ 309 w 497"/>
                <a:gd name="T1" fmla="*/ 0 h 481"/>
                <a:gd name="T2" fmla="*/ 340 w 497"/>
                <a:gd name="T3" fmla="*/ 2 h 481"/>
                <a:gd name="T4" fmla="*/ 367 w 497"/>
                <a:gd name="T5" fmla="*/ 7 h 481"/>
                <a:gd name="T6" fmla="*/ 393 w 497"/>
                <a:gd name="T7" fmla="*/ 15 h 481"/>
                <a:gd name="T8" fmla="*/ 425 w 497"/>
                <a:gd name="T9" fmla="*/ 34 h 481"/>
                <a:gd name="T10" fmla="*/ 451 w 497"/>
                <a:gd name="T11" fmla="*/ 58 h 481"/>
                <a:gd name="T12" fmla="*/ 471 w 497"/>
                <a:gd name="T13" fmla="*/ 87 h 481"/>
                <a:gd name="T14" fmla="*/ 485 w 497"/>
                <a:gd name="T15" fmla="*/ 122 h 481"/>
                <a:gd name="T16" fmla="*/ 494 w 497"/>
                <a:gd name="T17" fmla="*/ 161 h 481"/>
                <a:gd name="T18" fmla="*/ 497 w 497"/>
                <a:gd name="T19" fmla="*/ 204 h 481"/>
                <a:gd name="T20" fmla="*/ 497 w 497"/>
                <a:gd name="T21" fmla="*/ 481 h 481"/>
                <a:gd name="T22" fmla="*/ 389 w 497"/>
                <a:gd name="T23" fmla="*/ 481 h 481"/>
                <a:gd name="T24" fmla="*/ 389 w 497"/>
                <a:gd name="T25" fmla="*/ 204 h 481"/>
                <a:gd name="T26" fmla="*/ 386 w 497"/>
                <a:gd name="T27" fmla="*/ 170 h 481"/>
                <a:gd name="T28" fmla="*/ 376 w 497"/>
                <a:gd name="T29" fmla="*/ 140 h 481"/>
                <a:gd name="T30" fmla="*/ 359 w 497"/>
                <a:gd name="T31" fmla="*/ 116 h 481"/>
                <a:gd name="T32" fmla="*/ 335 w 497"/>
                <a:gd name="T33" fmla="*/ 99 h 481"/>
                <a:gd name="T34" fmla="*/ 309 w 497"/>
                <a:gd name="T35" fmla="*/ 89 h 481"/>
                <a:gd name="T36" fmla="*/ 278 w 497"/>
                <a:gd name="T37" fmla="*/ 84 h 481"/>
                <a:gd name="T38" fmla="*/ 254 w 497"/>
                <a:gd name="T39" fmla="*/ 87 h 481"/>
                <a:gd name="T40" fmla="*/ 231 w 497"/>
                <a:gd name="T41" fmla="*/ 94 h 481"/>
                <a:gd name="T42" fmla="*/ 210 w 497"/>
                <a:gd name="T43" fmla="*/ 104 h 481"/>
                <a:gd name="T44" fmla="*/ 193 w 497"/>
                <a:gd name="T45" fmla="*/ 120 h 481"/>
                <a:gd name="T46" fmla="*/ 179 w 497"/>
                <a:gd name="T47" fmla="*/ 139 h 481"/>
                <a:gd name="T48" fmla="*/ 167 w 497"/>
                <a:gd name="T49" fmla="*/ 161 h 481"/>
                <a:gd name="T50" fmla="*/ 160 w 497"/>
                <a:gd name="T51" fmla="*/ 185 h 481"/>
                <a:gd name="T52" fmla="*/ 159 w 497"/>
                <a:gd name="T53" fmla="*/ 212 h 481"/>
                <a:gd name="T54" fmla="*/ 159 w 497"/>
                <a:gd name="T55" fmla="*/ 481 h 481"/>
                <a:gd name="T56" fmla="*/ 51 w 497"/>
                <a:gd name="T57" fmla="*/ 481 h 481"/>
                <a:gd name="T58" fmla="*/ 51 w 497"/>
                <a:gd name="T59" fmla="*/ 146 h 481"/>
                <a:gd name="T60" fmla="*/ 51 w 497"/>
                <a:gd name="T61" fmla="*/ 127 h 481"/>
                <a:gd name="T62" fmla="*/ 49 w 497"/>
                <a:gd name="T63" fmla="*/ 111 h 481"/>
                <a:gd name="T64" fmla="*/ 49 w 497"/>
                <a:gd name="T65" fmla="*/ 103 h 481"/>
                <a:gd name="T66" fmla="*/ 46 w 497"/>
                <a:gd name="T67" fmla="*/ 96 h 481"/>
                <a:gd name="T68" fmla="*/ 44 w 497"/>
                <a:gd name="T69" fmla="*/ 91 h 481"/>
                <a:gd name="T70" fmla="*/ 39 w 497"/>
                <a:gd name="T71" fmla="*/ 87 h 481"/>
                <a:gd name="T72" fmla="*/ 36 w 497"/>
                <a:gd name="T73" fmla="*/ 84 h 481"/>
                <a:gd name="T74" fmla="*/ 29 w 497"/>
                <a:gd name="T75" fmla="*/ 80 h 481"/>
                <a:gd name="T76" fmla="*/ 17 w 497"/>
                <a:gd name="T77" fmla="*/ 80 h 481"/>
                <a:gd name="T78" fmla="*/ 0 w 497"/>
                <a:gd name="T79" fmla="*/ 80 h 481"/>
                <a:gd name="T80" fmla="*/ 0 w 497"/>
                <a:gd name="T81" fmla="*/ 7 h 481"/>
                <a:gd name="T82" fmla="*/ 53 w 497"/>
                <a:gd name="T83" fmla="*/ 0 h 481"/>
                <a:gd name="T84" fmla="*/ 78 w 497"/>
                <a:gd name="T85" fmla="*/ 0 h 481"/>
                <a:gd name="T86" fmla="*/ 101 w 497"/>
                <a:gd name="T87" fmla="*/ 5 h 481"/>
                <a:gd name="T88" fmla="*/ 119 w 497"/>
                <a:gd name="T89" fmla="*/ 14 h 481"/>
                <a:gd name="T90" fmla="*/ 135 w 497"/>
                <a:gd name="T91" fmla="*/ 29 h 481"/>
                <a:gd name="T92" fmla="*/ 143 w 497"/>
                <a:gd name="T93" fmla="*/ 43 h 481"/>
                <a:gd name="T94" fmla="*/ 147 w 497"/>
                <a:gd name="T95" fmla="*/ 60 h 481"/>
                <a:gd name="T96" fmla="*/ 149 w 497"/>
                <a:gd name="T97" fmla="*/ 80 h 481"/>
                <a:gd name="T98" fmla="*/ 160 w 497"/>
                <a:gd name="T99" fmla="*/ 60 h 481"/>
                <a:gd name="T100" fmla="*/ 176 w 497"/>
                <a:gd name="T101" fmla="*/ 43 h 481"/>
                <a:gd name="T102" fmla="*/ 195 w 497"/>
                <a:gd name="T103" fmla="*/ 29 h 481"/>
                <a:gd name="T104" fmla="*/ 215 w 497"/>
                <a:gd name="T105" fmla="*/ 17 h 481"/>
                <a:gd name="T106" fmla="*/ 239 w 497"/>
                <a:gd name="T107" fmla="*/ 9 h 481"/>
                <a:gd name="T108" fmla="*/ 261 w 497"/>
                <a:gd name="T109" fmla="*/ 3 h 481"/>
                <a:gd name="T110" fmla="*/ 309 w 497"/>
                <a:gd name="T111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7" h="481">
                  <a:moveTo>
                    <a:pt x="309" y="0"/>
                  </a:moveTo>
                  <a:lnTo>
                    <a:pt x="340" y="2"/>
                  </a:lnTo>
                  <a:lnTo>
                    <a:pt x="367" y="7"/>
                  </a:lnTo>
                  <a:lnTo>
                    <a:pt x="393" y="15"/>
                  </a:lnTo>
                  <a:lnTo>
                    <a:pt x="425" y="34"/>
                  </a:lnTo>
                  <a:lnTo>
                    <a:pt x="451" y="58"/>
                  </a:lnTo>
                  <a:lnTo>
                    <a:pt x="471" y="87"/>
                  </a:lnTo>
                  <a:lnTo>
                    <a:pt x="485" y="122"/>
                  </a:lnTo>
                  <a:lnTo>
                    <a:pt x="494" y="161"/>
                  </a:lnTo>
                  <a:lnTo>
                    <a:pt x="497" y="204"/>
                  </a:lnTo>
                  <a:lnTo>
                    <a:pt x="497" y="481"/>
                  </a:lnTo>
                  <a:lnTo>
                    <a:pt x="389" y="481"/>
                  </a:lnTo>
                  <a:lnTo>
                    <a:pt x="389" y="204"/>
                  </a:lnTo>
                  <a:lnTo>
                    <a:pt x="386" y="170"/>
                  </a:lnTo>
                  <a:lnTo>
                    <a:pt x="376" y="140"/>
                  </a:lnTo>
                  <a:lnTo>
                    <a:pt x="359" y="116"/>
                  </a:lnTo>
                  <a:lnTo>
                    <a:pt x="335" y="99"/>
                  </a:lnTo>
                  <a:lnTo>
                    <a:pt x="309" y="89"/>
                  </a:lnTo>
                  <a:lnTo>
                    <a:pt x="278" y="84"/>
                  </a:lnTo>
                  <a:lnTo>
                    <a:pt x="254" y="87"/>
                  </a:lnTo>
                  <a:lnTo>
                    <a:pt x="231" y="94"/>
                  </a:lnTo>
                  <a:lnTo>
                    <a:pt x="210" y="104"/>
                  </a:lnTo>
                  <a:lnTo>
                    <a:pt x="193" y="120"/>
                  </a:lnTo>
                  <a:lnTo>
                    <a:pt x="179" y="139"/>
                  </a:lnTo>
                  <a:lnTo>
                    <a:pt x="167" y="161"/>
                  </a:lnTo>
                  <a:lnTo>
                    <a:pt x="160" y="185"/>
                  </a:lnTo>
                  <a:lnTo>
                    <a:pt x="159" y="212"/>
                  </a:lnTo>
                  <a:lnTo>
                    <a:pt x="159" y="481"/>
                  </a:lnTo>
                  <a:lnTo>
                    <a:pt x="51" y="481"/>
                  </a:lnTo>
                  <a:lnTo>
                    <a:pt x="51" y="146"/>
                  </a:lnTo>
                  <a:lnTo>
                    <a:pt x="51" y="127"/>
                  </a:lnTo>
                  <a:lnTo>
                    <a:pt x="49" y="111"/>
                  </a:lnTo>
                  <a:lnTo>
                    <a:pt x="49" y="103"/>
                  </a:lnTo>
                  <a:lnTo>
                    <a:pt x="46" y="96"/>
                  </a:lnTo>
                  <a:lnTo>
                    <a:pt x="44" y="91"/>
                  </a:lnTo>
                  <a:lnTo>
                    <a:pt x="39" y="87"/>
                  </a:lnTo>
                  <a:lnTo>
                    <a:pt x="36" y="84"/>
                  </a:lnTo>
                  <a:lnTo>
                    <a:pt x="29" y="80"/>
                  </a:lnTo>
                  <a:lnTo>
                    <a:pt x="17" y="80"/>
                  </a:lnTo>
                  <a:lnTo>
                    <a:pt x="0" y="80"/>
                  </a:lnTo>
                  <a:lnTo>
                    <a:pt x="0" y="7"/>
                  </a:lnTo>
                  <a:lnTo>
                    <a:pt x="53" y="0"/>
                  </a:lnTo>
                  <a:lnTo>
                    <a:pt x="78" y="0"/>
                  </a:lnTo>
                  <a:lnTo>
                    <a:pt x="101" y="5"/>
                  </a:lnTo>
                  <a:lnTo>
                    <a:pt x="119" y="14"/>
                  </a:lnTo>
                  <a:lnTo>
                    <a:pt x="135" y="29"/>
                  </a:lnTo>
                  <a:lnTo>
                    <a:pt x="143" y="43"/>
                  </a:lnTo>
                  <a:lnTo>
                    <a:pt x="147" y="60"/>
                  </a:lnTo>
                  <a:lnTo>
                    <a:pt x="149" y="80"/>
                  </a:lnTo>
                  <a:lnTo>
                    <a:pt x="160" y="60"/>
                  </a:lnTo>
                  <a:lnTo>
                    <a:pt x="176" y="43"/>
                  </a:lnTo>
                  <a:lnTo>
                    <a:pt x="195" y="29"/>
                  </a:lnTo>
                  <a:lnTo>
                    <a:pt x="215" y="17"/>
                  </a:lnTo>
                  <a:lnTo>
                    <a:pt x="239" y="9"/>
                  </a:lnTo>
                  <a:lnTo>
                    <a:pt x="261" y="3"/>
                  </a:lnTo>
                  <a:lnTo>
                    <a:pt x="3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3C5B01-2BE5-AEFE-F3CA-38DC98ADB96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993" y="2131"/>
              <a:ext cx="424" cy="495"/>
            </a:xfrm>
            <a:custGeom>
              <a:avLst/>
              <a:gdLst>
                <a:gd name="T0" fmla="*/ 253 w 424"/>
                <a:gd name="T1" fmla="*/ 2 h 495"/>
                <a:gd name="T2" fmla="*/ 325 w 424"/>
                <a:gd name="T3" fmla="*/ 21 h 495"/>
                <a:gd name="T4" fmla="*/ 380 w 424"/>
                <a:gd name="T5" fmla="*/ 57 h 495"/>
                <a:gd name="T6" fmla="*/ 410 w 424"/>
                <a:gd name="T7" fmla="*/ 110 h 495"/>
                <a:gd name="T8" fmla="*/ 320 w 424"/>
                <a:gd name="T9" fmla="*/ 142 h 495"/>
                <a:gd name="T10" fmla="*/ 310 w 424"/>
                <a:gd name="T11" fmla="*/ 113 h 495"/>
                <a:gd name="T12" fmla="*/ 294 w 424"/>
                <a:gd name="T13" fmla="*/ 100 h 495"/>
                <a:gd name="T14" fmla="*/ 269 w 424"/>
                <a:gd name="T15" fmla="*/ 88 h 495"/>
                <a:gd name="T16" fmla="*/ 212 w 424"/>
                <a:gd name="T17" fmla="*/ 81 h 495"/>
                <a:gd name="T18" fmla="*/ 159 w 424"/>
                <a:gd name="T19" fmla="*/ 91 h 495"/>
                <a:gd name="T20" fmla="*/ 135 w 424"/>
                <a:gd name="T21" fmla="*/ 105 h 495"/>
                <a:gd name="T22" fmla="*/ 123 w 424"/>
                <a:gd name="T23" fmla="*/ 118 h 495"/>
                <a:gd name="T24" fmla="*/ 115 w 424"/>
                <a:gd name="T25" fmla="*/ 146 h 495"/>
                <a:gd name="T26" fmla="*/ 129 w 424"/>
                <a:gd name="T27" fmla="*/ 177 h 495"/>
                <a:gd name="T28" fmla="*/ 166 w 424"/>
                <a:gd name="T29" fmla="*/ 192 h 495"/>
                <a:gd name="T30" fmla="*/ 228 w 424"/>
                <a:gd name="T31" fmla="*/ 204 h 495"/>
                <a:gd name="T32" fmla="*/ 334 w 424"/>
                <a:gd name="T33" fmla="*/ 225 h 495"/>
                <a:gd name="T34" fmla="*/ 388 w 424"/>
                <a:gd name="T35" fmla="*/ 254 h 495"/>
                <a:gd name="T36" fmla="*/ 416 w 424"/>
                <a:gd name="T37" fmla="*/ 296 h 495"/>
                <a:gd name="T38" fmla="*/ 424 w 424"/>
                <a:gd name="T39" fmla="*/ 344 h 495"/>
                <a:gd name="T40" fmla="*/ 416 w 424"/>
                <a:gd name="T41" fmla="*/ 392 h 495"/>
                <a:gd name="T42" fmla="*/ 385 w 424"/>
                <a:gd name="T43" fmla="*/ 439 h 495"/>
                <a:gd name="T44" fmla="*/ 328 w 424"/>
                <a:gd name="T45" fmla="*/ 474 h 495"/>
                <a:gd name="T46" fmla="*/ 257 w 424"/>
                <a:gd name="T47" fmla="*/ 493 h 495"/>
                <a:gd name="T48" fmla="*/ 178 w 424"/>
                <a:gd name="T49" fmla="*/ 493 h 495"/>
                <a:gd name="T50" fmla="*/ 105 w 424"/>
                <a:gd name="T51" fmla="*/ 480 h 495"/>
                <a:gd name="T52" fmla="*/ 47 w 424"/>
                <a:gd name="T53" fmla="*/ 444 h 495"/>
                <a:gd name="T54" fmla="*/ 12 w 424"/>
                <a:gd name="T55" fmla="*/ 396 h 495"/>
                <a:gd name="T56" fmla="*/ 0 w 424"/>
                <a:gd name="T57" fmla="*/ 344 h 495"/>
                <a:gd name="T58" fmla="*/ 110 w 424"/>
                <a:gd name="T59" fmla="*/ 361 h 495"/>
                <a:gd name="T60" fmla="*/ 123 w 424"/>
                <a:gd name="T61" fmla="*/ 384 h 495"/>
                <a:gd name="T62" fmla="*/ 142 w 424"/>
                <a:gd name="T63" fmla="*/ 397 h 495"/>
                <a:gd name="T64" fmla="*/ 175 w 424"/>
                <a:gd name="T65" fmla="*/ 411 h 495"/>
                <a:gd name="T66" fmla="*/ 253 w 424"/>
                <a:gd name="T67" fmla="*/ 413 h 495"/>
                <a:gd name="T68" fmla="*/ 289 w 424"/>
                <a:gd name="T69" fmla="*/ 401 h 495"/>
                <a:gd name="T70" fmla="*/ 308 w 424"/>
                <a:gd name="T71" fmla="*/ 387 h 495"/>
                <a:gd name="T72" fmla="*/ 323 w 424"/>
                <a:gd name="T73" fmla="*/ 363 h 495"/>
                <a:gd name="T74" fmla="*/ 323 w 424"/>
                <a:gd name="T75" fmla="*/ 324 h 495"/>
                <a:gd name="T76" fmla="*/ 298 w 424"/>
                <a:gd name="T77" fmla="*/ 298 h 495"/>
                <a:gd name="T78" fmla="*/ 221 w 424"/>
                <a:gd name="T79" fmla="*/ 279 h 495"/>
                <a:gd name="T80" fmla="*/ 113 w 424"/>
                <a:gd name="T81" fmla="*/ 261 h 495"/>
                <a:gd name="T82" fmla="*/ 53 w 424"/>
                <a:gd name="T83" fmla="*/ 233 h 495"/>
                <a:gd name="T84" fmla="*/ 21 w 424"/>
                <a:gd name="T85" fmla="*/ 195 h 495"/>
                <a:gd name="T86" fmla="*/ 12 w 424"/>
                <a:gd name="T87" fmla="*/ 149 h 495"/>
                <a:gd name="T88" fmla="*/ 19 w 424"/>
                <a:gd name="T89" fmla="*/ 103 h 495"/>
                <a:gd name="T90" fmla="*/ 48 w 424"/>
                <a:gd name="T91" fmla="*/ 57 h 495"/>
                <a:gd name="T92" fmla="*/ 105 w 424"/>
                <a:gd name="T93" fmla="*/ 21 h 495"/>
                <a:gd name="T94" fmla="*/ 175 w 424"/>
                <a:gd name="T95" fmla="*/ 2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24" h="495">
                  <a:moveTo>
                    <a:pt x="212" y="0"/>
                  </a:moveTo>
                  <a:lnTo>
                    <a:pt x="253" y="2"/>
                  </a:lnTo>
                  <a:lnTo>
                    <a:pt x="291" y="9"/>
                  </a:lnTo>
                  <a:lnTo>
                    <a:pt x="325" y="21"/>
                  </a:lnTo>
                  <a:lnTo>
                    <a:pt x="356" y="36"/>
                  </a:lnTo>
                  <a:lnTo>
                    <a:pt x="380" y="57"/>
                  </a:lnTo>
                  <a:lnTo>
                    <a:pt x="398" y="81"/>
                  </a:lnTo>
                  <a:lnTo>
                    <a:pt x="410" y="110"/>
                  </a:lnTo>
                  <a:lnTo>
                    <a:pt x="414" y="142"/>
                  </a:lnTo>
                  <a:lnTo>
                    <a:pt x="320" y="142"/>
                  </a:lnTo>
                  <a:lnTo>
                    <a:pt x="316" y="127"/>
                  </a:lnTo>
                  <a:lnTo>
                    <a:pt x="310" y="113"/>
                  </a:lnTo>
                  <a:lnTo>
                    <a:pt x="303" y="106"/>
                  </a:lnTo>
                  <a:lnTo>
                    <a:pt x="294" y="100"/>
                  </a:lnTo>
                  <a:lnTo>
                    <a:pt x="284" y="94"/>
                  </a:lnTo>
                  <a:lnTo>
                    <a:pt x="269" y="88"/>
                  </a:lnTo>
                  <a:lnTo>
                    <a:pt x="250" y="84"/>
                  </a:lnTo>
                  <a:lnTo>
                    <a:pt x="212" y="81"/>
                  </a:lnTo>
                  <a:lnTo>
                    <a:pt x="176" y="86"/>
                  </a:lnTo>
                  <a:lnTo>
                    <a:pt x="159" y="91"/>
                  </a:lnTo>
                  <a:lnTo>
                    <a:pt x="144" y="98"/>
                  </a:lnTo>
                  <a:lnTo>
                    <a:pt x="135" y="105"/>
                  </a:lnTo>
                  <a:lnTo>
                    <a:pt x="129" y="112"/>
                  </a:lnTo>
                  <a:lnTo>
                    <a:pt x="123" y="118"/>
                  </a:lnTo>
                  <a:lnTo>
                    <a:pt x="117" y="132"/>
                  </a:lnTo>
                  <a:lnTo>
                    <a:pt x="115" y="146"/>
                  </a:lnTo>
                  <a:lnTo>
                    <a:pt x="120" y="165"/>
                  </a:lnTo>
                  <a:lnTo>
                    <a:pt x="129" y="177"/>
                  </a:lnTo>
                  <a:lnTo>
                    <a:pt x="144" y="187"/>
                  </a:lnTo>
                  <a:lnTo>
                    <a:pt x="166" y="192"/>
                  </a:lnTo>
                  <a:lnTo>
                    <a:pt x="193" y="199"/>
                  </a:lnTo>
                  <a:lnTo>
                    <a:pt x="228" y="204"/>
                  </a:lnTo>
                  <a:lnTo>
                    <a:pt x="301" y="216"/>
                  </a:lnTo>
                  <a:lnTo>
                    <a:pt x="334" y="225"/>
                  </a:lnTo>
                  <a:lnTo>
                    <a:pt x="363" y="237"/>
                  </a:lnTo>
                  <a:lnTo>
                    <a:pt x="388" y="254"/>
                  </a:lnTo>
                  <a:lnTo>
                    <a:pt x="407" y="278"/>
                  </a:lnTo>
                  <a:lnTo>
                    <a:pt x="416" y="296"/>
                  </a:lnTo>
                  <a:lnTo>
                    <a:pt x="422" y="319"/>
                  </a:lnTo>
                  <a:lnTo>
                    <a:pt x="424" y="344"/>
                  </a:lnTo>
                  <a:lnTo>
                    <a:pt x="421" y="370"/>
                  </a:lnTo>
                  <a:lnTo>
                    <a:pt x="416" y="392"/>
                  </a:lnTo>
                  <a:lnTo>
                    <a:pt x="405" y="413"/>
                  </a:lnTo>
                  <a:lnTo>
                    <a:pt x="385" y="439"/>
                  </a:lnTo>
                  <a:lnTo>
                    <a:pt x="359" y="459"/>
                  </a:lnTo>
                  <a:lnTo>
                    <a:pt x="328" y="474"/>
                  </a:lnTo>
                  <a:lnTo>
                    <a:pt x="294" y="486"/>
                  </a:lnTo>
                  <a:lnTo>
                    <a:pt x="257" y="493"/>
                  </a:lnTo>
                  <a:lnTo>
                    <a:pt x="217" y="495"/>
                  </a:lnTo>
                  <a:lnTo>
                    <a:pt x="178" y="493"/>
                  </a:lnTo>
                  <a:lnTo>
                    <a:pt x="140" y="488"/>
                  </a:lnTo>
                  <a:lnTo>
                    <a:pt x="105" y="480"/>
                  </a:lnTo>
                  <a:lnTo>
                    <a:pt x="74" y="464"/>
                  </a:lnTo>
                  <a:lnTo>
                    <a:pt x="47" y="444"/>
                  </a:lnTo>
                  <a:lnTo>
                    <a:pt x="24" y="416"/>
                  </a:lnTo>
                  <a:lnTo>
                    <a:pt x="12" y="396"/>
                  </a:lnTo>
                  <a:lnTo>
                    <a:pt x="6" y="372"/>
                  </a:lnTo>
                  <a:lnTo>
                    <a:pt x="0" y="344"/>
                  </a:lnTo>
                  <a:lnTo>
                    <a:pt x="106" y="344"/>
                  </a:lnTo>
                  <a:lnTo>
                    <a:pt x="110" y="361"/>
                  </a:lnTo>
                  <a:lnTo>
                    <a:pt x="117" y="375"/>
                  </a:lnTo>
                  <a:lnTo>
                    <a:pt x="123" y="384"/>
                  </a:lnTo>
                  <a:lnTo>
                    <a:pt x="132" y="392"/>
                  </a:lnTo>
                  <a:lnTo>
                    <a:pt x="142" y="397"/>
                  </a:lnTo>
                  <a:lnTo>
                    <a:pt x="158" y="406"/>
                  </a:lnTo>
                  <a:lnTo>
                    <a:pt x="175" y="411"/>
                  </a:lnTo>
                  <a:lnTo>
                    <a:pt x="214" y="416"/>
                  </a:lnTo>
                  <a:lnTo>
                    <a:pt x="253" y="413"/>
                  </a:lnTo>
                  <a:lnTo>
                    <a:pt x="272" y="408"/>
                  </a:lnTo>
                  <a:lnTo>
                    <a:pt x="289" y="401"/>
                  </a:lnTo>
                  <a:lnTo>
                    <a:pt x="299" y="396"/>
                  </a:lnTo>
                  <a:lnTo>
                    <a:pt x="308" y="387"/>
                  </a:lnTo>
                  <a:lnTo>
                    <a:pt x="315" y="379"/>
                  </a:lnTo>
                  <a:lnTo>
                    <a:pt x="323" y="363"/>
                  </a:lnTo>
                  <a:lnTo>
                    <a:pt x="327" y="343"/>
                  </a:lnTo>
                  <a:lnTo>
                    <a:pt x="323" y="324"/>
                  </a:lnTo>
                  <a:lnTo>
                    <a:pt x="313" y="308"/>
                  </a:lnTo>
                  <a:lnTo>
                    <a:pt x="298" y="298"/>
                  </a:lnTo>
                  <a:lnTo>
                    <a:pt x="263" y="286"/>
                  </a:lnTo>
                  <a:lnTo>
                    <a:pt x="221" y="279"/>
                  </a:lnTo>
                  <a:lnTo>
                    <a:pt x="147" y="269"/>
                  </a:lnTo>
                  <a:lnTo>
                    <a:pt x="113" y="261"/>
                  </a:lnTo>
                  <a:lnTo>
                    <a:pt x="81" y="249"/>
                  </a:lnTo>
                  <a:lnTo>
                    <a:pt x="53" y="233"/>
                  </a:lnTo>
                  <a:lnTo>
                    <a:pt x="31" y="213"/>
                  </a:lnTo>
                  <a:lnTo>
                    <a:pt x="21" y="195"/>
                  </a:lnTo>
                  <a:lnTo>
                    <a:pt x="14" y="173"/>
                  </a:lnTo>
                  <a:lnTo>
                    <a:pt x="12" y="149"/>
                  </a:lnTo>
                  <a:lnTo>
                    <a:pt x="14" y="124"/>
                  </a:lnTo>
                  <a:lnTo>
                    <a:pt x="19" y="103"/>
                  </a:lnTo>
                  <a:lnTo>
                    <a:pt x="29" y="82"/>
                  </a:lnTo>
                  <a:lnTo>
                    <a:pt x="48" y="57"/>
                  </a:lnTo>
                  <a:lnTo>
                    <a:pt x="74" y="36"/>
                  </a:lnTo>
                  <a:lnTo>
                    <a:pt x="105" y="21"/>
                  </a:lnTo>
                  <a:lnTo>
                    <a:pt x="139" y="9"/>
                  </a:lnTo>
                  <a:lnTo>
                    <a:pt x="175" y="2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BF2A6CC-BB06-339F-80F2-ED6C9AD225E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102" y="2133"/>
              <a:ext cx="496" cy="481"/>
            </a:xfrm>
            <a:custGeom>
              <a:avLst/>
              <a:gdLst>
                <a:gd name="T0" fmla="*/ 308 w 496"/>
                <a:gd name="T1" fmla="*/ 0 h 481"/>
                <a:gd name="T2" fmla="*/ 338 w 496"/>
                <a:gd name="T3" fmla="*/ 2 h 481"/>
                <a:gd name="T4" fmla="*/ 366 w 496"/>
                <a:gd name="T5" fmla="*/ 7 h 481"/>
                <a:gd name="T6" fmla="*/ 391 w 496"/>
                <a:gd name="T7" fmla="*/ 15 h 481"/>
                <a:gd name="T8" fmla="*/ 424 w 496"/>
                <a:gd name="T9" fmla="*/ 34 h 481"/>
                <a:gd name="T10" fmla="*/ 450 w 496"/>
                <a:gd name="T11" fmla="*/ 58 h 481"/>
                <a:gd name="T12" fmla="*/ 470 w 496"/>
                <a:gd name="T13" fmla="*/ 87 h 481"/>
                <a:gd name="T14" fmla="*/ 484 w 496"/>
                <a:gd name="T15" fmla="*/ 122 h 481"/>
                <a:gd name="T16" fmla="*/ 492 w 496"/>
                <a:gd name="T17" fmla="*/ 161 h 481"/>
                <a:gd name="T18" fmla="*/ 496 w 496"/>
                <a:gd name="T19" fmla="*/ 204 h 481"/>
                <a:gd name="T20" fmla="*/ 496 w 496"/>
                <a:gd name="T21" fmla="*/ 481 h 481"/>
                <a:gd name="T22" fmla="*/ 388 w 496"/>
                <a:gd name="T23" fmla="*/ 481 h 481"/>
                <a:gd name="T24" fmla="*/ 388 w 496"/>
                <a:gd name="T25" fmla="*/ 204 h 481"/>
                <a:gd name="T26" fmla="*/ 385 w 496"/>
                <a:gd name="T27" fmla="*/ 170 h 481"/>
                <a:gd name="T28" fmla="*/ 374 w 496"/>
                <a:gd name="T29" fmla="*/ 140 h 481"/>
                <a:gd name="T30" fmla="*/ 357 w 496"/>
                <a:gd name="T31" fmla="*/ 116 h 481"/>
                <a:gd name="T32" fmla="*/ 333 w 496"/>
                <a:gd name="T33" fmla="*/ 99 h 481"/>
                <a:gd name="T34" fmla="*/ 308 w 496"/>
                <a:gd name="T35" fmla="*/ 89 h 481"/>
                <a:gd name="T36" fmla="*/ 277 w 496"/>
                <a:gd name="T37" fmla="*/ 84 h 481"/>
                <a:gd name="T38" fmla="*/ 253 w 496"/>
                <a:gd name="T39" fmla="*/ 87 h 481"/>
                <a:gd name="T40" fmla="*/ 229 w 496"/>
                <a:gd name="T41" fmla="*/ 94 h 481"/>
                <a:gd name="T42" fmla="*/ 210 w 496"/>
                <a:gd name="T43" fmla="*/ 104 h 481"/>
                <a:gd name="T44" fmla="*/ 192 w 496"/>
                <a:gd name="T45" fmla="*/ 120 h 481"/>
                <a:gd name="T46" fmla="*/ 178 w 496"/>
                <a:gd name="T47" fmla="*/ 139 h 481"/>
                <a:gd name="T48" fmla="*/ 166 w 496"/>
                <a:gd name="T49" fmla="*/ 161 h 481"/>
                <a:gd name="T50" fmla="*/ 159 w 496"/>
                <a:gd name="T51" fmla="*/ 185 h 481"/>
                <a:gd name="T52" fmla="*/ 157 w 496"/>
                <a:gd name="T53" fmla="*/ 212 h 481"/>
                <a:gd name="T54" fmla="*/ 157 w 496"/>
                <a:gd name="T55" fmla="*/ 481 h 481"/>
                <a:gd name="T56" fmla="*/ 50 w 496"/>
                <a:gd name="T57" fmla="*/ 481 h 481"/>
                <a:gd name="T58" fmla="*/ 50 w 496"/>
                <a:gd name="T59" fmla="*/ 146 h 481"/>
                <a:gd name="T60" fmla="*/ 50 w 496"/>
                <a:gd name="T61" fmla="*/ 127 h 481"/>
                <a:gd name="T62" fmla="*/ 48 w 496"/>
                <a:gd name="T63" fmla="*/ 111 h 481"/>
                <a:gd name="T64" fmla="*/ 48 w 496"/>
                <a:gd name="T65" fmla="*/ 103 h 481"/>
                <a:gd name="T66" fmla="*/ 45 w 496"/>
                <a:gd name="T67" fmla="*/ 96 h 481"/>
                <a:gd name="T68" fmla="*/ 43 w 496"/>
                <a:gd name="T69" fmla="*/ 91 h 481"/>
                <a:gd name="T70" fmla="*/ 39 w 496"/>
                <a:gd name="T71" fmla="*/ 87 h 481"/>
                <a:gd name="T72" fmla="*/ 34 w 496"/>
                <a:gd name="T73" fmla="*/ 84 h 481"/>
                <a:gd name="T74" fmla="*/ 28 w 496"/>
                <a:gd name="T75" fmla="*/ 80 h 481"/>
                <a:gd name="T76" fmla="*/ 16 w 496"/>
                <a:gd name="T77" fmla="*/ 80 h 481"/>
                <a:gd name="T78" fmla="*/ 0 w 496"/>
                <a:gd name="T79" fmla="*/ 80 h 481"/>
                <a:gd name="T80" fmla="*/ 0 w 496"/>
                <a:gd name="T81" fmla="*/ 7 h 481"/>
                <a:gd name="T82" fmla="*/ 51 w 496"/>
                <a:gd name="T83" fmla="*/ 0 h 481"/>
                <a:gd name="T84" fmla="*/ 77 w 496"/>
                <a:gd name="T85" fmla="*/ 0 h 481"/>
                <a:gd name="T86" fmla="*/ 99 w 496"/>
                <a:gd name="T87" fmla="*/ 5 h 481"/>
                <a:gd name="T88" fmla="*/ 118 w 496"/>
                <a:gd name="T89" fmla="*/ 14 h 481"/>
                <a:gd name="T90" fmla="*/ 133 w 496"/>
                <a:gd name="T91" fmla="*/ 29 h 481"/>
                <a:gd name="T92" fmla="*/ 142 w 496"/>
                <a:gd name="T93" fmla="*/ 43 h 481"/>
                <a:gd name="T94" fmla="*/ 145 w 496"/>
                <a:gd name="T95" fmla="*/ 60 h 481"/>
                <a:gd name="T96" fmla="*/ 147 w 496"/>
                <a:gd name="T97" fmla="*/ 80 h 481"/>
                <a:gd name="T98" fmla="*/ 159 w 496"/>
                <a:gd name="T99" fmla="*/ 60 h 481"/>
                <a:gd name="T100" fmla="*/ 174 w 496"/>
                <a:gd name="T101" fmla="*/ 43 h 481"/>
                <a:gd name="T102" fmla="*/ 193 w 496"/>
                <a:gd name="T103" fmla="*/ 29 h 481"/>
                <a:gd name="T104" fmla="*/ 214 w 496"/>
                <a:gd name="T105" fmla="*/ 17 h 481"/>
                <a:gd name="T106" fmla="*/ 238 w 496"/>
                <a:gd name="T107" fmla="*/ 9 h 481"/>
                <a:gd name="T108" fmla="*/ 260 w 496"/>
                <a:gd name="T109" fmla="*/ 3 h 481"/>
                <a:gd name="T110" fmla="*/ 308 w 496"/>
                <a:gd name="T111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6" h="481">
                  <a:moveTo>
                    <a:pt x="308" y="0"/>
                  </a:moveTo>
                  <a:lnTo>
                    <a:pt x="338" y="2"/>
                  </a:lnTo>
                  <a:lnTo>
                    <a:pt x="366" y="7"/>
                  </a:lnTo>
                  <a:lnTo>
                    <a:pt x="391" y="15"/>
                  </a:lnTo>
                  <a:lnTo>
                    <a:pt x="424" y="34"/>
                  </a:lnTo>
                  <a:lnTo>
                    <a:pt x="450" y="58"/>
                  </a:lnTo>
                  <a:lnTo>
                    <a:pt x="470" y="87"/>
                  </a:lnTo>
                  <a:lnTo>
                    <a:pt x="484" y="122"/>
                  </a:lnTo>
                  <a:lnTo>
                    <a:pt x="492" y="161"/>
                  </a:lnTo>
                  <a:lnTo>
                    <a:pt x="496" y="204"/>
                  </a:lnTo>
                  <a:lnTo>
                    <a:pt x="496" y="481"/>
                  </a:lnTo>
                  <a:lnTo>
                    <a:pt x="388" y="481"/>
                  </a:lnTo>
                  <a:lnTo>
                    <a:pt x="388" y="204"/>
                  </a:lnTo>
                  <a:lnTo>
                    <a:pt x="385" y="170"/>
                  </a:lnTo>
                  <a:lnTo>
                    <a:pt x="374" y="140"/>
                  </a:lnTo>
                  <a:lnTo>
                    <a:pt x="357" y="116"/>
                  </a:lnTo>
                  <a:lnTo>
                    <a:pt x="333" y="99"/>
                  </a:lnTo>
                  <a:lnTo>
                    <a:pt x="308" y="89"/>
                  </a:lnTo>
                  <a:lnTo>
                    <a:pt x="277" y="84"/>
                  </a:lnTo>
                  <a:lnTo>
                    <a:pt x="253" y="87"/>
                  </a:lnTo>
                  <a:lnTo>
                    <a:pt x="229" y="94"/>
                  </a:lnTo>
                  <a:lnTo>
                    <a:pt x="210" y="104"/>
                  </a:lnTo>
                  <a:lnTo>
                    <a:pt x="192" y="120"/>
                  </a:lnTo>
                  <a:lnTo>
                    <a:pt x="178" y="139"/>
                  </a:lnTo>
                  <a:lnTo>
                    <a:pt x="166" y="161"/>
                  </a:lnTo>
                  <a:lnTo>
                    <a:pt x="159" y="185"/>
                  </a:lnTo>
                  <a:lnTo>
                    <a:pt x="157" y="212"/>
                  </a:lnTo>
                  <a:lnTo>
                    <a:pt x="157" y="481"/>
                  </a:lnTo>
                  <a:lnTo>
                    <a:pt x="50" y="481"/>
                  </a:lnTo>
                  <a:lnTo>
                    <a:pt x="50" y="146"/>
                  </a:lnTo>
                  <a:lnTo>
                    <a:pt x="50" y="127"/>
                  </a:lnTo>
                  <a:lnTo>
                    <a:pt x="48" y="111"/>
                  </a:lnTo>
                  <a:lnTo>
                    <a:pt x="48" y="103"/>
                  </a:lnTo>
                  <a:lnTo>
                    <a:pt x="45" y="96"/>
                  </a:lnTo>
                  <a:lnTo>
                    <a:pt x="43" y="91"/>
                  </a:lnTo>
                  <a:lnTo>
                    <a:pt x="39" y="87"/>
                  </a:lnTo>
                  <a:lnTo>
                    <a:pt x="34" y="84"/>
                  </a:lnTo>
                  <a:lnTo>
                    <a:pt x="28" y="80"/>
                  </a:lnTo>
                  <a:lnTo>
                    <a:pt x="16" y="80"/>
                  </a:lnTo>
                  <a:lnTo>
                    <a:pt x="0" y="80"/>
                  </a:lnTo>
                  <a:lnTo>
                    <a:pt x="0" y="7"/>
                  </a:lnTo>
                  <a:lnTo>
                    <a:pt x="51" y="0"/>
                  </a:lnTo>
                  <a:lnTo>
                    <a:pt x="77" y="0"/>
                  </a:lnTo>
                  <a:lnTo>
                    <a:pt x="99" y="5"/>
                  </a:lnTo>
                  <a:lnTo>
                    <a:pt x="118" y="14"/>
                  </a:lnTo>
                  <a:lnTo>
                    <a:pt x="133" y="29"/>
                  </a:lnTo>
                  <a:lnTo>
                    <a:pt x="142" y="43"/>
                  </a:lnTo>
                  <a:lnTo>
                    <a:pt x="145" y="60"/>
                  </a:lnTo>
                  <a:lnTo>
                    <a:pt x="147" y="80"/>
                  </a:lnTo>
                  <a:lnTo>
                    <a:pt x="159" y="60"/>
                  </a:lnTo>
                  <a:lnTo>
                    <a:pt x="174" y="43"/>
                  </a:lnTo>
                  <a:lnTo>
                    <a:pt x="193" y="29"/>
                  </a:lnTo>
                  <a:lnTo>
                    <a:pt x="214" y="17"/>
                  </a:lnTo>
                  <a:lnTo>
                    <a:pt x="238" y="9"/>
                  </a:lnTo>
                  <a:lnTo>
                    <a:pt x="260" y="3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B48E64FA-4A3F-F033-3D74-714D288F52C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676" y="1931"/>
              <a:ext cx="128" cy="128"/>
            </a:xfrm>
            <a:custGeom>
              <a:avLst/>
              <a:gdLst>
                <a:gd name="T0" fmla="*/ 63 w 128"/>
                <a:gd name="T1" fmla="*/ 0 h 128"/>
                <a:gd name="T2" fmla="*/ 87 w 128"/>
                <a:gd name="T3" fmla="*/ 5 h 128"/>
                <a:gd name="T4" fmla="*/ 108 w 128"/>
                <a:gd name="T5" fmla="*/ 17 h 128"/>
                <a:gd name="T6" fmla="*/ 120 w 128"/>
                <a:gd name="T7" fmla="*/ 29 h 128"/>
                <a:gd name="T8" fmla="*/ 125 w 128"/>
                <a:gd name="T9" fmla="*/ 45 h 128"/>
                <a:gd name="T10" fmla="*/ 128 w 128"/>
                <a:gd name="T11" fmla="*/ 63 h 128"/>
                <a:gd name="T12" fmla="*/ 125 w 128"/>
                <a:gd name="T13" fmla="*/ 82 h 128"/>
                <a:gd name="T14" fmla="*/ 120 w 128"/>
                <a:gd name="T15" fmla="*/ 99 h 128"/>
                <a:gd name="T16" fmla="*/ 108 w 128"/>
                <a:gd name="T17" fmla="*/ 111 h 128"/>
                <a:gd name="T18" fmla="*/ 87 w 128"/>
                <a:gd name="T19" fmla="*/ 123 h 128"/>
                <a:gd name="T20" fmla="*/ 65 w 128"/>
                <a:gd name="T21" fmla="*/ 128 h 128"/>
                <a:gd name="T22" fmla="*/ 41 w 128"/>
                <a:gd name="T23" fmla="*/ 125 h 128"/>
                <a:gd name="T24" fmla="*/ 21 w 128"/>
                <a:gd name="T25" fmla="*/ 113 h 128"/>
                <a:gd name="T26" fmla="*/ 9 w 128"/>
                <a:gd name="T27" fmla="*/ 99 h 128"/>
                <a:gd name="T28" fmla="*/ 2 w 128"/>
                <a:gd name="T29" fmla="*/ 84 h 128"/>
                <a:gd name="T30" fmla="*/ 0 w 128"/>
                <a:gd name="T31" fmla="*/ 63 h 128"/>
                <a:gd name="T32" fmla="*/ 2 w 128"/>
                <a:gd name="T33" fmla="*/ 45 h 128"/>
                <a:gd name="T34" fmla="*/ 9 w 128"/>
                <a:gd name="T35" fmla="*/ 29 h 128"/>
                <a:gd name="T36" fmla="*/ 19 w 128"/>
                <a:gd name="T37" fmla="*/ 17 h 128"/>
                <a:gd name="T38" fmla="*/ 41 w 128"/>
                <a:gd name="T39" fmla="*/ 5 h 128"/>
                <a:gd name="T40" fmla="*/ 63 w 128"/>
                <a:gd name="T41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63" y="0"/>
                  </a:moveTo>
                  <a:lnTo>
                    <a:pt x="87" y="5"/>
                  </a:lnTo>
                  <a:lnTo>
                    <a:pt x="108" y="17"/>
                  </a:lnTo>
                  <a:lnTo>
                    <a:pt x="120" y="29"/>
                  </a:lnTo>
                  <a:lnTo>
                    <a:pt x="125" y="45"/>
                  </a:lnTo>
                  <a:lnTo>
                    <a:pt x="128" y="63"/>
                  </a:lnTo>
                  <a:lnTo>
                    <a:pt x="125" y="82"/>
                  </a:lnTo>
                  <a:lnTo>
                    <a:pt x="120" y="99"/>
                  </a:lnTo>
                  <a:lnTo>
                    <a:pt x="108" y="111"/>
                  </a:lnTo>
                  <a:lnTo>
                    <a:pt x="87" y="123"/>
                  </a:lnTo>
                  <a:lnTo>
                    <a:pt x="65" y="128"/>
                  </a:lnTo>
                  <a:lnTo>
                    <a:pt x="41" y="125"/>
                  </a:lnTo>
                  <a:lnTo>
                    <a:pt x="21" y="113"/>
                  </a:lnTo>
                  <a:lnTo>
                    <a:pt x="9" y="99"/>
                  </a:lnTo>
                  <a:lnTo>
                    <a:pt x="2" y="84"/>
                  </a:lnTo>
                  <a:lnTo>
                    <a:pt x="0" y="63"/>
                  </a:lnTo>
                  <a:lnTo>
                    <a:pt x="2" y="45"/>
                  </a:lnTo>
                  <a:lnTo>
                    <a:pt x="9" y="29"/>
                  </a:lnTo>
                  <a:lnTo>
                    <a:pt x="19" y="17"/>
                  </a:lnTo>
                  <a:lnTo>
                    <a:pt x="41" y="5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71F7FCC-5A6E-50BB-8AFE-74A53F54B8D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686" y="2142"/>
              <a:ext cx="106" cy="472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A179159F-2738-26AC-5815-4F00CBCEF60D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869" y="2133"/>
              <a:ext cx="499" cy="490"/>
            </a:xfrm>
            <a:custGeom>
              <a:avLst/>
              <a:gdLst>
                <a:gd name="T0" fmla="*/ 219 w 499"/>
                <a:gd name="T1" fmla="*/ 96 h 490"/>
                <a:gd name="T2" fmla="*/ 171 w 499"/>
                <a:gd name="T3" fmla="*/ 115 h 490"/>
                <a:gd name="T4" fmla="*/ 132 w 499"/>
                <a:gd name="T5" fmla="*/ 152 h 490"/>
                <a:gd name="T6" fmla="*/ 110 w 499"/>
                <a:gd name="T7" fmla="*/ 207 h 490"/>
                <a:gd name="T8" fmla="*/ 110 w 499"/>
                <a:gd name="T9" fmla="*/ 279 h 490"/>
                <a:gd name="T10" fmla="*/ 134 w 499"/>
                <a:gd name="T11" fmla="*/ 337 h 490"/>
                <a:gd name="T12" fmla="*/ 173 w 499"/>
                <a:gd name="T13" fmla="*/ 375 h 490"/>
                <a:gd name="T14" fmla="*/ 224 w 499"/>
                <a:gd name="T15" fmla="*/ 394 h 490"/>
                <a:gd name="T16" fmla="*/ 277 w 499"/>
                <a:gd name="T17" fmla="*/ 394 h 490"/>
                <a:gd name="T18" fmla="*/ 327 w 499"/>
                <a:gd name="T19" fmla="*/ 373 h 490"/>
                <a:gd name="T20" fmla="*/ 366 w 499"/>
                <a:gd name="T21" fmla="*/ 336 h 490"/>
                <a:gd name="T22" fmla="*/ 390 w 499"/>
                <a:gd name="T23" fmla="*/ 279 h 490"/>
                <a:gd name="T24" fmla="*/ 390 w 499"/>
                <a:gd name="T25" fmla="*/ 207 h 490"/>
                <a:gd name="T26" fmla="*/ 364 w 499"/>
                <a:gd name="T27" fmla="*/ 151 h 490"/>
                <a:gd name="T28" fmla="*/ 325 w 499"/>
                <a:gd name="T29" fmla="*/ 113 h 490"/>
                <a:gd name="T30" fmla="*/ 272 w 499"/>
                <a:gd name="T31" fmla="*/ 94 h 490"/>
                <a:gd name="T32" fmla="*/ 245 w 499"/>
                <a:gd name="T33" fmla="*/ 0 h 490"/>
                <a:gd name="T34" fmla="*/ 340 w 499"/>
                <a:gd name="T35" fmla="*/ 14 h 490"/>
                <a:gd name="T36" fmla="*/ 422 w 499"/>
                <a:gd name="T37" fmla="*/ 58 h 490"/>
                <a:gd name="T38" fmla="*/ 463 w 499"/>
                <a:gd name="T39" fmla="*/ 106 h 490"/>
                <a:gd name="T40" fmla="*/ 491 w 499"/>
                <a:gd name="T41" fmla="*/ 168 h 490"/>
                <a:gd name="T42" fmla="*/ 499 w 499"/>
                <a:gd name="T43" fmla="*/ 243 h 490"/>
                <a:gd name="T44" fmla="*/ 489 w 499"/>
                <a:gd name="T45" fmla="*/ 318 h 490"/>
                <a:gd name="T46" fmla="*/ 462 w 499"/>
                <a:gd name="T47" fmla="*/ 380 h 490"/>
                <a:gd name="T48" fmla="*/ 421 w 499"/>
                <a:gd name="T49" fmla="*/ 430 h 490"/>
                <a:gd name="T50" fmla="*/ 340 w 499"/>
                <a:gd name="T51" fmla="*/ 474 h 490"/>
                <a:gd name="T52" fmla="*/ 250 w 499"/>
                <a:gd name="T53" fmla="*/ 490 h 490"/>
                <a:gd name="T54" fmla="*/ 157 w 499"/>
                <a:gd name="T55" fmla="*/ 474 h 490"/>
                <a:gd name="T56" fmla="*/ 79 w 499"/>
                <a:gd name="T57" fmla="*/ 430 h 490"/>
                <a:gd name="T58" fmla="*/ 38 w 499"/>
                <a:gd name="T59" fmla="*/ 380 h 490"/>
                <a:gd name="T60" fmla="*/ 11 w 499"/>
                <a:gd name="T61" fmla="*/ 318 h 490"/>
                <a:gd name="T62" fmla="*/ 0 w 499"/>
                <a:gd name="T63" fmla="*/ 243 h 490"/>
                <a:gd name="T64" fmla="*/ 11 w 499"/>
                <a:gd name="T65" fmla="*/ 168 h 490"/>
                <a:gd name="T66" fmla="*/ 36 w 499"/>
                <a:gd name="T67" fmla="*/ 108 h 490"/>
                <a:gd name="T68" fmla="*/ 77 w 499"/>
                <a:gd name="T69" fmla="*/ 60 h 490"/>
                <a:gd name="T70" fmla="*/ 156 w 499"/>
                <a:gd name="T71" fmla="*/ 14 h 490"/>
                <a:gd name="T72" fmla="*/ 245 w 499"/>
                <a:gd name="T73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99" h="490">
                  <a:moveTo>
                    <a:pt x="245" y="94"/>
                  </a:moveTo>
                  <a:lnTo>
                    <a:pt x="219" y="96"/>
                  </a:lnTo>
                  <a:lnTo>
                    <a:pt x="193" y="104"/>
                  </a:lnTo>
                  <a:lnTo>
                    <a:pt x="171" y="115"/>
                  </a:lnTo>
                  <a:lnTo>
                    <a:pt x="149" y="132"/>
                  </a:lnTo>
                  <a:lnTo>
                    <a:pt x="132" y="152"/>
                  </a:lnTo>
                  <a:lnTo>
                    <a:pt x="118" y="178"/>
                  </a:lnTo>
                  <a:lnTo>
                    <a:pt x="110" y="207"/>
                  </a:lnTo>
                  <a:lnTo>
                    <a:pt x="106" y="243"/>
                  </a:lnTo>
                  <a:lnTo>
                    <a:pt x="110" y="279"/>
                  </a:lnTo>
                  <a:lnTo>
                    <a:pt x="118" y="310"/>
                  </a:lnTo>
                  <a:lnTo>
                    <a:pt x="134" y="337"/>
                  </a:lnTo>
                  <a:lnTo>
                    <a:pt x="151" y="358"/>
                  </a:lnTo>
                  <a:lnTo>
                    <a:pt x="173" y="375"/>
                  </a:lnTo>
                  <a:lnTo>
                    <a:pt x="198" y="387"/>
                  </a:lnTo>
                  <a:lnTo>
                    <a:pt x="224" y="394"/>
                  </a:lnTo>
                  <a:lnTo>
                    <a:pt x="251" y="395"/>
                  </a:lnTo>
                  <a:lnTo>
                    <a:pt x="277" y="394"/>
                  </a:lnTo>
                  <a:lnTo>
                    <a:pt x="303" y="387"/>
                  </a:lnTo>
                  <a:lnTo>
                    <a:pt x="327" y="373"/>
                  </a:lnTo>
                  <a:lnTo>
                    <a:pt x="349" y="358"/>
                  </a:lnTo>
                  <a:lnTo>
                    <a:pt x="366" y="336"/>
                  </a:lnTo>
                  <a:lnTo>
                    <a:pt x="380" y="310"/>
                  </a:lnTo>
                  <a:lnTo>
                    <a:pt x="390" y="279"/>
                  </a:lnTo>
                  <a:lnTo>
                    <a:pt x="393" y="243"/>
                  </a:lnTo>
                  <a:lnTo>
                    <a:pt x="390" y="207"/>
                  </a:lnTo>
                  <a:lnTo>
                    <a:pt x="380" y="176"/>
                  </a:lnTo>
                  <a:lnTo>
                    <a:pt x="364" y="151"/>
                  </a:lnTo>
                  <a:lnTo>
                    <a:pt x="347" y="128"/>
                  </a:lnTo>
                  <a:lnTo>
                    <a:pt x="325" y="113"/>
                  </a:lnTo>
                  <a:lnTo>
                    <a:pt x="299" y="101"/>
                  </a:lnTo>
                  <a:lnTo>
                    <a:pt x="272" y="94"/>
                  </a:lnTo>
                  <a:lnTo>
                    <a:pt x="245" y="94"/>
                  </a:lnTo>
                  <a:close/>
                  <a:moveTo>
                    <a:pt x="245" y="0"/>
                  </a:moveTo>
                  <a:lnTo>
                    <a:pt x="294" y="3"/>
                  </a:lnTo>
                  <a:lnTo>
                    <a:pt x="340" y="14"/>
                  </a:lnTo>
                  <a:lnTo>
                    <a:pt x="385" y="33"/>
                  </a:lnTo>
                  <a:lnTo>
                    <a:pt x="422" y="58"/>
                  </a:lnTo>
                  <a:lnTo>
                    <a:pt x="445" y="80"/>
                  </a:lnTo>
                  <a:lnTo>
                    <a:pt x="463" y="106"/>
                  </a:lnTo>
                  <a:lnTo>
                    <a:pt x="479" y="135"/>
                  </a:lnTo>
                  <a:lnTo>
                    <a:pt x="491" y="168"/>
                  </a:lnTo>
                  <a:lnTo>
                    <a:pt x="497" y="204"/>
                  </a:lnTo>
                  <a:lnTo>
                    <a:pt x="499" y="243"/>
                  </a:lnTo>
                  <a:lnTo>
                    <a:pt x="497" y="282"/>
                  </a:lnTo>
                  <a:lnTo>
                    <a:pt x="489" y="318"/>
                  </a:lnTo>
                  <a:lnTo>
                    <a:pt x="477" y="351"/>
                  </a:lnTo>
                  <a:lnTo>
                    <a:pt x="462" y="380"/>
                  </a:lnTo>
                  <a:lnTo>
                    <a:pt x="443" y="406"/>
                  </a:lnTo>
                  <a:lnTo>
                    <a:pt x="421" y="430"/>
                  </a:lnTo>
                  <a:lnTo>
                    <a:pt x="383" y="455"/>
                  </a:lnTo>
                  <a:lnTo>
                    <a:pt x="340" y="474"/>
                  </a:lnTo>
                  <a:lnTo>
                    <a:pt x="296" y="486"/>
                  </a:lnTo>
                  <a:lnTo>
                    <a:pt x="250" y="490"/>
                  </a:lnTo>
                  <a:lnTo>
                    <a:pt x="204" y="486"/>
                  </a:lnTo>
                  <a:lnTo>
                    <a:pt x="157" y="474"/>
                  </a:lnTo>
                  <a:lnTo>
                    <a:pt x="115" y="455"/>
                  </a:lnTo>
                  <a:lnTo>
                    <a:pt x="79" y="430"/>
                  </a:lnTo>
                  <a:lnTo>
                    <a:pt x="57" y="406"/>
                  </a:lnTo>
                  <a:lnTo>
                    <a:pt x="38" y="380"/>
                  </a:lnTo>
                  <a:lnTo>
                    <a:pt x="23" y="351"/>
                  </a:lnTo>
                  <a:lnTo>
                    <a:pt x="11" y="318"/>
                  </a:lnTo>
                  <a:lnTo>
                    <a:pt x="2" y="282"/>
                  </a:lnTo>
                  <a:lnTo>
                    <a:pt x="0" y="243"/>
                  </a:lnTo>
                  <a:lnTo>
                    <a:pt x="2" y="204"/>
                  </a:lnTo>
                  <a:lnTo>
                    <a:pt x="11" y="168"/>
                  </a:lnTo>
                  <a:lnTo>
                    <a:pt x="21" y="137"/>
                  </a:lnTo>
                  <a:lnTo>
                    <a:pt x="36" y="108"/>
                  </a:lnTo>
                  <a:lnTo>
                    <a:pt x="55" y="82"/>
                  </a:lnTo>
                  <a:lnTo>
                    <a:pt x="77" y="60"/>
                  </a:lnTo>
                  <a:lnTo>
                    <a:pt x="113" y="34"/>
                  </a:lnTo>
                  <a:lnTo>
                    <a:pt x="156" y="14"/>
                  </a:lnTo>
                  <a:lnTo>
                    <a:pt x="200" y="3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F999F2A-FECA-C7D0-6192-6F1F577AA07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4" y="1928"/>
              <a:ext cx="509" cy="686"/>
            </a:xfrm>
            <a:custGeom>
              <a:avLst/>
              <a:gdLst>
                <a:gd name="T0" fmla="*/ 0 w 509"/>
                <a:gd name="T1" fmla="*/ 0 h 686"/>
                <a:gd name="T2" fmla="*/ 509 w 509"/>
                <a:gd name="T3" fmla="*/ 0 h 686"/>
                <a:gd name="T4" fmla="*/ 509 w 509"/>
                <a:gd name="T5" fmla="*/ 101 h 686"/>
                <a:gd name="T6" fmla="*/ 311 w 509"/>
                <a:gd name="T7" fmla="*/ 101 h 686"/>
                <a:gd name="T8" fmla="*/ 311 w 509"/>
                <a:gd name="T9" fmla="*/ 686 h 686"/>
                <a:gd name="T10" fmla="*/ 198 w 509"/>
                <a:gd name="T11" fmla="*/ 686 h 686"/>
                <a:gd name="T12" fmla="*/ 198 w 509"/>
                <a:gd name="T13" fmla="*/ 101 h 686"/>
                <a:gd name="T14" fmla="*/ 0 w 509"/>
                <a:gd name="T15" fmla="*/ 101 h 686"/>
                <a:gd name="T16" fmla="*/ 0 w 509"/>
                <a:gd name="T17" fmla="*/ 0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9" h="686">
                  <a:moveTo>
                    <a:pt x="0" y="0"/>
                  </a:moveTo>
                  <a:lnTo>
                    <a:pt x="509" y="0"/>
                  </a:lnTo>
                  <a:lnTo>
                    <a:pt x="509" y="101"/>
                  </a:lnTo>
                  <a:lnTo>
                    <a:pt x="311" y="101"/>
                  </a:lnTo>
                  <a:lnTo>
                    <a:pt x="311" y="686"/>
                  </a:lnTo>
                  <a:lnTo>
                    <a:pt x="198" y="686"/>
                  </a:lnTo>
                  <a:lnTo>
                    <a:pt x="198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83F59CD-8320-0DEF-BE2D-F1B4BD97578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497" y="1928"/>
              <a:ext cx="535" cy="695"/>
            </a:xfrm>
            <a:custGeom>
              <a:avLst/>
              <a:gdLst>
                <a:gd name="T0" fmla="*/ 0 w 535"/>
                <a:gd name="T1" fmla="*/ 0 h 695"/>
                <a:gd name="T2" fmla="*/ 115 w 535"/>
                <a:gd name="T3" fmla="*/ 0 h 695"/>
                <a:gd name="T4" fmla="*/ 115 w 535"/>
                <a:gd name="T5" fmla="*/ 453 h 695"/>
                <a:gd name="T6" fmla="*/ 118 w 535"/>
                <a:gd name="T7" fmla="*/ 489 h 695"/>
                <a:gd name="T8" fmla="*/ 130 w 535"/>
                <a:gd name="T9" fmla="*/ 520 h 695"/>
                <a:gd name="T10" fmla="*/ 147 w 535"/>
                <a:gd name="T11" fmla="*/ 546 h 695"/>
                <a:gd name="T12" fmla="*/ 171 w 535"/>
                <a:gd name="T13" fmla="*/ 566 h 695"/>
                <a:gd name="T14" fmla="*/ 200 w 535"/>
                <a:gd name="T15" fmla="*/ 582 h 695"/>
                <a:gd name="T16" fmla="*/ 233 w 535"/>
                <a:gd name="T17" fmla="*/ 590 h 695"/>
                <a:gd name="T18" fmla="*/ 269 w 535"/>
                <a:gd name="T19" fmla="*/ 594 h 695"/>
                <a:gd name="T20" fmla="*/ 304 w 535"/>
                <a:gd name="T21" fmla="*/ 590 h 695"/>
                <a:gd name="T22" fmla="*/ 337 w 535"/>
                <a:gd name="T23" fmla="*/ 582 h 695"/>
                <a:gd name="T24" fmla="*/ 364 w 535"/>
                <a:gd name="T25" fmla="*/ 566 h 695"/>
                <a:gd name="T26" fmla="*/ 388 w 535"/>
                <a:gd name="T27" fmla="*/ 546 h 695"/>
                <a:gd name="T28" fmla="*/ 407 w 535"/>
                <a:gd name="T29" fmla="*/ 520 h 695"/>
                <a:gd name="T30" fmla="*/ 417 w 535"/>
                <a:gd name="T31" fmla="*/ 489 h 695"/>
                <a:gd name="T32" fmla="*/ 422 w 535"/>
                <a:gd name="T33" fmla="*/ 453 h 695"/>
                <a:gd name="T34" fmla="*/ 422 w 535"/>
                <a:gd name="T35" fmla="*/ 0 h 695"/>
                <a:gd name="T36" fmla="*/ 535 w 535"/>
                <a:gd name="T37" fmla="*/ 0 h 695"/>
                <a:gd name="T38" fmla="*/ 535 w 535"/>
                <a:gd name="T39" fmla="*/ 455 h 695"/>
                <a:gd name="T40" fmla="*/ 532 w 535"/>
                <a:gd name="T41" fmla="*/ 499 h 695"/>
                <a:gd name="T42" fmla="*/ 521 w 535"/>
                <a:gd name="T43" fmla="*/ 539 h 695"/>
                <a:gd name="T44" fmla="*/ 504 w 535"/>
                <a:gd name="T45" fmla="*/ 575 h 695"/>
                <a:gd name="T46" fmla="*/ 482 w 535"/>
                <a:gd name="T47" fmla="*/ 606 h 695"/>
                <a:gd name="T48" fmla="*/ 457 w 535"/>
                <a:gd name="T49" fmla="*/ 633 h 695"/>
                <a:gd name="T50" fmla="*/ 426 w 535"/>
                <a:gd name="T51" fmla="*/ 655 h 695"/>
                <a:gd name="T52" fmla="*/ 390 w 535"/>
                <a:gd name="T53" fmla="*/ 672 h 695"/>
                <a:gd name="T54" fmla="*/ 352 w 535"/>
                <a:gd name="T55" fmla="*/ 684 h 695"/>
                <a:gd name="T56" fmla="*/ 311 w 535"/>
                <a:gd name="T57" fmla="*/ 693 h 695"/>
                <a:gd name="T58" fmla="*/ 269 w 535"/>
                <a:gd name="T59" fmla="*/ 695 h 695"/>
                <a:gd name="T60" fmla="*/ 226 w 535"/>
                <a:gd name="T61" fmla="*/ 693 h 695"/>
                <a:gd name="T62" fmla="*/ 185 w 535"/>
                <a:gd name="T63" fmla="*/ 684 h 695"/>
                <a:gd name="T64" fmla="*/ 146 w 535"/>
                <a:gd name="T65" fmla="*/ 672 h 695"/>
                <a:gd name="T66" fmla="*/ 110 w 535"/>
                <a:gd name="T67" fmla="*/ 655 h 695"/>
                <a:gd name="T68" fmla="*/ 79 w 535"/>
                <a:gd name="T69" fmla="*/ 633 h 695"/>
                <a:gd name="T70" fmla="*/ 52 w 535"/>
                <a:gd name="T71" fmla="*/ 606 h 695"/>
                <a:gd name="T72" fmla="*/ 31 w 535"/>
                <a:gd name="T73" fmla="*/ 575 h 695"/>
                <a:gd name="T74" fmla="*/ 14 w 535"/>
                <a:gd name="T75" fmla="*/ 539 h 695"/>
                <a:gd name="T76" fmla="*/ 4 w 535"/>
                <a:gd name="T77" fmla="*/ 499 h 695"/>
                <a:gd name="T78" fmla="*/ 0 w 535"/>
                <a:gd name="T79" fmla="*/ 455 h 695"/>
                <a:gd name="T80" fmla="*/ 0 w 535"/>
                <a:gd name="T81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5" h="695">
                  <a:moveTo>
                    <a:pt x="0" y="0"/>
                  </a:moveTo>
                  <a:lnTo>
                    <a:pt x="115" y="0"/>
                  </a:lnTo>
                  <a:lnTo>
                    <a:pt x="115" y="453"/>
                  </a:lnTo>
                  <a:lnTo>
                    <a:pt x="118" y="489"/>
                  </a:lnTo>
                  <a:lnTo>
                    <a:pt x="130" y="520"/>
                  </a:lnTo>
                  <a:lnTo>
                    <a:pt x="147" y="546"/>
                  </a:lnTo>
                  <a:lnTo>
                    <a:pt x="171" y="566"/>
                  </a:lnTo>
                  <a:lnTo>
                    <a:pt x="200" y="582"/>
                  </a:lnTo>
                  <a:lnTo>
                    <a:pt x="233" y="590"/>
                  </a:lnTo>
                  <a:lnTo>
                    <a:pt x="269" y="594"/>
                  </a:lnTo>
                  <a:lnTo>
                    <a:pt x="304" y="590"/>
                  </a:lnTo>
                  <a:lnTo>
                    <a:pt x="337" y="582"/>
                  </a:lnTo>
                  <a:lnTo>
                    <a:pt x="364" y="566"/>
                  </a:lnTo>
                  <a:lnTo>
                    <a:pt x="388" y="546"/>
                  </a:lnTo>
                  <a:lnTo>
                    <a:pt x="407" y="520"/>
                  </a:lnTo>
                  <a:lnTo>
                    <a:pt x="417" y="489"/>
                  </a:lnTo>
                  <a:lnTo>
                    <a:pt x="422" y="453"/>
                  </a:lnTo>
                  <a:lnTo>
                    <a:pt x="422" y="0"/>
                  </a:lnTo>
                  <a:lnTo>
                    <a:pt x="535" y="0"/>
                  </a:lnTo>
                  <a:lnTo>
                    <a:pt x="535" y="455"/>
                  </a:lnTo>
                  <a:lnTo>
                    <a:pt x="532" y="499"/>
                  </a:lnTo>
                  <a:lnTo>
                    <a:pt x="521" y="539"/>
                  </a:lnTo>
                  <a:lnTo>
                    <a:pt x="504" y="575"/>
                  </a:lnTo>
                  <a:lnTo>
                    <a:pt x="482" y="606"/>
                  </a:lnTo>
                  <a:lnTo>
                    <a:pt x="457" y="633"/>
                  </a:lnTo>
                  <a:lnTo>
                    <a:pt x="426" y="655"/>
                  </a:lnTo>
                  <a:lnTo>
                    <a:pt x="390" y="672"/>
                  </a:lnTo>
                  <a:lnTo>
                    <a:pt x="352" y="684"/>
                  </a:lnTo>
                  <a:lnTo>
                    <a:pt x="311" y="693"/>
                  </a:lnTo>
                  <a:lnTo>
                    <a:pt x="269" y="695"/>
                  </a:lnTo>
                  <a:lnTo>
                    <a:pt x="226" y="693"/>
                  </a:lnTo>
                  <a:lnTo>
                    <a:pt x="185" y="684"/>
                  </a:lnTo>
                  <a:lnTo>
                    <a:pt x="146" y="672"/>
                  </a:lnTo>
                  <a:lnTo>
                    <a:pt x="110" y="655"/>
                  </a:lnTo>
                  <a:lnTo>
                    <a:pt x="79" y="633"/>
                  </a:lnTo>
                  <a:lnTo>
                    <a:pt x="52" y="606"/>
                  </a:lnTo>
                  <a:lnTo>
                    <a:pt x="31" y="575"/>
                  </a:lnTo>
                  <a:lnTo>
                    <a:pt x="14" y="539"/>
                  </a:lnTo>
                  <a:lnTo>
                    <a:pt x="4" y="499"/>
                  </a:lnTo>
                  <a:lnTo>
                    <a:pt x="0" y="4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1F24F027-C2DE-EFFC-875D-19E9AC5B96A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402" y="2133"/>
              <a:ext cx="552" cy="490"/>
            </a:xfrm>
            <a:custGeom>
              <a:avLst/>
              <a:gdLst>
                <a:gd name="T0" fmla="*/ 339 w 552"/>
                <a:gd name="T1" fmla="*/ 2 h 490"/>
                <a:gd name="T2" fmla="*/ 392 w 552"/>
                <a:gd name="T3" fmla="*/ 15 h 490"/>
                <a:gd name="T4" fmla="*/ 450 w 552"/>
                <a:gd name="T5" fmla="*/ 58 h 490"/>
                <a:gd name="T6" fmla="*/ 484 w 552"/>
                <a:gd name="T7" fmla="*/ 122 h 490"/>
                <a:gd name="T8" fmla="*/ 496 w 552"/>
                <a:gd name="T9" fmla="*/ 204 h 490"/>
                <a:gd name="T10" fmla="*/ 496 w 552"/>
                <a:gd name="T11" fmla="*/ 296 h 490"/>
                <a:gd name="T12" fmla="*/ 498 w 552"/>
                <a:gd name="T13" fmla="*/ 389 h 490"/>
                <a:gd name="T14" fmla="*/ 511 w 552"/>
                <a:gd name="T15" fmla="*/ 411 h 490"/>
                <a:gd name="T16" fmla="*/ 552 w 552"/>
                <a:gd name="T17" fmla="*/ 414 h 490"/>
                <a:gd name="T18" fmla="*/ 521 w 552"/>
                <a:gd name="T19" fmla="*/ 488 h 490"/>
                <a:gd name="T20" fmla="*/ 468 w 552"/>
                <a:gd name="T21" fmla="*/ 490 h 490"/>
                <a:gd name="T22" fmla="*/ 426 w 552"/>
                <a:gd name="T23" fmla="*/ 472 h 490"/>
                <a:gd name="T24" fmla="*/ 398 w 552"/>
                <a:gd name="T25" fmla="*/ 437 h 490"/>
                <a:gd name="T26" fmla="*/ 388 w 552"/>
                <a:gd name="T27" fmla="*/ 375 h 490"/>
                <a:gd name="T28" fmla="*/ 385 w 552"/>
                <a:gd name="T29" fmla="*/ 170 h 490"/>
                <a:gd name="T30" fmla="*/ 357 w 552"/>
                <a:gd name="T31" fmla="*/ 116 h 490"/>
                <a:gd name="T32" fmla="*/ 308 w 552"/>
                <a:gd name="T33" fmla="*/ 89 h 490"/>
                <a:gd name="T34" fmla="*/ 253 w 552"/>
                <a:gd name="T35" fmla="*/ 87 h 490"/>
                <a:gd name="T36" fmla="*/ 210 w 552"/>
                <a:gd name="T37" fmla="*/ 104 h 490"/>
                <a:gd name="T38" fmla="*/ 178 w 552"/>
                <a:gd name="T39" fmla="*/ 139 h 490"/>
                <a:gd name="T40" fmla="*/ 159 w 552"/>
                <a:gd name="T41" fmla="*/ 185 h 490"/>
                <a:gd name="T42" fmla="*/ 158 w 552"/>
                <a:gd name="T43" fmla="*/ 481 h 490"/>
                <a:gd name="T44" fmla="*/ 50 w 552"/>
                <a:gd name="T45" fmla="*/ 146 h 490"/>
                <a:gd name="T46" fmla="*/ 48 w 552"/>
                <a:gd name="T47" fmla="*/ 111 h 490"/>
                <a:gd name="T48" fmla="*/ 46 w 552"/>
                <a:gd name="T49" fmla="*/ 96 h 490"/>
                <a:gd name="T50" fmla="*/ 40 w 552"/>
                <a:gd name="T51" fmla="*/ 87 h 490"/>
                <a:gd name="T52" fmla="*/ 28 w 552"/>
                <a:gd name="T53" fmla="*/ 80 h 490"/>
                <a:gd name="T54" fmla="*/ 0 w 552"/>
                <a:gd name="T55" fmla="*/ 80 h 490"/>
                <a:gd name="T56" fmla="*/ 52 w 552"/>
                <a:gd name="T57" fmla="*/ 0 h 490"/>
                <a:gd name="T58" fmla="*/ 99 w 552"/>
                <a:gd name="T59" fmla="*/ 5 h 490"/>
                <a:gd name="T60" fmla="*/ 134 w 552"/>
                <a:gd name="T61" fmla="*/ 29 h 490"/>
                <a:gd name="T62" fmla="*/ 146 w 552"/>
                <a:gd name="T63" fmla="*/ 60 h 490"/>
                <a:gd name="T64" fmla="*/ 159 w 552"/>
                <a:gd name="T65" fmla="*/ 60 h 490"/>
                <a:gd name="T66" fmla="*/ 193 w 552"/>
                <a:gd name="T67" fmla="*/ 29 h 490"/>
                <a:gd name="T68" fmla="*/ 238 w 552"/>
                <a:gd name="T69" fmla="*/ 9 h 490"/>
                <a:gd name="T70" fmla="*/ 308 w 552"/>
                <a:gd name="T71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2" h="490">
                  <a:moveTo>
                    <a:pt x="308" y="0"/>
                  </a:moveTo>
                  <a:lnTo>
                    <a:pt x="339" y="2"/>
                  </a:lnTo>
                  <a:lnTo>
                    <a:pt x="368" y="7"/>
                  </a:lnTo>
                  <a:lnTo>
                    <a:pt x="392" y="15"/>
                  </a:lnTo>
                  <a:lnTo>
                    <a:pt x="424" y="34"/>
                  </a:lnTo>
                  <a:lnTo>
                    <a:pt x="450" y="58"/>
                  </a:lnTo>
                  <a:lnTo>
                    <a:pt x="470" y="87"/>
                  </a:lnTo>
                  <a:lnTo>
                    <a:pt x="484" y="122"/>
                  </a:lnTo>
                  <a:lnTo>
                    <a:pt x="492" y="161"/>
                  </a:lnTo>
                  <a:lnTo>
                    <a:pt x="496" y="204"/>
                  </a:lnTo>
                  <a:lnTo>
                    <a:pt x="496" y="296"/>
                  </a:lnTo>
                  <a:lnTo>
                    <a:pt x="496" y="296"/>
                  </a:lnTo>
                  <a:lnTo>
                    <a:pt x="496" y="370"/>
                  </a:lnTo>
                  <a:lnTo>
                    <a:pt x="498" y="389"/>
                  </a:lnTo>
                  <a:lnTo>
                    <a:pt x="503" y="402"/>
                  </a:lnTo>
                  <a:lnTo>
                    <a:pt x="511" y="411"/>
                  </a:lnTo>
                  <a:lnTo>
                    <a:pt x="528" y="416"/>
                  </a:lnTo>
                  <a:lnTo>
                    <a:pt x="552" y="414"/>
                  </a:lnTo>
                  <a:lnTo>
                    <a:pt x="552" y="483"/>
                  </a:lnTo>
                  <a:lnTo>
                    <a:pt x="521" y="488"/>
                  </a:lnTo>
                  <a:lnTo>
                    <a:pt x="494" y="490"/>
                  </a:lnTo>
                  <a:lnTo>
                    <a:pt x="468" y="490"/>
                  </a:lnTo>
                  <a:lnTo>
                    <a:pt x="446" y="483"/>
                  </a:lnTo>
                  <a:lnTo>
                    <a:pt x="426" y="472"/>
                  </a:lnTo>
                  <a:lnTo>
                    <a:pt x="410" y="457"/>
                  </a:lnTo>
                  <a:lnTo>
                    <a:pt x="398" y="437"/>
                  </a:lnTo>
                  <a:lnTo>
                    <a:pt x="390" y="409"/>
                  </a:lnTo>
                  <a:lnTo>
                    <a:pt x="388" y="375"/>
                  </a:lnTo>
                  <a:lnTo>
                    <a:pt x="388" y="204"/>
                  </a:lnTo>
                  <a:lnTo>
                    <a:pt x="385" y="170"/>
                  </a:lnTo>
                  <a:lnTo>
                    <a:pt x="375" y="140"/>
                  </a:lnTo>
                  <a:lnTo>
                    <a:pt x="357" y="116"/>
                  </a:lnTo>
                  <a:lnTo>
                    <a:pt x="333" y="99"/>
                  </a:lnTo>
                  <a:lnTo>
                    <a:pt x="308" y="89"/>
                  </a:lnTo>
                  <a:lnTo>
                    <a:pt x="277" y="84"/>
                  </a:lnTo>
                  <a:lnTo>
                    <a:pt x="253" y="87"/>
                  </a:lnTo>
                  <a:lnTo>
                    <a:pt x="231" y="94"/>
                  </a:lnTo>
                  <a:lnTo>
                    <a:pt x="210" y="104"/>
                  </a:lnTo>
                  <a:lnTo>
                    <a:pt x="192" y="120"/>
                  </a:lnTo>
                  <a:lnTo>
                    <a:pt x="178" y="139"/>
                  </a:lnTo>
                  <a:lnTo>
                    <a:pt x="168" y="161"/>
                  </a:lnTo>
                  <a:lnTo>
                    <a:pt x="159" y="185"/>
                  </a:lnTo>
                  <a:lnTo>
                    <a:pt x="158" y="212"/>
                  </a:lnTo>
                  <a:lnTo>
                    <a:pt x="158" y="481"/>
                  </a:lnTo>
                  <a:lnTo>
                    <a:pt x="50" y="481"/>
                  </a:lnTo>
                  <a:lnTo>
                    <a:pt x="50" y="146"/>
                  </a:lnTo>
                  <a:lnTo>
                    <a:pt x="50" y="127"/>
                  </a:lnTo>
                  <a:lnTo>
                    <a:pt x="48" y="111"/>
                  </a:lnTo>
                  <a:lnTo>
                    <a:pt x="48" y="103"/>
                  </a:lnTo>
                  <a:lnTo>
                    <a:pt x="46" y="96"/>
                  </a:lnTo>
                  <a:lnTo>
                    <a:pt x="43" y="91"/>
                  </a:lnTo>
                  <a:lnTo>
                    <a:pt x="40" y="87"/>
                  </a:lnTo>
                  <a:lnTo>
                    <a:pt x="35" y="84"/>
                  </a:lnTo>
                  <a:lnTo>
                    <a:pt x="28" y="80"/>
                  </a:lnTo>
                  <a:lnTo>
                    <a:pt x="16" y="80"/>
                  </a:lnTo>
                  <a:lnTo>
                    <a:pt x="0" y="80"/>
                  </a:lnTo>
                  <a:lnTo>
                    <a:pt x="0" y="7"/>
                  </a:lnTo>
                  <a:lnTo>
                    <a:pt x="52" y="0"/>
                  </a:lnTo>
                  <a:lnTo>
                    <a:pt x="77" y="0"/>
                  </a:lnTo>
                  <a:lnTo>
                    <a:pt x="99" y="5"/>
                  </a:lnTo>
                  <a:lnTo>
                    <a:pt x="118" y="14"/>
                  </a:lnTo>
                  <a:lnTo>
                    <a:pt x="134" y="29"/>
                  </a:lnTo>
                  <a:lnTo>
                    <a:pt x="142" y="43"/>
                  </a:lnTo>
                  <a:lnTo>
                    <a:pt x="146" y="60"/>
                  </a:lnTo>
                  <a:lnTo>
                    <a:pt x="147" y="80"/>
                  </a:lnTo>
                  <a:lnTo>
                    <a:pt x="159" y="60"/>
                  </a:lnTo>
                  <a:lnTo>
                    <a:pt x="175" y="43"/>
                  </a:lnTo>
                  <a:lnTo>
                    <a:pt x="193" y="29"/>
                  </a:lnTo>
                  <a:lnTo>
                    <a:pt x="216" y="17"/>
                  </a:lnTo>
                  <a:lnTo>
                    <a:pt x="238" y="9"/>
                  </a:lnTo>
                  <a:lnTo>
                    <a:pt x="262" y="3"/>
                  </a:lnTo>
                  <a:lnTo>
                    <a:pt x="3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599C76B5-6063-2B08-6149-BFB75582548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91" y="1156"/>
              <a:ext cx="981" cy="992"/>
            </a:xfrm>
            <a:custGeom>
              <a:avLst/>
              <a:gdLst>
                <a:gd name="T0" fmla="*/ 629 w 981"/>
                <a:gd name="T1" fmla="*/ 22 h 992"/>
                <a:gd name="T2" fmla="*/ 810 w 981"/>
                <a:gd name="T3" fmla="*/ 123 h 992"/>
                <a:gd name="T4" fmla="*/ 935 w 981"/>
                <a:gd name="T5" fmla="*/ 287 h 992"/>
                <a:gd name="T6" fmla="*/ 981 w 981"/>
                <a:gd name="T7" fmla="*/ 496 h 992"/>
                <a:gd name="T8" fmla="*/ 935 w 981"/>
                <a:gd name="T9" fmla="*/ 705 h 992"/>
                <a:gd name="T10" fmla="*/ 810 w 981"/>
                <a:gd name="T11" fmla="*/ 871 h 992"/>
                <a:gd name="T12" fmla="*/ 629 w 981"/>
                <a:gd name="T13" fmla="*/ 972 h 992"/>
                <a:gd name="T14" fmla="*/ 415 w 981"/>
                <a:gd name="T15" fmla="*/ 987 h 992"/>
                <a:gd name="T16" fmla="*/ 222 w 981"/>
                <a:gd name="T17" fmla="*/ 917 h 992"/>
                <a:gd name="T18" fmla="*/ 79 w 981"/>
                <a:gd name="T19" fmla="*/ 779 h 992"/>
                <a:gd name="T20" fmla="*/ 0 w 981"/>
                <a:gd name="T21" fmla="*/ 590 h 992"/>
                <a:gd name="T22" fmla="*/ 121 w 981"/>
                <a:gd name="T23" fmla="*/ 695 h 992"/>
                <a:gd name="T24" fmla="*/ 244 w 981"/>
                <a:gd name="T25" fmla="*/ 835 h 992"/>
                <a:gd name="T26" fmla="*/ 420 w 981"/>
                <a:gd name="T27" fmla="*/ 907 h 992"/>
                <a:gd name="T28" fmla="*/ 605 w 981"/>
                <a:gd name="T29" fmla="*/ 895 h 992"/>
                <a:gd name="T30" fmla="*/ 759 w 981"/>
                <a:gd name="T31" fmla="*/ 809 h 992"/>
                <a:gd name="T32" fmla="*/ 861 w 981"/>
                <a:gd name="T33" fmla="*/ 672 h 992"/>
                <a:gd name="T34" fmla="*/ 900 w 981"/>
                <a:gd name="T35" fmla="*/ 496 h 992"/>
                <a:gd name="T36" fmla="*/ 861 w 981"/>
                <a:gd name="T37" fmla="*/ 321 h 992"/>
                <a:gd name="T38" fmla="*/ 759 w 981"/>
                <a:gd name="T39" fmla="*/ 183 h 992"/>
                <a:gd name="T40" fmla="*/ 605 w 981"/>
                <a:gd name="T41" fmla="*/ 99 h 992"/>
                <a:gd name="T42" fmla="*/ 425 w 981"/>
                <a:gd name="T43" fmla="*/ 85 h 992"/>
                <a:gd name="T44" fmla="*/ 263 w 981"/>
                <a:gd name="T45" fmla="*/ 145 h 992"/>
                <a:gd name="T46" fmla="*/ 142 w 981"/>
                <a:gd name="T47" fmla="*/ 265 h 992"/>
                <a:gd name="T48" fmla="*/ 116 w 981"/>
                <a:gd name="T49" fmla="*/ 320 h 992"/>
                <a:gd name="T50" fmla="*/ 130 w 981"/>
                <a:gd name="T51" fmla="*/ 369 h 992"/>
                <a:gd name="T52" fmla="*/ 261 w 981"/>
                <a:gd name="T53" fmla="*/ 378 h 992"/>
                <a:gd name="T54" fmla="*/ 347 w 981"/>
                <a:gd name="T55" fmla="*/ 378 h 992"/>
                <a:gd name="T56" fmla="*/ 321 w 981"/>
                <a:gd name="T57" fmla="*/ 458 h 992"/>
                <a:gd name="T58" fmla="*/ 289 w 981"/>
                <a:gd name="T59" fmla="*/ 590 h 992"/>
                <a:gd name="T60" fmla="*/ 318 w 981"/>
                <a:gd name="T61" fmla="*/ 618 h 992"/>
                <a:gd name="T62" fmla="*/ 388 w 981"/>
                <a:gd name="T63" fmla="*/ 609 h 992"/>
                <a:gd name="T64" fmla="*/ 415 w 981"/>
                <a:gd name="T65" fmla="*/ 681 h 992"/>
                <a:gd name="T66" fmla="*/ 326 w 981"/>
                <a:gd name="T67" fmla="*/ 700 h 992"/>
                <a:gd name="T68" fmla="*/ 246 w 981"/>
                <a:gd name="T69" fmla="*/ 672 h 992"/>
                <a:gd name="T70" fmla="*/ 207 w 981"/>
                <a:gd name="T71" fmla="*/ 595 h 992"/>
                <a:gd name="T72" fmla="*/ 236 w 981"/>
                <a:gd name="T73" fmla="*/ 458 h 992"/>
                <a:gd name="T74" fmla="*/ 130 w 981"/>
                <a:gd name="T75" fmla="*/ 455 h 992"/>
                <a:gd name="T76" fmla="*/ 62 w 981"/>
                <a:gd name="T77" fmla="*/ 424 h 992"/>
                <a:gd name="T78" fmla="*/ 29 w 981"/>
                <a:gd name="T79" fmla="*/ 347 h 992"/>
                <a:gd name="T80" fmla="*/ 56 w 981"/>
                <a:gd name="T81" fmla="*/ 250 h 992"/>
                <a:gd name="T82" fmla="*/ 181 w 981"/>
                <a:gd name="T83" fmla="*/ 106 h 992"/>
                <a:gd name="T84" fmla="*/ 354 w 981"/>
                <a:gd name="T85" fmla="*/ 19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81" h="992">
                  <a:moveTo>
                    <a:pt x="485" y="0"/>
                  </a:moveTo>
                  <a:lnTo>
                    <a:pt x="559" y="7"/>
                  </a:lnTo>
                  <a:lnTo>
                    <a:pt x="629" y="22"/>
                  </a:lnTo>
                  <a:lnTo>
                    <a:pt x="694" y="46"/>
                  </a:lnTo>
                  <a:lnTo>
                    <a:pt x="755" y="80"/>
                  </a:lnTo>
                  <a:lnTo>
                    <a:pt x="810" y="123"/>
                  </a:lnTo>
                  <a:lnTo>
                    <a:pt x="859" y="171"/>
                  </a:lnTo>
                  <a:lnTo>
                    <a:pt x="900" y="226"/>
                  </a:lnTo>
                  <a:lnTo>
                    <a:pt x="935" y="287"/>
                  </a:lnTo>
                  <a:lnTo>
                    <a:pt x="960" y="354"/>
                  </a:lnTo>
                  <a:lnTo>
                    <a:pt x="976" y="422"/>
                  </a:lnTo>
                  <a:lnTo>
                    <a:pt x="981" y="496"/>
                  </a:lnTo>
                  <a:lnTo>
                    <a:pt x="976" y="570"/>
                  </a:lnTo>
                  <a:lnTo>
                    <a:pt x="960" y="640"/>
                  </a:lnTo>
                  <a:lnTo>
                    <a:pt x="935" y="705"/>
                  </a:lnTo>
                  <a:lnTo>
                    <a:pt x="900" y="767"/>
                  </a:lnTo>
                  <a:lnTo>
                    <a:pt x="859" y="821"/>
                  </a:lnTo>
                  <a:lnTo>
                    <a:pt x="810" y="871"/>
                  </a:lnTo>
                  <a:lnTo>
                    <a:pt x="755" y="912"/>
                  </a:lnTo>
                  <a:lnTo>
                    <a:pt x="694" y="946"/>
                  </a:lnTo>
                  <a:lnTo>
                    <a:pt x="629" y="972"/>
                  </a:lnTo>
                  <a:lnTo>
                    <a:pt x="559" y="987"/>
                  </a:lnTo>
                  <a:lnTo>
                    <a:pt x="485" y="992"/>
                  </a:lnTo>
                  <a:lnTo>
                    <a:pt x="415" y="987"/>
                  </a:lnTo>
                  <a:lnTo>
                    <a:pt x="347" y="972"/>
                  </a:lnTo>
                  <a:lnTo>
                    <a:pt x="282" y="950"/>
                  </a:lnTo>
                  <a:lnTo>
                    <a:pt x="222" y="917"/>
                  </a:lnTo>
                  <a:lnTo>
                    <a:pt x="169" y="878"/>
                  </a:lnTo>
                  <a:lnTo>
                    <a:pt x="120" y="832"/>
                  </a:lnTo>
                  <a:lnTo>
                    <a:pt x="79" y="779"/>
                  </a:lnTo>
                  <a:lnTo>
                    <a:pt x="44" y="720"/>
                  </a:lnTo>
                  <a:lnTo>
                    <a:pt x="17" y="657"/>
                  </a:lnTo>
                  <a:lnTo>
                    <a:pt x="0" y="590"/>
                  </a:lnTo>
                  <a:lnTo>
                    <a:pt x="79" y="575"/>
                  </a:lnTo>
                  <a:lnTo>
                    <a:pt x="96" y="636"/>
                  </a:lnTo>
                  <a:lnTo>
                    <a:pt x="121" y="695"/>
                  </a:lnTo>
                  <a:lnTo>
                    <a:pt x="156" y="748"/>
                  </a:lnTo>
                  <a:lnTo>
                    <a:pt x="197" y="794"/>
                  </a:lnTo>
                  <a:lnTo>
                    <a:pt x="244" y="835"/>
                  </a:lnTo>
                  <a:lnTo>
                    <a:pt x="297" y="868"/>
                  </a:lnTo>
                  <a:lnTo>
                    <a:pt x="357" y="891"/>
                  </a:lnTo>
                  <a:lnTo>
                    <a:pt x="420" y="907"/>
                  </a:lnTo>
                  <a:lnTo>
                    <a:pt x="485" y="912"/>
                  </a:lnTo>
                  <a:lnTo>
                    <a:pt x="547" y="907"/>
                  </a:lnTo>
                  <a:lnTo>
                    <a:pt x="605" y="895"/>
                  </a:lnTo>
                  <a:lnTo>
                    <a:pt x="661" y="873"/>
                  </a:lnTo>
                  <a:lnTo>
                    <a:pt x="711" y="845"/>
                  </a:lnTo>
                  <a:lnTo>
                    <a:pt x="759" y="809"/>
                  </a:lnTo>
                  <a:lnTo>
                    <a:pt x="798" y="770"/>
                  </a:lnTo>
                  <a:lnTo>
                    <a:pt x="834" y="722"/>
                  </a:lnTo>
                  <a:lnTo>
                    <a:pt x="861" y="672"/>
                  </a:lnTo>
                  <a:lnTo>
                    <a:pt x="883" y="616"/>
                  </a:lnTo>
                  <a:lnTo>
                    <a:pt x="895" y="558"/>
                  </a:lnTo>
                  <a:lnTo>
                    <a:pt x="900" y="496"/>
                  </a:lnTo>
                  <a:lnTo>
                    <a:pt x="895" y="434"/>
                  </a:lnTo>
                  <a:lnTo>
                    <a:pt x="883" y="376"/>
                  </a:lnTo>
                  <a:lnTo>
                    <a:pt x="861" y="321"/>
                  </a:lnTo>
                  <a:lnTo>
                    <a:pt x="834" y="270"/>
                  </a:lnTo>
                  <a:lnTo>
                    <a:pt x="798" y="224"/>
                  </a:lnTo>
                  <a:lnTo>
                    <a:pt x="759" y="183"/>
                  </a:lnTo>
                  <a:lnTo>
                    <a:pt x="711" y="149"/>
                  </a:lnTo>
                  <a:lnTo>
                    <a:pt x="661" y="120"/>
                  </a:lnTo>
                  <a:lnTo>
                    <a:pt x="605" y="99"/>
                  </a:lnTo>
                  <a:lnTo>
                    <a:pt x="547" y="85"/>
                  </a:lnTo>
                  <a:lnTo>
                    <a:pt x="485" y="80"/>
                  </a:lnTo>
                  <a:lnTo>
                    <a:pt x="425" y="85"/>
                  </a:lnTo>
                  <a:lnTo>
                    <a:pt x="367" y="97"/>
                  </a:lnTo>
                  <a:lnTo>
                    <a:pt x="314" y="118"/>
                  </a:lnTo>
                  <a:lnTo>
                    <a:pt x="263" y="145"/>
                  </a:lnTo>
                  <a:lnTo>
                    <a:pt x="217" y="179"/>
                  </a:lnTo>
                  <a:lnTo>
                    <a:pt x="176" y="219"/>
                  </a:lnTo>
                  <a:lnTo>
                    <a:pt x="142" y="265"/>
                  </a:lnTo>
                  <a:lnTo>
                    <a:pt x="140" y="267"/>
                  </a:lnTo>
                  <a:lnTo>
                    <a:pt x="127" y="294"/>
                  </a:lnTo>
                  <a:lnTo>
                    <a:pt x="116" y="320"/>
                  </a:lnTo>
                  <a:lnTo>
                    <a:pt x="115" y="340"/>
                  </a:lnTo>
                  <a:lnTo>
                    <a:pt x="118" y="357"/>
                  </a:lnTo>
                  <a:lnTo>
                    <a:pt x="130" y="369"/>
                  </a:lnTo>
                  <a:lnTo>
                    <a:pt x="149" y="376"/>
                  </a:lnTo>
                  <a:lnTo>
                    <a:pt x="173" y="378"/>
                  </a:lnTo>
                  <a:lnTo>
                    <a:pt x="261" y="378"/>
                  </a:lnTo>
                  <a:lnTo>
                    <a:pt x="304" y="246"/>
                  </a:lnTo>
                  <a:lnTo>
                    <a:pt x="390" y="246"/>
                  </a:lnTo>
                  <a:lnTo>
                    <a:pt x="347" y="378"/>
                  </a:lnTo>
                  <a:lnTo>
                    <a:pt x="444" y="378"/>
                  </a:lnTo>
                  <a:lnTo>
                    <a:pt x="419" y="458"/>
                  </a:lnTo>
                  <a:lnTo>
                    <a:pt x="321" y="458"/>
                  </a:lnTo>
                  <a:lnTo>
                    <a:pt x="289" y="556"/>
                  </a:lnTo>
                  <a:lnTo>
                    <a:pt x="287" y="575"/>
                  </a:lnTo>
                  <a:lnTo>
                    <a:pt x="289" y="590"/>
                  </a:lnTo>
                  <a:lnTo>
                    <a:pt x="294" y="604"/>
                  </a:lnTo>
                  <a:lnTo>
                    <a:pt x="304" y="612"/>
                  </a:lnTo>
                  <a:lnTo>
                    <a:pt x="318" y="618"/>
                  </a:lnTo>
                  <a:lnTo>
                    <a:pt x="330" y="619"/>
                  </a:lnTo>
                  <a:lnTo>
                    <a:pt x="359" y="618"/>
                  </a:lnTo>
                  <a:lnTo>
                    <a:pt x="388" y="609"/>
                  </a:lnTo>
                  <a:lnTo>
                    <a:pt x="396" y="647"/>
                  </a:lnTo>
                  <a:lnTo>
                    <a:pt x="405" y="664"/>
                  </a:lnTo>
                  <a:lnTo>
                    <a:pt x="415" y="681"/>
                  </a:lnTo>
                  <a:lnTo>
                    <a:pt x="386" y="691"/>
                  </a:lnTo>
                  <a:lnTo>
                    <a:pt x="357" y="698"/>
                  </a:lnTo>
                  <a:lnTo>
                    <a:pt x="326" y="700"/>
                  </a:lnTo>
                  <a:lnTo>
                    <a:pt x="297" y="696"/>
                  </a:lnTo>
                  <a:lnTo>
                    <a:pt x="270" y="688"/>
                  </a:lnTo>
                  <a:lnTo>
                    <a:pt x="246" y="672"/>
                  </a:lnTo>
                  <a:lnTo>
                    <a:pt x="227" y="652"/>
                  </a:lnTo>
                  <a:lnTo>
                    <a:pt x="214" y="626"/>
                  </a:lnTo>
                  <a:lnTo>
                    <a:pt x="207" y="595"/>
                  </a:lnTo>
                  <a:lnTo>
                    <a:pt x="205" y="563"/>
                  </a:lnTo>
                  <a:lnTo>
                    <a:pt x="214" y="530"/>
                  </a:lnTo>
                  <a:lnTo>
                    <a:pt x="236" y="458"/>
                  </a:lnTo>
                  <a:lnTo>
                    <a:pt x="173" y="458"/>
                  </a:lnTo>
                  <a:lnTo>
                    <a:pt x="154" y="458"/>
                  </a:lnTo>
                  <a:lnTo>
                    <a:pt x="130" y="455"/>
                  </a:lnTo>
                  <a:lnTo>
                    <a:pt x="106" y="450"/>
                  </a:lnTo>
                  <a:lnTo>
                    <a:pt x="84" y="440"/>
                  </a:lnTo>
                  <a:lnTo>
                    <a:pt x="62" y="424"/>
                  </a:lnTo>
                  <a:lnTo>
                    <a:pt x="46" y="402"/>
                  </a:lnTo>
                  <a:lnTo>
                    <a:pt x="34" y="376"/>
                  </a:lnTo>
                  <a:lnTo>
                    <a:pt x="29" y="347"/>
                  </a:lnTo>
                  <a:lnTo>
                    <a:pt x="33" y="316"/>
                  </a:lnTo>
                  <a:lnTo>
                    <a:pt x="41" y="284"/>
                  </a:lnTo>
                  <a:lnTo>
                    <a:pt x="56" y="250"/>
                  </a:lnTo>
                  <a:lnTo>
                    <a:pt x="92" y="197"/>
                  </a:lnTo>
                  <a:lnTo>
                    <a:pt x="133" y="147"/>
                  </a:lnTo>
                  <a:lnTo>
                    <a:pt x="181" y="106"/>
                  </a:lnTo>
                  <a:lnTo>
                    <a:pt x="234" y="70"/>
                  </a:lnTo>
                  <a:lnTo>
                    <a:pt x="292" y="41"/>
                  </a:lnTo>
                  <a:lnTo>
                    <a:pt x="354" y="19"/>
                  </a:lnTo>
                  <a:lnTo>
                    <a:pt x="419" y="5"/>
                  </a:lnTo>
                  <a:lnTo>
                    <a:pt x="4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A4112057-FDA5-D247-8909-CEACC1679F1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125" y="1534"/>
              <a:ext cx="396" cy="322"/>
            </a:xfrm>
            <a:custGeom>
              <a:avLst/>
              <a:gdLst>
                <a:gd name="T0" fmla="*/ 58 w 396"/>
                <a:gd name="T1" fmla="*/ 0 h 322"/>
                <a:gd name="T2" fmla="*/ 144 w 396"/>
                <a:gd name="T3" fmla="*/ 0 h 322"/>
                <a:gd name="T4" fmla="*/ 82 w 396"/>
                <a:gd name="T5" fmla="*/ 190 h 322"/>
                <a:gd name="T6" fmla="*/ 80 w 396"/>
                <a:gd name="T7" fmla="*/ 205 h 322"/>
                <a:gd name="T8" fmla="*/ 82 w 396"/>
                <a:gd name="T9" fmla="*/ 219 h 322"/>
                <a:gd name="T10" fmla="*/ 87 w 396"/>
                <a:gd name="T11" fmla="*/ 228 h 322"/>
                <a:gd name="T12" fmla="*/ 96 w 396"/>
                <a:gd name="T13" fmla="*/ 234 h 322"/>
                <a:gd name="T14" fmla="*/ 106 w 396"/>
                <a:gd name="T15" fmla="*/ 240 h 322"/>
                <a:gd name="T16" fmla="*/ 116 w 396"/>
                <a:gd name="T17" fmla="*/ 241 h 322"/>
                <a:gd name="T18" fmla="*/ 140 w 396"/>
                <a:gd name="T19" fmla="*/ 238 h 322"/>
                <a:gd name="T20" fmla="*/ 164 w 396"/>
                <a:gd name="T21" fmla="*/ 226 h 322"/>
                <a:gd name="T22" fmla="*/ 186 w 396"/>
                <a:gd name="T23" fmla="*/ 211 h 322"/>
                <a:gd name="T24" fmla="*/ 203 w 396"/>
                <a:gd name="T25" fmla="*/ 188 h 322"/>
                <a:gd name="T26" fmla="*/ 215 w 396"/>
                <a:gd name="T27" fmla="*/ 164 h 322"/>
                <a:gd name="T28" fmla="*/ 215 w 396"/>
                <a:gd name="T29" fmla="*/ 164 h 322"/>
                <a:gd name="T30" fmla="*/ 268 w 396"/>
                <a:gd name="T31" fmla="*/ 0 h 322"/>
                <a:gd name="T32" fmla="*/ 352 w 396"/>
                <a:gd name="T33" fmla="*/ 0 h 322"/>
                <a:gd name="T34" fmla="*/ 292 w 396"/>
                <a:gd name="T35" fmla="*/ 190 h 322"/>
                <a:gd name="T36" fmla="*/ 289 w 396"/>
                <a:gd name="T37" fmla="*/ 199 h 322"/>
                <a:gd name="T38" fmla="*/ 289 w 396"/>
                <a:gd name="T39" fmla="*/ 205 h 322"/>
                <a:gd name="T40" fmla="*/ 289 w 396"/>
                <a:gd name="T41" fmla="*/ 212 h 322"/>
                <a:gd name="T42" fmla="*/ 289 w 396"/>
                <a:gd name="T43" fmla="*/ 212 h 322"/>
                <a:gd name="T44" fmla="*/ 289 w 396"/>
                <a:gd name="T45" fmla="*/ 214 h 322"/>
                <a:gd name="T46" fmla="*/ 290 w 396"/>
                <a:gd name="T47" fmla="*/ 221 h 322"/>
                <a:gd name="T48" fmla="*/ 294 w 396"/>
                <a:gd name="T49" fmla="*/ 226 h 322"/>
                <a:gd name="T50" fmla="*/ 297 w 396"/>
                <a:gd name="T51" fmla="*/ 231 h 322"/>
                <a:gd name="T52" fmla="*/ 302 w 396"/>
                <a:gd name="T53" fmla="*/ 236 h 322"/>
                <a:gd name="T54" fmla="*/ 306 w 396"/>
                <a:gd name="T55" fmla="*/ 238 h 322"/>
                <a:gd name="T56" fmla="*/ 325 w 396"/>
                <a:gd name="T57" fmla="*/ 248 h 322"/>
                <a:gd name="T58" fmla="*/ 345 w 396"/>
                <a:gd name="T59" fmla="*/ 252 h 322"/>
                <a:gd name="T60" fmla="*/ 367 w 396"/>
                <a:gd name="T61" fmla="*/ 253 h 322"/>
                <a:gd name="T62" fmla="*/ 384 w 396"/>
                <a:gd name="T63" fmla="*/ 252 h 322"/>
                <a:gd name="T64" fmla="*/ 396 w 396"/>
                <a:gd name="T65" fmla="*/ 250 h 322"/>
                <a:gd name="T66" fmla="*/ 393 w 396"/>
                <a:gd name="T67" fmla="*/ 262 h 322"/>
                <a:gd name="T68" fmla="*/ 384 w 396"/>
                <a:gd name="T69" fmla="*/ 279 h 322"/>
                <a:gd name="T70" fmla="*/ 378 w 396"/>
                <a:gd name="T71" fmla="*/ 294 h 322"/>
                <a:gd name="T72" fmla="*/ 367 w 396"/>
                <a:gd name="T73" fmla="*/ 310 h 322"/>
                <a:gd name="T74" fmla="*/ 362 w 396"/>
                <a:gd name="T75" fmla="*/ 318 h 322"/>
                <a:gd name="T76" fmla="*/ 359 w 396"/>
                <a:gd name="T77" fmla="*/ 320 h 322"/>
                <a:gd name="T78" fmla="*/ 354 w 396"/>
                <a:gd name="T79" fmla="*/ 320 h 322"/>
                <a:gd name="T80" fmla="*/ 347 w 396"/>
                <a:gd name="T81" fmla="*/ 322 h 322"/>
                <a:gd name="T82" fmla="*/ 340 w 396"/>
                <a:gd name="T83" fmla="*/ 322 h 322"/>
                <a:gd name="T84" fmla="*/ 321 w 396"/>
                <a:gd name="T85" fmla="*/ 322 h 322"/>
                <a:gd name="T86" fmla="*/ 299 w 396"/>
                <a:gd name="T87" fmla="*/ 318 h 322"/>
                <a:gd name="T88" fmla="*/ 275 w 396"/>
                <a:gd name="T89" fmla="*/ 313 h 322"/>
                <a:gd name="T90" fmla="*/ 258 w 396"/>
                <a:gd name="T91" fmla="*/ 305 h 322"/>
                <a:gd name="T92" fmla="*/ 243 w 396"/>
                <a:gd name="T93" fmla="*/ 293 h 322"/>
                <a:gd name="T94" fmla="*/ 229 w 396"/>
                <a:gd name="T95" fmla="*/ 277 h 322"/>
                <a:gd name="T96" fmla="*/ 193 w 396"/>
                <a:gd name="T97" fmla="*/ 301 h 322"/>
                <a:gd name="T98" fmla="*/ 154 w 396"/>
                <a:gd name="T99" fmla="*/ 317 h 322"/>
                <a:gd name="T100" fmla="*/ 115 w 396"/>
                <a:gd name="T101" fmla="*/ 322 h 322"/>
                <a:gd name="T102" fmla="*/ 85 w 396"/>
                <a:gd name="T103" fmla="*/ 318 h 322"/>
                <a:gd name="T104" fmla="*/ 60 w 396"/>
                <a:gd name="T105" fmla="*/ 310 h 322"/>
                <a:gd name="T106" fmla="*/ 38 w 396"/>
                <a:gd name="T107" fmla="*/ 296 h 322"/>
                <a:gd name="T108" fmla="*/ 19 w 396"/>
                <a:gd name="T109" fmla="*/ 277 h 322"/>
                <a:gd name="T110" fmla="*/ 7 w 396"/>
                <a:gd name="T111" fmla="*/ 252 h 322"/>
                <a:gd name="T112" fmla="*/ 0 w 396"/>
                <a:gd name="T113" fmla="*/ 224 h 322"/>
                <a:gd name="T114" fmla="*/ 0 w 396"/>
                <a:gd name="T115" fmla="*/ 193 h 322"/>
                <a:gd name="T116" fmla="*/ 7 w 396"/>
                <a:gd name="T117" fmla="*/ 164 h 322"/>
                <a:gd name="T118" fmla="*/ 58 w 396"/>
                <a:gd name="T119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96" h="322">
                  <a:moveTo>
                    <a:pt x="58" y="0"/>
                  </a:moveTo>
                  <a:lnTo>
                    <a:pt x="144" y="0"/>
                  </a:lnTo>
                  <a:lnTo>
                    <a:pt x="82" y="190"/>
                  </a:lnTo>
                  <a:lnTo>
                    <a:pt x="80" y="205"/>
                  </a:lnTo>
                  <a:lnTo>
                    <a:pt x="82" y="219"/>
                  </a:lnTo>
                  <a:lnTo>
                    <a:pt x="87" y="228"/>
                  </a:lnTo>
                  <a:lnTo>
                    <a:pt x="96" y="234"/>
                  </a:lnTo>
                  <a:lnTo>
                    <a:pt x="106" y="240"/>
                  </a:lnTo>
                  <a:lnTo>
                    <a:pt x="116" y="241"/>
                  </a:lnTo>
                  <a:lnTo>
                    <a:pt x="140" y="238"/>
                  </a:lnTo>
                  <a:lnTo>
                    <a:pt x="164" y="226"/>
                  </a:lnTo>
                  <a:lnTo>
                    <a:pt x="186" y="211"/>
                  </a:lnTo>
                  <a:lnTo>
                    <a:pt x="203" y="188"/>
                  </a:lnTo>
                  <a:lnTo>
                    <a:pt x="215" y="164"/>
                  </a:lnTo>
                  <a:lnTo>
                    <a:pt x="215" y="164"/>
                  </a:lnTo>
                  <a:lnTo>
                    <a:pt x="268" y="0"/>
                  </a:lnTo>
                  <a:lnTo>
                    <a:pt x="352" y="0"/>
                  </a:lnTo>
                  <a:lnTo>
                    <a:pt x="292" y="190"/>
                  </a:lnTo>
                  <a:lnTo>
                    <a:pt x="289" y="199"/>
                  </a:lnTo>
                  <a:lnTo>
                    <a:pt x="289" y="205"/>
                  </a:lnTo>
                  <a:lnTo>
                    <a:pt x="289" y="212"/>
                  </a:lnTo>
                  <a:lnTo>
                    <a:pt x="289" y="212"/>
                  </a:lnTo>
                  <a:lnTo>
                    <a:pt x="289" y="214"/>
                  </a:lnTo>
                  <a:lnTo>
                    <a:pt x="290" y="221"/>
                  </a:lnTo>
                  <a:lnTo>
                    <a:pt x="294" y="226"/>
                  </a:lnTo>
                  <a:lnTo>
                    <a:pt x="297" y="231"/>
                  </a:lnTo>
                  <a:lnTo>
                    <a:pt x="302" y="236"/>
                  </a:lnTo>
                  <a:lnTo>
                    <a:pt x="306" y="238"/>
                  </a:lnTo>
                  <a:lnTo>
                    <a:pt x="325" y="248"/>
                  </a:lnTo>
                  <a:lnTo>
                    <a:pt x="345" y="252"/>
                  </a:lnTo>
                  <a:lnTo>
                    <a:pt x="367" y="253"/>
                  </a:lnTo>
                  <a:lnTo>
                    <a:pt x="384" y="252"/>
                  </a:lnTo>
                  <a:lnTo>
                    <a:pt x="396" y="250"/>
                  </a:lnTo>
                  <a:lnTo>
                    <a:pt x="393" y="262"/>
                  </a:lnTo>
                  <a:lnTo>
                    <a:pt x="384" y="279"/>
                  </a:lnTo>
                  <a:lnTo>
                    <a:pt x="378" y="294"/>
                  </a:lnTo>
                  <a:lnTo>
                    <a:pt x="367" y="310"/>
                  </a:lnTo>
                  <a:lnTo>
                    <a:pt x="362" y="318"/>
                  </a:lnTo>
                  <a:lnTo>
                    <a:pt x="359" y="320"/>
                  </a:lnTo>
                  <a:lnTo>
                    <a:pt x="354" y="320"/>
                  </a:lnTo>
                  <a:lnTo>
                    <a:pt x="347" y="322"/>
                  </a:lnTo>
                  <a:lnTo>
                    <a:pt x="340" y="322"/>
                  </a:lnTo>
                  <a:lnTo>
                    <a:pt x="321" y="322"/>
                  </a:lnTo>
                  <a:lnTo>
                    <a:pt x="299" y="318"/>
                  </a:lnTo>
                  <a:lnTo>
                    <a:pt x="275" y="313"/>
                  </a:lnTo>
                  <a:lnTo>
                    <a:pt x="258" y="305"/>
                  </a:lnTo>
                  <a:lnTo>
                    <a:pt x="243" y="293"/>
                  </a:lnTo>
                  <a:lnTo>
                    <a:pt x="229" y="277"/>
                  </a:lnTo>
                  <a:lnTo>
                    <a:pt x="193" y="301"/>
                  </a:lnTo>
                  <a:lnTo>
                    <a:pt x="154" y="317"/>
                  </a:lnTo>
                  <a:lnTo>
                    <a:pt x="115" y="322"/>
                  </a:lnTo>
                  <a:lnTo>
                    <a:pt x="85" y="318"/>
                  </a:lnTo>
                  <a:lnTo>
                    <a:pt x="60" y="310"/>
                  </a:lnTo>
                  <a:lnTo>
                    <a:pt x="38" y="296"/>
                  </a:lnTo>
                  <a:lnTo>
                    <a:pt x="19" y="277"/>
                  </a:lnTo>
                  <a:lnTo>
                    <a:pt x="7" y="252"/>
                  </a:lnTo>
                  <a:lnTo>
                    <a:pt x="0" y="224"/>
                  </a:lnTo>
                  <a:lnTo>
                    <a:pt x="0" y="193"/>
                  </a:lnTo>
                  <a:lnTo>
                    <a:pt x="7" y="164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56ED2043-66F2-12F4-0AE3-AAD3458E4E05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007" y="2496"/>
              <a:ext cx="127" cy="127"/>
            </a:xfrm>
            <a:custGeom>
              <a:avLst/>
              <a:gdLst>
                <a:gd name="T0" fmla="*/ 53 w 127"/>
                <a:gd name="T1" fmla="*/ 65 h 127"/>
                <a:gd name="T2" fmla="*/ 74 w 127"/>
                <a:gd name="T3" fmla="*/ 63 h 127"/>
                <a:gd name="T4" fmla="*/ 80 w 127"/>
                <a:gd name="T5" fmla="*/ 58 h 127"/>
                <a:gd name="T6" fmla="*/ 80 w 127"/>
                <a:gd name="T7" fmla="*/ 48 h 127"/>
                <a:gd name="T8" fmla="*/ 74 w 127"/>
                <a:gd name="T9" fmla="*/ 41 h 127"/>
                <a:gd name="T10" fmla="*/ 53 w 127"/>
                <a:gd name="T11" fmla="*/ 41 h 127"/>
                <a:gd name="T12" fmla="*/ 68 w 127"/>
                <a:gd name="T13" fmla="*/ 32 h 127"/>
                <a:gd name="T14" fmla="*/ 79 w 127"/>
                <a:gd name="T15" fmla="*/ 34 h 127"/>
                <a:gd name="T16" fmla="*/ 87 w 127"/>
                <a:gd name="T17" fmla="*/ 41 h 127"/>
                <a:gd name="T18" fmla="*/ 91 w 127"/>
                <a:gd name="T19" fmla="*/ 53 h 127"/>
                <a:gd name="T20" fmla="*/ 86 w 127"/>
                <a:gd name="T21" fmla="*/ 65 h 127"/>
                <a:gd name="T22" fmla="*/ 75 w 127"/>
                <a:gd name="T23" fmla="*/ 72 h 127"/>
                <a:gd name="T24" fmla="*/ 92 w 127"/>
                <a:gd name="T25" fmla="*/ 94 h 127"/>
                <a:gd name="T26" fmla="*/ 67 w 127"/>
                <a:gd name="T27" fmla="*/ 72 h 127"/>
                <a:gd name="T28" fmla="*/ 53 w 127"/>
                <a:gd name="T29" fmla="*/ 94 h 127"/>
                <a:gd name="T30" fmla="*/ 43 w 127"/>
                <a:gd name="T31" fmla="*/ 32 h 127"/>
                <a:gd name="T32" fmla="*/ 39 w 127"/>
                <a:gd name="T33" fmla="*/ 15 h 127"/>
                <a:gd name="T34" fmla="*/ 16 w 127"/>
                <a:gd name="T35" fmla="*/ 41 h 127"/>
                <a:gd name="T36" fmla="*/ 16 w 127"/>
                <a:gd name="T37" fmla="*/ 84 h 127"/>
                <a:gd name="T38" fmla="*/ 39 w 127"/>
                <a:gd name="T39" fmla="*/ 111 h 127"/>
                <a:gd name="T40" fmla="*/ 72 w 127"/>
                <a:gd name="T41" fmla="*/ 116 h 127"/>
                <a:gd name="T42" fmla="*/ 103 w 127"/>
                <a:gd name="T43" fmla="*/ 101 h 127"/>
                <a:gd name="T44" fmla="*/ 116 w 127"/>
                <a:gd name="T45" fmla="*/ 63 h 127"/>
                <a:gd name="T46" fmla="*/ 103 w 127"/>
                <a:gd name="T47" fmla="*/ 26 h 127"/>
                <a:gd name="T48" fmla="*/ 72 w 127"/>
                <a:gd name="T49" fmla="*/ 10 h 127"/>
                <a:gd name="T50" fmla="*/ 63 w 127"/>
                <a:gd name="T51" fmla="*/ 0 h 127"/>
                <a:gd name="T52" fmla="*/ 99 w 127"/>
                <a:gd name="T53" fmla="*/ 10 h 127"/>
                <a:gd name="T54" fmla="*/ 123 w 127"/>
                <a:gd name="T55" fmla="*/ 41 h 127"/>
                <a:gd name="T56" fmla="*/ 123 w 127"/>
                <a:gd name="T57" fmla="*/ 85 h 127"/>
                <a:gd name="T58" fmla="*/ 99 w 127"/>
                <a:gd name="T59" fmla="*/ 116 h 127"/>
                <a:gd name="T60" fmla="*/ 63 w 127"/>
                <a:gd name="T61" fmla="*/ 127 h 127"/>
                <a:gd name="T62" fmla="*/ 27 w 127"/>
                <a:gd name="T63" fmla="*/ 116 h 127"/>
                <a:gd name="T64" fmla="*/ 4 w 127"/>
                <a:gd name="T65" fmla="*/ 85 h 127"/>
                <a:gd name="T66" fmla="*/ 4 w 127"/>
                <a:gd name="T67" fmla="*/ 41 h 127"/>
                <a:gd name="T68" fmla="*/ 27 w 127"/>
                <a:gd name="T69" fmla="*/ 10 h 127"/>
                <a:gd name="T70" fmla="*/ 63 w 127"/>
                <a:gd name="T7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7" h="127">
                  <a:moveTo>
                    <a:pt x="53" y="41"/>
                  </a:moveTo>
                  <a:lnTo>
                    <a:pt x="53" y="65"/>
                  </a:lnTo>
                  <a:lnTo>
                    <a:pt x="68" y="65"/>
                  </a:lnTo>
                  <a:lnTo>
                    <a:pt x="74" y="63"/>
                  </a:lnTo>
                  <a:lnTo>
                    <a:pt x="77" y="62"/>
                  </a:lnTo>
                  <a:lnTo>
                    <a:pt x="80" y="58"/>
                  </a:lnTo>
                  <a:lnTo>
                    <a:pt x="80" y="53"/>
                  </a:lnTo>
                  <a:lnTo>
                    <a:pt x="80" y="48"/>
                  </a:lnTo>
                  <a:lnTo>
                    <a:pt x="77" y="44"/>
                  </a:lnTo>
                  <a:lnTo>
                    <a:pt x="74" y="41"/>
                  </a:lnTo>
                  <a:lnTo>
                    <a:pt x="68" y="41"/>
                  </a:lnTo>
                  <a:lnTo>
                    <a:pt x="53" y="41"/>
                  </a:lnTo>
                  <a:close/>
                  <a:moveTo>
                    <a:pt x="43" y="32"/>
                  </a:moveTo>
                  <a:lnTo>
                    <a:pt x="68" y="32"/>
                  </a:lnTo>
                  <a:lnTo>
                    <a:pt x="74" y="32"/>
                  </a:lnTo>
                  <a:lnTo>
                    <a:pt x="79" y="34"/>
                  </a:lnTo>
                  <a:lnTo>
                    <a:pt x="84" y="38"/>
                  </a:lnTo>
                  <a:lnTo>
                    <a:pt x="87" y="41"/>
                  </a:lnTo>
                  <a:lnTo>
                    <a:pt x="89" y="46"/>
                  </a:lnTo>
                  <a:lnTo>
                    <a:pt x="91" y="53"/>
                  </a:lnTo>
                  <a:lnTo>
                    <a:pt x="89" y="60"/>
                  </a:lnTo>
                  <a:lnTo>
                    <a:pt x="86" y="65"/>
                  </a:lnTo>
                  <a:lnTo>
                    <a:pt x="82" y="68"/>
                  </a:lnTo>
                  <a:lnTo>
                    <a:pt x="75" y="72"/>
                  </a:lnTo>
                  <a:lnTo>
                    <a:pt x="92" y="92"/>
                  </a:lnTo>
                  <a:lnTo>
                    <a:pt x="92" y="94"/>
                  </a:lnTo>
                  <a:lnTo>
                    <a:pt x="82" y="94"/>
                  </a:lnTo>
                  <a:lnTo>
                    <a:pt x="67" y="72"/>
                  </a:lnTo>
                  <a:lnTo>
                    <a:pt x="53" y="72"/>
                  </a:lnTo>
                  <a:lnTo>
                    <a:pt x="53" y="94"/>
                  </a:lnTo>
                  <a:lnTo>
                    <a:pt x="43" y="94"/>
                  </a:lnTo>
                  <a:lnTo>
                    <a:pt x="43" y="32"/>
                  </a:lnTo>
                  <a:close/>
                  <a:moveTo>
                    <a:pt x="55" y="10"/>
                  </a:moveTo>
                  <a:lnTo>
                    <a:pt x="39" y="15"/>
                  </a:lnTo>
                  <a:lnTo>
                    <a:pt x="24" y="26"/>
                  </a:lnTo>
                  <a:lnTo>
                    <a:pt x="16" y="41"/>
                  </a:lnTo>
                  <a:lnTo>
                    <a:pt x="12" y="63"/>
                  </a:lnTo>
                  <a:lnTo>
                    <a:pt x="16" y="84"/>
                  </a:lnTo>
                  <a:lnTo>
                    <a:pt x="24" y="101"/>
                  </a:lnTo>
                  <a:lnTo>
                    <a:pt x="39" y="111"/>
                  </a:lnTo>
                  <a:lnTo>
                    <a:pt x="55" y="116"/>
                  </a:lnTo>
                  <a:lnTo>
                    <a:pt x="72" y="116"/>
                  </a:lnTo>
                  <a:lnTo>
                    <a:pt x="89" y="111"/>
                  </a:lnTo>
                  <a:lnTo>
                    <a:pt x="103" y="101"/>
                  </a:lnTo>
                  <a:lnTo>
                    <a:pt x="113" y="84"/>
                  </a:lnTo>
                  <a:lnTo>
                    <a:pt x="116" y="63"/>
                  </a:lnTo>
                  <a:lnTo>
                    <a:pt x="113" y="41"/>
                  </a:lnTo>
                  <a:lnTo>
                    <a:pt x="103" y="26"/>
                  </a:lnTo>
                  <a:lnTo>
                    <a:pt x="89" y="15"/>
                  </a:lnTo>
                  <a:lnTo>
                    <a:pt x="72" y="10"/>
                  </a:lnTo>
                  <a:lnTo>
                    <a:pt x="55" y="10"/>
                  </a:lnTo>
                  <a:close/>
                  <a:moveTo>
                    <a:pt x="63" y="0"/>
                  </a:moveTo>
                  <a:lnTo>
                    <a:pt x="82" y="2"/>
                  </a:lnTo>
                  <a:lnTo>
                    <a:pt x="99" y="10"/>
                  </a:lnTo>
                  <a:lnTo>
                    <a:pt x="115" y="22"/>
                  </a:lnTo>
                  <a:lnTo>
                    <a:pt x="123" y="41"/>
                  </a:lnTo>
                  <a:lnTo>
                    <a:pt x="127" y="63"/>
                  </a:lnTo>
                  <a:lnTo>
                    <a:pt x="123" y="85"/>
                  </a:lnTo>
                  <a:lnTo>
                    <a:pt x="115" y="104"/>
                  </a:lnTo>
                  <a:lnTo>
                    <a:pt x="99" y="116"/>
                  </a:lnTo>
                  <a:lnTo>
                    <a:pt x="82" y="125"/>
                  </a:lnTo>
                  <a:lnTo>
                    <a:pt x="63" y="127"/>
                  </a:lnTo>
                  <a:lnTo>
                    <a:pt x="45" y="125"/>
                  </a:lnTo>
                  <a:lnTo>
                    <a:pt x="27" y="116"/>
                  </a:lnTo>
                  <a:lnTo>
                    <a:pt x="14" y="104"/>
                  </a:lnTo>
                  <a:lnTo>
                    <a:pt x="4" y="85"/>
                  </a:lnTo>
                  <a:lnTo>
                    <a:pt x="0" y="63"/>
                  </a:lnTo>
                  <a:lnTo>
                    <a:pt x="4" y="41"/>
                  </a:lnTo>
                  <a:lnTo>
                    <a:pt x="14" y="22"/>
                  </a:lnTo>
                  <a:lnTo>
                    <a:pt x="27" y="10"/>
                  </a:lnTo>
                  <a:lnTo>
                    <a:pt x="45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sz="1800">
                <a:solidFill>
                  <a:schemeClr val="bg1"/>
                </a:solidFill>
              </a:endParaRPr>
            </a:p>
          </p:txBody>
        </p:sp>
      </p:grp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1" y="6248400"/>
            <a:ext cx="531221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460133"/>
            <a:ext cx="531221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1256094"/>
            <a:ext cx="5544058" cy="203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Master </a:t>
            </a:r>
            <a:br>
              <a:rPr lang="en-US"/>
            </a:br>
            <a:r>
              <a:rPr lang="en-US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24649515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5926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1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7374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05950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/>
        </p:nvSpPr>
        <p:spPr bwMode="gray"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>
                <a:latin typeface="+mn-lt"/>
                <a:ea typeface="+mn-ea"/>
                <a:cs typeface="+mn-cs"/>
              </a:rPr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 bwMode="gray">
          <a:xfrm>
            <a:off x="554736" y="1022441"/>
            <a:ext cx="11082528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gray"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gray">
          <a:xfrm>
            <a:off x="554736" y="172212"/>
            <a:ext cx="11082528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0443B86-9642-5003-BD10-1D27DBB01F84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2109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6637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501AD3D-5E55-2F99-80B6-730DFE6EF194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000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1672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441CC6D-1526-12D9-84FB-5CB85C597189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9711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4717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95647E-A854-CCA1-B51A-9C7F5A12DEED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413760 w 12192000"/>
              <a:gd name="connsiteY1" fmla="*/ 0 h 6858000"/>
              <a:gd name="connsiteX2" fmla="*/ 8778240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6858000 h 6858000"/>
              <a:gd name="connsiteX5" fmla="*/ 8778240 w 12192000"/>
              <a:gd name="connsiteY5" fmla="*/ 6858000 h 6858000"/>
              <a:gd name="connsiteX6" fmla="*/ 341376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413760" y="0"/>
                </a:lnTo>
                <a:lnTo>
                  <a:pt x="877824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8778240" y="6858000"/>
                </a:lnTo>
                <a:lnTo>
                  <a:pt x="34137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63395" y="3573244"/>
            <a:ext cx="10071393" cy="1354217"/>
          </a:xfrm>
        </p:spPr>
        <p:txBody>
          <a:bodyPr vert="horz" anchor="b" anchorCtr="0">
            <a:noAutofit/>
          </a:bodyPr>
          <a:lstStyle>
            <a:lvl1pPr rtl="0">
              <a:lnSpc>
                <a:spcPct val="100000"/>
              </a:lnSpc>
              <a:defRPr sz="44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156339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30B6304-6A79-82C0-854A-BB1818EEC94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254693-7DA7-67B4-966C-B61ED81599BA}"/>
              </a:ext>
            </a:extLst>
          </p:cNvPr>
          <p:cNvSpPr/>
          <p:nvPr/>
        </p:nvSpPr>
        <p:spPr>
          <a:xfrm>
            <a:off x="1563395" y="2535559"/>
            <a:ext cx="787014" cy="786809"/>
          </a:xfrm>
          <a:prstGeom prst="ellipse">
            <a:avLst/>
          </a:prstGeom>
          <a:solidFill>
            <a:srgbClr val="F2F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8BFD608F-B25F-BA40-BAB7-4571E150BB2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1563395" y="5028732"/>
            <a:ext cx="10071393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b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sp>
        <p:nvSpPr>
          <p:cNvPr id="8" name="Rectangle 38">
            <a:extLst>
              <a:ext uri="{FF2B5EF4-FFF2-40B4-BE49-F238E27FC236}">
                <a16:creationId xmlns:a16="http://schemas.microsoft.com/office/drawing/2014/main" id="{7856A0AE-852F-3B28-A35F-E340B1D0F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36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chemeClr val="bg2"/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1ECD7AAA-6469-675D-77B0-6E0E9FF50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chemeClr val="bg2"/>
                </a:solidFill>
                <a:cs typeface="Arial"/>
              </a:rPr>
              <a:t>Confidential | Internal use only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9C14C14-9862-51FE-C508-BECEE7B61B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8954" y="-697811"/>
            <a:ext cx="2748513" cy="27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851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1334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4844B7-DA12-375F-120E-37D3BB0856E8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41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26492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251460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93297E1-3A80-62E2-EF6B-68A86D5225F6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F3B6DF-A598-5539-0D11-A3F017ADCA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8" name="Rectangle 38">
            <a:extLst>
              <a:ext uri="{FF2B5EF4-FFF2-40B4-BE49-F238E27FC236}">
                <a16:creationId xmlns:a16="http://schemas.microsoft.com/office/drawing/2014/main" id="{D158B605-A8A1-9EC5-D197-811013E08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D5D23CAC-D3ED-3F72-365B-857666969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42285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11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46774AC-A4B0-4FEA-7D93-EBEB7BCC8A1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EB277B-FC2B-16D3-C170-E167EBCFEC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8" name="Rectangle 38">
            <a:extLst>
              <a:ext uri="{FF2B5EF4-FFF2-40B4-BE49-F238E27FC236}">
                <a16:creationId xmlns:a16="http://schemas.microsoft.com/office/drawing/2014/main" id="{C0661709-B769-34D2-B1BF-BD24AFBC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362A98AD-4444-D5AD-89B5-A4DBC26E1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32903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493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5065776" cy="384721"/>
          </a:xfrm>
        </p:spPr>
        <p:txBody>
          <a:bodyPr vert="horz">
            <a:spAutoFit/>
          </a:bodyPr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637721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758E7D9-2018-1A32-6742-00D31990156B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F7833E-7BD2-10A7-798F-6FDF56954A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8" name="Rectangle 38">
            <a:extLst>
              <a:ext uri="{FF2B5EF4-FFF2-40B4-BE49-F238E27FC236}">
                <a16:creationId xmlns:a16="http://schemas.microsoft.com/office/drawing/2014/main" id="{F15E6674-127E-4DBF-92B6-99712D9E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F32450DF-FE59-181E-1553-AD194FCF8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484429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376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384721"/>
          </a:xfrm>
        </p:spPr>
        <p:txBody>
          <a:bodyPr vert="horz">
            <a:spAutoFit/>
          </a:bodyPr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637721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282594"/>
            <a:ext cx="6967729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A24BE05-1053-DC7A-C65F-FEC24BE4872F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AAD667-DAC1-90B2-5ADE-B50A38BD9D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8" name="Rectangle 38">
            <a:extLst>
              <a:ext uri="{FF2B5EF4-FFF2-40B4-BE49-F238E27FC236}">
                <a16:creationId xmlns:a16="http://schemas.microsoft.com/office/drawing/2014/main" id="{96B51C0D-48D0-0E9C-1469-2F1CFA8BF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FC105490-F1A2-058C-1CAF-53AF5E5A3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929380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6929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>
              <a:solidFill>
                <a:srgbClr val="F0F0F0"/>
              </a:solidFill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7918704" cy="384721"/>
          </a:xfrm>
        </p:spPr>
        <p:txBody>
          <a:bodyPr vert="horz">
            <a:spAutoFit/>
          </a:bodyPr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637721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noProof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D3D1840-7DED-F45C-9F09-B6C2DB45B374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36FB06A-C94D-4194-7421-AD38B7B357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7" name="Rectangle 38">
            <a:extLst>
              <a:ext uri="{FF2B5EF4-FFF2-40B4-BE49-F238E27FC236}">
                <a16:creationId xmlns:a16="http://schemas.microsoft.com/office/drawing/2014/main" id="{9600FB8E-896C-D21F-25C9-6743C3247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8" name="Rectangle 38">
            <a:extLst>
              <a:ext uri="{FF2B5EF4-FFF2-40B4-BE49-F238E27FC236}">
                <a16:creationId xmlns:a16="http://schemas.microsoft.com/office/drawing/2014/main" id="{47E04153-A8BB-0BF3-61F5-B89F6E068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169326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8128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172212"/>
            <a:ext cx="11082528" cy="1154162"/>
          </a:xfrm>
        </p:spPr>
        <p:txBody>
          <a:bodyPr vert="horz">
            <a:spAutoFit/>
          </a:bodyPr>
          <a:lstStyle>
            <a:lvl1pPr rtl="0"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/>
        </p:nvSpPr>
        <p:spPr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>
                <a:latin typeface="+mn-lt"/>
                <a:ea typeface="+mn-ea"/>
                <a:cs typeface="+mn-cs"/>
              </a:rPr>
              <a:t>STICKER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3BF73B-37BA-D83C-60BB-A9D59B22A7E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FA0B76C-B336-F3EF-12CF-EA8814590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11" name="Rectangle 38">
            <a:extLst>
              <a:ext uri="{FF2B5EF4-FFF2-40B4-BE49-F238E27FC236}">
                <a16:creationId xmlns:a16="http://schemas.microsoft.com/office/drawing/2014/main" id="{A7A0AE08-9E3C-B4D1-2823-42485B363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12" name="Rectangle 38">
            <a:extLst>
              <a:ext uri="{FF2B5EF4-FFF2-40B4-BE49-F238E27FC236}">
                <a16:creationId xmlns:a16="http://schemas.microsoft.com/office/drawing/2014/main" id="{69C5280E-9AF3-0FD4-0281-48F526267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414720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1681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2825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/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3736D4D-F634-87D2-85EC-CA74ACE9C95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550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940EBD-D9B5-8DFE-3E50-8FA6A750B7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5" name="Rectangle 38">
            <a:extLst>
              <a:ext uri="{FF2B5EF4-FFF2-40B4-BE49-F238E27FC236}">
                <a16:creationId xmlns:a16="http://schemas.microsoft.com/office/drawing/2014/main" id="{07FEA030-84F6-DA9C-9A5E-9E63AB90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491996BE-7969-4C3A-CF4D-273CA2E9D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55566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1248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B5A0444-5DDF-AF09-34D2-768105C0C91E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413760 w 12192000"/>
              <a:gd name="connsiteY1" fmla="*/ 0 h 6858000"/>
              <a:gd name="connsiteX2" fmla="*/ 8778240 w 12192000"/>
              <a:gd name="connsiteY2" fmla="*/ 0 h 6858000"/>
              <a:gd name="connsiteX3" fmla="*/ 12192000 w 12192000"/>
              <a:gd name="connsiteY3" fmla="*/ 0 h 6858000"/>
              <a:gd name="connsiteX4" fmla="*/ 12192000 w 12192000"/>
              <a:gd name="connsiteY4" fmla="*/ 6858000 h 6858000"/>
              <a:gd name="connsiteX5" fmla="*/ 8778240 w 12192000"/>
              <a:gd name="connsiteY5" fmla="*/ 6858000 h 6858000"/>
              <a:gd name="connsiteX6" fmla="*/ 341376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413760" y="0"/>
                </a:lnTo>
                <a:lnTo>
                  <a:pt x="877824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8778240" y="6858000"/>
                </a:lnTo>
                <a:lnTo>
                  <a:pt x="34137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15E5D57-2269-5ABA-8235-4827BDD60E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8954" y="-697811"/>
            <a:ext cx="2748513" cy="2774670"/>
          </a:xfrm>
          <a:prstGeom prst="rect">
            <a:avLst/>
          </a:prstGeom>
        </p:spPr>
      </p:pic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+mn-lt"/>
                <a:ea typeface="+mn-ea"/>
                <a:cs typeface="+mn-cs"/>
              </a:rPr>
              <a:t>Source: …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EA989C6-8CA9-8F7E-BDB4-2C5DB8DB818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17" name="Rectangle 38">
            <a:extLst>
              <a:ext uri="{FF2B5EF4-FFF2-40B4-BE49-F238E27FC236}">
                <a16:creationId xmlns:a16="http://schemas.microsoft.com/office/drawing/2014/main" id="{EB96D0BF-83B0-65C7-BE51-46E9EEA75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53" y="6550220"/>
            <a:ext cx="3746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eaLnBrk="0" hangingPunct="0"/>
            <a:r>
              <a:rPr lang="en-US" sz="900">
                <a:solidFill>
                  <a:schemeClr val="bg1"/>
                </a:solidFill>
                <a:cs typeface="Arial"/>
              </a:rPr>
              <a:t>© 2025 TransUnion, its subsidiaries and/or affiliates. All Rights Reserved.</a:t>
            </a:r>
          </a:p>
        </p:txBody>
      </p:sp>
      <p:sp>
        <p:nvSpPr>
          <p:cNvPr id="18" name="Rectangle 38">
            <a:extLst>
              <a:ext uri="{FF2B5EF4-FFF2-40B4-BE49-F238E27FC236}">
                <a16:creationId xmlns:a16="http://schemas.microsoft.com/office/drawing/2014/main" id="{04E7037C-9C26-A88E-B29F-6739FC6E5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656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chemeClr val="bg1"/>
                </a:solidFill>
                <a:cs typeface="Arial"/>
              </a:rPr>
              <a:t>Confidential | Internal use only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EFC94A9D-D564-5F5C-BFB0-55F65F50590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323971" y="2921169"/>
            <a:ext cx="5544058" cy="10156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66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59768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12A2-77EA-8584-5F09-227E70FB4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FA545-9E54-42CC-6560-D536B0FA4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7E49-026C-C967-B310-5EC31D8C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2358F-53B6-4ECF-8B67-08F82810CBFC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497F6-9CBB-3E68-3279-96B66EC3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11505-1F04-BED7-9C9C-26CC0DDD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A8096-AA5B-4BB3-80AC-DF5003E67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290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30138" y="1857829"/>
            <a:ext cx="11152750" cy="4344189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chemeClr val="tx2"/>
              </a:buClr>
              <a:defRPr sz="1800" b="0" i="0">
                <a:latin typeface="Arial" panose="020B0604020202020204" pitchFamily="34" charset="0"/>
              </a:defRPr>
            </a:lvl1pPr>
            <a:lvl2pPr>
              <a:buClr>
                <a:schemeClr val="tx2"/>
              </a:buClr>
              <a:defRPr sz="1600" b="0" i="0">
                <a:latin typeface="Arial" panose="020B0604020202020204" pitchFamily="34" charset="0"/>
              </a:defRPr>
            </a:lvl2pPr>
            <a:lvl3pPr>
              <a:buClr>
                <a:schemeClr val="tx2"/>
              </a:buClr>
              <a:defRPr sz="1400" b="0" i="0">
                <a:latin typeface="Arial" panose="020B0604020202020204" pitchFamily="34" charset="0"/>
              </a:defRPr>
            </a:lvl3pPr>
            <a:lvl4pPr>
              <a:buClr>
                <a:schemeClr val="tx2"/>
              </a:buClr>
              <a:defRPr sz="1200" b="0" i="0">
                <a:latin typeface="Arial" panose="020B0604020202020204" pitchFamily="34" charset="0"/>
              </a:defRPr>
            </a:lvl4pPr>
            <a:lvl5pPr>
              <a:buClr>
                <a:schemeClr val="tx2"/>
              </a:buClr>
              <a:defRPr sz="12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2C8C1-A416-98EA-B05E-D90025A1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47622B9-487F-4357-E0E5-680874F5AD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625" y="1046369"/>
            <a:ext cx="11152751" cy="276999"/>
          </a:xfrm>
          <a:prstGeom prst="rect">
            <a:avLst/>
          </a:prstGeom>
          <a:noFill/>
        </p:spPr>
        <p:txBody>
          <a:bodyPr lIns="0" tIns="0" rIns="0" bIns="0" anchor="t"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400" b="1">
                <a:solidFill>
                  <a:srgbClr val="0B2D4C"/>
                </a:solidFill>
              </a:defRPr>
            </a:lvl2pPr>
            <a:lvl3pPr marL="914400" indent="0">
              <a:buNone/>
              <a:defRPr sz="2400" b="1">
                <a:solidFill>
                  <a:srgbClr val="0B2D4C"/>
                </a:solidFill>
              </a:defRPr>
            </a:lvl3pPr>
            <a:lvl4pPr marL="1371600" indent="0">
              <a:buNone/>
              <a:defRPr sz="2400" b="1">
                <a:solidFill>
                  <a:srgbClr val="0B2D4C"/>
                </a:solidFill>
              </a:defRPr>
            </a:lvl4pPr>
            <a:lvl5pPr marL="1828800" indent="0">
              <a:buNone/>
              <a:defRPr sz="2400" b="1">
                <a:solidFill>
                  <a:srgbClr val="0B2D4C"/>
                </a:solidFill>
              </a:defRPr>
            </a:lvl5pPr>
          </a:lstStyle>
          <a:p>
            <a:pPr lvl="0"/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290621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45658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t>©2026</a:t>
            </a:r>
            <a:r>
              <a:rPr spc="30"/>
              <a:t> </a:t>
            </a:r>
            <a:r>
              <a:rPr spc="65"/>
              <a:t>MIT</a:t>
            </a:r>
            <a:r>
              <a:rPr spc="50"/>
              <a:t> </a:t>
            </a:r>
            <a:r>
              <a:t>Sloan</a:t>
            </a:r>
            <a:r>
              <a:rPr spc="25"/>
              <a:t> </a:t>
            </a:r>
            <a:r>
              <a:t>School</a:t>
            </a:r>
            <a:r>
              <a:rPr spc="30"/>
              <a:t> </a:t>
            </a:r>
            <a:r>
              <a:t>of</a:t>
            </a:r>
            <a:r>
              <a:rPr spc="50"/>
              <a:t> </a:t>
            </a:r>
            <a:r>
              <a:t>Management</a:t>
            </a:r>
            <a:r>
              <a:rPr spc="45"/>
              <a:t> </a:t>
            </a:r>
            <a:r>
              <a:rPr spc="-305"/>
              <a:t>|</a:t>
            </a:r>
            <a:r>
              <a:rPr spc="50"/>
              <a:t> </a:t>
            </a:r>
            <a:r>
              <a:t>McKinsey</a:t>
            </a:r>
            <a:r>
              <a:rPr spc="35"/>
              <a:t> </a:t>
            </a:r>
            <a:r>
              <a:rPr spc="-75"/>
              <a:t>&amp;</a:t>
            </a:r>
            <a:r>
              <a:rPr spc="45"/>
              <a:t> </a:t>
            </a:r>
            <a:r>
              <a:rPr spc="-10"/>
              <a:t>Company</a:t>
            </a:r>
            <a:r>
              <a:rPr spc="40"/>
              <a:t> </a:t>
            </a:r>
            <a:r>
              <a:t>-</a:t>
            </a:r>
            <a:r>
              <a:rPr spc="50"/>
              <a:t> </a:t>
            </a:r>
            <a:r>
              <a:rPr spc="35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36208730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8152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brown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76EF8FEE-8E71-6751-AC5E-C286C84AED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2" b="3231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D292B13-1B05-BE0A-383E-830E79FCD0A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6318115"/>
            <a:ext cx="1572768" cy="223225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451016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rgbClr val="E5C7B5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0800" y="2097126"/>
            <a:ext cx="9726795" cy="200054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6500" kern="750" spc="0" baseline="0" dirty="0">
                <a:solidFill>
                  <a:srgbClr val="E5C7B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Subtitle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1205811"/>
            <a:ext cx="9726795" cy="92025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6500" kern="750" cap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92000"/>
              </a:lnSpc>
              <a:spcBef>
                <a:spcPts val="0"/>
              </a:spcBef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951105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34996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1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560BE5E7-8712-170E-D6B4-94991D1937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A669ACA-C5D6-3C20-B368-C4BA440E9C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CC778E16-D4E7-10C1-B018-F05626FB369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3549794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9001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3"/>
            </p:custDataLst>
          </p:nvPr>
        </p:nvSpPr>
        <p:spPr bwMode="gray">
          <a:xfrm>
            <a:off x="554736" y="1022441"/>
            <a:ext cx="11082528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 userDrawn="1"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 bwMode="gray">
          <a:xfrm>
            <a:off x="554736" y="172212"/>
            <a:ext cx="11082528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841F751-60D6-0B6F-5EA4-C3F44E883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8FF28D-A1FB-E6FE-3E52-D1FEDFB93C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</p:spTree>
    <p:extLst>
      <p:ext uri="{BB962C8B-B14F-4D97-AF65-F5344CB8AC3E}">
        <p14:creationId xmlns:p14="http://schemas.microsoft.com/office/powerpoint/2010/main" val="28729573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153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E4BE453-7D69-F5E4-D5CF-CA6079B57AD1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F7BFC99-FAFB-3C8D-99C6-A26E79089A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5F64E1A-E7A5-8148-D2CF-BABD8937C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116AAD1-3708-6179-28E1-459B2831A89E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BDB5488-72D0-2C2B-E18A-78BA850BD9D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025750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5285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F7BFC99-FAFB-3C8D-99C6-A26E79089A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5F64E1A-E7A5-8148-D2CF-BABD8937C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7B318AD9-516D-337F-A5EF-48B95B9B637B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5022662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4919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AE8628F-5EA6-0096-90CC-6EF0AC44B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DFE50BC-E008-189F-EBCF-47A2182DA0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53C7605F-C10C-B7E0-8E70-F4D9F75B7434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539441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6291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 descr="A brown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B1C05248-0E81-B1F5-AF92-0DFF03DA60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2" b="3231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0800" y="1205811"/>
            <a:ext cx="11082528" cy="63709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500" kern="750" cap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92000"/>
              </a:lnSpc>
              <a:spcBef>
                <a:spcPts val="0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A141229-A308-351F-7BB1-C8FA46C603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94F10D7-5FB6-FB00-4F5D-5B412C9544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B4835CE-B59A-E370-F2E8-46712061D291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5B38E99A-6D7D-32DB-B603-42EBC6A2029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229100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8505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794816D-37F9-1AE7-AF09-152D78D2D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B60BB04-D9D5-B984-8F1F-F815DDC840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57E079E8-1791-0B39-DED3-68AB7ADDDFF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4445858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0440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F4EFE7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251460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74ED3CD9-8CCF-153F-9A81-3059B7FA7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958A629-D1F7-B093-23E7-2119CF9CBB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A82ADC0-755D-A7C5-61EB-285D8C95E064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E1BD88DE-73F3-01B5-3212-A59B9C53AB59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67883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5833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F4EFE7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568EB41-9610-66FA-E471-70AA71BD5B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5D3E1BA2-E353-40FA-3D69-E7E692F2D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E6BC015-C916-9893-4247-AFD46FE294AD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37EBEDC-37F6-C29B-4F03-4C255CBFE57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679729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0677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F4EFE7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384721"/>
          </a:xfrm>
        </p:spPr>
        <p:txBody>
          <a:bodyPr vert="horz">
            <a:sp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1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5FB8E16-8ECA-9378-D4D9-F4DF1AEB6A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7BCEE87D-E330-428A-BAF3-B4C5FA0A5A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293120C-8E5D-FAC9-4026-9B442121610B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5815973A-0AD0-F4D8-AB2B-749B808EB2F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527617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5320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384721"/>
          </a:xfrm>
        </p:spPr>
        <p:txBody>
          <a:bodyPr vert="horz">
            <a:sp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4EFE7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1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78F6CA5-BF19-E987-9737-7BE9F0F0C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AEC2FDD-C590-BC7B-CDC9-B97EB506F5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0D391A5-FA6F-1132-9D38-A096CB43C18A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AC6E48F-8561-E962-D942-33EBBC5AB47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71526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0199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F4EFE7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384721"/>
          </a:xfrm>
        </p:spPr>
        <p:txBody>
          <a:bodyPr vert="horz">
            <a:sp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1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1B95C97-D2FF-CE51-970C-B005E08EED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82FED4B-6479-D506-B71D-8A7071664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3B13FC5-DD2C-FA93-8480-8C7D9FDFEEBB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C22FD140-0F21-07BC-57B0-DD86DEEB751B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6453813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46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172212"/>
            <a:ext cx="11082528" cy="1154162"/>
          </a:xfrm>
        </p:spPr>
        <p:txBody>
          <a:bodyPr vert="horz">
            <a:sp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CEC95EF-6947-F5C7-938E-B9F2997A68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3C8AF61-689C-66D8-75EE-05DBCAFB79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F0A2C5A-CE45-EC76-909C-04C3EC79E012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896F4501-E85C-971A-1461-A5FFCEE473D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249002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9296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A3EB74D-260A-A788-C48D-E9C6CA39BE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7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A9E8E02-B190-7192-F155-5401CB566A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0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C443D4B-DABE-4034-E2F1-F491F13F37B9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10B8291-E118-635E-E192-5FC5BDAADCD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554736" y="651119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65283125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0914315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960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3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5" y="637723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6"/>
            <a:ext cx="325502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6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6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9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D3C64CB-4C4E-1743-E5B0-B15AAFBDE2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51328" y="57371"/>
            <a:ext cx="1785937" cy="11541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50" spc="3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11" indent="0">
              <a:buNone/>
              <a:defRPr sz="1001">
                <a:solidFill>
                  <a:schemeClr val="bg1"/>
                </a:solidFill>
              </a:defRPr>
            </a:lvl2pPr>
            <a:lvl3pPr marL="914423" indent="0">
              <a:buNone/>
              <a:defRPr sz="1001">
                <a:solidFill>
                  <a:schemeClr val="bg1"/>
                </a:solidFill>
              </a:defRPr>
            </a:lvl3pPr>
            <a:lvl4pPr marL="1371634" indent="0">
              <a:buNone/>
              <a:defRPr sz="1001">
                <a:solidFill>
                  <a:schemeClr val="bg1"/>
                </a:solidFill>
              </a:defRPr>
            </a:lvl4pPr>
            <a:lvl5pPr marL="1828846" indent="0">
              <a:buNone/>
              <a:defRPr sz="100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F75DC95-6A61-B7BA-F94E-6BEFB39A88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6165" y="58117"/>
            <a:ext cx="2514601" cy="115416"/>
          </a:xfr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750" b="0" kern="750" spc="30" baseline="0">
                <a:solidFill>
                  <a:srgbClr val="939598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11" indent="0">
              <a:buNone/>
              <a:defRPr sz="1001">
                <a:solidFill>
                  <a:schemeClr val="bg1"/>
                </a:solidFill>
              </a:defRPr>
            </a:lvl2pPr>
            <a:lvl3pPr marL="914423" indent="0">
              <a:buNone/>
              <a:defRPr sz="1001">
                <a:solidFill>
                  <a:schemeClr val="bg1"/>
                </a:solidFill>
              </a:defRPr>
            </a:lvl3pPr>
            <a:lvl4pPr marL="1371634" indent="0">
              <a:buNone/>
              <a:defRPr sz="1001">
                <a:solidFill>
                  <a:schemeClr val="bg1"/>
                </a:solidFill>
              </a:defRPr>
            </a:lvl4pPr>
            <a:lvl5pPr marL="1828846" indent="0">
              <a:buNone/>
              <a:defRPr sz="100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JPMC INTERNAL USE ONLY — CONFIDENTIAL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67CC1BBC-ABB4-E7CD-A132-F1F67547E17B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gray">
          <a:xfrm>
            <a:off x="554736" y="6511196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4340239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0" dirty="0"/>
              <a:t> Company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26492669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0" dirty="0"/>
              <a:t> Company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21664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2036" y="1652778"/>
            <a:ext cx="4977765" cy="440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64883" y="1461896"/>
            <a:ext cx="5078730" cy="435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0" dirty="0"/>
              <a:t> Company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8695345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0" dirty="0"/>
              <a:t> Company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3249142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0" dirty="0"/>
              <a:t> Company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8108521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2.xml"/><Relationship Id="rId20" Type="http://schemas.openxmlformats.org/officeDocument/2006/relationships/tags" Target="../tags/tag3.xml"/><Relationship Id="rId21" Type="http://schemas.openxmlformats.org/officeDocument/2006/relationships/tags" Target="../tags/tag4.xml"/><Relationship Id="rId22" Type="http://schemas.openxmlformats.org/officeDocument/2006/relationships/tags" Target="../tags/tag5.xml"/><Relationship Id="rId23" Type="http://schemas.openxmlformats.org/officeDocument/2006/relationships/tags" Target="../tags/tag6.xml"/><Relationship Id="rId24" Type="http://schemas.openxmlformats.org/officeDocument/2006/relationships/tags" Target="../tags/tag7.xml"/><Relationship Id="rId25" Type="http://schemas.openxmlformats.org/officeDocument/2006/relationships/tags" Target="../tags/tag8.xml"/><Relationship Id="rId26" Type="http://schemas.openxmlformats.org/officeDocument/2006/relationships/tags" Target="../tags/tag9.xml"/><Relationship Id="rId27" Type="http://schemas.openxmlformats.org/officeDocument/2006/relationships/tags" Target="../tags/tag10.xml"/><Relationship Id="rId28" Type="http://schemas.openxmlformats.org/officeDocument/2006/relationships/tags" Target="../tags/tag11.xml"/><Relationship Id="rId29" Type="http://schemas.openxmlformats.org/officeDocument/2006/relationships/tags" Target="../tags/tag12.xml"/><Relationship Id="rId30" Type="http://schemas.openxmlformats.org/officeDocument/2006/relationships/tags" Target="../tags/tag13.xml"/><Relationship Id="rId31" Type="http://schemas.openxmlformats.org/officeDocument/2006/relationships/tags" Target="../tags/tag14.xml"/><Relationship Id="rId32" Type="http://schemas.openxmlformats.org/officeDocument/2006/relationships/tags" Target="../tags/tag15.xml"/><Relationship Id="rId33" Type="http://schemas.openxmlformats.org/officeDocument/2006/relationships/tags" Target="../tags/tag16.xml"/><Relationship Id="rId34" Type="http://schemas.openxmlformats.org/officeDocument/2006/relationships/tags" Target="../tags/tag17.xml"/><Relationship Id="rId35" Type="http://schemas.openxmlformats.org/officeDocument/2006/relationships/tags" Target="../tags/tag18.xml"/><Relationship Id="rId36" Type="http://schemas.openxmlformats.org/officeDocument/2006/relationships/tags" Target="../tags/tag19.xml"/><Relationship Id="rId37" Type="http://schemas.openxmlformats.org/officeDocument/2006/relationships/tags" Target="../tags/tag20.xml"/><Relationship Id="rId38" Type="http://schemas.openxmlformats.org/officeDocument/2006/relationships/tags" Target="../tags/tag21.xml"/><Relationship Id="rId39" Type="http://schemas.openxmlformats.org/officeDocument/2006/relationships/tags" Target="../tags/tag22.xml"/><Relationship Id="rId40" Type="http://schemas.openxmlformats.org/officeDocument/2006/relationships/tags" Target="../tags/tag23.xml"/><Relationship Id="rId41" Type="http://schemas.openxmlformats.org/officeDocument/2006/relationships/oleObject" Target="../embeddings/oleObject1.bin"/><Relationship Id="rId42" Type="http://schemas.openxmlformats.org/officeDocument/2006/relationships/image" Target="../media/image1.emf"/><Relationship Id="rId43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tags" Target="../tags/tag141.xml"/><Relationship Id="rId20" Type="http://schemas.openxmlformats.org/officeDocument/2006/relationships/tags" Target="../tags/tag142.xml"/><Relationship Id="rId21" Type="http://schemas.openxmlformats.org/officeDocument/2006/relationships/tags" Target="../tags/tag143.xml"/><Relationship Id="rId22" Type="http://schemas.openxmlformats.org/officeDocument/2006/relationships/tags" Target="../tags/tag144.xml"/><Relationship Id="rId23" Type="http://schemas.openxmlformats.org/officeDocument/2006/relationships/tags" Target="../tags/tag145.xml"/><Relationship Id="rId24" Type="http://schemas.openxmlformats.org/officeDocument/2006/relationships/tags" Target="../tags/tag146.xml"/><Relationship Id="rId25" Type="http://schemas.openxmlformats.org/officeDocument/2006/relationships/tags" Target="../tags/tag147.xml"/><Relationship Id="rId26" Type="http://schemas.openxmlformats.org/officeDocument/2006/relationships/tags" Target="../tags/tag148.xml"/><Relationship Id="rId27" Type="http://schemas.openxmlformats.org/officeDocument/2006/relationships/tags" Target="../tags/tag149.xml"/><Relationship Id="rId28" Type="http://schemas.openxmlformats.org/officeDocument/2006/relationships/tags" Target="../tags/tag150.xml"/><Relationship Id="rId29" Type="http://schemas.openxmlformats.org/officeDocument/2006/relationships/tags" Target="../tags/tag151.xml"/><Relationship Id="rId30" Type="http://schemas.openxmlformats.org/officeDocument/2006/relationships/tags" Target="../tags/tag152.xml"/><Relationship Id="rId31" Type="http://schemas.openxmlformats.org/officeDocument/2006/relationships/tags" Target="../tags/tag153.xml"/><Relationship Id="rId32" Type="http://schemas.openxmlformats.org/officeDocument/2006/relationships/tags" Target="../tags/tag154.xml"/><Relationship Id="rId33" Type="http://schemas.openxmlformats.org/officeDocument/2006/relationships/tags" Target="../tags/tag155.xml"/><Relationship Id="rId34" Type="http://schemas.openxmlformats.org/officeDocument/2006/relationships/tags" Target="../tags/tag156.xml"/><Relationship Id="rId35" Type="http://schemas.openxmlformats.org/officeDocument/2006/relationships/tags" Target="../tags/tag157.xml"/><Relationship Id="rId36" Type="http://schemas.openxmlformats.org/officeDocument/2006/relationships/tags" Target="../tags/tag158.xml"/><Relationship Id="rId37" Type="http://schemas.openxmlformats.org/officeDocument/2006/relationships/tags" Target="../tags/tag159.xml"/><Relationship Id="rId38" Type="http://schemas.openxmlformats.org/officeDocument/2006/relationships/tags" Target="../tags/tag160.xml"/><Relationship Id="rId39" Type="http://schemas.openxmlformats.org/officeDocument/2006/relationships/tags" Target="../tags/tag161.xml"/><Relationship Id="rId40" Type="http://schemas.openxmlformats.org/officeDocument/2006/relationships/tags" Target="../tags/tag162.xml"/><Relationship Id="rId41" Type="http://schemas.openxmlformats.org/officeDocument/2006/relationships/oleObject" Target="../embeddings/oleObject18.bin"/><Relationship Id="rId42" Type="http://schemas.openxmlformats.org/officeDocument/2006/relationships/image" Target="../media/image3.emf"/><Relationship Id="rId43" Type="http://schemas.openxmlformats.org/officeDocument/2006/relationships/image" Target="../media/image7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theme" Target="../theme/theme3.xml"/><Relationship Id="rId20" Type="http://schemas.openxmlformats.org/officeDocument/2006/relationships/tags" Target="../tags/tag289.xml"/><Relationship Id="rId21" Type="http://schemas.openxmlformats.org/officeDocument/2006/relationships/tags" Target="../tags/tag290.xml"/><Relationship Id="rId22" Type="http://schemas.openxmlformats.org/officeDocument/2006/relationships/tags" Target="../tags/tag291.xml"/><Relationship Id="rId23" Type="http://schemas.openxmlformats.org/officeDocument/2006/relationships/tags" Target="../tags/tag292.xml"/><Relationship Id="rId24" Type="http://schemas.openxmlformats.org/officeDocument/2006/relationships/tags" Target="../tags/tag293.xml"/><Relationship Id="rId25" Type="http://schemas.openxmlformats.org/officeDocument/2006/relationships/tags" Target="../tags/tag294.xml"/><Relationship Id="rId26" Type="http://schemas.openxmlformats.org/officeDocument/2006/relationships/tags" Target="../tags/tag295.xml"/><Relationship Id="rId27" Type="http://schemas.openxmlformats.org/officeDocument/2006/relationships/tags" Target="../tags/tag296.xml"/><Relationship Id="rId28" Type="http://schemas.openxmlformats.org/officeDocument/2006/relationships/tags" Target="../tags/tag297.xml"/><Relationship Id="rId29" Type="http://schemas.openxmlformats.org/officeDocument/2006/relationships/tags" Target="../tags/tag298.xml"/><Relationship Id="rId30" Type="http://schemas.openxmlformats.org/officeDocument/2006/relationships/tags" Target="../tags/tag299.xml"/><Relationship Id="rId31" Type="http://schemas.openxmlformats.org/officeDocument/2006/relationships/tags" Target="../tags/tag300.xml"/><Relationship Id="rId32" Type="http://schemas.openxmlformats.org/officeDocument/2006/relationships/tags" Target="../tags/tag301.xml"/><Relationship Id="rId33" Type="http://schemas.openxmlformats.org/officeDocument/2006/relationships/tags" Target="../tags/tag302.xml"/><Relationship Id="rId34" Type="http://schemas.openxmlformats.org/officeDocument/2006/relationships/tags" Target="../tags/tag303.xml"/><Relationship Id="rId35" Type="http://schemas.openxmlformats.org/officeDocument/2006/relationships/tags" Target="../tags/tag304.xml"/><Relationship Id="rId36" Type="http://schemas.openxmlformats.org/officeDocument/2006/relationships/tags" Target="../tags/tag305.xml"/><Relationship Id="rId37" Type="http://schemas.openxmlformats.org/officeDocument/2006/relationships/tags" Target="../tags/tag306.xml"/><Relationship Id="rId38" Type="http://schemas.openxmlformats.org/officeDocument/2006/relationships/tags" Target="../tags/tag307.xml"/><Relationship Id="rId39" Type="http://schemas.openxmlformats.org/officeDocument/2006/relationships/tags" Target="../tags/tag308.xml"/><Relationship Id="rId40" Type="http://schemas.openxmlformats.org/officeDocument/2006/relationships/oleObject" Target="../embeddings/oleObject36.bin"/><Relationship Id="rId41" Type="http://schemas.openxmlformats.org/officeDocument/2006/relationships/image" Target="../media/image1.emf"/><Relationship Id="rId42" Type="http://schemas.openxmlformats.org/officeDocument/2006/relationships/image" Target="../media/image9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theme" Target="../theme/theme4.xml"/><Relationship Id="rId19" Type="http://schemas.openxmlformats.org/officeDocument/2006/relationships/tags" Target="../tags/tag409.xml"/><Relationship Id="rId20" Type="http://schemas.openxmlformats.org/officeDocument/2006/relationships/tags" Target="../tags/tag410.xml"/><Relationship Id="rId21" Type="http://schemas.openxmlformats.org/officeDocument/2006/relationships/tags" Target="../tags/tag411.xml"/><Relationship Id="rId22" Type="http://schemas.openxmlformats.org/officeDocument/2006/relationships/tags" Target="../tags/tag412.xml"/><Relationship Id="rId23" Type="http://schemas.openxmlformats.org/officeDocument/2006/relationships/tags" Target="../tags/tag413.xml"/><Relationship Id="rId24" Type="http://schemas.openxmlformats.org/officeDocument/2006/relationships/tags" Target="../tags/tag414.xml"/><Relationship Id="rId25" Type="http://schemas.openxmlformats.org/officeDocument/2006/relationships/tags" Target="../tags/tag415.xml"/><Relationship Id="rId26" Type="http://schemas.openxmlformats.org/officeDocument/2006/relationships/tags" Target="../tags/tag416.xml"/><Relationship Id="rId27" Type="http://schemas.openxmlformats.org/officeDocument/2006/relationships/tags" Target="../tags/tag417.xml"/><Relationship Id="rId28" Type="http://schemas.openxmlformats.org/officeDocument/2006/relationships/tags" Target="../tags/tag418.xml"/><Relationship Id="rId29" Type="http://schemas.openxmlformats.org/officeDocument/2006/relationships/tags" Target="../tags/tag419.xml"/><Relationship Id="rId30" Type="http://schemas.openxmlformats.org/officeDocument/2006/relationships/tags" Target="../tags/tag420.xml"/><Relationship Id="rId31" Type="http://schemas.openxmlformats.org/officeDocument/2006/relationships/tags" Target="../tags/tag421.xml"/><Relationship Id="rId32" Type="http://schemas.openxmlformats.org/officeDocument/2006/relationships/tags" Target="../tags/tag422.xml"/><Relationship Id="rId33" Type="http://schemas.openxmlformats.org/officeDocument/2006/relationships/tags" Target="../tags/tag423.xml"/><Relationship Id="rId34" Type="http://schemas.openxmlformats.org/officeDocument/2006/relationships/tags" Target="../tags/tag424.xml"/><Relationship Id="rId35" Type="http://schemas.openxmlformats.org/officeDocument/2006/relationships/tags" Target="../tags/tag425.xml"/><Relationship Id="rId36" Type="http://schemas.openxmlformats.org/officeDocument/2006/relationships/tags" Target="../tags/tag426.xml"/><Relationship Id="rId37" Type="http://schemas.openxmlformats.org/officeDocument/2006/relationships/tags" Target="../tags/tag427.xml"/><Relationship Id="rId38" Type="http://schemas.openxmlformats.org/officeDocument/2006/relationships/tags" Target="../tags/tag428.xml"/><Relationship Id="rId39" Type="http://schemas.openxmlformats.org/officeDocument/2006/relationships/tags" Target="../tags/tag429.xml"/><Relationship Id="rId40" Type="http://schemas.openxmlformats.org/officeDocument/2006/relationships/oleObject" Target="../embeddings/oleObject52.bin"/><Relationship Id="rId41" Type="http://schemas.openxmlformats.org/officeDocument/2006/relationships/image" Target="../media/image1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theme" Target="../theme/theme5.xml"/><Relationship Id="rId7" Type="http://schemas.openxmlformats.org/officeDocument/2006/relationships/tags" Target="../tags/tag542.xml"/><Relationship Id="rId8" Type="http://schemas.openxmlformats.org/officeDocument/2006/relationships/oleObject" Target="../embeddings/oleObject68.bin"/><Relationship Id="rId9" Type="http://schemas.openxmlformats.org/officeDocument/2006/relationships/image" Target="../media/image1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995344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13" imgH="416" progId="TCLayout.ActiveDocument.1">
                  <p:embed/>
                </p:oleObj>
              </mc:Choice>
              <mc:Fallback>
                <p:oleObj name="think-cell Slide" r:id="rId4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3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Above Chart Exhibit Title</a:t>
            </a:r>
          </a:p>
          <a:p>
            <a:pPr lvl="0"/>
            <a:r>
              <a:rPr lang="en-US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LegendLines" hidden="1">
            <a:extLst>
              <a:ext uri="{FF2B5EF4-FFF2-40B4-BE49-F238E27FC236}">
                <a16:creationId xmlns:a16="http://schemas.microsoft.com/office/drawing/2014/main" id="{B620D876-B145-67BB-9B8D-0BB6F65289BD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8" name="Legend1" hidden="1">
              <a:extLst>
                <a:ext uri="{FF2B5EF4-FFF2-40B4-BE49-F238E27FC236}">
                  <a16:creationId xmlns:a16="http://schemas.microsoft.com/office/drawing/2014/main" id="{367CBE0B-B28F-FFC5-C93E-552D1230D2E5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2" hidden="1">
              <a:extLst>
                <a:ext uri="{FF2B5EF4-FFF2-40B4-BE49-F238E27FC236}">
                  <a16:creationId xmlns:a16="http://schemas.microsoft.com/office/drawing/2014/main" id="{8131BC52-429C-8E3A-285E-FFCCF53C44D9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0" name="Legend3" hidden="1">
              <a:extLst>
                <a:ext uri="{FF2B5EF4-FFF2-40B4-BE49-F238E27FC236}">
                  <a16:creationId xmlns:a16="http://schemas.microsoft.com/office/drawing/2014/main" id="{9A25D1A6-8369-9D0B-DB3A-CE7C5E839D61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1" name="LineLegend3" hidden="1">
              <a:extLst>
                <a:ext uri="{FF2B5EF4-FFF2-40B4-BE49-F238E27FC236}">
                  <a16:creationId xmlns:a16="http://schemas.microsoft.com/office/drawing/2014/main" id="{791430C8-7AE3-5337-C457-E73F6E0672F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2" name="LineLegend2" hidden="1">
              <a:extLst>
                <a:ext uri="{FF2B5EF4-FFF2-40B4-BE49-F238E27FC236}">
                  <a16:creationId xmlns:a16="http://schemas.microsoft.com/office/drawing/2014/main" id="{79997F9B-3A3F-4950-C30C-8DC68584484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3" name="LineLegend1" hidden="1">
              <a:extLst>
                <a:ext uri="{FF2B5EF4-FFF2-40B4-BE49-F238E27FC236}">
                  <a16:creationId xmlns:a16="http://schemas.microsoft.com/office/drawing/2014/main" id="{ACAD3EB8-E34A-6F28-8567-A0D54E91A28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4" name="LegendMoons" hidden="1">
            <a:extLst>
              <a:ext uri="{FF2B5EF4-FFF2-40B4-BE49-F238E27FC236}">
                <a16:creationId xmlns:a16="http://schemas.microsoft.com/office/drawing/2014/main" id="{3D1F2C86-6ACB-52CB-01F4-558EDDFAD091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" name="Legend1" hidden="1">
              <a:extLst>
                <a:ext uri="{FF2B5EF4-FFF2-40B4-BE49-F238E27FC236}">
                  <a16:creationId xmlns:a16="http://schemas.microsoft.com/office/drawing/2014/main" id="{E15A5C85-277E-8670-6B02-7772711CB320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" name="Legend2" hidden="1">
              <a:extLst>
                <a:ext uri="{FF2B5EF4-FFF2-40B4-BE49-F238E27FC236}">
                  <a16:creationId xmlns:a16="http://schemas.microsoft.com/office/drawing/2014/main" id="{4FD87F74-F6F3-8351-6804-466B4ED2B3E7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" name="Legend3" hidden="1">
              <a:extLst>
                <a:ext uri="{FF2B5EF4-FFF2-40B4-BE49-F238E27FC236}">
                  <a16:creationId xmlns:a16="http://schemas.microsoft.com/office/drawing/2014/main" id="{23D348A8-5FAE-CDDF-FFFF-0E970FDB5ECA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" name="Legend4" hidden="1">
              <a:extLst>
                <a:ext uri="{FF2B5EF4-FFF2-40B4-BE49-F238E27FC236}">
                  <a16:creationId xmlns:a16="http://schemas.microsoft.com/office/drawing/2014/main" id="{9F73C578-8FF0-7D4F-AF6A-CE323917F629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0" name="Legend5" hidden="1">
              <a:extLst>
                <a:ext uri="{FF2B5EF4-FFF2-40B4-BE49-F238E27FC236}">
                  <a16:creationId xmlns:a16="http://schemas.microsoft.com/office/drawing/2014/main" id="{C6DB4AEF-CFF1-4031-B9C3-6C43E14D4D3F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1" name="MoonLegend1" hidden="1">
              <a:extLst>
                <a:ext uri="{FF2B5EF4-FFF2-40B4-BE49-F238E27FC236}">
                  <a16:creationId xmlns:a16="http://schemas.microsoft.com/office/drawing/2014/main" id="{7551BE65-01FC-E908-97B3-F4B2287C9B2A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4" name="Oval 33" hidden="1">
                <a:extLst>
                  <a:ext uri="{FF2B5EF4-FFF2-40B4-BE49-F238E27FC236}">
                    <a16:creationId xmlns:a16="http://schemas.microsoft.com/office/drawing/2014/main" id="{080CD799-FF0A-CDBA-C266-29892795A323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Arc 34" hidden="1">
                <a:extLst>
                  <a:ext uri="{FF2B5EF4-FFF2-40B4-BE49-F238E27FC236}">
                    <a16:creationId xmlns:a16="http://schemas.microsoft.com/office/drawing/2014/main" id="{1FAE855C-F256-F679-783B-EBC88199C66B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2" name="MoonLegend2" hidden="1">
              <a:extLst>
                <a:ext uri="{FF2B5EF4-FFF2-40B4-BE49-F238E27FC236}">
                  <a16:creationId xmlns:a16="http://schemas.microsoft.com/office/drawing/2014/main" id="{C52447CC-434F-7116-CC43-9EE083A32456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2" name="Oval 31" hidden="1">
                <a:extLst>
                  <a:ext uri="{FF2B5EF4-FFF2-40B4-BE49-F238E27FC236}">
                    <a16:creationId xmlns:a16="http://schemas.microsoft.com/office/drawing/2014/main" id="{11BFCD39-7490-F72F-D020-873AF6A409F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Arc 32" hidden="1">
                <a:extLst>
                  <a:ext uri="{FF2B5EF4-FFF2-40B4-BE49-F238E27FC236}">
                    <a16:creationId xmlns:a16="http://schemas.microsoft.com/office/drawing/2014/main" id="{FBCC4165-D8B1-1674-11C1-1B33736D2C2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3" name="MoonLegend3" hidden="1">
              <a:extLst>
                <a:ext uri="{FF2B5EF4-FFF2-40B4-BE49-F238E27FC236}">
                  <a16:creationId xmlns:a16="http://schemas.microsoft.com/office/drawing/2014/main" id="{0AC257B3-91AF-8892-39CF-AC14D2F60FCA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0" name="Oval 29" hidden="1">
                <a:extLst>
                  <a:ext uri="{FF2B5EF4-FFF2-40B4-BE49-F238E27FC236}">
                    <a16:creationId xmlns:a16="http://schemas.microsoft.com/office/drawing/2014/main" id="{0B5AC071-8D54-38A9-CBCE-004DF69B6C1E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Arc 30" hidden="1">
                <a:extLst>
                  <a:ext uri="{FF2B5EF4-FFF2-40B4-BE49-F238E27FC236}">
                    <a16:creationId xmlns:a16="http://schemas.microsoft.com/office/drawing/2014/main" id="{BFDE7703-C2F7-DCFA-D3ED-4DAE339E267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4" name="MoonLegend4" hidden="1">
              <a:extLst>
                <a:ext uri="{FF2B5EF4-FFF2-40B4-BE49-F238E27FC236}">
                  <a16:creationId xmlns:a16="http://schemas.microsoft.com/office/drawing/2014/main" id="{8026A6A5-FFA0-E79C-3383-C69592B94DC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" name="Oval 27" hidden="1">
                <a:extLst>
                  <a:ext uri="{FF2B5EF4-FFF2-40B4-BE49-F238E27FC236}">
                    <a16:creationId xmlns:a16="http://schemas.microsoft.com/office/drawing/2014/main" id="{866F4C67-16F0-C19D-EE81-17EFE4578E79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Arc 28" hidden="1">
                <a:extLst>
                  <a:ext uri="{FF2B5EF4-FFF2-40B4-BE49-F238E27FC236}">
                    <a16:creationId xmlns:a16="http://schemas.microsoft.com/office/drawing/2014/main" id="{FAD5589F-9B09-5544-4F07-9F6EB23100AF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5" name="MoonLegend5" hidden="1">
              <a:extLst>
                <a:ext uri="{FF2B5EF4-FFF2-40B4-BE49-F238E27FC236}">
                  <a16:creationId xmlns:a16="http://schemas.microsoft.com/office/drawing/2014/main" id="{FBEAE61C-33AC-AB4E-6CBD-3BF1AB3A78D4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6" name="Oval 25" hidden="1">
                <a:extLst>
                  <a:ext uri="{FF2B5EF4-FFF2-40B4-BE49-F238E27FC236}">
                    <a16:creationId xmlns:a16="http://schemas.microsoft.com/office/drawing/2014/main" id="{71513B36-1FD6-FD2F-D761-AA0CF633AC2D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Arc 26" hidden="1">
                <a:extLst>
                  <a:ext uri="{FF2B5EF4-FFF2-40B4-BE49-F238E27FC236}">
                    <a16:creationId xmlns:a16="http://schemas.microsoft.com/office/drawing/2014/main" id="{8F864326-6DD3-C114-C65C-B90D154A07D1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36" name="LegendBoxes" hidden="1">
            <a:extLst>
              <a:ext uri="{FF2B5EF4-FFF2-40B4-BE49-F238E27FC236}">
                <a16:creationId xmlns:a16="http://schemas.microsoft.com/office/drawing/2014/main" id="{AAEC95AB-72C5-84FD-71B1-210DF5902C0B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7" name="RectangleLegend1" hidden="1">
              <a:extLst>
                <a:ext uri="{FF2B5EF4-FFF2-40B4-BE49-F238E27FC236}">
                  <a16:creationId xmlns:a16="http://schemas.microsoft.com/office/drawing/2014/main" id="{5CDDD6B2-C78A-5E90-7A17-E37F6578E111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8" name="RectangleLegend2" hidden="1">
              <a:extLst>
                <a:ext uri="{FF2B5EF4-FFF2-40B4-BE49-F238E27FC236}">
                  <a16:creationId xmlns:a16="http://schemas.microsoft.com/office/drawing/2014/main" id="{EEBD954C-CF4D-7A23-752F-685B42BF02BF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3" hidden="1">
              <a:extLst>
                <a:ext uri="{FF2B5EF4-FFF2-40B4-BE49-F238E27FC236}">
                  <a16:creationId xmlns:a16="http://schemas.microsoft.com/office/drawing/2014/main" id="{D481559C-127E-BA5B-B68B-9D65CE5D5D01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4" hidden="1">
              <a:extLst>
                <a:ext uri="{FF2B5EF4-FFF2-40B4-BE49-F238E27FC236}">
                  <a16:creationId xmlns:a16="http://schemas.microsoft.com/office/drawing/2014/main" id="{A2166782-32ED-A65B-6043-04715D0501BB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1" name="RectangleLegend5" hidden="1">
              <a:extLst>
                <a:ext uri="{FF2B5EF4-FFF2-40B4-BE49-F238E27FC236}">
                  <a16:creationId xmlns:a16="http://schemas.microsoft.com/office/drawing/2014/main" id="{4E598604-FE19-6ECA-2994-CC7E0CC10154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2" name="Legend1" hidden="1">
              <a:extLst>
                <a:ext uri="{FF2B5EF4-FFF2-40B4-BE49-F238E27FC236}">
                  <a16:creationId xmlns:a16="http://schemas.microsoft.com/office/drawing/2014/main" id="{3EB39853-776F-FEA8-536A-0839B77D4E38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3" name="Legend2" hidden="1">
              <a:extLst>
                <a:ext uri="{FF2B5EF4-FFF2-40B4-BE49-F238E27FC236}">
                  <a16:creationId xmlns:a16="http://schemas.microsoft.com/office/drawing/2014/main" id="{D0777FF8-92DB-EAA4-E3CE-4674ED736C4A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4" name="Legend3" hidden="1">
              <a:extLst>
                <a:ext uri="{FF2B5EF4-FFF2-40B4-BE49-F238E27FC236}">
                  <a16:creationId xmlns:a16="http://schemas.microsoft.com/office/drawing/2014/main" id="{E524DF28-6690-1896-993F-2E3C59A2027A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5" name="Legend4" hidden="1">
              <a:extLst>
                <a:ext uri="{FF2B5EF4-FFF2-40B4-BE49-F238E27FC236}">
                  <a16:creationId xmlns:a16="http://schemas.microsoft.com/office/drawing/2014/main" id="{B1C3EBEF-B8D1-D306-772A-A208BA6A1209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46" name="Legend5" hidden="1">
              <a:extLst>
                <a:ext uri="{FF2B5EF4-FFF2-40B4-BE49-F238E27FC236}">
                  <a16:creationId xmlns:a16="http://schemas.microsoft.com/office/drawing/2014/main" id="{B38D5D51-29FE-1C73-460F-F9FC9D7CC9F9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53F340BE-982A-56AC-0A87-0500A28A4F54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7" name="logoimage">
            <a:extLst>
              <a:ext uri="{FF2B5EF4-FFF2-40B4-BE49-F238E27FC236}">
                <a16:creationId xmlns:a16="http://schemas.microsoft.com/office/drawing/2014/main" id="{4D4B1574-EBC8-1BE0-08C6-E89E04642155}"/>
              </a:ext>
            </a:extLst>
          </p:cNvPr>
          <p:cNvGrpSpPr/>
          <p:nvPr userDrawn="1">
            <p:custDataLst>
              <p:tags r:id="rId25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48" name="AutoShape 3">
              <a:extLst>
                <a:ext uri="{FF2B5EF4-FFF2-40B4-BE49-F238E27FC236}">
                  <a16:creationId xmlns:a16="http://schemas.microsoft.com/office/drawing/2014/main" id="{9A557DDD-FBFB-7CCF-4A86-E94E7F51166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D28685AA-6811-BFDE-CFE3-91C3F4F42833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pic>
        <p:nvPicPr>
          <p:cNvPr id="1030" name="Picture 6" descr="MIT Sloan Executive Education - MIT Office of Innovation">
            <a:extLst>
              <a:ext uri="{FF2B5EF4-FFF2-40B4-BE49-F238E27FC236}">
                <a16:creationId xmlns:a16="http://schemas.microsoft.com/office/drawing/2014/main" id="{2395EB97-EEBF-D4E8-BF4F-A18040D5F0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3364" y="6382693"/>
            <a:ext cx="1316186" cy="26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Object 6">
            <a:extLst>
              <a:ext uri="{FF2B5EF4-FFF2-40B4-BE49-F238E27FC236}">
                <a16:creationId xmlns:a16="http://schemas.microsoft.com/office/drawing/2014/main" id="{451A0C79-B03B-5BE6-02B8-163F05D0CF1C}"/>
              </a:ext>
            </a:extLst>
          </p:cNvPr>
          <p:cNvSpPr>
            <a:spLocks/>
          </p:cNvSpPr>
          <p:nvPr userDrawn="1"/>
        </p:nvSpPr>
        <p:spPr>
          <a:xfrm>
            <a:off x="3506098" y="6498754"/>
            <a:ext cx="5179805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55759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99" r:id="rId2"/>
    <p:sldLayoutId id="2147483897" r:id="rId3"/>
    <p:sldLayoutId id="2147483654" r:id="rId4"/>
    <p:sldLayoutId id="2147483807" r:id="rId5"/>
    <p:sldLayoutId id="2147483800" r:id="rId6"/>
    <p:sldLayoutId id="2147483659" r:id="rId7"/>
    <p:sldLayoutId id="2147483804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706" r:id="rId15"/>
    <p:sldLayoutId id="2147483718" r:id="rId16"/>
    <p:sldLayoutId id="2147483900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9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262834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592" imgH="591" progId="TCLayout.ActiveDocument.1">
                  <p:embed/>
                </p:oleObj>
              </mc:Choice>
              <mc:Fallback>
                <p:oleObj name="think-cell Slide" r:id="rId4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2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Above Chart Exhibit Title</a:t>
            </a:r>
          </a:p>
          <a:p>
            <a:pPr lvl="0"/>
            <a:r>
              <a:rPr lang="en-US" b="0"/>
              <a:t>Unit of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384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egendBoxes" hidden="1">
            <a:extLst>
              <a:ext uri="{FF2B5EF4-FFF2-40B4-BE49-F238E27FC236}">
                <a16:creationId xmlns:a16="http://schemas.microsoft.com/office/drawing/2014/main" id="{84374FFE-874E-A935-5D9A-DAE7F7A2BFCE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554770" y="4322824"/>
            <a:chExt cx="922463" cy="1717282"/>
          </a:xfrm>
        </p:grpSpPr>
        <p:sp>
          <p:nvSpPr>
            <p:cNvPr id="7" name="RectangleLegend1" hidden="1">
              <a:extLst>
                <a:ext uri="{FF2B5EF4-FFF2-40B4-BE49-F238E27FC236}">
                  <a16:creationId xmlns:a16="http://schemas.microsoft.com/office/drawing/2014/main" id="{C57A0736-CD15-2F8D-4230-51A6DFC392D2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8" name="RectangleLegend2" hidden="1">
              <a:extLst>
                <a:ext uri="{FF2B5EF4-FFF2-40B4-BE49-F238E27FC236}">
                  <a16:creationId xmlns:a16="http://schemas.microsoft.com/office/drawing/2014/main" id="{CD4715E8-159C-C395-6F8F-4BE6C1E47BB1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9" name="RectangleLegend3" hidden="1">
              <a:extLst>
                <a:ext uri="{FF2B5EF4-FFF2-40B4-BE49-F238E27FC236}">
                  <a16:creationId xmlns:a16="http://schemas.microsoft.com/office/drawing/2014/main" id="{BEA62AA7-20E8-2AC1-8FED-9656BB40A2F8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0" name="RectangleLegend4" hidden="1">
              <a:extLst>
                <a:ext uri="{FF2B5EF4-FFF2-40B4-BE49-F238E27FC236}">
                  <a16:creationId xmlns:a16="http://schemas.microsoft.com/office/drawing/2014/main" id="{BB357E92-FD05-0306-4E46-D924E672669C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1" name="RectangleLegend5" hidden="1">
              <a:extLst>
                <a:ext uri="{FF2B5EF4-FFF2-40B4-BE49-F238E27FC236}">
                  <a16:creationId xmlns:a16="http://schemas.microsoft.com/office/drawing/2014/main" id="{CCF5DC60-20FD-1533-5488-7A05A6F1CAEF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Legend1" hidden="1">
              <a:extLst>
                <a:ext uri="{FF2B5EF4-FFF2-40B4-BE49-F238E27FC236}">
                  <a16:creationId xmlns:a16="http://schemas.microsoft.com/office/drawing/2014/main" id="{3AC4D37E-6CEE-6D8C-7BB7-1B3BFD01DF18}"/>
                </a:ext>
              </a:extLst>
            </p:cNvPr>
            <p:cNvSpPr txBox="1"/>
            <p:nvPr/>
          </p:nvSpPr>
          <p:spPr>
            <a:xfrm>
              <a:off x="1088091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3" name="Legend2" hidden="1">
              <a:extLst>
                <a:ext uri="{FF2B5EF4-FFF2-40B4-BE49-F238E27FC236}">
                  <a16:creationId xmlns:a16="http://schemas.microsoft.com/office/drawing/2014/main" id="{4261A6D9-8274-D3F3-3074-A086AB98CA93}"/>
                </a:ext>
              </a:extLst>
            </p:cNvPr>
            <p:cNvSpPr txBox="1"/>
            <p:nvPr/>
          </p:nvSpPr>
          <p:spPr>
            <a:xfrm>
              <a:off x="1088091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" name="Legend3" hidden="1">
              <a:extLst>
                <a:ext uri="{FF2B5EF4-FFF2-40B4-BE49-F238E27FC236}">
                  <a16:creationId xmlns:a16="http://schemas.microsoft.com/office/drawing/2014/main" id="{AEDCE234-D6A7-E407-C9EA-A220897911F4}"/>
                </a:ext>
              </a:extLst>
            </p:cNvPr>
            <p:cNvSpPr txBox="1"/>
            <p:nvPr/>
          </p:nvSpPr>
          <p:spPr>
            <a:xfrm>
              <a:off x="1088091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" name="Legend4" hidden="1">
              <a:extLst>
                <a:ext uri="{FF2B5EF4-FFF2-40B4-BE49-F238E27FC236}">
                  <a16:creationId xmlns:a16="http://schemas.microsoft.com/office/drawing/2014/main" id="{DC5C4BC6-D469-D2DF-ED62-10ADE51765D7}"/>
                </a:ext>
              </a:extLst>
            </p:cNvPr>
            <p:cNvSpPr txBox="1"/>
            <p:nvPr/>
          </p:nvSpPr>
          <p:spPr>
            <a:xfrm>
              <a:off x="1088091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6" name="Legend5" hidden="1">
              <a:extLst>
                <a:ext uri="{FF2B5EF4-FFF2-40B4-BE49-F238E27FC236}">
                  <a16:creationId xmlns:a16="http://schemas.microsoft.com/office/drawing/2014/main" id="{58D3FDC8-9FCE-C8D2-D384-E82EFD92C4E1}"/>
                </a:ext>
              </a:extLst>
            </p:cNvPr>
            <p:cNvSpPr txBox="1"/>
            <p:nvPr/>
          </p:nvSpPr>
          <p:spPr>
            <a:xfrm>
              <a:off x="1088091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7" name="LegendLines" hidden="1">
            <a:extLst>
              <a:ext uri="{FF2B5EF4-FFF2-40B4-BE49-F238E27FC236}">
                <a16:creationId xmlns:a16="http://schemas.microsoft.com/office/drawing/2014/main" id="{A85DB722-232E-D2E4-C854-D5DD611BE652}"/>
              </a:ext>
            </a:extLst>
          </p:cNvPr>
          <p:cNvGrpSpPr/>
          <p:nvPr userDrawn="1"/>
        </p:nvGrpSpPr>
        <p:grpSpPr>
          <a:xfrm>
            <a:off x="10317304" y="3150831"/>
            <a:ext cx="1319960" cy="958286"/>
            <a:chOff x="10162879" y="3243772"/>
            <a:chExt cx="1319960" cy="958286"/>
          </a:xfrm>
        </p:grpSpPr>
        <p:sp>
          <p:nvSpPr>
            <p:cNvPr id="18" name="Legend1" hidden="1">
              <a:extLst>
                <a:ext uri="{FF2B5EF4-FFF2-40B4-BE49-F238E27FC236}">
                  <a16:creationId xmlns:a16="http://schemas.microsoft.com/office/drawing/2014/main" id="{F394B1BE-9CAE-9C47-BDE5-6540A53FB481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" name="Legend2" hidden="1">
              <a:extLst>
                <a:ext uri="{FF2B5EF4-FFF2-40B4-BE49-F238E27FC236}">
                  <a16:creationId xmlns:a16="http://schemas.microsoft.com/office/drawing/2014/main" id="{5E4913FA-8A46-CC35-33CA-069012B7901B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0" name="Legend3" hidden="1">
              <a:extLst>
                <a:ext uri="{FF2B5EF4-FFF2-40B4-BE49-F238E27FC236}">
                  <a16:creationId xmlns:a16="http://schemas.microsoft.com/office/drawing/2014/main" id="{63D036FB-89F8-5EDF-2FC3-9731971A59A3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1" name="LineLegend3" hidden="1">
              <a:extLst>
                <a:ext uri="{FF2B5EF4-FFF2-40B4-BE49-F238E27FC236}">
                  <a16:creationId xmlns:a16="http://schemas.microsoft.com/office/drawing/2014/main" id="{6F7969D3-E614-CAFC-A071-D4568897601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</a:endParaRPr>
            </a:p>
          </p:txBody>
        </p:sp>
        <p:sp>
          <p:nvSpPr>
            <p:cNvPr id="22" name="LineLegend2" hidden="1">
              <a:extLst>
                <a:ext uri="{FF2B5EF4-FFF2-40B4-BE49-F238E27FC236}">
                  <a16:creationId xmlns:a16="http://schemas.microsoft.com/office/drawing/2014/main" id="{AE4816A6-9879-544F-9326-E1321232C7D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</a:endParaRPr>
            </a:p>
          </p:txBody>
        </p:sp>
        <p:sp>
          <p:nvSpPr>
            <p:cNvPr id="23" name="LineLegend1" hidden="1">
              <a:extLst>
                <a:ext uri="{FF2B5EF4-FFF2-40B4-BE49-F238E27FC236}">
                  <a16:creationId xmlns:a16="http://schemas.microsoft.com/office/drawing/2014/main" id="{7AFC1C3B-B1B8-8BDF-4EAD-48C361B17F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</a:endParaRPr>
            </a:p>
          </p:txBody>
        </p:sp>
      </p:grpSp>
      <p:grpSp>
        <p:nvGrpSpPr>
          <p:cNvPr id="24" name="LegendMoons" hidden="1">
            <a:extLst>
              <a:ext uri="{FF2B5EF4-FFF2-40B4-BE49-F238E27FC236}">
                <a16:creationId xmlns:a16="http://schemas.microsoft.com/office/drawing/2014/main" id="{010AFB34-87FD-5225-C251-7BDC9EF8AC92}"/>
              </a:ext>
            </a:extLst>
          </p:cNvPr>
          <p:cNvGrpSpPr/>
          <p:nvPr userDrawn="1"/>
        </p:nvGrpSpPr>
        <p:grpSpPr>
          <a:xfrm>
            <a:off x="10684859" y="1146588"/>
            <a:ext cx="948949" cy="1731859"/>
            <a:chOff x="7716535" y="2630582"/>
            <a:chExt cx="948949" cy="1731859"/>
          </a:xfrm>
        </p:grpSpPr>
        <p:sp>
          <p:nvSpPr>
            <p:cNvPr id="25" name="Legend1" hidden="1">
              <a:extLst>
                <a:ext uri="{FF2B5EF4-FFF2-40B4-BE49-F238E27FC236}">
                  <a16:creationId xmlns:a16="http://schemas.microsoft.com/office/drawing/2014/main" id="{AE2E56EF-A118-7F77-6100-7341DC9BCF02}"/>
                </a:ext>
              </a:extLst>
            </p:cNvPr>
            <p:cNvSpPr txBox="1"/>
            <p:nvPr/>
          </p:nvSpPr>
          <p:spPr>
            <a:xfrm>
              <a:off x="8069167" y="26379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" name="Legend2" hidden="1">
              <a:extLst>
                <a:ext uri="{FF2B5EF4-FFF2-40B4-BE49-F238E27FC236}">
                  <a16:creationId xmlns:a16="http://schemas.microsoft.com/office/drawing/2014/main" id="{A006788B-9354-17C6-EFFC-5B289B9CA801}"/>
                </a:ext>
              </a:extLst>
            </p:cNvPr>
            <p:cNvSpPr txBox="1"/>
            <p:nvPr/>
          </p:nvSpPr>
          <p:spPr>
            <a:xfrm>
              <a:off x="8069167" y="301340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7" name="Legend3" hidden="1">
              <a:extLst>
                <a:ext uri="{FF2B5EF4-FFF2-40B4-BE49-F238E27FC236}">
                  <a16:creationId xmlns:a16="http://schemas.microsoft.com/office/drawing/2014/main" id="{FD50D199-B1DF-3F21-29B2-A33826928E12}"/>
                </a:ext>
              </a:extLst>
            </p:cNvPr>
            <p:cNvSpPr txBox="1"/>
            <p:nvPr/>
          </p:nvSpPr>
          <p:spPr>
            <a:xfrm>
              <a:off x="8069167" y="3388859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8" name="Legend4" hidden="1">
              <a:extLst>
                <a:ext uri="{FF2B5EF4-FFF2-40B4-BE49-F238E27FC236}">
                  <a16:creationId xmlns:a16="http://schemas.microsoft.com/office/drawing/2014/main" id="{592985DD-D274-5292-AA7F-3A6AE69C82AC}"/>
                </a:ext>
              </a:extLst>
            </p:cNvPr>
            <p:cNvSpPr txBox="1"/>
            <p:nvPr/>
          </p:nvSpPr>
          <p:spPr>
            <a:xfrm>
              <a:off x="8069167" y="3764318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9" name="Legend5" hidden="1">
              <a:extLst>
                <a:ext uri="{FF2B5EF4-FFF2-40B4-BE49-F238E27FC236}">
                  <a16:creationId xmlns:a16="http://schemas.microsoft.com/office/drawing/2014/main" id="{044B672A-FE7B-DCDE-1FE8-17BB3DA891DF}"/>
                </a:ext>
              </a:extLst>
            </p:cNvPr>
            <p:cNvSpPr txBox="1"/>
            <p:nvPr/>
          </p:nvSpPr>
          <p:spPr>
            <a:xfrm>
              <a:off x="8069167" y="4139779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30" name="MoonLegend1" hidden="1">
              <a:extLst>
                <a:ext uri="{FF2B5EF4-FFF2-40B4-BE49-F238E27FC236}">
                  <a16:creationId xmlns:a16="http://schemas.microsoft.com/office/drawing/2014/main" id="{7DC58F5B-779E-F2C1-B3BF-C2A1088D5FA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43" name="Oval 42" hidden="1">
                <a:extLst>
                  <a:ext uri="{FF2B5EF4-FFF2-40B4-BE49-F238E27FC236}">
                    <a16:creationId xmlns:a16="http://schemas.microsoft.com/office/drawing/2014/main" id="{7EC72B62-43AC-95DE-0255-B20422B7002C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Arc 43" hidden="1">
                <a:extLst>
                  <a:ext uri="{FF2B5EF4-FFF2-40B4-BE49-F238E27FC236}">
                    <a16:creationId xmlns:a16="http://schemas.microsoft.com/office/drawing/2014/main" id="{3043C2BD-D418-E52E-7726-839D0C7FCA64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31" name="MoonLegend2" hidden="1">
              <a:extLst>
                <a:ext uri="{FF2B5EF4-FFF2-40B4-BE49-F238E27FC236}">
                  <a16:creationId xmlns:a16="http://schemas.microsoft.com/office/drawing/2014/main" id="{8F7BE1FA-8D7D-A165-BBC7-2C90C6FEB229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41" name="Oval 40" hidden="1">
                <a:extLst>
                  <a:ext uri="{FF2B5EF4-FFF2-40B4-BE49-F238E27FC236}">
                    <a16:creationId xmlns:a16="http://schemas.microsoft.com/office/drawing/2014/main" id="{EB881492-5DBE-8700-1E7D-23172B80E130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Arc 41" hidden="1">
                <a:extLst>
                  <a:ext uri="{FF2B5EF4-FFF2-40B4-BE49-F238E27FC236}">
                    <a16:creationId xmlns:a16="http://schemas.microsoft.com/office/drawing/2014/main" id="{B442B00E-DD8B-D43D-B2EB-1935978B4C33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32" name="MoonLegend3" hidden="1">
              <a:extLst>
                <a:ext uri="{FF2B5EF4-FFF2-40B4-BE49-F238E27FC236}">
                  <a16:creationId xmlns:a16="http://schemas.microsoft.com/office/drawing/2014/main" id="{DDE8AC2C-D753-1C38-0A29-ABAA317E95EB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39" name="Oval 38" hidden="1">
                <a:extLst>
                  <a:ext uri="{FF2B5EF4-FFF2-40B4-BE49-F238E27FC236}">
                    <a16:creationId xmlns:a16="http://schemas.microsoft.com/office/drawing/2014/main" id="{34351C1B-4A91-90B9-CE2F-55BF7499AC9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Arc 39" hidden="1">
                <a:extLst>
                  <a:ext uri="{FF2B5EF4-FFF2-40B4-BE49-F238E27FC236}">
                    <a16:creationId xmlns:a16="http://schemas.microsoft.com/office/drawing/2014/main" id="{A7351D65-4125-DFEF-8FB2-EFBE92AADAFF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33" name="MoonLegend4" hidden="1">
              <a:extLst>
                <a:ext uri="{FF2B5EF4-FFF2-40B4-BE49-F238E27FC236}">
                  <a16:creationId xmlns:a16="http://schemas.microsoft.com/office/drawing/2014/main" id="{2DE47AEE-11B3-F666-2275-7B58C69728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37" name="Oval 36" hidden="1">
                <a:extLst>
                  <a:ext uri="{FF2B5EF4-FFF2-40B4-BE49-F238E27FC236}">
                    <a16:creationId xmlns:a16="http://schemas.microsoft.com/office/drawing/2014/main" id="{EA4047DF-5D75-FE19-ECD8-A82F6264469E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Arc 37" hidden="1">
                <a:extLst>
                  <a:ext uri="{FF2B5EF4-FFF2-40B4-BE49-F238E27FC236}">
                    <a16:creationId xmlns:a16="http://schemas.microsoft.com/office/drawing/2014/main" id="{E989CF3D-3407-1A08-3E4B-7ED4C7B3B93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34" name="MoonLegend5" hidden="1">
              <a:extLst>
                <a:ext uri="{FF2B5EF4-FFF2-40B4-BE49-F238E27FC236}">
                  <a16:creationId xmlns:a16="http://schemas.microsoft.com/office/drawing/2014/main" id="{74E824EB-0CF0-F8A3-A6BB-A9AB67CCE536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35" name="Oval 34" hidden="1">
                <a:extLst>
                  <a:ext uri="{FF2B5EF4-FFF2-40B4-BE49-F238E27FC236}">
                    <a16:creationId xmlns:a16="http://schemas.microsoft.com/office/drawing/2014/main" id="{72FB0E65-D369-C0B9-019B-DB076D403FCF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Arc 35" hidden="1">
                <a:extLst>
                  <a:ext uri="{FF2B5EF4-FFF2-40B4-BE49-F238E27FC236}">
                    <a16:creationId xmlns:a16="http://schemas.microsoft.com/office/drawing/2014/main" id="{72AD4B0B-CBC7-CB95-83B9-EDAEAA0E2ED8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45" name="logoimage">
            <a:extLst>
              <a:ext uri="{FF2B5EF4-FFF2-40B4-BE49-F238E27FC236}">
                <a16:creationId xmlns:a16="http://schemas.microsoft.com/office/drawing/2014/main" id="{CFF457D4-12F8-F719-F72E-F737CE421EB0}"/>
              </a:ext>
            </a:extLst>
          </p:cNvPr>
          <p:cNvGrpSpPr/>
          <p:nvPr userDrawn="1">
            <p:custDataLst>
              <p:tags r:id="rId25"/>
            </p:custDataLst>
          </p:nvPr>
        </p:nvGrpSpPr>
        <p:grpSpPr bwMode="ltGray">
          <a:xfrm>
            <a:off x="9045890" y="6357407"/>
            <a:ext cx="933384" cy="288523"/>
            <a:chOff x="551942" y="481160"/>
            <a:chExt cx="1893201" cy="585216"/>
          </a:xfrm>
        </p:grpSpPr>
        <p:sp>
          <p:nvSpPr>
            <p:cNvPr id="46" name="AutoShape 3">
              <a:extLst>
                <a:ext uri="{FF2B5EF4-FFF2-40B4-BE49-F238E27FC236}">
                  <a16:creationId xmlns:a16="http://schemas.microsoft.com/office/drawing/2014/main" id="{569931DC-7EB9-8E37-FCF0-726CA8E3F9F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ltGray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78DA47DD-97D8-D77B-9822-BA18B7340E92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>
                <a:latin typeface="Arial" panose="020B0604020202020204" pitchFamily="34" charset="0"/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88B0C1E8-738C-F0CD-4D1B-DFAFE7DD04EB}"/>
              </a:ext>
            </a:extLst>
          </p:cNvPr>
          <p:cNvSpPr/>
          <p:nvPr userDrawn="1"/>
        </p:nvSpPr>
        <p:spPr>
          <a:xfrm>
            <a:off x="0" y="6737315"/>
            <a:ext cx="12192000" cy="120685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Freeform 19">
            <a:extLst>
              <a:ext uri="{FF2B5EF4-FFF2-40B4-BE49-F238E27FC236}">
                <a16:creationId xmlns:a16="http://schemas.microsoft.com/office/drawing/2014/main" id="{13F3EC0A-5D09-985F-17D5-82F557AD586E}"/>
              </a:ext>
            </a:extLst>
          </p:cNvPr>
          <p:cNvSpPr>
            <a:spLocks/>
          </p:cNvSpPr>
          <p:nvPr userDrawn="1"/>
        </p:nvSpPr>
        <p:spPr>
          <a:xfrm>
            <a:off x="10119740" y="6423979"/>
            <a:ext cx="1299810" cy="173335"/>
          </a:xfrm>
          <a:custGeom>
            <a:avLst/>
            <a:gdLst/>
            <a:ahLst/>
            <a:cxnLst/>
            <a:rect l="l" t="t" r="r" b="b"/>
            <a:pathLst>
              <a:path w="3525331" h="462700">
                <a:moveTo>
                  <a:pt x="0" y="0"/>
                </a:moveTo>
                <a:lnTo>
                  <a:pt x="3525332" y="0"/>
                </a:lnTo>
                <a:lnTo>
                  <a:pt x="3525332" y="462699"/>
                </a:lnTo>
                <a:lnTo>
                  <a:pt x="0" y="462699"/>
                </a:lnTo>
                <a:lnTo>
                  <a:pt x="0" y="0"/>
                </a:lnTo>
                <a:close/>
              </a:path>
            </a:pathLst>
          </a:custGeom>
          <a:blipFill>
            <a:blip r:embed="rId4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bject 6">
            <a:extLst>
              <a:ext uri="{FF2B5EF4-FFF2-40B4-BE49-F238E27FC236}">
                <a16:creationId xmlns:a16="http://schemas.microsoft.com/office/drawing/2014/main" id="{9146EC6B-3238-3792-54D9-5C8B7D480A2B}"/>
              </a:ext>
            </a:extLst>
          </p:cNvPr>
          <p:cNvSpPr>
            <a:spLocks/>
          </p:cNvSpPr>
          <p:nvPr userDrawn="1"/>
        </p:nvSpPr>
        <p:spPr>
          <a:xfrm>
            <a:off x="3506098" y="6498754"/>
            <a:ext cx="5179805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©2025 MIT Sloan School of Management | McKinsey &amp; Company - CONFIDENTIAL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98" r:id="rId2"/>
    <p:sldLayoutId id="2147483866" r:id="rId3"/>
    <p:sldLayoutId id="2147483867" r:id="rId4"/>
    <p:sldLayoutId id="2147483868" r:id="rId5"/>
    <p:sldLayoutId id="2147483870" r:id="rId6"/>
    <p:sldLayoutId id="2147483871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4" r:id="rId13"/>
    <p:sldLayoutId id="2147483895" r:id="rId14"/>
    <p:sldLayoutId id="2147483896" r:id="rId15"/>
    <p:sldLayoutId id="2147483893" r:id="rId16"/>
    <p:sldLayoutId id="2147483877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849046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id" hidden="1">
            <a:extLst>
              <a:ext uri="{FF2B5EF4-FFF2-40B4-BE49-F238E27FC236}">
                <a16:creationId xmlns:a16="http://schemas.microsoft.com/office/drawing/2014/main" id="{F082DB18-BBAE-1BD8-6684-06B6CCA1C553}"/>
              </a:ext>
            </a:extLst>
          </p:cNvPr>
          <p:cNvGrpSpPr/>
          <p:nvPr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B9FA53A-5B48-EE5E-5A75-2B0BEC614451}"/>
                </a:ext>
              </a:extLst>
            </p:cNvPr>
            <p:cNvSpPr/>
            <p:nvPr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384CBD1-3B93-6C26-7D31-3476C4B36309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7DFE7F7-A108-B325-2CDD-156B9D1311C4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1848C52-D949-26F4-3AA9-F805158A43F4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15F6089-BA6B-A66E-C44B-4F43B92CABD2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E4B11F2-8B38-8E6E-7599-89494777E92E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FA435B6-EBD6-6762-AB1F-8A5CDFF98516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DD129E-C4B1-FF76-895F-DBBCF3F0308E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7211F96-C8B8-F2E8-BCE6-AFE39CE5BF38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0FD8ED1-FD62-F759-B9C3-343A5E2F7016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C625FCA-7533-7A12-9CC1-172D0493FAA2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FB85A55-70F7-57A5-F9B7-74A15EF1EA2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50509DC-13CC-CDBF-1510-8ECD1ECB27D9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86283E8-07B7-C2CE-B037-A74E0559A323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D0B1B02-950A-3941-E215-6B2DFC443541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5E28C39-8584-9FC4-3FDE-2DA5714789C5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9436457-8BBB-41ED-5C4C-5598193759AD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4854853-AFB2-9758-A55E-D16E28714835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6F58EE1-EA5F-57E9-BD48-96B34B294F20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6554F79-E921-7E96-3240-CEA3F27E32F6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BCCD234-60DB-C8E9-1D37-CB9AC25C4451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278BF8E-3B7A-16CB-CF6F-E9A6E401D7E8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4D81A06-A88F-E866-6401-04223611BD9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8D83556-E9A2-A9CA-90FC-65A3E8CF1B85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D63FDD3-F3F9-8A61-AF65-C83DC74ABF4E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5413196-4157-3454-C8E2-5049BE96611F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1647D18-B4BE-DBC9-F812-0EF837DDC848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40517E3-55AF-68EF-51BC-221419BE4A87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32B0E85-337E-3C17-E06B-9D42B808B890}"/>
                </a:ext>
              </a:extLst>
            </p:cNvPr>
            <p:cNvSpPr/>
            <p:nvPr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45AA18A-8FBE-AECF-B706-A460C8E0B8EC}"/>
                </a:ext>
              </a:extLst>
            </p:cNvPr>
            <p:cNvSpPr/>
            <p:nvPr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20453FE-776C-8940-03D5-BD2600D0D36B}"/>
                </a:ext>
              </a:extLst>
            </p:cNvPr>
            <p:cNvSpPr/>
            <p:nvPr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F2673D6-8650-B43D-FF17-C5E3B192B37B}"/>
                </a:ext>
              </a:extLst>
            </p:cNvPr>
            <p:cNvSpPr/>
            <p:nvPr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13AE6D4-E311-A2F6-4B73-76847433FA27}"/>
                </a:ext>
              </a:extLst>
            </p:cNvPr>
            <p:cNvSpPr/>
            <p:nvPr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B041F04-BFE8-3FE4-EF78-77F950D2AF28}"/>
                </a:ext>
              </a:extLst>
            </p:cNvPr>
            <p:cNvSpPr/>
            <p:nvPr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5E059E3-158B-978B-0EA7-AE7320540BB3}"/>
                </a:ext>
              </a:extLst>
            </p:cNvPr>
            <p:cNvSpPr/>
            <p:nvPr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054068E-2791-CF71-1DC7-5B1268ADA91C}"/>
                </a:ext>
              </a:extLst>
            </p:cNvPr>
            <p:cNvSpPr/>
            <p:nvPr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4B91518-837F-CDC8-46E5-7CD4BFCA0B15}"/>
                </a:ext>
              </a:extLst>
            </p:cNvPr>
            <p:cNvSpPr/>
            <p:nvPr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CAB2030-A79F-2F3E-B4DC-EC77FADF8C28}"/>
                </a:ext>
              </a:extLst>
            </p:cNvPr>
            <p:cNvSpPr/>
            <p:nvPr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0940313-4942-1597-3D74-9DCF2AFA7E25}"/>
                </a:ext>
              </a:extLst>
            </p:cNvPr>
            <p:cNvCxnSpPr/>
            <p:nvPr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7E6B94E-D5FF-5833-AA02-C5433126BDF6}"/>
                </a:ext>
              </a:extLst>
            </p:cNvPr>
            <p:cNvCxnSpPr/>
            <p:nvPr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4305C29-1D8B-819C-D0D5-5898A73CB16C}"/>
                </a:ext>
              </a:extLst>
            </p:cNvPr>
            <p:cNvCxnSpPr/>
            <p:nvPr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042EF86-AB27-7D28-7A42-109A425D3062}"/>
                </a:ext>
              </a:extLst>
            </p:cNvPr>
            <p:cNvCxnSpPr/>
            <p:nvPr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606C304-3A7F-A536-3D45-0CDA22545596}"/>
                </a:ext>
              </a:extLst>
            </p:cNvPr>
            <p:cNvCxnSpPr/>
            <p:nvPr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7BC33B5-8583-70AE-4B65-80FC85FED475}"/>
                </a:ext>
              </a:extLst>
            </p:cNvPr>
            <p:cNvCxnSpPr/>
            <p:nvPr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56DB56F-271E-2B0A-ABF9-93CCE39BD06A}"/>
                </a:ext>
              </a:extLst>
            </p:cNvPr>
            <p:cNvCxnSpPr/>
            <p:nvPr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9E3122B-BB29-C5A5-FF8F-578281BB46CE}"/>
                </a:ext>
              </a:extLst>
            </p:cNvPr>
            <p:cNvCxnSpPr/>
            <p:nvPr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8996211-8D47-7390-F5EC-E92953DBE3A6}"/>
                </a:ext>
              </a:extLst>
            </p:cNvPr>
            <p:cNvCxnSpPr/>
            <p:nvPr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256FFE9-3758-0A0F-2EAC-696414C247A7}"/>
                </a:ext>
              </a:extLst>
            </p:cNvPr>
            <p:cNvCxnSpPr/>
            <p:nvPr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630240C-816B-5527-A54A-A51312F8442E}"/>
                </a:ext>
              </a:extLst>
            </p:cNvPr>
            <p:cNvCxnSpPr/>
            <p:nvPr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032C4C2-120C-59D0-687B-50D854665136}"/>
                </a:ext>
              </a:extLst>
            </p:cNvPr>
            <p:cNvCxnSpPr/>
            <p:nvPr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2C617DA-E386-8E62-7874-9FDC63E21904}"/>
                </a:ext>
              </a:extLst>
            </p:cNvPr>
            <p:cNvCxnSpPr/>
            <p:nvPr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FDBC4CF-EA1A-7E22-E33A-D2D339FB58E8}"/>
                </a:ext>
              </a:extLst>
            </p:cNvPr>
            <p:cNvCxnSpPr/>
            <p:nvPr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5658549-BE3A-A98B-1480-CB77FC3501D8}"/>
                </a:ext>
              </a:extLst>
            </p:cNvPr>
            <p:cNvCxnSpPr/>
            <p:nvPr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1F1B99E-E5BD-0BB7-9BAB-91D3AD888685}"/>
                </a:ext>
              </a:extLst>
            </p:cNvPr>
            <p:cNvCxnSpPr/>
            <p:nvPr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59F77A0-B0A1-5291-B87A-48F025E3BBF0}"/>
                </a:ext>
              </a:extLst>
            </p:cNvPr>
            <p:cNvCxnSpPr/>
            <p:nvPr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23E0527-C877-22FB-6629-E47E3C14FB0F}"/>
                </a:ext>
              </a:extLst>
            </p:cNvPr>
            <p:cNvCxnSpPr/>
            <p:nvPr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EC7A0EF-D40D-DBF0-AD89-2A988F29AF71}"/>
                </a:ext>
              </a:extLst>
            </p:cNvPr>
            <p:cNvCxnSpPr/>
            <p:nvPr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6416E64-5F80-F0F5-DD35-F03D794604F8}"/>
                </a:ext>
              </a:extLst>
            </p:cNvPr>
            <p:cNvCxnSpPr/>
            <p:nvPr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A15ECA0-7EC2-D051-343B-FCB6208995D4}"/>
                </a:ext>
              </a:extLst>
            </p:cNvPr>
            <p:cNvCxnSpPr/>
            <p:nvPr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4A8E4FB-CEE9-9579-5AC5-A9EEF70D1AF1}"/>
                </a:ext>
              </a:extLst>
            </p:cNvPr>
            <p:cNvCxnSpPr/>
            <p:nvPr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AED6969-8930-0CC6-2429-E790DA7B81F9}"/>
                </a:ext>
              </a:extLst>
            </p:cNvPr>
            <p:cNvCxnSpPr/>
            <p:nvPr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E9E531C-9CC8-8CFC-93DC-C6BB1FC04144}"/>
                </a:ext>
              </a:extLst>
            </p:cNvPr>
            <p:cNvCxnSpPr/>
            <p:nvPr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F65853D-BA0B-3606-10DC-5DED257B36C6}"/>
                </a:ext>
              </a:extLst>
            </p:cNvPr>
            <p:cNvCxnSpPr/>
            <p:nvPr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DC74D39-4D56-DBBC-5E35-562D60E1A45E}"/>
                </a:ext>
              </a:extLst>
            </p:cNvPr>
            <p:cNvCxnSpPr/>
            <p:nvPr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F2F0BB1-E04C-85CE-7CA5-D05D3E42936E}"/>
                </a:ext>
              </a:extLst>
            </p:cNvPr>
            <p:cNvCxnSpPr/>
            <p:nvPr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5E5D0D0-0897-A3D9-54D8-3D42A2DD6E92}"/>
                </a:ext>
              </a:extLst>
            </p:cNvPr>
            <p:cNvCxnSpPr/>
            <p:nvPr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21DE2A8-86E6-C711-E4F3-ABABB72455F8}"/>
                </a:ext>
              </a:extLst>
            </p:cNvPr>
            <p:cNvCxnSpPr/>
            <p:nvPr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7324404-B490-2756-47EA-682F0B8B594D}"/>
                </a:ext>
              </a:extLst>
            </p:cNvPr>
            <p:cNvCxnSpPr/>
            <p:nvPr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0F3D505-E0DB-C260-6730-83ED96B41505}"/>
                </a:ext>
              </a:extLst>
            </p:cNvPr>
            <p:cNvCxnSpPr/>
            <p:nvPr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5E3272C-DB29-8F72-7102-DFDEE4635FEE}"/>
                </a:ext>
              </a:extLst>
            </p:cNvPr>
            <p:cNvCxnSpPr/>
            <p:nvPr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C641AA6-0753-0A38-4CE6-9CFF076778C7}"/>
                </a:ext>
              </a:extLst>
            </p:cNvPr>
            <p:cNvCxnSpPr/>
            <p:nvPr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2965B95-5F0B-9657-6BD6-FB314B0FBFB2}"/>
                </a:ext>
              </a:extLst>
            </p:cNvPr>
            <p:cNvCxnSpPr/>
            <p:nvPr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B22052F-371C-ABF0-EB9E-57D803144DF2}"/>
                </a:ext>
              </a:extLst>
            </p:cNvPr>
            <p:cNvCxnSpPr/>
            <p:nvPr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6D82A3D-65A3-3D56-DA61-92DBF2E47710}"/>
                </a:ext>
              </a:extLst>
            </p:cNvPr>
            <p:cNvCxnSpPr/>
            <p:nvPr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7F3CE9A-0EF5-B494-37DF-7AE1D2D974A7}"/>
                </a:ext>
              </a:extLst>
            </p:cNvPr>
            <p:cNvCxnSpPr/>
            <p:nvPr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B2B0E86-6C33-AC6F-A155-733C4AD172AC}"/>
                </a:ext>
              </a:extLst>
            </p:cNvPr>
            <p:cNvCxnSpPr/>
            <p:nvPr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44C3AF4-4269-7065-E749-CE0177CD24C8}"/>
                </a:ext>
              </a:extLst>
            </p:cNvPr>
            <p:cNvCxnSpPr/>
            <p:nvPr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DF927C8-8B39-47C1-F296-0A411686D183}"/>
                </a:ext>
              </a:extLst>
            </p:cNvPr>
            <p:cNvCxnSpPr/>
            <p:nvPr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7A19F09-10AD-D5D1-9E8C-4A7F3F19615C}"/>
                </a:ext>
              </a:extLst>
            </p:cNvPr>
            <p:cNvCxnSpPr/>
            <p:nvPr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CDA9127-CB56-9E08-7328-248A3DC3C880}"/>
                </a:ext>
              </a:extLst>
            </p:cNvPr>
            <p:cNvCxnSpPr/>
            <p:nvPr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AE9A4C5-0868-143C-15F7-8381D93012AA}"/>
                </a:ext>
              </a:extLst>
            </p:cNvPr>
            <p:cNvCxnSpPr/>
            <p:nvPr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3B58B2D-ECF4-89CA-6F7E-5FA5799E9AA2}"/>
                </a:ext>
              </a:extLst>
            </p:cNvPr>
            <p:cNvCxnSpPr/>
            <p:nvPr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main body box">
              <a:extLst>
                <a:ext uri="{FF2B5EF4-FFF2-40B4-BE49-F238E27FC236}">
                  <a16:creationId xmlns:a16="http://schemas.microsoft.com/office/drawing/2014/main" id="{AF448F06-F0A3-256B-A060-24FDD36A6E0D}"/>
                </a:ext>
              </a:extLst>
            </p:cNvPr>
            <p:cNvSpPr/>
            <p:nvPr/>
          </p:nvSpPr>
          <p:spPr bwMode="gray">
            <a:xfrm>
              <a:off x="554736" y="1405611"/>
              <a:ext cx="11082528" cy="4501414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03E4357-BB9F-1BEC-C43E-4BC500FEF4AC}"/>
                </a:ext>
              </a:extLst>
            </p:cNvPr>
            <p:cNvCxnSpPr/>
            <p:nvPr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CF0AFA3-53DB-293A-960A-5FE5D5B3EE14}"/>
                </a:ext>
              </a:extLst>
            </p:cNvPr>
            <p:cNvCxnSpPr/>
            <p:nvPr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553972" y="6059325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+mn-lt"/>
                <a:ea typeface="+mn-ea"/>
                <a:cs typeface="+mn-cs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+mn-lt"/>
                <a:ea typeface="+mn-ea"/>
                <a:cs typeface="+mn-cs"/>
              </a:rPr>
              <a:t>Above Chart Exhibit Title</a:t>
            </a:r>
          </a:p>
          <a:p>
            <a:pPr lvl="0"/>
            <a:r>
              <a:rPr lang="en-US" b="0">
                <a:latin typeface="+mn-lt"/>
                <a:ea typeface="+mn-ea"/>
                <a:cs typeface="+mn-cs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/>
        </p:nvSpPr>
        <p:spPr>
          <a:xfrm>
            <a:off x="558489" y="964729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>
                <a:latin typeface="+mn-lt"/>
                <a:ea typeface="+mn-ea"/>
                <a:cs typeface="+mn-cs"/>
              </a:rPr>
              <a:t>STICKER</a:t>
            </a:r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096B9E0A-AFE0-0167-C308-08715729B354}"/>
              </a:ext>
            </a:extLst>
          </p:cNvPr>
          <p:cNvGrpSpPr/>
          <p:nvPr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B08F54AF-1054-A6FE-14C7-B8D7C9A58F4A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53ECAF84-9182-483D-93CF-8D6D2F360A3B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9B71E62D-A7B3-510F-AC40-76FF5CF4F707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60F16D73-72E7-7918-2FBF-F0E4DFA2C69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62644060-9AF1-AFA5-7DF6-C05DD522072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285FFFD3-56EC-B2BB-8D51-CDDEA822D12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F25A24EC-81F9-D179-67A7-919D268F096E}"/>
              </a:ext>
            </a:extLst>
          </p:cNvPr>
          <p:cNvGrpSpPr/>
          <p:nvPr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ED666897-D091-D071-A063-C2E2541AE13F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D9165E50-5240-A29B-1117-B82CFE717A61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942DC8D8-23F8-15DC-9174-0A0892461417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185807CC-0A8B-1485-EADA-E3BE33F45C4B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4DF03C73-BC96-EECB-89C9-2DE0A66D17C4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B9C79D85-36D0-5B0B-DF1B-8D350CC39F84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C57BCA36-C655-64E5-BE9F-F3A05DEAC7A0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4C1730A4-DB15-9035-0E0F-37E7F6D60F9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CD3ED393-74DB-9024-44FE-D613A6D7C5AC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A21CC1CB-C0DA-883F-9CB2-E165FE178A15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DDFAC945-FAFC-BE33-9D4C-4E19B5713BA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FFC16220-14E4-E59B-D61A-79C83C36E59B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1D4A94F4-4DAD-0490-B2D7-20A13B17CF92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61E287E4-8F92-65B6-3644-51CF236C5DEE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807CC2BF-C9C5-1B4E-1AB3-38D27D09C616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1AEDFEFE-D9C8-5AE0-2BA0-E4EB885B47DF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CED3EA9C-C0C9-815A-0F6F-1B30D61F794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168AC017-DE29-F759-E3D3-9E3CE31263A1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C334CE32-9B9B-E853-5E1F-C71971B5FE1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9557E774-ACAC-5143-4DC8-31110FA00B3C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592FEB51-2DB2-43F3-AD90-366C0186DCF4}"/>
              </a:ext>
            </a:extLst>
          </p:cNvPr>
          <p:cNvGrpSpPr/>
          <p:nvPr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03AA0154-DEA3-E48E-09F9-6758D0F2E6AE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5411A725-FBC2-2353-AF1F-81CAA0CC406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0770E5F9-D661-34F8-91EA-495CD5651A30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2C91BD01-8975-A519-F8A1-8B012B10FDA5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CDF6CC9A-BB03-9AE8-7F18-7879DCF0215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343356DE-3670-6C97-CDE6-BE1194E72E81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BA4228A4-9714-3DAF-44DC-524205227F93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C4200BCE-92BC-C4D4-AA12-0AE12A4BD350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042E1B50-5D5E-2B13-D12A-251665065BDF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8365A78F-92B1-3FF5-A8AA-B9CFB9015F71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</a:rPr>
                <a:t>Legend</a:t>
              </a:r>
            </a:p>
          </p:txBody>
        </p:sp>
      </p:grpSp>
      <p:pic>
        <p:nvPicPr>
          <p:cNvPr id="79" name="Graphic 78">
            <a:extLst>
              <a:ext uri="{FF2B5EF4-FFF2-40B4-BE49-F238E27FC236}">
                <a16:creationId xmlns:a16="http://schemas.microsoft.com/office/drawing/2014/main" id="{D41F6299-15C2-157B-F3AC-C26F85331B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 bwMode="ltGray">
          <a:xfrm>
            <a:off x="554736" y="6485714"/>
            <a:ext cx="264989" cy="267511"/>
          </a:xfrm>
          <a:prstGeom prst="rect">
            <a:avLst/>
          </a:prstGeom>
        </p:spPr>
      </p:pic>
      <p:sp>
        <p:nvSpPr>
          <p:cNvPr id="81" name="Rectangle 38">
            <a:extLst>
              <a:ext uri="{FF2B5EF4-FFF2-40B4-BE49-F238E27FC236}">
                <a16:creationId xmlns:a16="http://schemas.microsoft.com/office/drawing/2014/main" id="{9298760D-2095-7C36-7BFA-D40664586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108" y="6550220"/>
            <a:ext cx="154137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 defTabSz="1218621" eaLnBrk="0" hangingPunct="0">
              <a:defRPr/>
            </a:pPr>
            <a:r>
              <a:rPr lang="en-US" sz="900">
                <a:solidFill>
                  <a:srgbClr val="FFFFFF">
                    <a:lumMod val="65000"/>
                  </a:srgbClr>
                </a:solidFill>
                <a:cs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7663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  <p:sldLayoutId id="2147483918" r:id="rId17"/>
    <p:sldLayoutId id="2147483919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720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36">
          <p15:clr>
            <a:srgbClr val="F26B43"/>
          </p15:clr>
        </p15:guide>
        <p15:guide id="8" orient="horz" pos="401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1248085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>
            <p:custDataLst>
              <p:tags r:id="rId2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003B15B1-5DF1-7C84-C149-661962739656}"/>
              </a:ext>
            </a:extLst>
          </p:cNvPr>
          <p:cNvGrpSpPr/>
          <p:nvPr userDrawn="1"/>
        </p:nvGrpSpPr>
        <p:grpSpPr>
          <a:xfrm>
            <a:off x="10317304" y="3355023"/>
            <a:ext cx="1326180" cy="958286"/>
            <a:chOff x="10162879" y="3243772"/>
            <a:chExt cx="132618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1CCEC183-99D5-B800-2D6C-3948BB1F58BB}"/>
                </a:ext>
              </a:extLst>
            </p:cNvPr>
            <p:cNvSpPr txBox="1"/>
            <p:nvPr/>
          </p:nvSpPr>
          <p:spPr>
            <a:xfrm>
              <a:off x="10886522" y="3243772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BCB108EA-84A5-B8D8-B3FB-C199BEC220A7}"/>
                </a:ext>
              </a:extLst>
            </p:cNvPr>
            <p:cNvSpPr txBox="1"/>
            <p:nvPr/>
          </p:nvSpPr>
          <p:spPr>
            <a:xfrm>
              <a:off x="10886522" y="3615193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05A4309F-F50D-E313-E79B-3A447499E870}"/>
                </a:ext>
              </a:extLst>
            </p:cNvPr>
            <p:cNvSpPr txBox="1"/>
            <p:nvPr/>
          </p:nvSpPr>
          <p:spPr>
            <a:xfrm>
              <a:off x="10886522" y="3986614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7F7E13C2-6B91-A0A6-5FCF-CE73273C510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8240E363-39F7-E7BA-0DC3-43A7257EA99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36206F27-A21A-7EAF-4DB3-C01744360BE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BF2E184B-841B-2BC4-C345-FCA4D4FCE9F0}"/>
              </a:ext>
            </a:extLst>
          </p:cNvPr>
          <p:cNvGrpSpPr/>
          <p:nvPr userDrawn="1"/>
        </p:nvGrpSpPr>
        <p:grpSpPr>
          <a:xfrm>
            <a:off x="10688315" y="1415983"/>
            <a:ext cx="955169" cy="1731859"/>
            <a:chOff x="7723680" y="1702457"/>
            <a:chExt cx="95516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3B6950D4-9B95-70BC-AD68-EF0B10F00AE1}"/>
                </a:ext>
              </a:extLst>
            </p:cNvPr>
            <p:cNvSpPr txBox="1"/>
            <p:nvPr/>
          </p:nvSpPr>
          <p:spPr>
            <a:xfrm>
              <a:off x="8076312" y="1709816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97D234A0-D3F1-3FE4-BA10-8B842B50A0C4}"/>
                </a:ext>
              </a:extLst>
            </p:cNvPr>
            <p:cNvSpPr txBox="1"/>
            <p:nvPr/>
          </p:nvSpPr>
          <p:spPr>
            <a:xfrm>
              <a:off x="8076312" y="2085275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1E52EF2-E09E-C6AF-CF7E-51270CFF6A8C}"/>
                </a:ext>
              </a:extLst>
            </p:cNvPr>
            <p:cNvSpPr txBox="1"/>
            <p:nvPr/>
          </p:nvSpPr>
          <p:spPr>
            <a:xfrm>
              <a:off x="8076312" y="2460734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4A7D8EB5-AA2E-3F24-2BA6-237F18EECEC5}"/>
                </a:ext>
              </a:extLst>
            </p:cNvPr>
            <p:cNvSpPr txBox="1"/>
            <p:nvPr/>
          </p:nvSpPr>
          <p:spPr>
            <a:xfrm>
              <a:off x="8076312" y="2836193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F0C6F11D-42D8-AD61-45D6-7C6B0DA4981C}"/>
                </a:ext>
              </a:extLst>
            </p:cNvPr>
            <p:cNvSpPr txBox="1"/>
            <p:nvPr/>
          </p:nvSpPr>
          <p:spPr>
            <a:xfrm>
              <a:off x="8076312" y="3211654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393101BF-3F0A-ED2F-B98F-9C2E3CD8E183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CF67745B-66C1-C519-685B-BCA43424564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D9BC628C-0044-ACCE-922E-094265D34210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A0281D34-FE18-9C3D-F1F3-FADCF9CBE95B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E12293F2-25F3-8CD6-E5D0-C1253C144FB0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B0DAD142-FA25-8C8E-61A7-5E42106AAA7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8AADA4C4-DE6D-5E43-651C-842286DA61EC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46E409AB-2D95-7397-32E6-DAD6457768E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0A3DB3E1-4F14-B46B-3A29-E7EF8A561178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7D45111F-4FA2-8FB9-6B5B-894811E31A96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6F011A41-5747-3A1B-A6FB-E45236C77CA8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390577C3-A2E4-22FA-015B-18FB1DE79BE2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2BA51713-DB13-A247-8099-77E2D0834734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6173B731-1534-0198-94C9-BE8B6C837092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E53A210C-9845-F181-F7A4-9206917D92F3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E674B106-BCE9-0DC7-8A30-1125677C61D6}"/>
              </a:ext>
            </a:extLst>
          </p:cNvPr>
          <p:cNvGrpSpPr/>
          <p:nvPr userDrawn="1"/>
        </p:nvGrpSpPr>
        <p:grpSpPr>
          <a:xfrm>
            <a:off x="10714801" y="4520490"/>
            <a:ext cx="928683" cy="1717282"/>
            <a:chOff x="10652400" y="4322824"/>
            <a:chExt cx="92868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6BCB9CF9-C294-8955-68CA-2B286A29FB05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176E0C3F-885D-C040-0616-152BE8249423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C957C5B7-64B3-B5B9-27A8-79244C2B4F47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8BE38CEF-0198-D7D1-0A29-03E91146F3A7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B7CAD0CF-65F6-3A1A-D0B3-FBE64FAC0278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527B4E92-54D2-CE51-3332-E63D340D2038}"/>
                </a:ext>
              </a:extLst>
            </p:cNvPr>
            <p:cNvSpPr txBox="1"/>
            <p:nvPr/>
          </p:nvSpPr>
          <p:spPr>
            <a:xfrm>
              <a:off x="10978546" y="4322824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8E11A1AE-7467-7C2E-306B-14EBAF60B864}"/>
                </a:ext>
              </a:extLst>
            </p:cNvPr>
            <p:cNvSpPr txBox="1"/>
            <p:nvPr/>
          </p:nvSpPr>
          <p:spPr>
            <a:xfrm>
              <a:off x="10978546" y="4702322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02A64C25-DA4C-57C0-1818-F0C7FD24CA9D}"/>
                </a:ext>
              </a:extLst>
            </p:cNvPr>
            <p:cNvSpPr txBox="1"/>
            <p:nvPr/>
          </p:nvSpPr>
          <p:spPr>
            <a:xfrm>
              <a:off x="10978546" y="5081820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173003FB-0284-23E7-8157-A4C4A9E35DCA}"/>
                </a:ext>
              </a:extLst>
            </p:cNvPr>
            <p:cNvSpPr txBox="1"/>
            <p:nvPr/>
          </p:nvSpPr>
          <p:spPr>
            <a:xfrm>
              <a:off x="10978546" y="5453241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95300256-328B-ED6F-B74E-B6A1F825F8F9}"/>
                </a:ext>
              </a:extLst>
            </p:cNvPr>
            <p:cNvSpPr txBox="1"/>
            <p:nvPr/>
          </p:nvSpPr>
          <p:spPr>
            <a:xfrm>
              <a:off x="10978545" y="5824662"/>
              <a:ext cx="60253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</p:grp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76C833-7F43-1F93-6E35-78F1D5DDBAF1}"/>
              </a:ext>
            </a:extLst>
          </p:cNvPr>
          <p:cNvSpPr txBox="1">
            <a:spLocks/>
          </p:cNvSpPr>
          <p:nvPr userDrawn="1"/>
        </p:nvSpPr>
        <p:spPr>
          <a:xfrm>
            <a:off x="10519954" y="6525764"/>
            <a:ext cx="710131" cy="10733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kern="750" spc="0" baseline="0">
                <a:solidFill>
                  <a:schemeClr val="tx1"/>
                </a:solidFill>
                <a:latin typeface="Sons Semibold" panose="020B0703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3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75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50" b="0" i="0" u="none" strike="noStrike" kern="75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JPMorganChase</a:t>
            </a:r>
          </a:p>
        </p:txBody>
      </p:sp>
    </p:spTree>
    <p:extLst>
      <p:ext uri="{BB962C8B-B14F-4D97-AF65-F5344CB8AC3E}">
        <p14:creationId xmlns:p14="http://schemas.microsoft.com/office/powerpoint/2010/main" val="28374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4" r:id="rId14"/>
    <p:sldLayoutId id="2147483935" r:id="rId15"/>
    <p:sldLayoutId id="2147483936" r:id="rId16"/>
    <p:sldLayoutId id="2147483937" r:id="rId17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F16F18F-EA98-4B62-FB46-F3367003E8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7028061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8" imgH="428" progId="TCLayout.ActiveDocument.1">
                  <p:embed/>
                </p:oleObj>
              </mc:Choice>
              <mc:Fallback>
                <p:oleObj name="think-cell Slide" r:id="rId8" imgW="428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16F18F-EA98-4B62-FB46-F3367003E8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1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036" y="156210"/>
            <a:ext cx="10740390" cy="761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3702" y="1212850"/>
            <a:ext cx="5826759" cy="306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134981" y="6497072"/>
            <a:ext cx="115189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McKinsey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0" dirty="0"/>
              <a:t> Company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73942" y="6496463"/>
            <a:ext cx="21717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5584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43.xml"/><Relationship Id="rId2" Type="http://schemas.openxmlformats.org/officeDocument/2006/relationships/tags" Target="../tags/tag544.xml"/><Relationship Id="rId3" Type="http://schemas.openxmlformats.org/officeDocument/2006/relationships/tags" Target="../tags/tag545.xml"/><Relationship Id="rId4" Type="http://schemas.openxmlformats.org/officeDocument/2006/relationships/tags" Target="../tags/tag546.xml"/><Relationship Id="rId5" Type="http://schemas.openxmlformats.org/officeDocument/2006/relationships/tags" Target="../tags/tag547.xml"/><Relationship Id="rId6" Type="http://schemas.openxmlformats.org/officeDocument/2006/relationships/slideLayout" Target="../slideLayouts/slideLayout19.xml"/><Relationship Id="rId7" Type="http://schemas.openxmlformats.org/officeDocument/2006/relationships/notesSlide" Target="../notesSlides/notesSlide1.xml"/><Relationship Id="rId8" Type="http://schemas.openxmlformats.org/officeDocument/2006/relationships/oleObject" Target="../embeddings/oleObject69.bin"/><Relationship Id="rId9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48.xml"/><Relationship Id="rId2" Type="http://schemas.openxmlformats.org/officeDocument/2006/relationships/tags" Target="../tags/tag549.xml"/><Relationship Id="rId3" Type="http://schemas.openxmlformats.org/officeDocument/2006/relationships/tags" Target="../tags/tag550.xml"/><Relationship Id="rId4" Type="http://schemas.openxmlformats.org/officeDocument/2006/relationships/tags" Target="../tags/tag551.xml"/><Relationship Id="rId5" Type="http://schemas.openxmlformats.org/officeDocument/2006/relationships/tags" Target="../tags/tag552.xml"/><Relationship Id="rId6" Type="http://schemas.openxmlformats.org/officeDocument/2006/relationships/tags" Target="../tags/tag553.xml"/><Relationship Id="rId7" Type="http://schemas.openxmlformats.org/officeDocument/2006/relationships/tags" Target="../tags/tag554.xml"/><Relationship Id="rId8" Type="http://schemas.openxmlformats.org/officeDocument/2006/relationships/tags" Target="../tags/tag555.xml"/><Relationship Id="rId9" Type="http://schemas.openxmlformats.org/officeDocument/2006/relationships/tags" Target="../tags/tag556.xml"/><Relationship Id="rId10" Type="http://schemas.openxmlformats.org/officeDocument/2006/relationships/tags" Target="../tags/tag557.xml"/><Relationship Id="rId11" Type="http://schemas.openxmlformats.org/officeDocument/2006/relationships/tags" Target="../tags/tag558.xml"/><Relationship Id="rId12" Type="http://schemas.openxmlformats.org/officeDocument/2006/relationships/tags" Target="../tags/tag559.xml"/><Relationship Id="rId13" Type="http://schemas.openxmlformats.org/officeDocument/2006/relationships/tags" Target="../tags/tag560.xml"/><Relationship Id="rId14" Type="http://schemas.openxmlformats.org/officeDocument/2006/relationships/tags" Target="../tags/tag561.xml"/><Relationship Id="rId15" Type="http://schemas.openxmlformats.org/officeDocument/2006/relationships/tags" Target="../tags/tag562.xml"/><Relationship Id="rId16" Type="http://schemas.openxmlformats.org/officeDocument/2006/relationships/tags" Target="../tags/tag563.xml"/><Relationship Id="rId17" Type="http://schemas.openxmlformats.org/officeDocument/2006/relationships/slideLayout" Target="../slideLayouts/slideLayout4.xml"/><Relationship Id="rId18" Type="http://schemas.openxmlformats.org/officeDocument/2006/relationships/oleObject" Target="../embeddings/oleObject70.bin"/><Relationship Id="rId19" Type="http://schemas.openxmlformats.org/officeDocument/2006/relationships/image" Target="../media/image17.emf"/><Relationship Id="rId20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64.xml"/><Relationship Id="rId2" Type="http://schemas.openxmlformats.org/officeDocument/2006/relationships/tags" Target="../tags/tag565.xml"/><Relationship Id="rId3" Type="http://schemas.openxmlformats.org/officeDocument/2006/relationships/tags" Target="../tags/tag566.xml"/><Relationship Id="rId4" Type="http://schemas.openxmlformats.org/officeDocument/2006/relationships/tags" Target="../tags/tag567.xml"/><Relationship Id="rId5" Type="http://schemas.openxmlformats.org/officeDocument/2006/relationships/tags" Target="../tags/tag568.xml"/><Relationship Id="rId6" Type="http://schemas.openxmlformats.org/officeDocument/2006/relationships/tags" Target="../tags/tag569.xml"/><Relationship Id="rId7" Type="http://schemas.openxmlformats.org/officeDocument/2006/relationships/tags" Target="../tags/tag570.xml"/><Relationship Id="rId8" Type="http://schemas.openxmlformats.org/officeDocument/2006/relationships/tags" Target="../tags/tag571.xml"/><Relationship Id="rId9" Type="http://schemas.openxmlformats.org/officeDocument/2006/relationships/tags" Target="../tags/tag572.xm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Relationship Id="rId12" Type="http://schemas.openxmlformats.org/officeDocument/2006/relationships/oleObject" Target="../embeddings/oleObject71.bin"/><Relationship Id="rId13" Type="http://schemas.openxmlformats.org/officeDocument/2006/relationships/image" Target="../media/image17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78.xml"/><Relationship Id="rId2" Type="http://schemas.openxmlformats.org/officeDocument/2006/relationships/tags" Target="../tags/tag579.xml"/><Relationship Id="rId3" Type="http://schemas.openxmlformats.org/officeDocument/2006/relationships/tags" Target="../tags/tag580.xml"/><Relationship Id="rId4" Type="http://schemas.openxmlformats.org/officeDocument/2006/relationships/slideLayout" Target="../slideLayouts/slideLayout52.xml"/><Relationship Id="rId5" Type="http://schemas.openxmlformats.org/officeDocument/2006/relationships/oleObject" Target="../embeddings/oleObject73.bin"/><Relationship Id="rId6" Type="http://schemas.openxmlformats.org/officeDocument/2006/relationships/image" Target="../media/image17.emf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81.xml"/><Relationship Id="rId2" Type="http://schemas.openxmlformats.org/officeDocument/2006/relationships/tags" Target="../tags/tag582.xml"/><Relationship Id="rId3" Type="http://schemas.openxmlformats.org/officeDocument/2006/relationships/tags" Target="../tags/tag583.xml"/><Relationship Id="rId4" Type="http://schemas.openxmlformats.org/officeDocument/2006/relationships/tags" Target="../tags/tag584.xml"/><Relationship Id="rId5" Type="http://schemas.openxmlformats.org/officeDocument/2006/relationships/tags" Target="../tags/tag585.xml"/><Relationship Id="rId6" Type="http://schemas.openxmlformats.org/officeDocument/2006/relationships/slideLayout" Target="../slideLayouts/slideLayout36.xml"/><Relationship Id="rId7" Type="http://schemas.openxmlformats.org/officeDocument/2006/relationships/oleObject" Target="../embeddings/oleObject74.bin"/><Relationship Id="rId8" Type="http://schemas.openxmlformats.org/officeDocument/2006/relationships/image" Target="../media/image17.emf"/><Relationship Id="rId9" Type="http://schemas.openxmlformats.org/officeDocument/2006/relationships/image" Target="../media/image27.png"/><Relationship Id="rId10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24.xml"/><Relationship Id="rId2" Type="http://schemas.openxmlformats.org/officeDocument/2006/relationships/tags" Target="../tags/tag625.xml"/><Relationship Id="rId3" Type="http://schemas.openxmlformats.org/officeDocument/2006/relationships/tags" Target="../tags/tag626.xml"/><Relationship Id="rId4" Type="http://schemas.openxmlformats.org/officeDocument/2006/relationships/tags" Target="../tags/tag627.xml"/><Relationship Id="rId5" Type="http://schemas.openxmlformats.org/officeDocument/2006/relationships/tags" Target="../tags/tag628.xml"/><Relationship Id="rId6" Type="http://schemas.openxmlformats.org/officeDocument/2006/relationships/tags" Target="../tags/tag629.xml"/><Relationship Id="rId7" Type="http://schemas.openxmlformats.org/officeDocument/2006/relationships/tags" Target="../tags/tag630.xml"/><Relationship Id="rId8" Type="http://schemas.openxmlformats.org/officeDocument/2006/relationships/slideLayout" Target="../slideLayouts/slideLayout36.xml"/><Relationship Id="rId9" Type="http://schemas.openxmlformats.org/officeDocument/2006/relationships/oleObject" Target="../embeddings/oleObject77.bin"/><Relationship Id="rId10" Type="http://schemas.openxmlformats.org/officeDocument/2006/relationships/image" Target="../media/image17.emf"/><Relationship Id="rId11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31.xml"/><Relationship Id="rId2" Type="http://schemas.openxmlformats.org/officeDocument/2006/relationships/slideLayout" Target="../slideLayouts/slideLayout71.xml"/><Relationship Id="rId3" Type="http://schemas.openxmlformats.org/officeDocument/2006/relationships/oleObject" Target="../embeddings/oleObject78.bin"/><Relationship Id="rId4" Type="http://schemas.openxmlformats.org/officeDocument/2006/relationships/image" Target="../media/image16.emf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image" Target="../media/image5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32.xml"/><Relationship Id="rId2" Type="http://schemas.openxmlformats.org/officeDocument/2006/relationships/tags" Target="../tags/tag633.xml"/><Relationship Id="rId3" Type="http://schemas.openxmlformats.org/officeDocument/2006/relationships/tags" Target="../tags/tag634.xml"/><Relationship Id="rId4" Type="http://schemas.openxmlformats.org/officeDocument/2006/relationships/tags" Target="../tags/tag635.xml"/><Relationship Id="rId5" Type="http://schemas.openxmlformats.org/officeDocument/2006/relationships/slideLayout" Target="../slideLayouts/slideLayout36.xml"/><Relationship Id="rId6" Type="http://schemas.openxmlformats.org/officeDocument/2006/relationships/oleObject" Target="../embeddings/oleObject79.bin"/><Relationship Id="rId7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5A85-CB17-248E-FD9F-2372ADEF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BEBCD5A0-864B-4A07-1992-5B16C2FFAB4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7282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BEBCD5A0-864B-4A07-1992-5B16C2FFAB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3" hidden="1">
            <a:extLst>
              <a:ext uri="{FF2B5EF4-FFF2-40B4-BE49-F238E27FC236}">
                <a16:creationId xmlns:a16="http://schemas.microsoft.com/office/drawing/2014/main" id="{26A0AB5D-9527-A6BF-1A15-5F1E326ED8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Documenttype">
            <a:extLst>
              <a:ext uri="{FF2B5EF4-FFF2-40B4-BE49-F238E27FC236}">
                <a16:creationId xmlns:a16="http://schemas.microsoft.com/office/drawing/2014/main" id="{86AEAE52-ABB9-B2B4-01B7-F26309D8164A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sz="1400"/>
              <a:t>July 2026</a:t>
            </a: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4E3DB484-2DEF-8F9F-5035-04CA4105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41" y="3490314"/>
            <a:ext cx="9274965" cy="677108"/>
          </a:xfrm>
        </p:spPr>
        <p:txBody>
          <a:bodyPr vert="horz"/>
          <a:lstStyle/>
          <a:p>
            <a:r>
              <a:rPr lang="en-US" dirty="0"/>
              <a:t>AI senior leader masterclass</a:t>
            </a:r>
            <a:endParaRPr lang="en-US" sz="280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170F8C4-B834-3B60-7A52-9944829C6484}"/>
              </a:ext>
            </a:extLst>
          </p:cNvPr>
          <p:cNvSpPr/>
          <p:nvPr/>
        </p:nvSpPr>
        <p:spPr>
          <a:xfrm flipH="1" flipV="1">
            <a:off x="3575747" y="1777104"/>
            <a:ext cx="8616253" cy="4973778"/>
          </a:xfrm>
          <a:custGeom>
            <a:avLst/>
            <a:gdLst>
              <a:gd name="connsiteX0" fmla="*/ 0 w 8616253"/>
              <a:gd name="connsiteY0" fmla="*/ 0 h 4973778"/>
              <a:gd name="connsiteX1" fmla="*/ 8616253 w 8616253"/>
              <a:gd name="connsiteY1" fmla="*/ 0 h 4973778"/>
              <a:gd name="connsiteX2" fmla="*/ 8616253 w 8616253"/>
              <a:gd name="connsiteY2" fmla="*/ 4973779 h 4973778"/>
              <a:gd name="connsiteX3" fmla="*/ 0 w 8616253"/>
              <a:gd name="connsiteY3" fmla="*/ 4973779 h 497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16253" h="4973778">
                <a:moveTo>
                  <a:pt x="0" y="0"/>
                </a:moveTo>
                <a:lnTo>
                  <a:pt x="8616253" y="0"/>
                </a:lnTo>
                <a:lnTo>
                  <a:pt x="8616253" y="4973779"/>
                </a:lnTo>
                <a:lnTo>
                  <a:pt x="0" y="4973779"/>
                </a:lnTo>
                <a:close/>
              </a:path>
            </a:pathLst>
          </a:custGeom>
          <a:noFill/>
          <a:ln w="157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676D9A2C-A049-D084-240F-63A220868DB8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817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784" y="14630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2400">
                <a:solidFill>
                  <a:srgbClr val="000000"/>
                </a:solidFill>
                <a:latin typeface="Arial"/>
              </a:rPr>
              <a:t>AI upskilling programs are tailored to three distinct personas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22392" y="621792"/>
            <a:ext cx="3218688" cy="5596128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0176" y="6583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050">
                <a:solidFill>
                  <a:srgbClr val="FFFFFF"/>
                </a:solidFill>
                <a:latin typeface="Arial"/>
              </a:rPr>
              <a:t>Focus of this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024128"/>
            <a:ext cx="3035808" cy="502920"/>
          </a:xfrm>
          <a:prstGeom prst="roundRect">
            <a:avLst>
              <a:gd name="adj" fmla="val 1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0591" y="11384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100">
                <a:solidFill>
                  <a:srgbClr val="061F79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7208" y="1051560"/>
            <a:ext cx="2450591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CXO audience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3832" y="1024128"/>
            <a:ext cx="3035808" cy="502920"/>
          </a:xfrm>
          <a:prstGeom prst="roundRect">
            <a:avLst>
              <a:gd name="adj" fmla="val 1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32704" y="11384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100">
                <a:solidFill>
                  <a:srgbClr val="061F79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051560"/>
            <a:ext cx="2450591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00">
                <a:solidFill>
                  <a:srgbClr val="FFFFFF"/>
                </a:solidFill>
                <a:latin typeface="Arial"/>
              </a:rPr>
              <a:t>Senior cross-functional leaders (aligned to business domains)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95944" y="1024128"/>
            <a:ext cx="3035808" cy="502920"/>
          </a:xfrm>
          <a:prstGeom prst="roundRect">
            <a:avLst>
              <a:gd name="adj" fmla="val 18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14816" y="11384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100">
                <a:solidFill>
                  <a:srgbClr val="061F7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1051560"/>
            <a:ext cx="2450591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Strategy and transformation leads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737360"/>
            <a:ext cx="11274552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3840480"/>
            <a:ext cx="11274552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5120640"/>
            <a:ext cx="11274552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6217920"/>
            <a:ext cx="11274552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1801368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856231"/>
            <a:ext cx="154533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50">
                <a:solidFill>
                  <a:srgbClr val="262A2F"/>
                </a:solidFill>
                <a:latin typeface="Arial"/>
              </a:rPr>
              <a:t>Summary and key learning objectives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04487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959351"/>
            <a:ext cx="154533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50">
                <a:solidFill>
                  <a:srgbClr val="262A2F"/>
                </a:solidFill>
                <a:latin typeface="Arial"/>
              </a:rPr>
              <a:t>Target audience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84648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239512"/>
            <a:ext cx="154533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50">
                <a:solidFill>
                  <a:srgbClr val="262A2F"/>
                </a:solidFill>
                <a:latin typeface="Arial"/>
              </a:rPr>
              <a:t>Format and delivery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1801368"/>
            <a:ext cx="292607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b="1" i="0" sz="1100">
                <a:solidFill>
                  <a:srgbClr val="000000"/>
                </a:solidFill>
                <a:latin typeface="Arial"/>
              </a:rPr>
              <a:t>Fully tailored curriculum for senior leaders</a:t>
            </a:r>
            <a:r>
              <a:rPr b="0" i="0" sz="1100">
                <a:solidFill>
                  <a:srgbClr val="000000"/>
                </a:solidFill>
                <a:latin typeface="Arial"/>
              </a:rPr>
              <a:t> to: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Build each leader’s personal AI muscle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Create a common language for core transformation concepts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Define an initial AI vision and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1801368"/>
            <a:ext cx="292607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Build each leader’s personal AI muscle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Create a common language for core transformation concepts</a:t>
            </a:r>
            <a:r>
              <a:rPr b="0" i="0" sz="1100">
                <a:solidFill>
                  <a:srgbClr val="000000"/>
                </a:solidFill>
                <a:latin typeface="Arial"/>
              </a:rPr>
              <a:t> for leaders to cascade to the rest of the org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Reimagine priority domains and build execution-ready blueprint</a:t>
            </a:r>
            <a:r>
              <a:rPr b="0" i="0" sz="1100">
                <a:solidFill>
                  <a:srgbClr val="000000"/>
                </a:solidFill>
                <a:latin typeface="Arial"/>
              </a:rPr>
              <a:t> for their transformation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1801368"/>
            <a:ext cx="292607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Build each leader’s personal AI muscle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Create a common language for core transformation concepts</a:t>
            </a:r>
            <a:r>
              <a:rPr b="0" i="0" sz="1100">
                <a:solidFill>
                  <a:srgbClr val="000000"/>
                </a:solidFill>
                <a:latin typeface="Arial"/>
              </a:rPr>
              <a:t> for leaders to cascade to the rest of the org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1" i="0" sz="1100">
                <a:solidFill>
                  <a:srgbClr val="000000"/>
                </a:solidFill>
                <a:latin typeface="Arial"/>
              </a:rPr>
              <a:t>Reimagine priority domains and build execution-ready blueprint</a:t>
            </a:r>
            <a:r>
              <a:rPr b="0" i="0" sz="1100">
                <a:solidFill>
                  <a:srgbClr val="000000"/>
                </a:solidFill>
                <a:latin typeface="Arial"/>
              </a:rPr>
              <a:t> for their transformation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904487"/>
            <a:ext cx="292607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0" i="0" sz="1100">
                <a:solidFill>
                  <a:srgbClr val="000000"/>
                </a:solidFill>
                <a:latin typeface="Arial"/>
              </a:rPr>
              <a:t>Top team only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0" i="0" sz="1100">
                <a:solidFill>
                  <a:srgbClr val="000000"/>
                </a:solidFill>
                <a:latin typeface="Arial"/>
              </a:rPr>
              <a:t>Top team++ (top 30 leaders)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8696" y="3904487"/>
            <a:ext cx="292607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b="1" i="0" sz="1100">
                <a:solidFill>
                  <a:srgbClr val="000000"/>
                </a:solidFill>
                <a:latin typeface="Arial"/>
              </a:rPr>
              <a:t>Senior cross-functional team</a:t>
            </a:r>
            <a:r>
              <a:rPr b="0" i="0" sz="1100">
                <a:solidFill>
                  <a:srgbClr val="000000"/>
                </a:solidFill>
                <a:latin typeface="Arial"/>
              </a:rPr>
              <a:t> aligned to each business process (</a:t>
            </a:r>
            <a:r>
              <a:rPr b="1" i="0" sz="1100">
                <a:solidFill>
                  <a:srgbClr val="000000"/>
                </a:solidFill>
                <a:latin typeface="Arial"/>
              </a:rPr>
              <a:t>30-50 people per wave</a:t>
            </a:r>
            <a:r>
              <a:rPr b="0" i="0" sz="110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3904487"/>
            <a:ext cx="292607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0" i="0" sz="1100">
                <a:solidFill>
                  <a:srgbClr val="000000"/>
                </a:solidFill>
                <a:latin typeface="Arial"/>
              </a:rPr>
              <a:t>Strategy and transformation leads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0" i="0" sz="1100">
                <a:solidFill>
                  <a:srgbClr val="000000"/>
                </a:solidFill>
                <a:latin typeface="Arial"/>
              </a:rPr>
              <a:t>HRBPs (HR business partners)</a:t>
            </a:r>
          </a:p>
          <a:p>
            <a:pPr algn="l" marL="160020" indent="-160020">
              <a:spcAft>
                <a:spcPts val="500"/>
              </a:spcAft>
              <a:buFont typeface="Arial"/>
              <a:buChar char="–"/>
            </a:pPr>
            <a:r>
              <a:rPr b="0" i="0" sz="1100">
                <a:solidFill>
                  <a:srgbClr val="000000"/>
                </a:solidFill>
                <a:latin typeface="Arial"/>
              </a:rPr>
              <a:t>Change leaders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184648"/>
            <a:ext cx="2926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b="1" i="0" sz="1100">
                <a:solidFill>
                  <a:srgbClr val="000000"/>
                </a:solidFill>
                <a:latin typeface="Arial"/>
              </a:rPr>
              <a:t>2-3 days in-person</a:t>
            </a:r>
            <a:r>
              <a:rPr b="0" i="0" sz="1100">
                <a:solidFill>
                  <a:srgbClr val="000000"/>
                </a:solidFill>
                <a:latin typeface="Arial"/>
              </a:rPr>
              <a:t>, forum only, with some pre- and post-work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8696" y="5184648"/>
            <a:ext cx="2926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b="1" i="0" sz="1100">
                <a:solidFill>
                  <a:srgbClr val="000000"/>
                </a:solidFill>
                <a:latin typeface="Arial"/>
              </a:rPr>
              <a:t>2-3 days in-person</a:t>
            </a:r>
            <a:r>
              <a:rPr b="0" i="0" sz="1100">
                <a:solidFill>
                  <a:srgbClr val="000000"/>
                </a:solidFill>
                <a:latin typeface="Arial"/>
              </a:rPr>
              <a:t>, followed by </a:t>
            </a:r>
            <a:r>
              <a:rPr b="1" i="0" sz="1100">
                <a:solidFill>
                  <a:srgbClr val="000000"/>
                </a:solidFill>
                <a:latin typeface="Arial"/>
              </a:rPr>
              <a:t>5-6 weeks of field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5944" y="5184648"/>
            <a:ext cx="2926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b="1" i="0" sz="1100">
                <a:solidFill>
                  <a:srgbClr val="000000"/>
                </a:solidFill>
                <a:latin typeface="Arial"/>
              </a:rPr>
              <a:t>2-3 days in-person</a:t>
            </a:r>
            <a:r>
              <a:rPr b="0" i="0" sz="1100">
                <a:solidFill>
                  <a:srgbClr val="000000"/>
                </a:solidFill>
                <a:latin typeface="Arial"/>
              </a:rPr>
              <a:t>, forum only</a:t>
            </a:r>
          </a:p>
        </p:txBody>
      </p:sp>
    </p:spTree>
    <p:extLst>
      <p:ext uri="{BB962C8B-B14F-4D97-AF65-F5344CB8AC3E}">
        <p14:creationId xmlns:p14="http://schemas.microsoft.com/office/powerpoint/2010/main" val="328751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6" hidden="1">
            <a:extLst>
              <a:ext uri="{FF2B5EF4-FFF2-40B4-BE49-F238E27FC236}">
                <a16:creationId xmlns:a16="http://schemas.microsoft.com/office/drawing/2014/main" id="{D0668BC7-0831-EB31-9A41-7C7780C19BB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8751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84" imgH="486" progId="TCLayout.ActiveDocument.1">
                  <p:embed/>
                </p:oleObj>
              </mc:Choice>
              <mc:Fallback>
                <p:oleObj name="think-cell Slide" r:id="rId12" imgW="484" imgH="486" progId="TCLayout.ActiveDocument.1">
                  <p:embed/>
                  <p:pic>
                    <p:nvPicPr>
                      <p:cNvPr id="11" name="Object 6" hidden="1">
                        <a:extLst>
                          <a:ext uri="{FF2B5EF4-FFF2-40B4-BE49-F238E27FC236}">
                            <a16:creationId xmlns:a16="http://schemas.microsoft.com/office/drawing/2014/main" id="{D0668BC7-0831-EB31-9A41-7C7780C19B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DCE88A41-FCEA-B4F9-56F3-B8768A3958CA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AI transformation framework and approach</a:t>
            </a: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D249C38-ADE8-5955-2DE4-03C8BA2D47D5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34291"/>
            <a:ext cx="11082528" cy="7694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>
            <a:spAutoFit/>
          </a:bodyPr>
          <a:lstStyle/>
          <a:p>
            <a:r>
              <a:rPr lang="en-US" dirty="0"/>
              <a:t>Our core beliefs on what TransUnion needs from its AI skilling acceleration</a:t>
            </a:r>
          </a:p>
        </p:txBody>
      </p:sp>
      <p:cxnSp>
        <p:nvCxnSpPr>
          <p:cNvPr id="23" name="LineBasicDefault 11">
            <a:extLst>
              <a:ext uri="{FF2B5EF4-FFF2-40B4-BE49-F238E27FC236}">
                <a16:creationId xmlns:a16="http://schemas.microsoft.com/office/drawing/2014/main" id="{27F35FD9-3F30-8F5A-CAB8-1B345E9E76A6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54736" y="2052448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neBasicDefault 11">
            <a:extLst>
              <a:ext uri="{FF2B5EF4-FFF2-40B4-BE49-F238E27FC236}">
                <a16:creationId xmlns:a16="http://schemas.microsoft.com/office/drawing/2014/main" id="{BF7A097B-C9E7-F879-6B57-8450FF6C452B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54736" y="3105394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BasicDefault 11">
            <a:extLst>
              <a:ext uri="{FF2B5EF4-FFF2-40B4-BE49-F238E27FC236}">
                <a16:creationId xmlns:a16="http://schemas.microsoft.com/office/drawing/2014/main" id="{1887AAE6-FD05-7FC3-9A77-312887A4D929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54736" y="5211286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4F2F04-EEAB-F831-2D89-3018671D5270}"/>
              </a:ext>
            </a:extLst>
          </p:cNvPr>
          <p:cNvGrpSpPr>
            <a:grpSpLocks/>
          </p:cNvGrpSpPr>
          <p:nvPr/>
        </p:nvGrpSpPr>
        <p:grpSpPr>
          <a:xfrm>
            <a:off x="554736" y="2121759"/>
            <a:ext cx="11082528" cy="914324"/>
            <a:chOff x="554736" y="2182887"/>
            <a:chExt cx="11082528" cy="9143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59F8C2-EAB4-F261-7538-1D1908203DB9}"/>
                </a:ext>
              </a:extLst>
            </p:cNvPr>
            <p:cNvSpPr txBox="1">
              <a:spLocks/>
            </p:cNvSpPr>
            <p:nvPr/>
          </p:nvSpPr>
          <p:spPr>
            <a:xfrm>
              <a:off x="601528" y="2235437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3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7680A8-ABE2-CEFC-787C-6088C219C4EA}"/>
                </a:ext>
              </a:extLst>
            </p:cNvPr>
            <p:cNvSpPr txBox="1">
              <a:spLocks/>
            </p:cNvSpPr>
            <p:nvPr/>
          </p:nvSpPr>
          <p:spPr>
            <a:xfrm>
              <a:off x="4637890" y="2182887"/>
              <a:ext cx="6999374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600"/>
                </a:spcBef>
                <a:buClrTx/>
                <a:buNone/>
              </a:pPr>
              <a:r>
                <a:rPr b="1"/>
                <a:t>Skilling pays back only when leaders work a real problem</a:t>
              </a:r>
              <a:r>
                <a:rPr b="0"/>
                <a:t>, and only if we measure the outcome and hold the discipline on execution (e.g., capturing tangible benefits in a defined tracking tool) after the room empties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059C8D-2262-88E6-E91B-7D120EB3EDB9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2182887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1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r>
                <a:t>Link it to value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547E9D-268F-2838-6762-937281ADC35B}"/>
                </a:ext>
              </a:extLst>
            </p:cNvPr>
            <p:cNvSpPr txBox="1"/>
            <p:nvPr/>
          </p:nvSpPr>
          <p:spPr>
            <a:xfrm>
              <a:off x="680269" y="2244442"/>
              <a:ext cx="343043" cy="73866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4800" b="1">
                  <a:solidFill>
                    <a:schemeClr val="bg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0678A5-5290-4916-8A4C-4D6D400AE1B3}"/>
              </a:ext>
            </a:extLst>
          </p:cNvPr>
          <p:cNvGrpSpPr>
            <a:grpSpLocks/>
          </p:cNvGrpSpPr>
          <p:nvPr/>
        </p:nvGrpSpPr>
        <p:grpSpPr>
          <a:xfrm>
            <a:off x="554736" y="3174705"/>
            <a:ext cx="11082528" cy="914324"/>
            <a:chOff x="554736" y="3197941"/>
            <a:chExt cx="11082528" cy="9143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079A89-A554-9A0F-3DA8-7DFE65CA303E}"/>
                </a:ext>
              </a:extLst>
            </p:cNvPr>
            <p:cNvSpPr txBox="1">
              <a:spLocks/>
            </p:cNvSpPr>
            <p:nvPr/>
          </p:nvSpPr>
          <p:spPr>
            <a:xfrm>
              <a:off x="601528" y="3250491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3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F62D89-11D1-703E-FA80-DCE21C132C33}"/>
                </a:ext>
              </a:extLst>
            </p:cNvPr>
            <p:cNvSpPr txBox="1">
              <a:spLocks/>
            </p:cNvSpPr>
            <p:nvPr/>
          </p:nvSpPr>
          <p:spPr>
            <a:xfrm>
              <a:off x="4637890" y="3197941"/>
              <a:ext cx="6999374" cy="7386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600"/>
                </a:spcBef>
                <a:buClrTx/>
                <a:buNone/>
              </a:pPr>
              <a:r>
                <a:rPr b="1"/>
                <a:t>Value comes from reimagining a whole business domain end-to-end, as a roadmap of well-orchestrated use cases</a:t>
              </a:r>
              <a:r>
                <a:rPr b="0"/>
                <a:t> – not from point solutions or generic functional training – embedding our tried and tested “Rewired” approach among leaders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2DF570-BB3D-CE9D-4A5B-9B2910B2138E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3197941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1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r>
                <a:t>Reimagine how work gets done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D2E6A7-E327-75B3-77FD-225A9D4A53ED}"/>
                </a:ext>
              </a:extLst>
            </p:cNvPr>
            <p:cNvSpPr txBox="1"/>
            <p:nvPr/>
          </p:nvSpPr>
          <p:spPr>
            <a:xfrm>
              <a:off x="680268" y="3259496"/>
              <a:ext cx="343043" cy="73866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4800" b="1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9B7BBCD-C2A6-C91A-9F92-3E5D51671BBD}"/>
              </a:ext>
            </a:extLst>
          </p:cNvPr>
          <p:cNvGrpSpPr>
            <a:grpSpLocks/>
          </p:cNvGrpSpPr>
          <p:nvPr/>
        </p:nvGrpSpPr>
        <p:grpSpPr>
          <a:xfrm>
            <a:off x="554736" y="4227651"/>
            <a:ext cx="11082528" cy="914324"/>
            <a:chOff x="554736" y="4212995"/>
            <a:chExt cx="11082528" cy="91432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D0DC88-5F85-BC23-143B-48985F0E6C0E}"/>
                </a:ext>
              </a:extLst>
            </p:cNvPr>
            <p:cNvSpPr txBox="1">
              <a:spLocks/>
            </p:cNvSpPr>
            <p:nvPr/>
          </p:nvSpPr>
          <p:spPr>
            <a:xfrm>
              <a:off x="601528" y="4265545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3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BFD70E-09D3-F226-6850-AAFFD2452CF6}"/>
                </a:ext>
              </a:extLst>
            </p:cNvPr>
            <p:cNvSpPr txBox="1">
              <a:spLocks/>
            </p:cNvSpPr>
            <p:nvPr/>
          </p:nvSpPr>
          <p:spPr>
            <a:xfrm>
              <a:off x="4637890" y="4212995"/>
              <a:ext cx="6999374" cy="49244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Aft>
                  <a:spcPts val="800"/>
                </a:spcAft>
                <a:buNone/>
              </a:pPr>
              <a:r>
                <a:rPr b="1"/>
                <a:t>The experience should be practical, high-energy, and immediately valuable</a:t>
              </a:r>
              <a:r>
                <a:rPr b="0"/>
                <a:t>, so leaders actively pull others into future cohorts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6700A1-38E0-1039-F2C3-B990E32B426B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4212995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1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r>
                <a:t>Make it exciting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DEB994-E216-C1E4-9384-35CD322BF13B}"/>
                </a:ext>
              </a:extLst>
            </p:cNvPr>
            <p:cNvSpPr txBox="1"/>
            <p:nvPr/>
          </p:nvSpPr>
          <p:spPr>
            <a:xfrm>
              <a:off x="680268" y="4274550"/>
              <a:ext cx="343043" cy="73866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4800" b="1">
                  <a:solidFill>
                    <a:schemeClr val="bg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1CED55-DD16-D7E9-757A-6CDC9A998926}"/>
              </a:ext>
            </a:extLst>
          </p:cNvPr>
          <p:cNvGrpSpPr>
            <a:grpSpLocks/>
          </p:cNvGrpSpPr>
          <p:nvPr/>
        </p:nvGrpSpPr>
        <p:grpSpPr>
          <a:xfrm>
            <a:off x="554736" y="1068812"/>
            <a:ext cx="11082528" cy="914325"/>
            <a:chOff x="554736" y="1167833"/>
            <a:chExt cx="11082528" cy="9143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B512F7-848C-6C4D-7178-C4CC3BB29C8A}"/>
                </a:ext>
              </a:extLst>
            </p:cNvPr>
            <p:cNvSpPr txBox="1">
              <a:spLocks/>
            </p:cNvSpPr>
            <p:nvPr/>
          </p:nvSpPr>
          <p:spPr>
            <a:xfrm>
              <a:off x="601528" y="1220384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3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2ABD96-2D4D-EA23-1018-DE52CA136E51}"/>
                </a:ext>
              </a:extLst>
            </p:cNvPr>
            <p:cNvSpPr txBox="1">
              <a:spLocks/>
            </p:cNvSpPr>
            <p:nvPr/>
          </p:nvSpPr>
          <p:spPr>
            <a:xfrm>
              <a:off x="4637890" y="1167833"/>
              <a:ext cx="6999374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Aft>
                  <a:spcPts val="800"/>
                </a:spcAft>
              </a:pPr>
              <a:r>
                <a:rPr b="1"/>
                <a:t>Companies that outcompete in the age of digital and AI have the executive “muscle”</a:t>
              </a:r>
              <a:r>
                <a:rPr b="0"/>
                <a:t> to reimagine the business and drive fast innovation cycles – and </a:t>
              </a:r>
              <a:r>
                <a:rPr b="1"/>
                <a:t>building that muscle requires “doing it”</a:t>
              </a:r>
              <a:r>
                <a:rPr b="0"/>
                <a:t> through structured, hands-on action learning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3B423A-5C84-EB52-C0AD-6F13CE236A76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167834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1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r>
                <a:rPr lang="en-US"/>
                <a:t>Competitive advantage arises when executives build a “second muscle” in AI / tech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E27A91-036E-4E2A-ACA2-B40D62F2A5FF}"/>
                </a:ext>
              </a:extLst>
            </p:cNvPr>
            <p:cNvSpPr txBox="1"/>
            <p:nvPr/>
          </p:nvSpPr>
          <p:spPr>
            <a:xfrm>
              <a:off x="680268" y="1229388"/>
              <a:ext cx="343043" cy="73866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4800" b="1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</p:grpSp>
      <p:cxnSp>
        <p:nvCxnSpPr>
          <p:cNvPr id="41" name="LineBasicDefault 11">
            <a:extLst>
              <a:ext uri="{FF2B5EF4-FFF2-40B4-BE49-F238E27FC236}">
                <a16:creationId xmlns:a16="http://schemas.microsoft.com/office/drawing/2014/main" id="{680BD6C7-8F85-C32F-6F88-D9B44503F4C5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554736" y="4158340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8D6198-7D04-3B47-6958-9BB35F7E08A0}"/>
              </a:ext>
            </a:extLst>
          </p:cNvPr>
          <p:cNvGrpSpPr>
            <a:grpSpLocks/>
          </p:cNvGrpSpPr>
          <p:nvPr/>
        </p:nvGrpSpPr>
        <p:grpSpPr>
          <a:xfrm>
            <a:off x="554736" y="5280599"/>
            <a:ext cx="11082528" cy="984885"/>
            <a:chOff x="554736" y="5228045"/>
            <a:chExt cx="11082528" cy="9848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0D57D3-DA2F-5196-02C3-F3EFE56D9486}"/>
                </a:ext>
              </a:extLst>
            </p:cNvPr>
            <p:cNvSpPr txBox="1">
              <a:spLocks/>
            </p:cNvSpPr>
            <p:nvPr/>
          </p:nvSpPr>
          <p:spPr>
            <a:xfrm>
              <a:off x="601528" y="5280595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3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24B6F4E-ADD1-1348-AD93-3DB5A10E8876}"/>
                </a:ext>
              </a:extLst>
            </p:cNvPr>
            <p:cNvSpPr txBox="1">
              <a:spLocks/>
            </p:cNvSpPr>
            <p:nvPr/>
          </p:nvSpPr>
          <p:spPr>
            <a:xfrm>
              <a:off x="4637890" y="5228045"/>
              <a:ext cx="6999374" cy="9848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600"/>
                </a:spcBef>
                <a:buClrTx/>
                <a:buNone/>
              </a:pPr>
              <a:r>
                <a:rPr b="1"/>
                <a:t>Building in a scalable way – with codified content and upskilled HR business partners</a:t>
              </a:r>
              <a:r>
                <a:rPr b="0"/>
                <a:t> – creates a pathway to eventually scale AI fluency across the organization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5F1926C-C982-0896-E108-F8050407269A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5228045"/>
              <a:ext cx="3733485" cy="861774"/>
            </a:xfrm>
            <a:prstGeom prst="roundRect">
              <a:avLst>
                <a:gd name="adj" fmla="val 6842"/>
              </a:avLst>
            </a:prstGeom>
            <a:solidFill>
              <a:schemeClr val="accent1"/>
            </a:solidFill>
          </p:spPr>
          <p:txBody>
            <a:bodyPr wrap="square" lIns="76200" tIns="76200" rIns="76200" bIns="76200" anchor="ctr">
              <a:noAutofit/>
            </a:bodyPr>
            <a:lstStyle>
              <a:defPPr>
                <a:defRPr lang="en-US"/>
              </a:defPPr>
              <a:lvl1pPr marL="517525">
                <a:spcBef>
                  <a:spcPct val="50000"/>
                </a:spcBef>
                <a:buClr>
                  <a:schemeClr val="tx2"/>
                </a:buClr>
                <a:buNone/>
                <a:defRPr sz="1600" b="1">
                  <a:solidFill>
                    <a:schemeClr val="tx2"/>
                  </a:solidFill>
                </a:defRPr>
              </a:lvl1pPr>
            </a:lstStyle>
            <a:p>
              <a:r>
                <a:t>Build for scale from day one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3D01DED-B24D-B9DA-0CCF-27B58577229E}"/>
                </a:ext>
              </a:extLst>
            </p:cNvPr>
            <p:cNvSpPr txBox="1"/>
            <p:nvPr/>
          </p:nvSpPr>
          <p:spPr>
            <a:xfrm>
              <a:off x="680268" y="5289600"/>
              <a:ext cx="343043" cy="73866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s-AR" sz="4800" b="1">
                  <a:solidFill>
                    <a:schemeClr val="bg1"/>
                  </a:solidFill>
                  <a:latin typeface="Century Gothic" panose="020B0502020202020204" pitchFamily="34" charset="0"/>
                </a:rPr>
                <a:t>5</a:t>
              </a:r>
              <a:endParaRPr lang="en-US" sz="48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2426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F345ACE-B0EA-A8B6-26E2-6EA4BEB408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73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345ACE-B0EA-A8B6-26E2-6EA4BEB408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 descr="$PPTXTitle"/>
          <p:cNvSpPr txBox="1">
            <a:spLocks noGrp="1"/>
          </p:cNvSpPr>
          <p:nvPr>
            <p:ph type="title"/>
          </p:nvPr>
        </p:nvSpPr>
        <p:spPr>
          <a:xfrm>
            <a:off x="554736" y="172212"/>
            <a:ext cx="11082528" cy="771364"/>
          </a:xfrm>
          <a:prstGeom prst="rect">
            <a:avLst/>
          </a:prstGeom>
        </p:spPr>
        <p:txBody>
          <a:bodyPr vert="horz" wrap="square" lIns="0" tIns="3829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Our AI</a:t>
            </a:r>
            <a:r>
              <a:rPr spc="-30" dirty="0"/>
              <a:t> </a:t>
            </a:r>
            <a:r>
              <a:rPr dirty="0"/>
              <a:t>masterclass</a:t>
            </a:r>
            <a:r>
              <a:rPr spc="-50" dirty="0"/>
              <a:t> will </a:t>
            </a:r>
            <a:r>
              <a:rPr dirty="0"/>
              <a:t>drive</a:t>
            </a:r>
            <a:r>
              <a:rPr spc="-55" dirty="0"/>
              <a:t> </a:t>
            </a:r>
            <a:r>
              <a:rPr dirty="0"/>
              <a:t>towards</a:t>
            </a:r>
            <a:r>
              <a:rPr spc="-40" dirty="0"/>
              <a:t> </a:t>
            </a:r>
            <a:r>
              <a:rPr dirty="0"/>
              <a:t>3</a:t>
            </a:r>
            <a:r>
              <a:rPr spc="-40" dirty="0"/>
              <a:t> </a:t>
            </a:r>
            <a:r>
              <a:rPr dirty="0"/>
              <a:t>main</a:t>
            </a:r>
            <a:r>
              <a:rPr spc="-45" dirty="0"/>
              <a:t> </a:t>
            </a:r>
            <a:r>
              <a:rPr spc="-10" dirty="0"/>
              <a:t>objectives</a:t>
            </a:r>
          </a:p>
        </p:txBody>
      </p:sp>
      <p:grpSp>
        <p:nvGrpSpPr>
          <p:cNvPr id="45" name="object 45"/>
          <p:cNvGrpSpPr/>
          <p:nvPr/>
        </p:nvGrpSpPr>
        <p:grpSpPr>
          <a:xfrm>
            <a:off x="554730" y="3796653"/>
            <a:ext cx="11082655" cy="439420"/>
            <a:chOff x="554730" y="3796653"/>
            <a:chExt cx="11082655" cy="439420"/>
          </a:xfrm>
        </p:grpSpPr>
        <p:sp>
          <p:nvSpPr>
            <p:cNvPr id="46" name="object 46"/>
            <p:cNvSpPr/>
            <p:nvPr/>
          </p:nvSpPr>
          <p:spPr>
            <a:xfrm>
              <a:off x="554730" y="3819856"/>
              <a:ext cx="11047095" cy="415925"/>
            </a:xfrm>
            <a:custGeom>
              <a:avLst/>
              <a:gdLst/>
              <a:ahLst/>
              <a:cxnLst/>
              <a:rect l="l" t="t" r="r" b="b"/>
              <a:pathLst>
                <a:path w="11047095" h="415925">
                  <a:moveTo>
                    <a:pt x="10977524" y="0"/>
                  </a:moveTo>
                  <a:lnTo>
                    <a:pt x="69278" y="0"/>
                  </a:lnTo>
                  <a:lnTo>
                    <a:pt x="42310" y="5443"/>
                  </a:lnTo>
                  <a:lnTo>
                    <a:pt x="20289" y="20289"/>
                  </a:lnTo>
                  <a:lnTo>
                    <a:pt x="5443" y="42310"/>
                  </a:lnTo>
                  <a:lnTo>
                    <a:pt x="0" y="69278"/>
                  </a:lnTo>
                  <a:lnTo>
                    <a:pt x="0" y="346367"/>
                  </a:lnTo>
                  <a:lnTo>
                    <a:pt x="5443" y="373327"/>
                  </a:lnTo>
                  <a:lnTo>
                    <a:pt x="20289" y="395344"/>
                  </a:lnTo>
                  <a:lnTo>
                    <a:pt x="42310" y="410189"/>
                  </a:lnTo>
                  <a:lnTo>
                    <a:pt x="69278" y="415632"/>
                  </a:lnTo>
                  <a:lnTo>
                    <a:pt x="10977524" y="415632"/>
                  </a:lnTo>
                  <a:lnTo>
                    <a:pt x="11004484" y="410189"/>
                  </a:lnTo>
                  <a:lnTo>
                    <a:pt x="11026501" y="395344"/>
                  </a:lnTo>
                  <a:lnTo>
                    <a:pt x="11041346" y="373327"/>
                  </a:lnTo>
                  <a:lnTo>
                    <a:pt x="11046790" y="346367"/>
                  </a:lnTo>
                  <a:lnTo>
                    <a:pt x="11046790" y="69278"/>
                  </a:lnTo>
                  <a:lnTo>
                    <a:pt x="11041346" y="42310"/>
                  </a:lnTo>
                  <a:lnTo>
                    <a:pt x="11026501" y="20289"/>
                  </a:lnTo>
                  <a:lnTo>
                    <a:pt x="11004484" y="5443"/>
                  </a:lnTo>
                  <a:lnTo>
                    <a:pt x="10977524" y="0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90468" y="3796653"/>
              <a:ext cx="11047095" cy="415925"/>
            </a:xfrm>
            <a:custGeom>
              <a:avLst/>
              <a:gdLst/>
              <a:ahLst/>
              <a:cxnLst/>
              <a:rect l="l" t="t" r="r" b="b"/>
              <a:pathLst>
                <a:path w="11047095" h="415925">
                  <a:moveTo>
                    <a:pt x="10977524" y="0"/>
                  </a:moveTo>
                  <a:lnTo>
                    <a:pt x="69278" y="0"/>
                  </a:lnTo>
                  <a:lnTo>
                    <a:pt x="42310" y="5443"/>
                  </a:lnTo>
                  <a:lnTo>
                    <a:pt x="20289" y="20289"/>
                  </a:lnTo>
                  <a:lnTo>
                    <a:pt x="5443" y="42310"/>
                  </a:lnTo>
                  <a:lnTo>
                    <a:pt x="0" y="69278"/>
                  </a:lnTo>
                  <a:lnTo>
                    <a:pt x="0" y="346367"/>
                  </a:lnTo>
                  <a:lnTo>
                    <a:pt x="5443" y="373327"/>
                  </a:lnTo>
                  <a:lnTo>
                    <a:pt x="20289" y="395344"/>
                  </a:lnTo>
                  <a:lnTo>
                    <a:pt x="42310" y="410189"/>
                  </a:lnTo>
                  <a:lnTo>
                    <a:pt x="69278" y="415632"/>
                  </a:lnTo>
                  <a:lnTo>
                    <a:pt x="10977524" y="415632"/>
                  </a:lnTo>
                  <a:lnTo>
                    <a:pt x="11004484" y="410189"/>
                  </a:lnTo>
                  <a:lnTo>
                    <a:pt x="11026501" y="395344"/>
                  </a:lnTo>
                  <a:lnTo>
                    <a:pt x="11041346" y="373327"/>
                  </a:lnTo>
                  <a:lnTo>
                    <a:pt x="11046790" y="346367"/>
                  </a:lnTo>
                  <a:lnTo>
                    <a:pt x="11046790" y="69278"/>
                  </a:lnTo>
                  <a:lnTo>
                    <a:pt x="11041346" y="42310"/>
                  </a:lnTo>
                  <a:lnTo>
                    <a:pt x="11026501" y="20289"/>
                  </a:lnTo>
                  <a:lnTo>
                    <a:pt x="11004484" y="5443"/>
                  </a:lnTo>
                  <a:lnTo>
                    <a:pt x="10977524" y="0"/>
                  </a:lnTo>
                  <a:close/>
                </a:path>
              </a:pathLst>
            </a:custGeom>
            <a:solidFill>
              <a:srgbClr val="061F7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469263" y="3846729"/>
            <a:ext cx="3359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Key</a:t>
            </a: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features</a:t>
            </a: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program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54736" y="3680693"/>
            <a:ext cx="11082655" cy="0"/>
          </a:xfrm>
          <a:custGeom>
            <a:avLst/>
            <a:gdLst/>
            <a:ahLst/>
            <a:cxnLst/>
            <a:rect l="l" t="t" r="r" b="b"/>
            <a:pathLst>
              <a:path w="11082655">
                <a:moveTo>
                  <a:pt x="0" y="0"/>
                </a:moveTo>
                <a:lnTo>
                  <a:pt x="11082528" y="0"/>
                </a:lnTo>
              </a:path>
            </a:pathLst>
          </a:custGeom>
          <a:ln w="6350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09324" y="1171392"/>
            <a:ext cx="10994390" cy="438784"/>
            <a:chOff x="609324" y="1171392"/>
            <a:chExt cx="10994390" cy="438784"/>
          </a:xfrm>
        </p:grpSpPr>
        <p:sp>
          <p:nvSpPr>
            <p:cNvPr id="51" name="object 51"/>
            <p:cNvSpPr/>
            <p:nvPr/>
          </p:nvSpPr>
          <p:spPr>
            <a:xfrm>
              <a:off x="609324" y="1194595"/>
              <a:ext cx="10948670" cy="415290"/>
            </a:xfrm>
            <a:custGeom>
              <a:avLst/>
              <a:gdLst/>
              <a:ahLst/>
              <a:cxnLst/>
              <a:rect l="l" t="t" r="r" b="b"/>
              <a:pathLst>
                <a:path w="10948670" h="415290">
                  <a:moveTo>
                    <a:pt x="10879302" y="0"/>
                  </a:moveTo>
                  <a:lnTo>
                    <a:pt x="69176" y="0"/>
                  </a:lnTo>
                  <a:lnTo>
                    <a:pt x="42246" y="5436"/>
                  </a:lnTo>
                  <a:lnTo>
                    <a:pt x="20258" y="20262"/>
                  </a:lnTo>
                  <a:lnTo>
                    <a:pt x="5435" y="42251"/>
                  </a:lnTo>
                  <a:lnTo>
                    <a:pt x="0" y="69176"/>
                  </a:lnTo>
                  <a:lnTo>
                    <a:pt x="0" y="345922"/>
                  </a:lnTo>
                  <a:lnTo>
                    <a:pt x="5435" y="372855"/>
                  </a:lnTo>
                  <a:lnTo>
                    <a:pt x="20258" y="394847"/>
                  </a:lnTo>
                  <a:lnTo>
                    <a:pt x="42246" y="409675"/>
                  </a:lnTo>
                  <a:lnTo>
                    <a:pt x="69176" y="415112"/>
                  </a:lnTo>
                  <a:lnTo>
                    <a:pt x="10879302" y="415112"/>
                  </a:lnTo>
                  <a:lnTo>
                    <a:pt x="10906233" y="409675"/>
                  </a:lnTo>
                  <a:lnTo>
                    <a:pt x="10928221" y="394847"/>
                  </a:lnTo>
                  <a:lnTo>
                    <a:pt x="10943044" y="372855"/>
                  </a:lnTo>
                  <a:lnTo>
                    <a:pt x="10948479" y="345922"/>
                  </a:lnTo>
                  <a:lnTo>
                    <a:pt x="10948479" y="69176"/>
                  </a:lnTo>
                  <a:lnTo>
                    <a:pt x="10943044" y="42251"/>
                  </a:lnTo>
                  <a:lnTo>
                    <a:pt x="10928221" y="20262"/>
                  </a:lnTo>
                  <a:lnTo>
                    <a:pt x="10906233" y="5436"/>
                  </a:lnTo>
                  <a:lnTo>
                    <a:pt x="10879302" y="0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654909" y="1171392"/>
              <a:ext cx="10948670" cy="415290"/>
            </a:xfrm>
            <a:custGeom>
              <a:avLst/>
              <a:gdLst/>
              <a:ahLst/>
              <a:cxnLst/>
              <a:rect l="l" t="t" r="r" b="b"/>
              <a:pathLst>
                <a:path w="10948670" h="415290">
                  <a:moveTo>
                    <a:pt x="10879302" y="0"/>
                  </a:moveTo>
                  <a:lnTo>
                    <a:pt x="69176" y="0"/>
                  </a:lnTo>
                  <a:lnTo>
                    <a:pt x="42246" y="5436"/>
                  </a:lnTo>
                  <a:lnTo>
                    <a:pt x="20258" y="20262"/>
                  </a:lnTo>
                  <a:lnTo>
                    <a:pt x="5435" y="42251"/>
                  </a:lnTo>
                  <a:lnTo>
                    <a:pt x="0" y="69176"/>
                  </a:lnTo>
                  <a:lnTo>
                    <a:pt x="0" y="345922"/>
                  </a:lnTo>
                  <a:lnTo>
                    <a:pt x="5435" y="372855"/>
                  </a:lnTo>
                  <a:lnTo>
                    <a:pt x="20258" y="394847"/>
                  </a:lnTo>
                  <a:lnTo>
                    <a:pt x="42246" y="409675"/>
                  </a:lnTo>
                  <a:lnTo>
                    <a:pt x="69176" y="415112"/>
                  </a:lnTo>
                  <a:lnTo>
                    <a:pt x="10879302" y="415112"/>
                  </a:lnTo>
                  <a:lnTo>
                    <a:pt x="10906233" y="409675"/>
                  </a:lnTo>
                  <a:lnTo>
                    <a:pt x="10928221" y="394847"/>
                  </a:lnTo>
                  <a:lnTo>
                    <a:pt x="10943044" y="372855"/>
                  </a:lnTo>
                  <a:lnTo>
                    <a:pt x="10948479" y="345922"/>
                  </a:lnTo>
                  <a:lnTo>
                    <a:pt x="10948479" y="69176"/>
                  </a:lnTo>
                  <a:lnTo>
                    <a:pt x="10943044" y="42251"/>
                  </a:lnTo>
                  <a:lnTo>
                    <a:pt x="10928221" y="20262"/>
                  </a:lnTo>
                  <a:lnTo>
                    <a:pt x="10906233" y="5436"/>
                  </a:lnTo>
                  <a:lnTo>
                    <a:pt x="10879302" y="0"/>
                  </a:lnTo>
                  <a:close/>
                </a:path>
              </a:pathLst>
            </a:custGeom>
            <a:solidFill>
              <a:srgbClr val="061F7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574752" y="1221468"/>
            <a:ext cx="1174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Objectives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4" name="object 54" descr="þÿ"/>
          <p:cNvGrpSpPr/>
          <p:nvPr/>
        </p:nvGrpSpPr>
        <p:grpSpPr>
          <a:xfrm>
            <a:off x="739139" y="1714500"/>
            <a:ext cx="10924540" cy="609600"/>
            <a:chOff x="739139" y="1714500"/>
            <a:chExt cx="10924540" cy="609600"/>
          </a:xfrm>
        </p:grpSpPr>
        <p:pic>
          <p:nvPicPr>
            <p:cNvPr id="55" name="object 55" descr="þÿ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39" y="1714500"/>
              <a:ext cx="10924031" cy="60959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18685" y="1740245"/>
              <a:ext cx="10819130" cy="502920"/>
            </a:xfrm>
            <a:custGeom>
              <a:avLst/>
              <a:gdLst/>
              <a:ahLst/>
              <a:cxnLst/>
              <a:rect l="l" t="t" r="r" b="b"/>
              <a:pathLst>
                <a:path w="10819130" h="502919">
                  <a:moveTo>
                    <a:pt x="10734751" y="0"/>
                  </a:moveTo>
                  <a:lnTo>
                    <a:pt x="83820" y="0"/>
                  </a:lnTo>
                  <a:lnTo>
                    <a:pt x="51193" y="6587"/>
                  </a:lnTo>
                  <a:lnTo>
                    <a:pt x="24550" y="24550"/>
                  </a:lnTo>
                  <a:lnTo>
                    <a:pt x="6587" y="51193"/>
                  </a:lnTo>
                  <a:lnTo>
                    <a:pt x="0" y="83820"/>
                  </a:lnTo>
                  <a:lnTo>
                    <a:pt x="0" y="419087"/>
                  </a:lnTo>
                  <a:lnTo>
                    <a:pt x="6587" y="451713"/>
                  </a:lnTo>
                  <a:lnTo>
                    <a:pt x="24550" y="478356"/>
                  </a:lnTo>
                  <a:lnTo>
                    <a:pt x="51193" y="496320"/>
                  </a:lnTo>
                  <a:lnTo>
                    <a:pt x="83820" y="502907"/>
                  </a:lnTo>
                  <a:lnTo>
                    <a:pt x="10734751" y="502907"/>
                  </a:lnTo>
                  <a:lnTo>
                    <a:pt x="10767384" y="496320"/>
                  </a:lnTo>
                  <a:lnTo>
                    <a:pt x="10794031" y="478356"/>
                  </a:lnTo>
                  <a:lnTo>
                    <a:pt x="10811996" y="451713"/>
                  </a:lnTo>
                  <a:lnTo>
                    <a:pt x="10818583" y="419087"/>
                  </a:lnTo>
                  <a:lnTo>
                    <a:pt x="10818583" y="83820"/>
                  </a:lnTo>
                  <a:lnTo>
                    <a:pt x="10811996" y="51193"/>
                  </a:lnTo>
                  <a:lnTo>
                    <a:pt x="10794031" y="24550"/>
                  </a:lnTo>
                  <a:lnTo>
                    <a:pt x="10767384" y="6587"/>
                  </a:lnTo>
                  <a:lnTo>
                    <a:pt x="107347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067160" y="1860127"/>
            <a:ext cx="7875672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Build each leader’s personal AI muscle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09358" y="1688045"/>
            <a:ext cx="409575" cy="608330"/>
          </a:xfrm>
          <a:custGeom>
            <a:avLst/>
            <a:gdLst/>
            <a:ahLst/>
            <a:cxnLst/>
            <a:rect l="l" t="t" r="r" b="b"/>
            <a:pathLst>
              <a:path w="409575" h="608330">
                <a:moveTo>
                  <a:pt x="408978" y="35610"/>
                </a:moveTo>
                <a:lnTo>
                  <a:pt x="408762" y="20459"/>
                </a:lnTo>
                <a:lnTo>
                  <a:pt x="398564" y="9283"/>
                </a:lnTo>
                <a:lnTo>
                  <a:pt x="376466" y="2374"/>
                </a:lnTo>
                <a:lnTo>
                  <a:pt x="340588" y="0"/>
                </a:lnTo>
                <a:lnTo>
                  <a:pt x="290258" y="3302"/>
                </a:lnTo>
                <a:lnTo>
                  <a:pt x="242214" y="12865"/>
                </a:lnTo>
                <a:lnTo>
                  <a:pt x="197002" y="28244"/>
                </a:lnTo>
                <a:lnTo>
                  <a:pt x="155130" y="48958"/>
                </a:lnTo>
                <a:lnTo>
                  <a:pt x="117132" y="74549"/>
                </a:lnTo>
                <a:lnTo>
                  <a:pt x="83540" y="104521"/>
                </a:lnTo>
                <a:lnTo>
                  <a:pt x="54864" y="138430"/>
                </a:lnTo>
                <a:lnTo>
                  <a:pt x="31648" y="175793"/>
                </a:lnTo>
                <a:lnTo>
                  <a:pt x="14414" y="216141"/>
                </a:lnTo>
                <a:lnTo>
                  <a:pt x="3695" y="259003"/>
                </a:lnTo>
                <a:lnTo>
                  <a:pt x="0" y="303911"/>
                </a:lnTo>
                <a:lnTo>
                  <a:pt x="3695" y="348818"/>
                </a:lnTo>
                <a:lnTo>
                  <a:pt x="14414" y="391680"/>
                </a:lnTo>
                <a:lnTo>
                  <a:pt x="31648" y="432028"/>
                </a:lnTo>
                <a:lnTo>
                  <a:pt x="54864" y="469379"/>
                </a:lnTo>
                <a:lnTo>
                  <a:pt x="83540" y="503288"/>
                </a:lnTo>
                <a:lnTo>
                  <a:pt x="117132" y="533273"/>
                </a:lnTo>
                <a:lnTo>
                  <a:pt x="155130" y="558850"/>
                </a:lnTo>
                <a:lnTo>
                  <a:pt x="197002" y="579564"/>
                </a:lnTo>
                <a:lnTo>
                  <a:pt x="242214" y="594944"/>
                </a:lnTo>
                <a:lnTo>
                  <a:pt x="290258" y="604520"/>
                </a:lnTo>
                <a:lnTo>
                  <a:pt x="340588" y="607809"/>
                </a:lnTo>
                <a:lnTo>
                  <a:pt x="376466" y="605447"/>
                </a:lnTo>
                <a:lnTo>
                  <a:pt x="398564" y="598525"/>
                </a:lnTo>
                <a:lnTo>
                  <a:pt x="408762" y="587349"/>
                </a:lnTo>
                <a:lnTo>
                  <a:pt x="408978" y="572198"/>
                </a:lnTo>
                <a:lnTo>
                  <a:pt x="401091" y="553364"/>
                </a:lnTo>
                <a:lnTo>
                  <a:pt x="387032" y="531114"/>
                </a:lnTo>
                <a:lnTo>
                  <a:pt x="368668" y="505739"/>
                </a:lnTo>
                <a:lnTo>
                  <a:pt x="347929" y="477532"/>
                </a:lnTo>
                <a:lnTo>
                  <a:pt x="336130" y="460463"/>
                </a:lnTo>
                <a:lnTo>
                  <a:pt x="363397" y="427812"/>
                </a:lnTo>
                <a:lnTo>
                  <a:pt x="384403" y="389928"/>
                </a:lnTo>
                <a:lnTo>
                  <a:pt x="397637" y="348424"/>
                </a:lnTo>
                <a:lnTo>
                  <a:pt x="402234" y="304063"/>
                </a:lnTo>
                <a:lnTo>
                  <a:pt x="397637" y="259727"/>
                </a:lnTo>
                <a:lnTo>
                  <a:pt x="384403" y="218211"/>
                </a:lnTo>
                <a:lnTo>
                  <a:pt x="363397" y="180340"/>
                </a:lnTo>
                <a:lnTo>
                  <a:pt x="336016" y="147535"/>
                </a:lnTo>
                <a:lnTo>
                  <a:pt x="347929" y="130276"/>
                </a:lnTo>
                <a:lnTo>
                  <a:pt x="368668" y="102069"/>
                </a:lnTo>
                <a:lnTo>
                  <a:pt x="387032" y="76708"/>
                </a:lnTo>
                <a:lnTo>
                  <a:pt x="401091" y="54457"/>
                </a:lnTo>
                <a:lnTo>
                  <a:pt x="408978" y="35610"/>
                </a:lnTo>
                <a:close/>
              </a:path>
            </a:pathLst>
          </a:custGeom>
          <a:solidFill>
            <a:srgbClr val="061F79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7500" y="183440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60" name="object 60" descr="þÿ"/>
          <p:cNvGrpSpPr/>
          <p:nvPr/>
        </p:nvGrpSpPr>
        <p:grpSpPr>
          <a:xfrm>
            <a:off x="739139" y="2365247"/>
            <a:ext cx="10924540" cy="609600"/>
            <a:chOff x="739139" y="2365247"/>
            <a:chExt cx="10924540" cy="609600"/>
          </a:xfrm>
        </p:grpSpPr>
        <p:pic>
          <p:nvPicPr>
            <p:cNvPr id="61" name="object 61" descr="þÿ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139" y="2365247"/>
              <a:ext cx="10924031" cy="60959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18685" y="2391746"/>
              <a:ext cx="10819130" cy="502920"/>
            </a:xfrm>
            <a:custGeom>
              <a:avLst/>
              <a:gdLst/>
              <a:ahLst/>
              <a:cxnLst/>
              <a:rect l="l" t="t" r="r" b="b"/>
              <a:pathLst>
                <a:path w="10819130" h="502919">
                  <a:moveTo>
                    <a:pt x="10734751" y="0"/>
                  </a:moveTo>
                  <a:lnTo>
                    <a:pt x="83820" y="0"/>
                  </a:lnTo>
                  <a:lnTo>
                    <a:pt x="51193" y="6587"/>
                  </a:lnTo>
                  <a:lnTo>
                    <a:pt x="24550" y="24550"/>
                  </a:lnTo>
                  <a:lnTo>
                    <a:pt x="6587" y="51193"/>
                  </a:lnTo>
                  <a:lnTo>
                    <a:pt x="0" y="83820"/>
                  </a:lnTo>
                  <a:lnTo>
                    <a:pt x="0" y="419087"/>
                  </a:lnTo>
                  <a:lnTo>
                    <a:pt x="6587" y="451713"/>
                  </a:lnTo>
                  <a:lnTo>
                    <a:pt x="24550" y="478356"/>
                  </a:lnTo>
                  <a:lnTo>
                    <a:pt x="51193" y="496320"/>
                  </a:lnTo>
                  <a:lnTo>
                    <a:pt x="83820" y="502907"/>
                  </a:lnTo>
                  <a:lnTo>
                    <a:pt x="10734751" y="502907"/>
                  </a:lnTo>
                  <a:lnTo>
                    <a:pt x="10767384" y="496320"/>
                  </a:lnTo>
                  <a:lnTo>
                    <a:pt x="10794031" y="478356"/>
                  </a:lnTo>
                  <a:lnTo>
                    <a:pt x="10811996" y="451713"/>
                  </a:lnTo>
                  <a:lnTo>
                    <a:pt x="10818583" y="419087"/>
                  </a:lnTo>
                  <a:lnTo>
                    <a:pt x="10818583" y="83820"/>
                  </a:lnTo>
                  <a:lnTo>
                    <a:pt x="10811996" y="51193"/>
                  </a:lnTo>
                  <a:lnTo>
                    <a:pt x="10794031" y="24550"/>
                  </a:lnTo>
                  <a:lnTo>
                    <a:pt x="10767384" y="6587"/>
                  </a:lnTo>
                  <a:lnTo>
                    <a:pt x="107347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067160" y="2511628"/>
            <a:ext cx="9247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Create</a:t>
            </a:r>
            <a:r>
              <a:rPr kumimoji="0" sz="15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5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common</a:t>
            </a:r>
            <a:r>
              <a:rPr kumimoji="0" sz="15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language</a:t>
            </a:r>
            <a:r>
              <a:rPr kumimoji="0" sz="15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</a:t>
            </a:r>
            <a:r>
              <a:rPr kumimoji="0" sz="15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core</a:t>
            </a:r>
            <a:r>
              <a:rPr kumimoji="0" sz="15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transformation</a:t>
            </a:r>
            <a:r>
              <a:rPr kumimoji="0" sz="1500" b="1" i="0" u="none" strike="noStrike" kern="120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concepts</a:t>
            </a:r>
            <a:r>
              <a:rPr kumimoji="0" sz="15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</a:t>
            </a:r>
            <a:r>
              <a:rPr kumimoji="0" sz="15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leaders</a:t>
            </a:r>
            <a:r>
              <a:rPr kumimoji="0" sz="15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sz="15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cascade</a:t>
            </a:r>
            <a:r>
              <a:rPr kumimoji="0" sz="15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sz="15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15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rest</a:t>
            </a:r>
            <a:r>
              <a:rPr kumimoji="0" sz="15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5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15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org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9358" y="2339543"/>
            <a:ext cx="409575" cy="608330"/>
          </a:xfrm>
          <a:custGeom>
            <a:avLst/>
            <a:gdLst/>
            <a:ahLst/>
            <a:cxnLst/>
            <a:rect l="l" t="t" r="r" b="b"/>
            <a:pathLst>
              <a:path w="409575" h="608330">
                <a:moveTo>
                  <a:pt x="408978" y="35610"/>
                </a:moveTo>
                <a:lnTo>
                  <a:pt x="408762" y="20459"/>
                </a:lnTo>
                <a:lnTo>
                  <a:pt x="398564" y="9283"/>
                </a:lnTo>
                <a:lnTo>
                  <a:pt x="376466" y="2374"/>
                </a:lnTo>
                <a:lnTo>
                  <a:pt x="340588" y="0"/>
                </a:lnTo>
                <a:lnTo>
                  <a:pt x="290258" y="3302"/>
                </a:lnTo>
                <a:lnTo>
                  <a:pt x="242214" y="12865"/>
                </a:lnTo>
                <a:lnTo>
                  <a:pt x="197002" y="28244"/>
                </a:lnTo>
                <a:lnTo>
                  <a:pt x="155130" y="48971"/>
                </a:lnTo>
                <a:lnTo>
                  <a:pt x="117132" y="74549"/>
                </a:lnTo>
                <a:lnTo>
                  <a:pt x="83540" y="104533"/>
                </a:lnTo>
                <a:lnTo>
                  <a:pt x="54864" y="138430"/>
                </a:lnTo>
                <a:lnTo>
                  <a:pt x="31648" y="175793"/>
                </a:lnTo>
                <a:lnTo>
                  <a:pt x="14414" y="216141"/>
                </a:lnTo>
                <a:lnTo>
                  <a:pt x="3695" y="259003"/>
                </a:lnTo>
                <a:lnTo>
                  <a:pt x="0" y="303911"/>
                </a:lnTo>
                <a:lnTo>
                  <a:pt x="3695" y="348818"/>
                </a:lnTo>
                <a:lnTo>
                  <a:pt x="14414" y="391680"/>
                </a:lnTo>
                <a:lnTo>
                  <a:pt x="31648" y="432028"/>
                </a:lnTo>
                <a:lnTo>
                  <a:pt x="54864" y="469392"/>
                </a:lnTo>
                <a:lnTo>
                  <a:pt x="83540" y="503288"/>
                </a:lnTo>
                <a:lnTo>
                  <a:pt x="117132" y="533273"/>
                </a:lnTo>
                <a:lnTo>
                  <a:pt x="155130" y="558850"/>
                </a:lnTo>
                <a:lnTo>
                  <a:pt x="197002" y="579564"/>
                </a:lnTo>
                <a:lnTo>
                  <a:pt x="242214" y="594944"/>
                </a:lnTo>
                <a:lnTo>
                  <a:pt x="290258" y="604520"/>
                </a:lnTo>
                <a:lnTo>
                  <a:pt x="340588" y="607809"/>
                </a:lnTo>
                <a:lnTo>
                  <a:pt x="376466" y="605447"/>
                </a:lnTo>
                <a:lnTo>
                  <a:pt x="398564" y="598525"/>
                </a:lnTo>
                <a:lnTo>
                  <a:pt x="408762" y="587362"/>
                </a:lnTo>
                <a:lnTo>
                  <a:pt x="408978" y="572211"/>
                </a:lnTo>
                <a:lnTo>
                  <a:pt x="401091" y="553364"/>
                </a:lnTo>
                <a:lnTo>
                  <a:pt x="387032" y="531114"/>
                </a:lnTo>
                <a:lnTo>
                  <a:pt x="368668" y="505739"/>
                </a:lnTo>
                <a:lnTo>
                  <a:pt x="347929" y="477532"/>
                </a:lnTo>
                <a:lnTo>
                  <a:pt x="336143" y="460476"/>
                </a:lnTo>
                <a:lnTo>
                  <a:pt x="363397" y="427812"/>
                </a:lnTo>
                <a:lnTo>
                  <a:pt x="384403" y="389940"/>
                </a:lnTo>
                <a:lnTo>
                  <a:pt x="397637" y="348424"/>
                </a:lnTo>
                <a:lnTo>
                  <a:pt x="402234" y="304076"/>
                </a:lnTo>
                <a:lnTo>
                  <a:pt x="397637" y="259727"/>
                </a:lnTo>
                <a:lnTo>
                  <a:pt x="384403" y="218224"/>
                </a:lnTo>
                <a:lnTo>
                  <a:pt x="363397" y="180340"/>
                </a:lnTo>
                <a:lnTo>
                  <a:pt x="336016" y="147548"/>
                </a:lnTo>
                <a:lnTo>
                  <a:pt x="347929" y="130289"/>
                </a:lnTo>
                <a:lnTo>
                  <a:pt x="368668" y="102082"/>
                </a:lnTo>
                <a:lnTo>
                  <a:pt x="387032" y="76708"/>
                </a:lnTo>
                <a:lnTo>
                  <a:pt x="401091" y="54457"/>
                </a:lnTo>
                <a:lnTo>
                  <a:pt x="408978" y="35610"/>
                </a:lnTo>
                <a:close/>
              </a:path>
            </a:pathLst>
          </a:custGeom>
          <a:solidFill>
            <a:srgbClr val="061F79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7500" y="248590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66" name="object 66" descr="þÿ"/>
          <p:cNvGrpSpPr/>
          <p:nvPr/>
        </p:nvGrpSpPr>
        <p:grpSpPr>
          <a:xfrm>
            <a:off x="739139" y="3017519"/>
            <a:ext cx="10924540" cy="609600"/>
            <a:chOff x="739139" y="3017519"/>
            <a:chExt cx="10924540" cy="609600"/>
          </a:xfrm>
        </p:grpSpPr>
        <p:pic>
          <p:nvPicPr>
            <p:cNvPr id="67" name="object 67" descr="þÿ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139" y="3017519"/>
              <a:ext cx="10924031" cy="60959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18685" y="3043248"/>
              <a:ext cx="10819130" cy="502920"/>
            </a:xfrm>
            <a:custGeom>
              <a:avLst/>
              <a:gdLst/>
              <a:ahLst/>
              <a:cxnLst/>
              <a:rect l="l" t="t" r="r" b="b"/>
              <a:pathLst>
                <a:path w="10819130" h="502920">
                  <a:moveTo>
                    <a:pt x="10734751" y="0"/>
                  </a:moveTo>
                  <a:lnTo>
                    <a:pt x="83820" y="0"/>
                  </a:lnTo>
                  <a:lnTo>
                    <a:pt x="51193" y="6587"/>
                  </a:lnTo>
                  <a:lnTo>
                    <a:pt x="24550" y="24550"/>
                  </a:lnTo>
                  <a:lnTo>
                    <a:pt x="6587" y="51193"/>
                  </a:lnTo>
                  <a:lnTo>
                    <a:pt x="0" y="83820"/>
                  </a:lnTo>
                  <a:lnTo>
                    <a:pt x="0" y="419087"/>
                  </a:lnTo>
                  <a:lnTo>
                    <a:pt x="6587" y="451713"/>
                  </a:lnTo>
                  <a:lnTo>
                    <a:pt x="24550" y="478356"/>
                  </a:lnTo>
                  <a:lnTo>
                    <a:pt x="51193" y="496320"/>
                  </a:lnTo>
                  <a:lnTo>
                    <a:pt x="83820" y="502907"/>
                  </a:lnTo>
                  <a:lnTo>
                    <a:pt x="10734751" y="502907"/>
                  </a:lnTo>
                  <a:lnTo>
                    <a:pt x="10767384" y="496320"/>
                  </a:lnTo>
                  <a:lnTo>
                    <a:pt x="10794031" y="478356"/>
                  </a:lnTo>
                  <a:lnTo>
                    <a:pt x="10811996" y="451713"/>
                  </a:lnTo>
                  <a:lnTo>
                    <a:pt x="10818583" y="419087"/>
                  </a:lnTo>
                  <a:lnTo>
                    <a:pt x="10818583" y="83820"/>
                  </a:lnTo>
                  <a:lnTo>
                    <a:pt x="10811996" y="51193"/>
                  </a:lnTo>
                  <a:lnTo>
                    <a:pt x="10794031" y="24550"/>
                  </a:lnTo>
                  <a:lnTo>
                    <a:pt x="10767384" y="6587"/>
                  </a:lnTo>
                  <a:lnTo>
                    <a:pt x="107347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67160" y="3163129"/>
            <a:ext cx="116285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262A2F"/>
                </a:solidFill>
                <a:latin typeface="Helvetica" pitchFamily="2" charset="0"/>
              </a:rPr>
              <a:t>Reimagine priority domains and build execution ready blueprint </a:t>
            </a:r>
            <a:r>
              <a:rPr lang="en-US" sz="1600" dirty="0">
                <a:solidFill>
                  <a:srgbClr val="262A2F"/>
                </a:solidFill>
                <a:latin typeface="Helvetica" pitchFamily="2" charset="0"/>
              </a:rPr>
              <a:t>for their transformation 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262A2F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09358" y="2991053"/>
            <a:ext cx="409575" cy="608330"/>
          </a:xfrm>
          <a:custGeom>
            <a:avLst/>
            <a:gdLst/>
            <a:ahLst/>
            <a:cxnLst/>
            <a:rect l="l" t="t" r="r" b="b"/>
            <a:pathLst>
              <a:path w="409575" h="608329">
                <a:moveTo>
                  <a:pt x="408978" y="35610"/>
                </a:moveTo>
                <a:lnTo>
                  <a:pt x="408762" y="20447"/>
                </a:lnTo>
                <a:lnTo>
                  <a:pt x="398564" y="9283"/>
                </a:lnTo>
                <a:lnTo>
                  <a:pt x="376466" y="2362"/>
                </a:lnTo>
                <a:lnTo>
                  <a:pt x="340588" y="0"/>
                </a:lnTo>
                <a:lnTo>
                  <a:pt x="290258" y="3289"/>
                </a:lnTo>
                <a:lnTo>
                  <a:pt x="242214" y="12865"/>
                </a:lnTo>
                <a:lnTo>
                  <a:pt x="197002" y="28244"/>
                </a:lnTo>
                <a:lnTo>
                  <a:pt x="155130" y="48958"/>
                </a:lnTo>
                <a:lnTo>
                  <a:pt x="117132" y="74536"/>
                </a:lnTo>
                <a:lnTo>
                  <a:pt x="83540" y="104521"/>
                </a:lnTo>
                <a:lnTo>
                  <a:pt x="54864" y="138430"/>
                </a:lnTo>
                <a:lnTo>
                  <a:pt x="31648" y="175780"/>
                </a:lnTo>
                <a:lnTo>
                  <a:pt x="14414" y="216128"/>
                </a:lnTo>
                <a:lnTo>
                  <a:pt x="3695" y="259003"/>
                </a:lnTo>
                <a:lnTo>
                  <a:pt x="0" y="303911"/>
                </a:lnTo>
                <a:lnTo>
                  <a:pt x="3695" y="348818"/>
                </a:lnTo>
                <a:lnTo>
                  <a:pt x="14414" y="391668"/>
                </a:lnTo>
                <a:lnTo>
                  <a:pt x="31648" y="432015"/>
                </a:lnTo>
                <a:lnTo>
                  <a:pt x="54864" y="469379"/>
                </a:lnTo>
                <a:lnTo>
                  <a:pt x="83540" y="503288"/>
                </a:lnTo>
                <a:lnTo>
                  <a:pt x="117132" y="533260"/>
                </a:lnTo>
                <a:lnTo>
                  <a:pt x="155130" y="558838"/>
                </a:lnTo>
                <a:lnTo>
                  <a:pt x="197002" y="579564"/>
                </a:lnTo>
                <a:lnTo>
                  <a:pt x="242214" y="594944"/>
                </a:lnTo>
                <a:lnTo>
                  <a:pt x="290258" y="604507"/>
                </a:lnTo>
                <a:lnTo>
                  <a:pt x="340588" y="607809"/>
                </a:lnTo>
                <a:lnTo>
                  <a:pt x="376466" y="605434"/>
                </a:lnTo>
                <a:lnTo>
                  <a:pt x="398564" y="598525"/>
                </a:lnTo>
                <a:lnTo>
                  <a:pt x="408762" y="587349"/>
                </a:lnTo>
                <a:lnTo>
                  <a:pt x="408978" y="572198"/>
                </a:lnTo>
                <a:lnTo>
                  <a:pt x="401091" y="553351"/>
                </a:lnTo>
                <a:lnTo>
                  <a:pt x="387032" y="531101"/>
                </a:lnTo>
                <a:lnTo>
                  <a:pt x="368668" y="505739"/>
                </a:lnTo>
                <a:lnTo>
                  <a:pt x="347929" y="477532"/>
                </a:lnTo>
                <a:lnTo>
                  <a:pt x="336130" y="460463"/>
                </a:lnTo>
                <a:lnTo>
                  <a:pt x="363397" y="427799"/>
                </a:lnTo>
                <a:lnTo>
                  <a:pt x="384403" y="389928"/>
                </a:lnTo>
                <a:lnTo>
                  <a:pt x="397637" y="348411"/>
                </a:lnTo>
                <a:lnTo>
                  <a:pt x="402234" y="304063"/>
                </a:lnTo>
                <a:lnTo>
                  <a:pt x="397637" y="259715"/>
                </a:lnTo>
                <a:lnTo>
                  <a:pt x="384403" y="218211"/>
                </a:lnTo>
                <a:lnTo>
                  <a:pt x="363397" y="180340"/>
                </a:lnTo>
                <a:lnTo>
                  <a:pt x="336016" y="147535"/>
                </a:lnTo>
                <a:lnTo>
                  <a:pt x="347929" y="130276"/>
                </a:lnTo>
                <a:lnTo>
                  <a:pt x="368668" y="102069"/>
                </a:lnTo>
                <a:lnTo>
                  <a:pt x="387032" y="76695"/>
                </a:lnTo>
                <a:lnTo>
                  <a:pt x="401091" y="54444"/>
                </a:lnTo>
                <a:lnTo>
                  <a:pt x="408978" y="35610"/>
                </a:lnTo>
                <a:close/>
              </a:path>
            </a:pathLst>
          </a:custGeom>
          <a:solidFill>
            <a:srgbClr val="061F79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37500" y="313740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9224" y="5081319"/>
            <a:ext cx="2029968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63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1/3-1/3-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1/3</a:t>
            </a:r>
            <a:r>
              <a:rPr kumimoji="0" sz="1200" b="1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approach</a:t>
            </a:r>
            <a:r>
              <a:rPr kumimoji="0" sz="1200" b="1" i="0" u="none" strike="noStrike" kern="1200" cap="none" spc="-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2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combines</a:t>
            </a:r>
            <a:r>
              <a:rPr kumimoji="0" sz="1200" b="0" i="0" u="none" strike="noStrike" kern="1200" cap="none" spc="-6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“learning”,</a:t>
            </a:r>
            <a:r>
              <a:rPr kumimoji="0" sz="1200" b="0" i="0" u="none" strike="noStrike" kern="1200" cap="none" spc="-7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“inspiring”,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sz="1200" b="0" i="0" u="none" strike="noStrike" kern="120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“doing”</a:t>
            </a: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82968" y="4385011"/>
            <a:ext cx="605778" cy="603250"/>
            <a:chOff x="1718845" y="4385011"/>
            <a:chExt cx="601345" cy="603250"/>
          </a:xfrm>
        </p:grpSpPr>
        <p:pic>
          <p:nvPicPr>
            <p:cNvPr id="5" name="object 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3819" y="4676935"/>
              <a:ext cx="158482" cy="2318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25105" y="4531741"/>
              <a:ext cx="157480" cy="375920"/>
            </a:xfrm>
            <a:custGeom>
              <a:avLst/>
              <a:gdLst/>
              <a:ahLst/>
              <a:cxnLst/>
              <a:rect l="l" t="t" r="r" b="b"/>
              <a:pathLst>
                <a:path w="157480" h="375920">
                  <a:moveTo>
                    <a:pt x="157009" y="375490"/>
                  </a:moveTo>
                  <a:lnTo>
                    <a:pt x="130305" y="356450"/>
                  </a:lnTo>
                  <a:lnTo>
                    <a:pt x="110276" y="342171"/>
                  </a:lnTo>
                  <a:lnTo>
                    <a:pt x="106461" y="339315"/>
                  </a:lnTo>
                  <a:lnTo>
                    <a:pt x="4411" y="159394"/>
                  </a:lnTo>
                  <a:lnTo>
                    <a:pt x="0" y="143092"/>
                  </a:lnTo>
                  <a:lnTo>
                    <a:pt x="789" y="134360"/>
                  </a:lnTo>
                  <a:lnTo>
                    <a:pt x="26347" y="79429"/>
                  </a:lnTo>
                  <a:lnTo>
                    <a:pt x="57820" y="16599"/>
                  </a:lnTo>
                  <a:lnTo>
                    <a:pt x="86522" y="0"/>
                  </a:lnTo>
                  <a:lnTo>
                    <a:pt x="97877" y="3272"/>
                  </a:lnTo>
                  <a:lnTo>
                    <a:pt x="105626" y="9549"/>
                  </a:lnTo>
                  <a:lnTo>
                    <a:pt x="111230" y="17789"/>
                  </a:lnTo>
                  <a:lnTo>
                    <a:pt x="113972" y="27101"/>
                  </a:lnTo>
                  <a:lnTo>
                    <a:pt x="113137" y="36591"/>
                  </a:lnTo>
                  <a:lnTo>
                    <a:pt x="96924" y="83237"/>
                  </a:lnTo>
                  <a:lnTo>
                    <a:pt x="80710" y="129883"/>
                  </a:lnTo>
                  <a:lnTo>
                    <a:pt x="100739" y="166058"/>
                  </a:lnTo>
                </a:path>
              </a:pathLst>
            </a:custGeom>
            <a:ln w="12519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824890" y="4907226"/>
              <a:ext cx="177800" cy="74295"/>
            </a:xfrm>
            <a:custGeom>
              <a:avLst/>
              <a:gdLst/>
              <a:ahLst/>
              <a:cxnLst/>
              <a:rect l="l" t="t" r="r" b="b"/>
              <a:pathLst>
                <a:path w="177800" h="74295">
                  <a:moveTo>
                    <a:pt x="0" y="0"/>
                  </a:moveTo>
                  <a:lnTo>
                    <a:pt x="177396" y="0"/>
                  </a:lnTo>
                  <a:lnTo>
                    <a:pt x="177396" y="74253"/>
                  </a:lnTo>
                  <a:lnTo>
                    <a:pt x="0" y="74253"/>
                  </a:lnTo>
                  <a:lnTo>
                    <a:pt x="0" y="0"/>
                  </a:lnTo>
                  <a:close/>
                </a:path>
              </a:pathLst>
            </a:custGeom>
            <a:ln w="12502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66606" y="4676935"/>
              <a:ext cx="158482" cy="2318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56793" y="4531741"/>
              <a:ext cx="157480" cy="375920"/>
            </a:xfrm>
            <a:custGeom>
              <a:avLst/>
              <a:gdLst/>
              <a:ahLst/>
              <a:cxnLst/>
              <a:rect l="l" t="t" r="r" b="b"/>
              <a:pathLst>
                <a:path w="157480" h="375920">
                  <a:moveTo>
                    <a:pt x="0" y="375490"/>
                  </a:moveTo>
                  <a:lnTo>
                    <a:pt x="26704" y="356450"/>
                  </a:lnTo>
                  <a:lnTo>
                    <a:pt x="46733" y="342171"/>
                  </a:lnTo>
                  <a:lnTo>
                    <a:pt x="50548" y="339315"/>
                  </a:lnTo>
                  <a:lnTo>
                    <a:pt x="152598" y="159394"/>
                  </a:lnTo>
                  <a:lnTo>
                    <a:pt x="157009" y="143092"/>
                  </a:lnTo>
                  <a:lnTo>
                    <a:pt x="156219" y="134360"/>
                  </a:lnTo>
                  <a:lnTo>
                    <a:pt x="130662" y="79429"/>
                  </a:lnTo>
                  <a:lnTo>
                    <a:pt x="99189" y="16599"/>
                  </a:lnTo>
                  <a:lnTo>
                    <a:pt x="70487" y="0"/>
                  </a:lnTo>
                  <a:lnTo>
                    <a:pt x="59132" y="3272"/>
                  </a:lnTo>
                  <a:lnTo>
                    <a:pt x="51382" y="9549"/>
                  </a:lnTo>
                  <a:lnTo>
                    <a:pt x="45779" y="17789"/>
                  </a:lnTo>
                  <a:lnTo>
                    <a:pt x="43037" y="27101"/>
                  </a:lnTo>
                  <a:lnTo>
                    <a:pt x="43872" y="36591"/>
                  </a:lnTo>
                  <a:lnTo>
                    <a:pt x="60085" y="83237"/>
                  </a:lnTo>
                  <a:lnTo>
                    <a:pt x="76299" y="129883"/>
                  </a:lnTo>
                  <a:lnTo>
                    <a:pt x="56270" y="166058"/>
                  </a:lnTo>
                </a:path>
              </a:pathLst>
            </a:custGeom>
            <a:ln w="12519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037576" y="4907226"/>
              <a:ext cx="177800" cy="74295"/>
            </a:xfrm>
            <a:custGeom>
              <a:avLst/>
              <a:gdLst/>
              <a:ahLst/>
              <a:cxnLst/>
              <a:rect l="l" t="t" r="r" b="b"/>
              <a:pathLst>
                <a:path w="177800" h="74295">
                  <a:moveTo>
                    <a:pt x="0" y="0"/>
                  </a:moveTo>
                  <a:lnTo>
                    <a:pt x="177396" y="0"/>
                  </a:lnTo>
                  <a:lnTo>
                    <a:pt x="177396" y="74253"/>
                  </a:lnTo>
                  <a:lnTo>
                    <a:pt x="0" y="74253"/>
                  </a:lnTo>
                  <a:lnTo>
                    <a:pt x="0" y="0"/>
                  </a:lnTo>
                  <a:close/>
                </a:path>
              </a:pathLst>
            </a:custGeom>
            <a:ln w="12502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49298" y="4460216"/>
              <a:ext cx="140312" cy="1400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81162" y="4391267"/>
              <a:ext cx="276860" cy="277495"/>
            </a:xfrm>
            <a:custGeom>
              <a:avLst/>
              <a:gdLst/>
              <a:ahLst/>
              <a:cxnLst/>
              <a:rect l="l" t="t" r="r" b="b"/>
              <a:pathLst>
                <a:path w="276860" h="277495">
                  <a:moveTo>
                    <a:pt x="35288" y="166593"/>
                  </a:moveTo>
                  <a:lnTo>
                    <a:pt x="0" y="166593"/>
                  </a:lnTo>
                  <a:lnTo>
                    <a:pt x="0" y="108523"/>
                  </a:lnTo>
                  <a:lnTo>
                    <a:pt x="35288" y="108523"/>
                  </a:lnTo>
                  <a:lnTo>
                    <a:pt x="37195" y="100908"/>
                  </a:lnTo>
                  <a:lnTo>
                    <a:pt x="41010" y="93292"/>
                  </a:lnTo>
                  <a:lnTo>
                    <a:pt x="44825" y="86628"/>
                  </a:lnTo>
                  <a:lnTo>
                    <a:pt x="20028" y="60925"/>
                  </a:lnTo>
                  <a:lnTo>
                    <a:pt x="61993" y="19991"/>
                  </a:lnTo>
                  <a:lnTo>
                    <a:pt x="86790" y="44742"/>
                  </a:lnTo>
                  <a:lnTo>
                    <a:pt x="94420" y="40934"/>
                  </a:lnTo>
                  <a:lnTo>
                    <a:pt x="102050" y="37126"/>
                  </a:lnTo>
                  <a:lnTo>
                    <a:pt x="109680" y="35222"/>
                  </a:lnTo>
                  <a:lnTo>
                    <a:pt x="109680" y="0"/>
                  </a:lnTo>
                  <a:lnTo>
                    <a:pt x="168812" y="0"/>
                  </a:lnTo>
                  <a:lnTo>
                    <a:pt x="168812" y="36174"/>
                  </a:lnTo>
                  <a:lnTo>
                    <a:pt x="176442" y="38078"/>
                  </a:lnTo>
                  <a:lnTo>
                    <a:pt x="184072" y="40934"/>
                  </a:lnTo>
                  <a:lnTo>
                    <a:pt x="190748" y="44742"/>
                  </a:lnTo>
                  <a:lnTo>
                    <a:pt x="214591" y="19991"/>
                  </a:lnTo>
                  <a:lnTo>
                    <a:pt x="256556" y="60925"/>
                  </a:lnTo>
                  <a:lnTo>
                    <a:pt x="231759" y="85676"/>
                  </a:lnTo>
                  <a:lnTo>
                    <a:pt x="235574" y="93292"/>
                  </a:lnTo>
                  <a:lnTo>
                    <a:pt x="239389" y="100908"/>
                  </a:lnTo>
                  <a:lnTo>
                    <a:pt x="241296" y="108523"/>
                  </a:lnTo>
                  <a:lnTo>
                    <a:pt x="276585" y="108523"/>
                  </a:lnTo>
                  <a:lnTo>
                    <a:pt x="276585" y="167545"/>
                  </a:lnTo>
                  <a:lnTo>
                    <a:pt x="241296" y="167545"/>
                  </a:lnTo>
                  <a:lnTo>
                    <a:pt x="239389" y="175161"/>
                  </a:lnTo>
                  <a:lnTo>
                    <a:pt x="235574" y="182777"/>
                  </a:lnTo>
                  <a:lnTo>
                    <a:pt x="231759" y="190392"/>
                  </a:lnTo>
                  <a:lnTo>
                    <a:pt x="255602" y="215143"/>
                  </a:lnTo>
                  <a:lnTo>
                    <a:pt x="213638" y="256078"/>
                  </a:lnTo>
                  <a:lnTo>
                    <a:pt x="189794" y="232279"/>
                  </a:lnTo>
                  <a:lnTo>
                    <a:pt x="183118" y="236086"/>
                  </a:lnTo>
                  <a:lnTo>
                    <a:pt x="174534" y="238942"/>
                  </a:lnTo>
                  <a:lnTo>
                    <a:pt x="167858" y="240846"/>
                  </a:lnTo>
                  <a:lnTo>
                    <a:pt x="167858" y="277021"/>
                  </a:lnTo>
                  <a:lnTo>
                    <a:pt x="109680" y="277021"/>
                  </a:lnTo>
                  <a:lnTo>
                    <a:pt x="109680" y="239894"/>
                  </a:lnTo>
                  <a:lnTo>
                    <a:pt x="103808" y="238139"/>
                  </a:lnTo>
                  <a:lnTo>
                    <a:pt x="97758" y="235849"/>
                  </a:lnTo>
                  <a:lnTo>
                    <a:pt x="91708" y="233201"/>
                  </a:lnTo>
                  <a:lnTo>
                    <a:pt x="85836" y="230375"/>
                  </a:lnTo>
                  <a:lnTo>
                    <a:pt x="61993" y="255126"/>
                  </a:lnTo>
                  <a:lnTo>
                    <a:pt x="20028" y="214191"/>
                  </a:lnTo>
                  <a:lnTo>
                    <a:pt x="44825" y="189440"/>
                  </a:lnTo>
                  <a:lnTo>
                    <a:pt x="40057" y="181825"/>
                  </a:lnTo>
                  <a:lnTo>
                    <a:pt x="37195" y="174209"/>
                  </a:lnTo>
                  <a:lnTo>
                    <a:pt x="35288" y="166593"/>
                  </a:lnTo>
                  <a:close/>
                </a:path>
              </a:pathLst>
            </a:custGeom>
            <a:ln w="12510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6644" y="5081319"/>
            <a:ext cx="2029968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lvl="0" indent="-190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Customized to organization’s needs to facilitate tailored discussions and maximize impact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23464" y="4385011"/>
            <a:ext cx="241267" cy="239078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012049" y="4385011"/>
            <a:ext cx="241798" cy="239395"/>
            <a:chOff x="5002852" y="4385011"/>
            <a:chExt cx="240029" cy="239395"/>
          </a:xfrm>
        </p:grpSpPr>
        <p:sp>
          <p:nvSpPr>
            <p:cNvPr id="27" name="object 27"/>
            <p:cNvSpPr/>
            <p:nvPr/>
          </p:nvSpPr>
          <p:spPr>
            <a:xfrm>
              <a:off x="5009108" y="4391267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29" h="226695">
                  <a:moveTo>
                    <a:pt x="132570" y="0"/>
                  </a:moveTo>
                  <a:lnTo>
                    <a:pt x="226990" y="0"/>
                  </a:lnTo>
                  <a:lnTo>
                    <a:pt x="226990" y="161833"/>
                  </a:lnTo>
                  <a:lnTo>
                    <a:pt x="194563" y="194200"/>
                  </a:lnTo>
                  <a:lnTo>
                    <a:pt x="162136" y="226567"/>
                  </a:lnTo>
                  <a:lnTo>
                    <a:pt x="0" y="226567"/>
                  </a:lnTo>
                  <a:lnTo>
                    <a:pt x="0" y="0"/>
                  </a:lnTo>
                  <a:lnTo>
                    <a:pt x="132570" y="0"/>
                  </a:lnTo>
                </a:path>
              </a:pathLst>
            </a:custGeom>
            <a:ln w="12510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171244" y="4552149"/>
              <a:ext cx="65405" cy="66040"/>
            </a:xfrm>
            <a:custGeom>
              <a:avLst/>
              <a:gdLst/>
              <a:ahLst/>
              <a:cxnLst/>
              <a:rect l="l" t="t" r="r" b="b"/>
              <a:pathLst>
                <a:path w="65404" h="66039">
                  <a:moveTo>
                    <a:pt x="0" y="65685"/>
                  </a:moveTo>
                  <a:lnTo>
                    <a:pt x="0" y="33318"/>
                  </a:lnTo>
                  <a:lnTo>
                    <a:pt x="0" y="0"/>
                  </a:lnTo>
                  <a:lnTo>
                    <a:pt x="32427" y="951"/>
                  </a:lnTo>
                  <a:lnTo>
                    <a:pt x="64854" y="951"/>
                  </a:lnTo>
                </a:path>
              </a:pathLst>
            </a:custGeom>
            <a:ln w="12511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23464" y="4748661"/>
            <a:ext cx="241267" cy="239078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012049" y="4748661"/>
            <a:ext cx="241798" cy="239395"/>
            <a:chOff x="5002852" y="4748661"/>
            <a:chExt cx="240029" cy="239395"/>
          </a:xfrm>
        </p:grpSpPr>
        <p:sp>
          <p:nvSpPr>
            <p:cNvPr id="31" name="object 31"/>
            <p:cNvSpPr/>
            <p:nvPr/>
          </p:nvSpPr>
          <p:spPr>
            <a:xfrm>
              <a:off x="5009108" y="4754917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29" h="226695">
                  <a:moveTo>
                    <a:pt x="132570" y="0"/>
                  </a:moveTo>
                  <a:lnTo>
                    <a:pt x="226990" y="0"/>
                  </a:lnTo>
                  <a:lnTo>
                    <a:pt x="226990" y="161833"/>
                  </a:lnTo>
                  <a:lnTo>
                    <a:pt x="194563" y="194200"/>
                  </a:lnTo>
                  <a:lnTo>
                    <a:pt x="162136" y="226567"/>
                  </a:lnTo>
                  <a:lnTo>
                    <a:pt x="0" y="226567"/>
                  </a:lnTo>
                  <a:lnTo>
                    <a:pt x="0" y="0"/>
                  </a:lnTo>
                  <a:lnTo>
                    <a:pt x="132570" y="0"/>
                  </a:lnTo>
                </a:path>
              </a:pathLst>
            </a:custGeom>
            <a:ln w="12510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171244" y="4916751"/>
              <a:ext cx="65405" cy="64769"/>
            </a:xfrm>
            <a:custGeom>
              <a:avLst/>
              <a:gdLst/>
              <a:ahLst/>
              <a:cxnLst/>
              <a:rect l="l" t="t" r="r" b="b"/>
              <a:pathLst>
                <a:path w="65404" h="64770">
                  <a:moveTo>
                    <a:pt x="0" y="64733"/>
                  </a:moveTo>
                  <a:lnTo>
                    <a:pt x="0" y="32366"/>
                  </a:lnTo>
                  <a:lnTo>
                    <a:pt x="0" y="0"/>
                  </a:lnTo>
                  <a:lnTo>
                    <a:pt x="32427" y="0"/>
                  </a:lnTo>
                  <a:lnTo>
                    <a:pt x="64854" y="0"/>
                  </a:lnTo>
                </a:path>
              </a:pathLst>
            </a:custGeom>
            <a:ln w="12510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585784" y="4386507"/>
            <a:ext cx="605778" cy="600075"/>
            <a:chOff x="4640010" y="4386507"/>
            <a:chExt cx="601345" cy="600075"/>
          </a:xfrm>
        </p:grpSpPr>
        <p:sp>
          <p:nvSpPr>
            <p:cNvPr id="34" name="object 34"/>
            <p:cNvSpPr/>
            <p:nvPr/>
          </p:nvSpPr>
          <p:spPr>
            <a:xfrm>
              <a:off x="4940438" y="4386507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737"/>
                  </a:lnTo>
                </a:path>
              </a:pathLst>
            </a:custGeom>
            <a:ln w="12522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640010" y="4686376"/>
              <a:ext cx="601345" cy="0"/>
            </a:xfrm>
            <a:custGeom>
              <a:avLst/>
              <a:gdLst/>
              <a:ahLst/>
              <a:cxnLst/>
              <a:rect l="l" t="t" r="r" b="b"/>
              <a:pathLst>
                <a:path w="601345">
                  <a:moveTo>
                    <a:pt x="600857" y="0"/>
                  </a:moveTo>
                  <a:lnTo>
                    <a:pt x="0" y="0"/>
                  </a:lnTo>
                </a:path>
              </a:pathLst>
            </a:custGeom>
            <a:ln w="12499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6" name="object 36"/>
          <p:cNvSpPr/>
          <p:nvPr/>
        </p:nvSpPr>
        <p:spPr>
          <a:xfrm>
            <a:off x="5837328" y="4691738"/>
            <a:ext cx="60770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60020" y="0"/>
                </a:lnTo>
              </a:path>
            </a:pathLst>
          </a:custGeom>
          <a:ln w="12485">
            <a:solidFill>
              <a:srgbClr val="061F7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007768" y="4431516"/>
            <a:ext cx="431145" cy="502284"/>
            <a:chOff x="7453374" y="4477236"/>
            <a:chExt cx="427990" cy="502284"/>
          </a:xfrm>
        </p:grpSpPr>
        <p:sp>
          <p:nvSpPr>
            <p:cNvPr id="38" name="object 38"/>
            <p:cNvSpPr/>
            <p:nvPr/>
          </p:nvSpPr>
          <p:spPr>
            <a:xfrm>
              <a:off x="7459623" y="4483485"/>
              <a:ext cx="41275" cy="41910"/>
            </a:xfrm>
            <a:custGeom>
              <a:avLst/>
              <a:gdLst/>
              <a:ahLst/>
              <a:cxnLst/>
              <a:rect l="l" t="t" r="r" b="b"/>
              <a:pathLst>
                <a:path w="41275" h="41910">
                  <a:moveTo>
                    <a:pt x="0" y="0"/>
                  </a:moveTo>
                  <a:lnTo>
                    <a:pt x="40966" y="41840"/>
                  </a:lnTo>
                </a:path>
              </a:pathLst>
            </a:custGeom>
            <a:ln w="12497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834035" y="4483485"/>
              <a:ext cx="41275" cy="41910"/>
            </a:xfrm>
            <a:custGeom>
              <a:avLst/>
              <a:gdLst/>
              <a:ahLst/>
              <a:cxnLst/>
              <a:rect l="l" t="t" r="r" b="b"/>
              <a:pathLst>
                <a:path w="41275" h="41910">
                  <a:moveTo>
                    <a:pt x="40966" y="0"/>
                  </a:moveTo>
                  <a:lnTo>
                    <a:pt x="0" y="41840"/>
                  </a:lnTo>
                </a:path>
              </a:pathLst>
            </a:custGeom>
            <a:ln w="12497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500589" y="4525325"/>
              <a:ext cx="334010" cy="402590"/>
            </a:xfrm>
            <a:custGeom>
              <a:avLst/>
              <a:gdLst/>
              <a:ahLst/>
              <a:cxnLst/>
              <a:rect l="l" t="t" r="r" b="b"/>
              <a:pathLst>
                <a:path w="334009" h="402589">
                  <a:moveTo>
                    <a:pt x="166723" y="0"/>
                  </a:moveTo>
                  <a:lnTo>
                    <a:pt x="122285" y="5921"/>
                  </a:lnTo>
                  <a:lnTo>
                    <a:pt x="82426" y="22646"/>
                  </a:lnTo>
                  <a:lnTo>
                    <a:pt x="48706" y="48616"/>
                  </a:lnTo>
                  <a:lnTo>
                    <a:pt x="22688" y="82272"/>
                  </a:lnTo>
                  <a:lnTo>
                    <a:pt x="5932" y="122057"/>
                  </a:lnTo>
                  <a:lnTo>
                    <a:pt x="0" y="166412"/>
                  </a:lnTo>
                  <a:lnTo>
                    <a:pt x="7160" y="214924"/>
                  </a:lnTo>
                  <a:lnTo>
                    <a:pt x="27271" y="257820"/>
                  </a:lnTo>
                  <a:lnTo>
                    <a:pt x="58278" y="293048"/>
                  </a:lnTo>
                  <a:lnTo>
                    <a:pt x="98128" y="318560"/>
                  </a:lnTo>
                  <a:lnTo>
                    <a:pt x="98128" y="402242"/>
                  </a:lnTo>
                  <a:lnTo>
                    <a:pt x="166723" y="402242"/>
                  </a:lnTo>
                  <a:lnTo>
                    <a:pt x="235317" y="402242"/>
                  </a:lnTo>
                  <a:lnTo>
                    <a:pt x="235317" y="318560"/>
                  </a:lnTo>
                  <a:lnTo>
                    <a:pt x="275167" y="292514"/>
                  </a:lnTo>
                  <a:lnTo>
                    <a:pt x="306175" y="257106"/>
                  </a:lnTo>
                  <a:lnTo>
                    <a:pt x="326286" y="214389"/>
                  </a:lnTo>
                  <a:lnTo>
                    <a:pt x="333446" y="166412"/>
                  </a:lnTo>
                  <a:lnTo>
                    <a:pt x="327513" y="122057"/>
                  </a:lnTo>
                  <a:lnTo>
                    <a:pt x="310757" y="82272"/>
                  </a:lnTo>
                  <a:lnTo>
                    <a:pt x="284739" y="48616"/>
                  </a:lnTo>
                  <a:lnTo>
                    <a:pt x="251019" y="22646"/>
                  </a:lnTo>
                  <a:lnTo>
                    <a:pt x="211160" y="5921"/>
                  </a:lnTo>
                  <a:lnTo>
                    <a:pt x="166723" y="0"/>
                  </a:lnTo>
                  <a:close/>
                </a:path>
              </a:pathLst>
            </a:custGeom>
            <a:ln w="12499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593954" y="4973211"/>
              <a:ext cx="147320" cy="0"/>
            </a:xfrm>
            <a:custGeom>
              <a:avLst/>
              <a:gdLst/>
              <a:ahLst/>
              <a:cxnLst/>
              <a:rect l="l" t="t" r="r" b="b"/>
              <a:pathLst>
                <a:path w="147320">
                  <a:moveTo>
                    <a:pt x="0" y="0"/>
                  </a:moveTo>
                  <a:lnTo>
                    <a:pt x="146716" y="0"/>
                  </a:lnTo>
                </a:path>
              </a:pathLst>
            </a:custGeom>
            <a:ln w="12485">
              <a:solidFill>
                <a:srgbClr val="061F79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2" name="object 42"/>
          <p:cNvSpPr/>
          <p:nvPr/>
        </p:nvSpPr>
        <p:spPr>
          <a:xfrm>
            <a:off x="6223264" y="4398852"/>
            <a:ext cx="0" cy="58419"/>
          </a:xfrm>
          <a:custGeom>
            <a:avLst/>
            <a:gdLst/>
            <a:ahLst/>
            <a:cxnLst/>
            <a:rect l="l" t="t" r="r" b="b"/>
            <a:pathLst>
              <a:path h="58420">
                <a:moveTo>
                  <a:pt x="0" y="0"/>
                </a:moveTo>
                <a:lnTo>
                  <a:pt x="0" y="58006"/>
                </a:lnTo>
              </a:path>
            </a:pathLst>
          </a:custGeom>
          <a:ln w="12508">
            <a:solidFill>
              <a:srgbClr val="061F7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548838" y="4691738"/>
            <a:ext cx="60770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60020" y="0"/>
                </a:moveTo>
                <a:lnTo>
                  <a:pt x="0" y="0"/>
                </a:lnTo>
              </a:path>
            </a:pathLst>
          </a:custGeom>
          <a:ln w="12485">
            <a:solidFill>
              <a:srgbClr val="061F7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84064" y="5081319"/>
            <a:ext cx="202996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1270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Inspiration</a:t>
            </a:r>
            <a:r>
              <a:rPr kumimoji="0" sz="1200" b="1" i="0" u="none" strike="noStrike" kern="1200" cap="none" spc="-4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sz="1200" b="1" i="0" u="none" strike="noStrike" kern="120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“art</a:t>
            </a:r>
            <a:r>
              <a:rPr kumimoji="0" sz="1200" b="1" i="0" u="none" strike="noStrike" kern="120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200" b="1" i="0" u="none" strike="noStrike" kern="120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possible”</a:t>
            </a:r>
            <a:r>
              <a:rPr kumimoji="0" sz="1200" b="1" i="0" u="none" strike="noStrike" kern="1200" cap="none" spc="-8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leveraging</a:t>
            </a:r>
            <a:r>
              <a:rPr kumimoji="0" sz="1200" b="0" i="0" u="none" strike="noStrike" kern="120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start-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up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community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1200" b="0" i="0" u="none" strike="noStrike" kern="1200" cap="none" spc="-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big</a:t>
            </a:r>
            <a:r>
              <a:rPr kumimoji="0" sz="1200" b="0" i="0" u="none" strike="noStrike" kern="1200" cap="none" spc="-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tech,</a:t>
            </a:r>
            <a:r>
              <a:rPr kumimoji="0" sz="1200" b="0" i="0" u="none" strike="noStrike" kern="1200" cap="none" spc="-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</a:t>
            </a: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QuantumBlack</a:t>
            </a:r>
            <a:r>
              <a:rPr kumimoji="0" sz="1200" b="0" i="1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cases</a:t>
            </a:r>
            <a:endParaRPr kumimoji="0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770632" y="4372228"/>
            <a:ext cx="0" cy="1880870"/>
          </a:xfrm>
          <a:custGeom>
            <a:avLst/>
            <a:gdLst/>
            <a:ahLst/>
            <a:cxnLst/>
            <a:rect l="l" t="t" r="r" b="b"/>
            <a:pathLst>
              <a:path h="1880870">
                <a:moveTo>
                  <a:pt x="0" y="0"/>
                </a:moveTo>
                <a:lnTo>
                  <a:pt x="0" y="1880527"/>
                </a:lnTo>
              </a:path>
            </a:pathLst>
          </a:custGeom>
          <a:ln w="6350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988052" y="4372228"/>
            <a:ext cx="0" cy="1880870"/>
          </a:xfrm>
          <a:custGeom>
            <a:avLst/>
            <a:gdLst/>
            <a:ahLst/>
            <a:cxnLst/>
            <a:rect l="l" t="t" r="r" b="b"/>
            <a:pathLst>
              <a:path h="1880870">
                <a:moveTo>
                  <a:pt x="0" y="0"/>
                </a:moveTo>
                <a:lnTo>
                  <a:pt x="0" y="1880527"/>
                </a:lnTo>
              </a:path>
            </a:pathLst>
          </a:custGeom>
          <a:ln w="6350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8" name="object 72"/>
          <p:cNvSpPr/>
          <p:nvPr/>
        </p:nvSpPr>
        <p:spPr>
          <a:xfrm>
            <a:off x="7205472" y="4372228"/>
            <a:ext cx="0" cy="1880870"/>
          </a:xfrm>
          <a:custGeom>
            <a:avLst/>
            <a:gdLst/>
            <a:ahLst/>
            <a:cxnLst/>
            <a:rect l="l" t="t" r="r" b="b"/>
            <a:pathLst>
              <a:path h="1880870">
                <a:moveTo>
                  <a:pt x="0" y="0"/>
                </a:moveTo>
                <a:lnTo>
                  <a:pt x="0" y="1880527"/>
                </a:lnTo>
              </a:path>
            </a:pathLst>
          </a:custGeom>
          <a:ln w="6350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3" name="object 72"/>
          <p:cNvSpPr/>
          <p:nvPr/>
        </p:nvSpPr>
        <p:spPr>
          <a:xfrm>
            <a:off x="9422892" y="4372228"/>
            <a:ext cx="0" cy="1880870"/>
          </a:xfrm>
          <a:custGeom>
            <a:avLst/>
            <a:gdLst/>
            <a:ahLst/>
            <a:cxnLst/>
            <a:rect l="l" t="t" r="r" b="b"/>
            <a:pathLst>
              <a:path h="1880870">
                <a:moveTo>
                  <a:pt x="0" y="0"/>
                </a:moveTo>
                <a:lnTo>
                  <a:pt x="0" y="1880527"/>
                </a:lnTo>
              </a:path>
            </a:pathLst>
          </a:custGeom>
          <a:ln w="6350">
            <a:solidFill>
              <a:srgbClr val="D0D0D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04" name="Picture 1103" descr="icon_field_foru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5008" y="4443984"/>
            <a:ext cx="502920" cy="502920"/>
          </a:xfrm>
          <a:prstGeom prst="rect">
            <a:avLst/>
          </a:prstGeom>
        </p:spPr>
      </p:pic>
      <p:sp>
        <p:nvSpPr>
          <p:cNvPr id="1105" name="TextBox 1104"/>
          <p:cNvSpPr txBox="1"/>
          <p:nvPr/>
        </p:nvSpPr>
        <p:spPr>
          <a:xfrm>
            <a:off x="7301484" y="5084064"/>
            <a:ext cx="20299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000000"/>
                </a:solidFill>
                <a:latin typeface="Arial"/>
              </a:rPr>
              <a:t>Action learning</a:t>
            </a:r>
            <a:r>
              <a:rPr b="0" i="0" sz="1200">
                <a:solidFill>
                  <a:srgbClr val="000000"/>
                </a:solidFill>
                <a:latin typeface="Arial"/>
              </a:rPr>
              <a:t> via “field and forum” approach</a:t>
            </a:r>
          </a:p>
        </p:txBody>
      </p:sp>
      <p:pic>
        <p:nvPicPr>
          <p:cNvPr id="1106" name="Picture 1105" descr="icon_office_hour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2428" y="4443984"/>
            <a:ext cx="502920" cy="502920"/>
          </a:xfrm>
          <a:prstGeom prst="rect">
            <a:avLst/>
          </a:prstGeom>
        </p:spPr>
      </p:pic>
      <p:sp>
        <p:nvSpPr>
          <p:cNvPr id="1107" name="TextBox 1106"/>
          <p:cNvSpPr txBox="1"/>
          <p:nvPr/>
        </p:nvSpPr>
        <p:spPr>
          <a:xfrm>
            <a:off x="9518904" y="5084064"/>
            <a:ext cx="20299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000000"/>
                </a:solidFill>
                <a:latin typeface="Arial"/>
              </a:rPr>
              <a:t>Dedicated office hours and coaching</a:t>
            </a:r>
            <a:r>
              <a:rPr b="0" i="0" sz="1200">
                <a:solidFill>
                  <a:srgbClr val="000000"/>
                </a:solidFill>
                <a:latin typeface="Arial"/>
              </a:rPr>
              <a:t> with McKinsey experts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5640" y="9144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" y="256032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2400">
                <a:solidFill>
                  <a:srgbClr val="FFFFFF"/>
                </a:solidFill>
                <a:latin typeface="Arial"/>
              </a:rPr>
              <a:t>Our learning journey takes every domain to an execution-ready blueprint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2286000"/>
            <a:ext cx="10241280" cy="0"/>
          </a:xfrm>
          <a:prstGeom prst="line">
            <a:avLst/>
          </a:prstGeom>
          <a:ln w="28575">
            <a:solidFill>
              <a:srgbClr val="6FE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627632" y="4160520"/>
            <a:ext cx="9253728" cy="0"/>
          </a:xfrm>
          <a:prstGeom prst="line">
            <a:avLst/>
          </a:prstGeom>
          <a:ln w="28575">
            <a:solidFill>
              <a:srgbClr val="6FE3C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c 6"/>
          <p:cNvSpPr/>
          <p:nvPr/>
        </p:nvSpPr>
        <p:spPr>
          <a:xfrm>
            <a:off x="9944100" y="2286000"/>
            <a:ext cx="1874519" cy="1874519"/>
          </a:xfrm>
          <a:prstGeom prst="arc">
            <a:avLst>
              <a:gd name="adj1" fmla="val 16200000"/>
              <a:gd name="adj2" fmla="val 5400000"/>
            </a:avLst>
          </a:prstGeom>
          <a:noFill/>
          <a:ln w="28575">
            <a:solidFill>
              <a:srgbClr val="6F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167128"/>
            <a:ext cx="237744" cy="237744"/>
          </a:xfrm>
          <a:prstGeom prst="ellipse">
            <a:avLst/>
          </a:prstGeom>
          <a:solidFill>
            <a:srgbClr val="071F33"/>
          </a:solidFill>
          <a:ln w="25400">
            <a:solidFill>
              <a:srgbClr val="6F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70432"/>
            <a:ext cx="14630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FFFFFF"/>
                </a:solidFill>
                <a:latin typeface="Arial"/>
              </a:rPr>
              <a:t>Kick-off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Program introduction and pre-work</a:t>
            </a:r>
          </a:p>
        </p:txBody>
      </p:sp>
      <p:sp>
        <p:nvSpPr>
          <p:cNvPr id="10" name="Oval 9"/>
          <p:cNvSpPr/>
          <p:nvPr/>
        </p:nvSpPr>
        <p:spPr>
          <a:xfrm>
            <a:off x="2944368" y="2167128"/>
            <a:ext cx="237744" cy="237744"/>
          </a:xfrm>
          <a:prstGeom prst="ellipse">
            <a:avLst/>
          </a:prstGeom>
          <a:solidFill>
            <a:srgbClr val="071F33"/>
          </a:solidFill>
          <a:ln w="25400">
            <a:solidFill>
              <a:srgbClr val="6F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170432"/>
            <a:ext cx="21945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FFFFFF"/>
                </a:solidFill>
                <a:latin typeface="Arial"/>
              </a:rPr>
              <a:t>3-day academic immersion</a:t>
            </a:r>
            <a:r>
              <a:rPr b="0" i="0" sz="1100">
                <a:solidFill>
                  <a:srgbClr val="FFFFFF"/>
                </a:solidFill>
                <a:latin typeface="Arial"/>
              </a:rPr>
              <a:t> (MIT, Stanford, others)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Build AI fluency and a common language for transformation</a:t>
            </a:r>
          </a:p>
        </p:txBody>
      </p:sp>
      <p:sp>
        <p:nvSpPr>
          <p:cNvPr id="12" name="Oval 11"/>
          <p:cNvSpPr/>
          <p:nvPr/>
        </p:nvSpPr>
        <p:spPr>
          <a:xfrm>
            <a:off x="5605272" y="213055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7740" y="1170432"/>
            <a:ext cx="19659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1. Baselining &amp; defining problems to be solved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Map the current domain, pain points, and baseline KPIs; define problems to be solved and the opportunity statement</a:t>
            </a:r>
          </a:p>
        </p:txBody>
      </p:sp>
      <p:sp>
        <p:nvSpPr>
          <p:cNvPr id="14" name="Oval 13"/>
          <p:cNvSpPr/>
          <p:nvPr/>
        </p:nvSpPr>
        <p:spPr>
          <a:xfrm>
            <a:off x="7708392" y="213055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0859" y="1170432"/>
            <a:ext cx="19659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2. Unconstrained reimagination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Develop an initial, unconstrained hypothesis for the reimagined “to-be” domain, using AI and non-AI levers</a:t>
            </a:r>
          </a:p>
        </p:txBody>
      </p:sp>
      <p:sp>
        <p:nvSpPr>
          <p:cNvPr id="16" name="Oval 15"/>
          <p:cNvSpPr/>
          <p:nvPr/>
        </p:nvSpPr>
        <p:spPr>
          <a:xfrm>
            <a:off x="9811512" y="213055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980" y="1170432"/>
            <a:ext cx="19659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3. Value creation aspiration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Set a high-level aspiration and target KPIs aimed at bold, 10x impact from baseline – not incremental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300">
                <a:solidFill>
                  <a:srgbClr val="6FE3C8"/>
                </a:solidFill>
                <a:latin typeface="Arial"/>
              </a:rPr>
              <a:t>Forum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871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300">
                <a:solidFill>
                  <a:srgbClr val="6FE3C8"/>
                </a:solidFill>
                <a:latin typeface="Arial"/>
              </a:rPr>
              <a:t>Field work – 5-6 weeks</a:t>
            </a:r>
          </a:p>
        </p:txBody>
      </p:sp>
      <p:sp>
        <p:nvSpPr>
          <p:cNvPr id="20" name="Oval 19"/>
          <p:cNvSpPr/>
          <p:nvPr/>
        </p:nvSpPr>
        <p:spPr>
          <a:xfrm>
            <a:off x="9308592" y="400507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6780" y="4389120"/>
            <a:ext cx="1874519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4. Data &amp; platform enablers and solution architecture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Identify data, AI, and platform capabilities required; define the solution architecture blueprint and orchestration</a:t>
            </a:r>
          </a:p>
        </p:txBody>
      </p:sp>
      <p:sp>
        <p:nvSpPr>
          <p:cNvPr id="22" name="Oval 21"/>
          <p:cNvSpPr/>
          <p:nvPr/>
        </p:nvSpPr>
        <p:spPr>
          <a:xfrm>
            <a:off x="7296912" y="400507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389120"/>
            <a:ext cx="1874519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5. Trust &amp; governance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Define the governance model (data, AI, SDLC approval workflows) and evals for accuracy and explainability</a:t>
            </a:r>
          </a:p>
        </p:txBody>
      </p:sp>
      <p:sp>
        <p:nvSpPr>
          <p:cNvPr id="24" name="Oval 23"/>
          <p:cNvSpPr/>
          <p:nvPr/>
        </p:nvSpPr>
        <p:spPr>
          <a:xfrm>
            <a:off x="5285232" y="400507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3420" y="4389120"/>
            <a:ext cx="1874519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6. Workforce reconfiguration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Outline the future operating model (teams and roles), capacity unlocked, and the change management approach</a:t>
            </a:r>
          </a:p>
        </p:txBody>
      </p:sp>
      <p:sp>
        <p:nvSpPr>
          <p:cNvPr id="26" name="Oval 25"/>
          <p:cNvSpPr/>
          <p:nvPr/>
        </p:nvSpPr>
        <p:spPr>
          <a:xfrm>
            <a:off x="3273552" y="4005072"/>
            <a:ext cx="310896" cy="310896"/>
          </a:xfrm>
          <a:prstGeom prst="ellipse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1" i="0" sz="120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1740" y="4389120"/>
            <a:ext cx="1874519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39BDF3"/>
                </a:solidFill>
                <a:latin typeface="Arial"/>
              </a:rPr>
              <a:t>7. Horizons of transformation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Define transformation phases and the capabilities expected at each stage, from MVP through subsequent waves</a:t>
            </a:r>
          </a:p>
        </p:txBody>
      </p:sp>
      <p:sp>
        <p:nvSpPr>
          <p:cNvPr id="28" name="Oval 27"/>
          <p:cNvSpPr/>
          <p:nvPr/>
        </p:nvSpPr>
        <p:spPr>
          <a:xfrm>
            <a:off x="1325880" y="4023359"/>
            <a:ext cx="274320" cy="274320"/>
          </a:xfrm>
          <a:prstGeom prst="ellipse">
            <a:avLst/>
          </a:prstGeom>
          <a:solidFill>
            <a:srgbClr val="6FE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" y="4389120"/>
            <a:ext cx="17830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b="1" i="0" sz="1100">
                <a:solidFill>
                  <a:srgbClr val="6FE3C8"/>
                </a:solidFill>
                <a:latin typeface="Arial"/>
              </a:rPr>
              <a:t>Execution-ready AI blueprint</a:t>
            </a:r>
          </a:p>
          <a:p>
            <a:pPr algn="l">
              <a:spcAft>
                <a:spcPts val="0"/>
              </a:spcAft>
              <a:buNone/>
            </a:pPr>
            <a:r>
              <a:rPr b="0" i="0" sz="850">
                <a:solidFill>
                  <a:srgbClr val="D6E4EF"/>
                </a:solidFill>
                <a:latin typeface="Arial"/>
              </a:rPr>
              <a:t>The output for each priority domain, ready for incubation and build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" y="5806440"/>
            <a:ext cx="11164824" cy="502920"/>
          </a:xfrm>
          <a:prstGeom prst="roundRect">
            <a:avLst>
              <a:gd name="adj" fmla="val 25000"/>
            </a:avLst>
          </a:prstGeom>
          <a:noFill/>
          <a:ln w="9525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b="0" i="1" sz="1050">
                <a:solidFill>
                  <a:srgbClr val="BFD6E4"/>
                </a:solidFill>
                <a:latin typeface="Arial"/>
              </a:rPr>
              <a:t>Weekly expert check-ins / office hours follow the academic immersion, offering ongoing support and expert perspectives throughout the field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196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b="0" i="0" sz="800">
                <a:solidFill>
                  <a:srgbClr val="8CA3B5"/>
                </a:solidFill>
                <a:latin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2052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926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2400">
                <a:solidFill>
                  <a:srgbClr val="FFFFFF"/>
                </a:solidFill>
                <a:latin typeface="Arial"/>
              </a:rPr>
              <a:t>TransUnion’s AI skilling acceleration would consist of three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" y="1417320"/>
            <a:ext cx="3566160" cy="4480560"/>
          </a:xfrm>
          <a:prstGeom prst="roundRect">
            <a:avLst>
              <a:gd name="adj" fmla="val 4500"/>
            </a:avLst>
          </a:prstGeom>
          <a:solidFill>
            <a:srgbClr val="0D2C46"/>
          </a:solidFill>
          <a:ln w="9525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691640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00">
                <a:solidFill>
                  <a:srgbClr val="9FD9F9"/>
                </a:solidFill>
                <a:latin typeface="Arial"/>
              </a:rPr>
              <a:t>Phase 1 – 3-4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984248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2000">
                <a:solidFill>
                  <a:srgbClr val="FFFFFF"/>
                </a:solidFill>
                <a:latin typeface="Arial"/>
              </a:rPr>
              <a:t>Design sprint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13816" y="2898648"/>
            <a:ext cx="2377439" cy="128016"/>
          </a:xfrm>
          <a:prstGeom prst="rightArrow">
            <a:avLst>
              <a:gd name="adj1" fmla="val 100000"/>
              <a:gd name="adj2" fmla="val 60000"/>
            </a:avLst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246120"/>
            <a:ext cx="3054096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Co-design the curriculum and program with TransUnion – learning objectives, modules, and field work templates</a:t>
            </a:r>
          </a:p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Confirm priority domains, cohort composition, and participant selection</a:t>
            </a:r>
          </a:p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Prepare pre-work and baseline assessments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4480560"/>
          </a:xfrm>
          <a:prstGeom prst="roundRect">
            <a:avLst>
              <a:gd name="adj" fmla="val 4500"/>
            </a:avLst>
          </a:prstGeom>
          <a:solidFill>
            <a:srgbClr val="0D2C46"/>
          </a:solidFill>
          <a:ln w="9525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00">
                <a:solidFill>
                  <a:srgbClr val="9FD9F9"/>
                </a:solidFill>
                <a:latin typeface="Arial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2000">
                <a:solidFill>
                  <a:srgbClr val="FFFFFF"/>
                </a:solidFill>
                <a:latin typeface="Arial"/>
              </a:rPr>
              <a:t>Kick-off and academic immersion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72000" y="2898648"/>
            <a:ext cx="2377439" cy="128016"/>
          </a:xfrm>
          <a:prstGeom prst="rightArrow">
            <a:avLst>
              <a:gd name="adj1" fmla="val 100000"/>
              <a:gd name="adj2" fmla="val 60000"/>
            </a:avLst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054096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Program kick-off to align leaders on objectives, priority domains, and the field work approach</a:t>
            </a:r>
          </a:p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3 days at an academic institution (MIT, Stanford, others) to build AI fluency and a common transformation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417320"/>
            <a:ext cx="3566160" cy="4480560"/>
          </a:xfrm>
          <a:prstGeom prst="roundRect">
            <a:avLst>
              <a:gd name="adj" fmla="val 4500"/>
            </a:avLst>
          </a:prstGeom>
          <a:solidFill>
            <a:srgbClr val="0D2C46"/>
          </a:solidFill>
          <a:ln w="9525">
            <a:solidFill>
              <a:srgbClr val="1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1691640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1100">
                <a:solidFill>
                  <a:srgbClr val="9FD9F9"/>
                </a:solidFill>
                <a:latin typeface="Arial"/>
              </a:rPr>
              <a:t>Phase 3 – 4-5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1984248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sz="2000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30183" y="2898648"/>
            <a:ext cx="2377439" cy="128016"/>
          </a:xfrm>
          <a:prstGeom prst="rightArrow">
            <a:avLst>
              <a:gd name="adj1" fmla="val 100000"/>
              <a:gd name="adj2" fmla="val 60000"/>
            </a:avLst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3246120"/>
            <a:ext cx="3054096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Field work through the seven steps, taking each priority domain to an execution-ready AI blueprint</a:t>
            </a:r>
          </a:p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Weekly expert check-ins / office hours for ongoing support and challenge</a:t>
            </a:r>
          </a:p>
          <a:p>
            <a:pPr algn="l" marL="160020" indent="-160020">
              <a:spcAft>
                <a:spcPts val="1000"/>
              </a:spcAft>
              <a:buFont typeface="Arial"/>
              <a:buChar char="•"/>
            </a:pPr>
            <a:r>
              <a:rPr b="0" i="0" sz="1150">
                <a:solidFill>
                  <a:srgbClr val="FFFFFF"/>
                </a:solidFill>
                <a:latin typeface="Arial"/>
              </a:rPr>
              <a:t>Wrap-up session to de-brief field work outcomes and align on the road ahead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196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b="0" i="0" sz="800">
                <a:solidFill>
                  <a:srgbClr val="8CA3B5"/>
                </a:solidFill>
                <a:latin typeface="Arial"/>
              </a:rPr>
              <a:t>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85521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 hidden="1">
            <a:extLst>
              <a:ext uri="{FF2B5EF4-FFF2-40B4-BE49-F238E27FC236}">
                <a16:creationId xmlns:a16="http://schemas.microsoft.com/office/drawing/2014/main" id="{521E1145-4109-8B2C-4F79-DD353D7864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14878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8" imgH="428" progId="TCLayout.ActiveDocument.1">
                  <p:embed/>
                </p:oleObj>
              </mc:Choice>
              <mc:Fallback>
                <p:oleObj name="think-cell Slide" r:id="rId3" imgW="428" imgH="428" progId="TCLayout.ActiveDocument.1">
                  <p:embed/>
                  <p:pic>
                    <p:nvPicPr>
                      <p:cNvPr id="4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1E1145-4109-8B2C-4F79-DD353D7864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object 2"/>
          <p:cNvGrpSpPr/>
          <p:nvPr/>
        </p:nvGrpSpPr>
        <p:grpSpPr>
          <a:xfrm>
            <a:off x="554736" y="1500632"/>
            <a:ext cx="11172825" cy="791845"/>
            <a:chOff x="554736" y="1500632"/>
            <a:chExt cx="11172825" cy="791845"/>
          </a:xfrm>
        </p:grpSpPr>
        <p:pic>
          <p:nvPicPr>
            <p:cNvPr id="3" name="object 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5460" y="1500632"/>
              <a:ext cx="9951846" cy="7913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4736" y="1508887"/>
              <a:ext cx="11082655" cy="0"/>
            </a:xfrm>
            <a:custGeom>
              <a:avLst/>
              <a:gdLst/>
              <a:ahLst/>
              <a:cxnLst/>
              <a:rect l="l" t="t" r="r" b="b"/>
              <a:pathLst>
                <a:path w="11082655">
                  <a:moveTo>
                    <a:pt x="0" y="0"/>
                  </a:moveTo>
                  <a:lnTo>
                    <a:pt x="1108252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43461" y="-50"/>
            <a:ext cx="748563" cy="679373"/>
          </a:xfrm>
          <a:prstGeom prst="rect">
            <a:avLst/>
          </a:prstGeom>
        </p:spPr>
      </p:pic>
      <p:sp>
        <p:nvSpPr>
          <p:cNvPr id="6" name="Holder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355"/>
              </a:spcBef>
              <a:tabLst>
                <a:tab pos="4853305" algn="l"/>
              </a:tabLst>
            </a:pPr>
            <a:r>
              <a:rPr dirty="0">
                <a:solidFill>
                  <a:srgbClr val="00A9F4"/>
                </a:solidFill>
              </a:rPr>
              <a:t>Proven</a:t>
            </a:r>
            <a:r>
              <a:rPr spc="-55" dirty="0">
                <a:solidFill>
                  <a:srgbClr val="00A9F4"/>
                </a:solidFill>
              </a:rPr>
              <a:t> </a:t>
            </a:r>
            <a:r>
              <a:rPr dirty="0">
                <a:solidFill>
                  <a:srgbClr val="00A9F4"/>
                </a:solidFill>
              </a:rPr>
              <a:t>model.</a:t>
            </a:r>
            <a:r>
              <a:rPr spc="-20" dirty="0">
                <a:solidFill>
                  <a:srgbClr val="00A9F4"/>
                </a:solidFill>
              </a:rPr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have</a:t>
            </a:r>
            <a:r>
              <a:rPr spc="-5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track</a:t>
            </a:r>
            <a:r>
              <a:rPr spc="-55" dirty="0"/>
              <a:t> </a:t>
            </a:r>
            <a:r>
              <a:rPr dirty="0"/>
              <a:t>record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building</a:t>
            </a:r>
            <a:r>
              <a:rPr spc="-45" dirty="0"/>
              <a:t> </a:t>
            </a:r>
            <a:r>
              <a:rPr dirty="0"/>
              <a:t>fluency,</a:t>
            </a:r>
            <a:r>
              <a:rPr spc="-65" dirty="0"/>
              <a:t> </a:t>
            </a:r>
            <a:r>
              <a:rPr spc="-10" dirty="0"/>
              <a:t>driving </a:t>
            </a:r>
            <a:r>
              <a:rPr dirty="0"/>
              <a:t>tool</a:t>
            </a:r>
            <a:r>
              <a:rPr spc="-105" dirty="0"/>
              <a:t> </a:t>
            </a:r>
            <a:r>
              <a:rPr dirty="0"/>
              <a:t>adoption,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scaling</a:t>
            </a:r>
            <a:r>
              <a:rPr spc="-90" dirty="0"/>
              <a:t> </a:t>
            </a:r>
            <a:r>
              <a:rPr spc="-25" dirty="0"/>
              <a:t>AI</a:t>
            </a:r>
            <a:r>
              <a:rPr dirty="0"/>
              <a:t>	across</a:t>
            </a:r>
            <a:r>
              <a:rPr spc="-30" dirty="0"/>
              <a:t> </a:t>
            </a:r>
            <a:r>
              <a:rPr dirty="0"/>
              <a:t>leading</a:t>
            </a:r>
            <a:r>
              <a:rPr spc="-60" dirty="0"/>
              <a:t> </a:t>
            </a:r>
            <a:r>
              <a:rPr spc="-10" dirty="0"/>
              <a:t>institutions</a:t>
            </a:r>
          </a:p>
        </p:txBody>
      </p:sp>
      <p:sp>
        <p:nvSpPr>
          <p:cNvPr id="7" name="object 7"/>
          <p:cNvSpPr/>
          <p:nvPr/>
        </p:nvSpPr>
        <p:spPr>
          <a:xfrm>
            <a:off x="554736" y="4279900"/>
            <a:ext cx="11082655" cy="0"/>
          </a:xfrm>
          <a:custGeom>
            <a:avLst/>
            <a:gdLst/>
            <a:ahLst/>
            <a:cxnLst/>
            <a:rect l="l" t="t" r="r" b="b"/>
            <a:pathLst>
              <a:path w="11082655">
                <a:moveTo>
                  <a:pt x="0" y="0"/>
                </a:moveTo>
                <a:lnTo>
                  <a:pt x="11082528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51025" y="2441320"/>
            <a:ext cx="9786620" cy="0"/>
          </a:xfrm>
          <a:custGeom>
            <a:avLst/>
            <a:gdLst/>
            <a:ahLst/>
            <a:cxnLst/>
            <a:rect l="l" t="t" r="r" b="b"/>
            <a:pathLst>
              <a:path w="9786620">
                <a:moveTo>
                  <a:pt x="0" y="0"/>
                </a:moveTo>
                <a:lnTo>
                  <a:pt x="9786239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4736" y="5391530"/>
            <a:ext cx="11082655" cy="0"/>
          </a:xfrm>
          <a:custGeom>
            <a:avLst/>
            <a:gdLst/>
            <a:ahLst/>
            <a:cxnLst/>
            <a:rect l="l" t="t" r="r" b="b"/>
            <a:pathLst>
              <a:path w="11082655">
                <a:moveTo>
                  <a:pt x="0" y="0"/>
                </a:moveTo>
                <a:lnTo>
                  <a:pt x="11082528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445" y="1225422"/>
            <a:ext cx="6007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036" y="1225422"/>
            <a:ext cx="9023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Aspiration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51025" y="3514471"/>
            <a:ext cx="9786620" cy="0"/>
          </a:xfrm>
          <a:custGeom>
            <a:avLst/>
            <a:gdLst/>
            <a:ahLst/>
            <a:cxnLst/>
            <a:rect l="l" t="t" r="r" b="b"/>
            <a:pathLst>
              <a:path w="9786620">
                <a:moveTo>
                  <a:pt x="0" y="0"/>
                </a:moveTo>
                <a:lnTo>
                  <a:pt x="9786239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55554" y="1048385"/>
            <a:ext cx="161798" cy="1602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872596" y="1037590"/>
            <a:ext cx="768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Detail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follows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38705" y="1012063"/>
            <a:ext cx="7588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Case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Example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9217" y="1225422"/>
            <a:ext cx="8509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Approach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38705" y="2481833"/>
            <a:ext cx="70739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 financial institution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09707" y="2481833"/>
            <a:ext cx="967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upskilled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29445" y="2475738"/>
            <a:ext cx="721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200+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82264" y="2481833"/>
            <a:ext cx="5951220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097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was</a:t>
            </a:r>
            <a:r>
              <a:rPr kumimoji="0" sz="10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focusing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upskilling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200+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senior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executives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end-to-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end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building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common</a:t>
            </a:r>
            <a:r>
              <a:rPr kumimoji="0" sz="10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language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shared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frameworks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across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designed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delivered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“field-and-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forum”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0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senior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masterclass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anchored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Rewired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framework,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allowing leaders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align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vision,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value,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roadmap,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enablers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transformation.</a:t>
            </a:r>
            <a:r>
              <a:rPr kumimoji="0" sz="10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included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day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training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MIT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applying</a:t>
            </a:r>
            <a:r>
              <a:rPr kumimoji="0" sz="1000" b="0" i="0" u="none" strike="noStrike" kern="0" cap="none" spc="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learnings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through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capstone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exercise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focused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priority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38705" y="3554984"/>
            <a:ext cx="8909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E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CPG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company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9707" y="3554984"/>
            <a:ext cx="967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upskilled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29445" y="3549141"/>
            <a:ext cx="720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300+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82264" y="3516020"/>
            <a:ext cx="5993130" cy="7118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CPG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company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was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aiming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prepare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senior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role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champion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Digital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established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customized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approach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tailored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senior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leaders,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including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immersive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workshops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1:1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coaching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tied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specific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business-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back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value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(e.g.,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exemplar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cases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selected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business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impact)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best-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practice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Capability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Building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approac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036" y="5431028"/>
            <a:ext cx="879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200" b="1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Adoption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38705" y="5432552"/>
            <a:ext cx="707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B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 Telco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29445" y="5426455"/>
            <a:ext cx="574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85%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109707" y="5432552"/>
            <a:ext cx="1532890" cy="86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pilot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participants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actively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engaging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multiple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times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week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374650" lvl="0" indent="0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daily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savings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29445" y="5965037"/>
            <a:ext cx="913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1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Hour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2264" y="5432552"/>
            <a:ext cx="598360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1054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Telco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faced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challenges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such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low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adoption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existing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limited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IT-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HR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collaboration,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lack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coordinated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strategy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established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1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Hub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(for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general-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purpose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copilot)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HR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experts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drive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change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across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elements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influence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model,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conducted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cohort-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training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recognized institutions,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tailored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level,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leveraged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change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agents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(super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users)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promote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peer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learning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5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employed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ongoing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engagement</a:t>
            </a:r>
            <a:r>
              <a:rPr kumimoji="0" sz="10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strategies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(e.g.,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nudges)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ensure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sustained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adoption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2036" y="4319142"/>
            <a:ext cx="806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Literacy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38705" y="4320666"/>
            <a:ext cx="707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 Fintech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09707" y="4412107"/>
            <a:ext cx="13468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Champions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upskilled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09707" y="4705350"/>
            <a:ext cx="14414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ideated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prioritized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29445" y="4235297"/>
            <a:ext cx="548005" cy="7950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40+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90+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82264" y="4320666"/>
            <a:ext cx="598868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7165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Launched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000" b="1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Champion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capability-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building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early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adopters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drive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literacy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accelerate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readiness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partnered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design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deliver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two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experiential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workshops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focused</a:t>
            </a:r>
            <a:r>
              <a:rPr kumimoji="0" sz="10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building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inspiration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around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Rewired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principles 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hands-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ideation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sessions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combined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field-and-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forum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learning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including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applied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exercises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GenAI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tools,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prioritization</a:t>
            </a:r>
            <a:r>
              <a:rPr kumimoji="0" sz="1000" b="0" i="0" u="none" strike="noStrike" kern="0" cap="none" spc="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simulations,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2036" y="1561338"/>
            <a:ext cx="1136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Domain Transformation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38705" y="1562861"/>
            <a:ext cx="707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 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bank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109707" y="1649094"/>
            <a:ext cx="147256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Opportunity</a:t>
            </a:r>
            <a:r>
              <a:rPr kumimoji="0" sz="1000" b="0" i="0" u="none" strike="noStrike" kern="0" cap="none" spc="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identified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across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three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business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domains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cohort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29445" y="1556765"/>
            <a:ext cx="929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Georgia"/>
                <a:cs typeface="Georgia"/>
              </a:rPr>
              <a:t>$100m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82264" y="1584198"/>
            <a:ext cx="5862320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global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bank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sought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upskill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200-300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e2e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transformations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AI,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shifting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focus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holistic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unlock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value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100965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1000" b="0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designed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"field-and-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forum"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 upskilling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anchored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Rewired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framework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combining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day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immersion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custom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field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assignments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reimagine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priority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domains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help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identify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accelerate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most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impactful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initiatives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5462866"/>
            <a:ext cx="2238375" cy="1395730"/>
            <a:chOff x="0" y="5462866"/>
            <a:chExt cx="2238375" cy="1395730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" y="5688938"/>
              <a:ext cx="2237232" cy="11690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5462866"/>
              <a:ext cx="554735" cy="845591"/>
            </a:xfrm>
            <a:prstGeom prst="rect">
              <a:avLst/>
            </a:prstGeom>
          </p:spPr>
        </p:pic>
      </p:grpSp>
      <p:sp>
        <p:nvSpPr>
          <p:cNvPr id="45" name="Holder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McKinsey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Company</a:t>
            </a:r>
          </a:p>
        </p:txBody>
      </p:sp>
      <p:sp>
        <p:nvSpPr>
          <p:cNvPr id="46" name="Holder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95"/>
              </a:spcBef>
            </a:pPr>
            <a:r>
              <a:rPr dirty="0">
                <a:solidFill>
                  <a:srgbClr val="00A9F4"/>
                </a:solidFill>
              </a:rPr>
              <a:t>Proven</a:t>
            </a:r>
            <a:r>
              <a:rPr spc="-65" dirty="0">
                <a:solidFill>
                  <a:srgbClr val="00A9F4"/>
                </a:solidFill>
              </a:rPr>
              <a:t> </a:t>
            </a:r>
            <a:r>
              <a:rPr dirty="0">
                <a:solidFill>
                  <a:srgbClr val="00A9F4"/>
                </a:solidFill>
              </a:rPr>
              <a:t>model.</a:t>
            </a:r>
            <a:r>
              <a:rPr spc="-35" dirty="0">
                <a:solidFill>
                  <a:srgbClr val="00A9F4"/>
                </a:solidFill>
              </a:rPr>
              <a:t> </a:t>
            </a:r>
            <a:r>
              <a:rPr dirty="0"/>
              <a:t>Case</a:t>
            </a:r>
            <a:r>
              <a:rPr spc="-55" dirty="0"/>
              <a:t> </a:t>
            </a: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“field-</a:t>
            </a:r>
            <a:r>
              <a:rPr spc="-25" dirty="0"/>
              <a:t>and-</a:t>
            </a:r>
            <a:r>
              <a:rPr spc="-10" dirty="0"/>
              <a:t>forum”</a:t>
            </a:r>
          </a:p>
          <a:p>
            <a:pPr marL="12700">
              <a:lnSpc>
                <a:spcPts val="2900"/>
              </a:lnSpc>
            </a:pPr>
            <a:r>
              <a:rPr dirty="0"/>
              <a:t>AI</a:t>
            </a:r>
            <a:r>
              <a:rPr spc="-60" dirty="0"/>
              <a:t> </a:t>
            </a:r>
            <a:r>
              <a:rPr dirty="0"/>
              <a:t>upskilling</a:t>
            </a:r>
            <a:r>
              <a:rPr spc="-60" dirty="0"/>
              <a:t> </a:t>
            </a:r>
            <a:r>
              <a:rPr dirty="0"/>
              <a:t>program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large</a:t>
            </a:r>
            <a:r>
              <a:rPr spc="-70" dirty="0"/>
              <a:t> </a:t>
            </a:r>
            <a:r>
              <a:rPr dirty="0"/>
              <a:t>global</a:t>
            </a:r>
            <a:r>
              <a:rPr spc="-70" dirty="0"/>
              <a:t> </a:t>
            </a:r>
            <a:r>
              <a:rPr dirty="0"/>
              <a:t>bank</a:t>
            </a:r>
            <a:r>
              <a:rPr spc="-55" dirty="0"/>
              <a:t> </a:t>
            </a:r>
            <a:r>
              <a:rPr spc="-10" dirty="0"/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036" y="1732610"/>
            <a:ext cx="5433060" cy="177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Leading</a:t>
            </a: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global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bank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seeking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upskill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200–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300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end-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to-end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transformations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500" b="0" i="0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algn="just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Organization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intended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shift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focus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isolated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cases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holistic</a:t>
            </a:r>
            <a:r>
              <a:rPr kumimoji="0" sz="15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transformations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unlock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greater</a:t>
            </a:r>
            <a:r>
              <a:rPr kumimoji="0" sz="1500" b="0" i="0" u="none" strike="noStrike" kern="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5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value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500" b="0" i="0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bank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aimed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amplify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accelerate</a:t>
            </a: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r>
              <a:rPr kumimoji="0" sz="15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50</a:t>
            </a:r>
            <a:r>
              <a:rPr kumimoji="0" sz="1500" b="0" i="0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initiatives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82861" y="0"/>
            <a:ext cx="3009265" cy="2421255"/>
            <a:chOff x="9182861" y="0"/>
            <a:chExt cx="3009265" cy="2421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1514" y="0"/>
              <a:ext cx="2610484" cy="24207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2861" y="116078"/>
              <a:ext cx="1276857" cy="127685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42036" y="1295146"/>
            <a:ext cx="73329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6104890" algn="l"/>
              </a:tabLst>
              <a:defRPr/>
            </a:pP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Context</a:t>
            </a: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Objectives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6584" y="2381250"/>
            <a:ext cx="467233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Create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common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language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core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concepts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cascade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rest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org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6584" y="3042665"/>
            <a:ext cx="405002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Help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5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identify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accelerate</a:t>
            </a:r>
            <a:r>
              <a:rPr kumimoji="0" sz="15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most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impactful</a:t>
            </a:r>
            <a:r>
              <a:rPr kumimoji="0" sz="15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initiatives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6584" y="1719834"/>
            <a:ext cx="452755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Elevate</a:t>
            </a:r>
            <a:r>
              <a:rPr kumimoji="0" sz="15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 fluency</a:t>
            </a:r>
            <a:r>
              <a:rPr kumimoji="0" sz="15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among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senior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leaders</a:t>
            </a:r>
            <a:r>
              <a:rPr kumimoji="0" sz="15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through</a:t>
            </a:r>
            <a:r>
              <a:rPr kumimoji="0" sz="15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field-and-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forum</a:t>
            </a:r>
            <a:r>
              <a:rPr kumimoji="0" sz="15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learning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experience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46164" y="1751964"/>
            <a:ext cx="235584" cy="23558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98995" y="1738629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6164" y="2413254"/>
            <a:ext cx="235584" cy="23558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698995" y="2400046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6164" y="3074542"/>
            <a:ext cx="235584" cy="23558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698995" y="3061461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4736" y="1647063"/>
            <a:ext cx="5442585" cy="0"/>
          </a:xfrm>
          <a:custGeom>
            <a:avLst/>
            <a:gdLst/>
            <a:ahLst/>
            <a:cxnLst/>
            <a:rect l="l" t="t" r="r" b="b"/>
            <a:pathLst>
              <a:path w="5442585">
                <a:moveTo>
                  <a:pt x="0" y="0"/>
                </a:moveTo>
                <a:lnTo>
                  <a:pt x="54422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46164" y="1647063"/>
            <a:ext cx="4991100" cy="0"/>
          </a:xfrm>
          <a:custGeom>
            <a:avLst/>
            <a:gdLst/>
            <a:ahLst/>
            <a:cxnLst/>
            <a:rect l="l" t="t" r="r" b="b"/>
            <a:pathLst>
              <a:path w="4991100">
                <a:moveTo>
                  <a:pt x="0" y="0"/>
                </a:moveTo>
                <a:lnTo>
                  <a:pt x="499110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3065" y="3660266"/>
            <a:ext cx="11405870" cy="2793365"/>
            <a:chOff x="393065" y="3660266"/>
            <a:chExt cx="11405870" cy="279336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065" y="3660266"/>
              <a:ext cx="11405869" cy="27929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40454" y="4399152"/>
              <a:ext cx="3795395" cy="1845945"/>
            </a:xfrm>
            <a:custGeom>
              <a:avLst/>
              <a:gdLst/>
              <a:ahLst/>
              <a:cxnLst/>
              <a:rect l="l" t="t" r="r" b="b"/>
              <a:pathLst>
                <a:path w="3795395" h="1845945">
                  <a:moveTo>
                    <a:pt x="0" y="1153160"/>
                  </a:moveTo>
                  <a:lnTo>
                    <a:pt x="0" y="1845716"/>
                  </a:lnTo>
                </a:path>
                <a:path w="3795395" h="1845945">
                  <a:moveTo>
                    <a:pt x="0" y="0"/>
                  </a:moveTo>
                  <a:lnTo>
                    <a:pt x="0" y="923417"/>
                  </a:lnTo>
                </a:path>
                <a:path w="3795395" h="1845945">
                  <a:moveTo>
                    <a:pt x="3794887" y="1153160"/>
                  </a:moveTo>
                  <a:lnTo>
                    <a:pt x="3794887" y="1845716"/>
                  </a:lnTo>
                </a:path>
                <a:path w="3795395" h="1845945">
                  <a:moveTo>
                    <a:pt x="3794887" y="0"/>
                  </a:moveTo>
                  <a:lnTo>
                    <a:pt x="3794887" y="923417"/>
                  </a:lnTo>
                </a:path>
              </a:pathLst>
            </a:custGeom>
            <a:ln w="6350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09191" y="5536183"/>
            <a:ext cx="251206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Action</a:t>
            </a:r>
            <a:r>
              <a:rPr kumimoji="0" sz="15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learning</a:t>
            </a:r>
            <a:r>
              <a:rPr kumimoji="0" sz="15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via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custom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field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assignment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reimagine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domains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4736" y="4409262"/>
            <a:ext cx="11082655" cy="1756410"/>
            <a:chOff x="554736" y="4409262"/>
            <a:chExt cx="11082655" cy="175641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054" y="5854311"/>
              <a:ext cx="158480" cy="23655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2340" y="5709117"/>
              <a:ext cx="277495" cy="450215"/>
            </a:xfrm>
            <a:custGeom>
              <a:avLst/>
              <a:gdLst/>
              <a:ahLst/>
              <a:cxnLst/>
              <a:rect l="l" t="t" r="r" b="b"/>
              <a:pathLst>
                <a:path w="277494" h="450214">
                  <a:moveTo>
                    <a:pt x="157008" y="375488"/>
                  </a:moveTo>
                  <a:lnTo>
                    <a:pt x="130304" y="356449"/>
                  </a:lnTo>
                  <a:lnTo>
                    <a:pt x="110275" y="342169"/>
                  </a:lnTo>
                  <a:lnTo>
                    <a:pt x="106460" y="339313"/>
                  </a:lnTo>
                  <a:lnTo>
                    <a:pt x="4411" y="159393"/>
                  </a:lnTo>
                  <a:lnTo>
                    <a:pt x="0" y="143091"/>
                  </a:lnTo>
                  <a:lnTo>
                    <a:pt x="789" y="134360"/>
                  </a:lnTo>
                  <a:lnTo>
                    <a:pt x="3457" y="126075"/>
                  </a:lnTo>
                  <a:lnTo>
                    <a:pt x="26346" y="79429"/>
                  </a:lnTo>
                  <a:lnTo>
                    <a:pt x="57820" y="16599"/>
                  </a:lnTo>
                  <a:lnTo>
                    <a:pt x="64883" y="7020"/>
                  </a:lnTo>
                  <a:lnTo>
                    <a:pt x="74987" y="1368"/>
                  </a:lnTo>
                  <a:lnTo>
                    <a:pt x="86521" y="0"/>
                  </a:lnTo>
                  <a:lnTo>
                    <a:pt x="97877" y="3272"/>
                  </a:lnTo>
                  <a:lnTo>
                    <a:pt x="105626" y="9549"/>
                  </a:lnTo>
                  <a:lnTo>
                    <a:pt x="111229" y="17789"/>
                  </a:lnTo>
                  <a:lnTo>
                    <a:pt x="113971" y="27101"/>
                  </a:lnTo>
                  <a:lnTo>
                    <a:pt x="113136" y="36590"/>
                  </a:lnTo>
                  <a:lnTo>
                    <a:pt x="96923" y="83236"/>
                  </a:lnTo>
                  <a:lnTo>
                    <a:pt x="80709" y="129882"/>
                  </a:lnTo>
                  <a:lnTo>
                    <a:pt x="100738" y="166057"/>
                  </a:lnTo>
                </a:path>
                <a:path w="277494" h="450214">
                  <a:moveTo>
                    <a:pt x="99784" y="375488"/>
                  </a:moveTo>
                  <a:lnTo>
                    <a:pt x="277179" y="375488"/>
                  </a:lnTo>
                  <a:lnTo>
                    <a:pt x="277179" y="449737"/>
                  </a:lnTo>
                  <a:lnTo>
                    <a:pt x="99784" y="449737"/>
                  </a:lnTo>
                  <a:lnTo>
                    <a:pt x="99784" y="375488"/>
                  </a:lnTo>
                  <a:close/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3839" y="5854311"/>
              <a:ext cx="158480" cy="23655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84808" y="5709117"/>
              <a:ext cx="276225" cy="450215"/>
            </a:xfrm>
            <a:custGeom>
              <a:avLst/>
              <a:gdLst/>
              <a:ahLst/>
              <a:cxnLst/>
              <a:rect l="l" t="t" r="r" b="b"/>
              <a:pathLst>
                <a:path w="276225" h="450214">
                  <a:moveTo>
                    <a:pt x="119216" y="375488"/>
                  </a:moveTo>
                  <a:lnTo>
                    <a:pt x="145921" y="356449"/>
                  </a:lnTo>
                  <a:lnTo>
                    <a:pt x="165950" y="342169"/>
                  </a:lnTo>
                  <a:lnTo>
                    <a:pt x="169764" y="339313"/>
                  </a:lnTo>
                  <a:lnTo>
                    <a:pt x="271814" y="159393"/>
                  </a:lnTo>
                  <a:lnTo>
                    <a:pt x="276225" y="143091"/>
                  </a:lnTo>
                  <a:lnTo>
                    <a:pt x="275435" y="134360"/>
                  </a:lnTo>
                  <a:lnTo>
                    <a:pt x="272768" y="126075"/>
                  </a:lnTo>
                  <a:lnTo>
                    <a:pt x="249878" y="79429"/>
                  </a:lnTo>
                  <a:lnTo>
                    <a:pt x="218405" y="16599"/>
                  </a:lnTo>
                  <a:lnTo>
                    <a:pt x="211341" y="7020"/>
                  </a:lnTo>
                  <a:lnTo>
                    <a:pt x="201238" y="1368"/>
                  </a:lnTo>
                  <a:lnTo>
                    <a:pt x="189704" y="0"/>
                  </a:lnTo>
                  <a:lnTo>
                    <a:pt x="178348" y="3272"/>
                  </a:lnTo>
                  <a:lnTo>
                    <a:pt x="170599" y="9549"/>
                  </a:lnTo>
                  <a:lnTo>
                    <a:pt x="164996" y="17789"/>
                  </a:lnTo>
                  <a:lnTo>
                    <a:pt x="162254" y="27101"/>
                  </a:lnTo>
                  <a:lnTo>
                    <a:pt x="163088" y="36590"/>
                  </a:lnTo>
                  <a:lnTo>
                    <a:pt x="179302" y="83236"/>
                  </a:lnTo>
                  <a:lnTo>
                    <a:pt x="195515" y="129882"/>
                  </a:lnTo>
                  <a:lnTo>
                    <a:pt x="175487" y="166057"/>
                  </a:lnTo>
                </a:path>
                <a:path w="276225" h="450214">
                  <a:moveTo>
                    <a:pt x="0" y="375488"/>
                  </a:moveTo>
                  <a:lnTo>
                    <a:pt x="177394" y="375488"/>
                  </a:lnTo>
                  <a:lnTo>
                    <a:pt x="177394" y="449737"/>
                  </a:lnTo>
                  <a:lnTo>
                    <a:pt x="0" y="449737"/>
                  </a:lnTo>
                  <a:lnTo>
                    <a:pt x="0" y="375488"/>
                  </a:lnTo>
                  <a:close/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6532" y="5637593"/>
              <a:ext cx="140309" cy="14007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28395" y="5568643"/>
              <a:ext cx="276860" cy="277495"/>
            </a:xfrm>
            <a:custGeom>
              <a:avLst/>
              <a:gdLst/>
              <a:ahLst/>
              <a:cxnLst/>
              <a:rect l="l" t="t" r="r" b="b"/>
              <a:pathLst>
                <a:path w="276859" h="277495">
                  <a:moveTo>
                    <a:pt x="35288" y="166592"/>
                  </a:moveTo>
                  <a:lnTo>
                    <a:pt x="0" y="166592"/>
                  </a:lnTo>
                  <a:lnTo>
                    <a:pt x="0" y="108523"/>
                  </a:lnTo>
                  <a:lnTo>
                    <a:pt x="35288" y="108523"/>
                  </a:lnTo>
                  <a:lnTo>
                    <a:pt x="37195" y="100907"/>
                  </a:lnTo>
                  <a:lnTo>
                    <a:pt x="41010" y="93291"/>
                  </a:lnTo>
                  <a:lnTo>
                    <a:pt x="44825" y="86628"/>
                  </a:lnTo>
                  <a:lnTo>
                    <a:pt x="20028" y="60925"/>
                  </a:lnTo>
                  <a:lnTo>
                    <a:pt x="61992" y="19991"/>
                  </a:lnTo>
                  <a:lnTo>
                    <a:pt x="86789" y="44742"/>
                  </a:lnTo>
                  <a:lnTo>
                    <a:pt x="94419" y="40934"/>
                  </a:lnTo>
                  <a:lnTo>
                    <a:pt x="102049" y="37126"/>
                  </a:lnTo>
                  <a:lnTo>
                    <a:pt x="109679" y="35222"/>
                  </a:lnTo>
                  <a:lnTo>
                    <a:pt x="109679" y="0"/>
                  </a:lnTo>
                  <a:lnTo>
                    <a:pt x="168811" y="0"/>
                  </a:lnTo>
                  <a:lnTo>
                    <a:pt x="168811" y="36174"/>
                  </a:lnTo>
                  <a:lnTo>
                    <a:pt x="176441" y="38078"/>
                  </a:lnTo>
                  <a:lnTo>
                    <a:pt x="184071" y="40934"/>
                  </a:lnTo>
                  <a:lnTo>
                    <a:pt x="190747" y="44742"/>
                  </a:lnTo>
                  <a:lnTo>
                    <a:pt x="214590" y="19991"/>
                  </a:lnTo>
                  <a:lnTo>
                    <a:pt x="256554" y="60925"/>
                  </a:lnTo>
                  <a:lnTo>
                    <a:pt x="231757" y="85676"/>
                  </a:lnTo>
                  <a:lnTo>
                    <a:pt x="235572" y="93291"/>
                  </a:lnTo>
                  <a:lnTo>
                    <a:pt x="239387" y="100907"/>
                  </a:lnTo>
                  <a:lnTo>
                    <a:pt x="241295" y="108523"/>
                  </a:lnTo>
                  <a:lnTo>
                    <a:pt x="276583" y="108523"/>
                  </a:lnTo>
                  <a:lnTo>
                    <a:pt x="276583" y="167544"/>
                  </a:lnTo>
                  <a:lnTo>
                    <a:pt x="241295" y="167544"/>
                  </a:lnTo>
                  <a:lnTo>
                    <a:pt x="239387" y="175160"/>
                  </a:lnTo>
                  <a:lnTo>
                    <a:pt x="235572" y="182776"/>
                  </a:lnTo>
                  <a:lnTo>
                    <a:pt x="231757" y="190391"/>
                  </a:lnTo>
                  <a:lnTo>
                    <a:pt x="255601" y="215142"/>
                  </a:lnTo>
                  <a:lnTo>
                    <a:pt x="213636" y="256076"/>
                  </a:lnTo>
                  <a:lnTo>
                    <a:pt x="189793" y="232277"/>
                  </a:lnTo>
                  <a:lnTo>
                    <a:pt x="183117" y="236085"/>
                  </a:lnTo>
                  <a:lnTo>
                    <a:pt x="174533" y="238941"/>
                  </a:lnTo>
                  <a:lnTo>
                    <a:pt x="167857" y="240845"/>
                  </a:lnTo>
                  <a:lnTo>
                    <a:pt x="167857" y="277020"/>
                  </a:lnTo>
                  <a:lnTo>
                    <a:pt x="109679" y="277020"/>
                  </a:lnTo>
                  <a:lnTo>
                    <a:pt x="109679" y="239893"/>
                  </a:lnTo>
                  <a:lnTo>
                    <a:pt x="103808" y="238138"/>
                  </a:lnTo>
                  <a:lnTo>
                    <a:pt x="97757" y="235847"/>
                  </a:lnTo>
                  <a:lnTo>
                    <a:pt x="91707" y="233200"/>
                  </a:lnTo>
                  <a:lnTo>
                    <a:pt x="85836" y="230374"/>
                  </a:lnTo>
                  <a:lnTo>
                    <a:pt x="61992" y="255125"/>
                  </a:lnTo>
                  <a:lnTo>
                    <a:pt x="20028" y="214190"/>
                  </a:lnTo>
                  <a:lnTo>
                    <a:pt x="44825" y="189439"/>
                  </a:lnTo>
                  <a:lnTo>
                    <a:pt x="40056" y="181824"/>
                  </a:lnTo>
                  <a:lnTo>
                    <a:pt x="37195" y="174208"/>
                  </a:lnTo>
                  <a:lnTo>
                    <a:pt x="35288" y="166592"/>
                  </a:lnTo>
                  <a:close/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80566" y="4415518"/>
              <a:ext cx="572770" cy="590550"/>
            </a:xfrm>
            <a:custGeom>
              <a:avLst/>
              <a:gdLst/>
              <a:ahLst/>
              <a:cxnLst/>
              <a:rect l="l" t="t" r="r" b="b"/>
              <a:pathLst>
                <a:path w="572769" h="590550">
                  <a:moveTo>
                    <a:pt x="66761" y="295110"/>
                  </a:moveTo>
                  <a:lnTo>
                    <a:pt x="104910" y="333188"/>
                  </a:lnTo>
                  <a:lnTo>
                    <a:pt x="181209" y="257032"/>
                  </a:lnTo>
                </a:path>
                <a:path w="572769" h="590550">
                  <a:moveTo>
                    <a:pt x="0" y="590214"/>
                  </a:moveTo>
                  <a:lnTo>
                    <a:pt x="419643" y="590214"/>
                  </a:lnTo>
                  <a:lnTo>
                    <a:pt x="419643" y="0"/>
                  </a:lnTo>
                  <a:lnTo>
                    <a:pt x="0" y="0"/>
                  </a:lnTo>
                  <a:lnTo>
                    <a:pt x="0" y="590214"/>
                  </a:lnTo>
                  <a:close/>
                </a:path>
                <a:path w="572769" h="590550">
                  <a:moveTo>
                    <a:pt x="572241" y="495021"/>
                  </a:moveTo>
                  <a:lnTo>
                    <a:pt x="495942" y="495021"/>
                  </a:lnTo>
                </a:path>
                <a:path w="572769" h="590550">
                  <a:moveTo>
                    <a:pt x="495942" y="495021"/>
                  </a:moveTo>
                  <a:lnTo>
                    <a:pt x="534092" y="579743"/>
                  </a:lnTo>
                  <a:lnTo>
                    <a:pt x="572241" y="495021"/>
                  </a:lnTo>
                  <a:lnTo>
                    <a:pt x="572241" y="66640"/>
                  </a:lnTo>
                  <a:lnTo>
                    <a:pt x="495942" y="66640"/>
                  </a:lnTo>
                  <a:lnTo>
                    <a:pt x="495942" y="495021"/>
                  </a:lnTo>
                  <a:close/>
                </a:path>
                <a:path w="572769" h="590550">
                  <a:moveTo>
                    <a:pt x="511202" y="3"/>
                  </a:moveTo>
                  <a:lnTo>
                    <a:pt x="556981" y="3"/>
                  </a:lnTo>
                  <a:lnTo>
                    <a:pt x="556981" y="66640"/>
                  </a:lnTo>
                  <a:lnTo>
                    <a:pt x="511202" y="66640"/>
                  </a:lnTo>
                  <a:lnTo>
                    <a:pt x="511202" y="3"/>
                  </a:lnTo>
                  <a:close/>
                </a:path>
                <a:path w="572769" h="590550">
                  <a:moveTo>
                    <a:pt x="66761" y="180875"/>
                  </a:moveTo>
                  <a:lnTo>
                    <a:pt x="181209" y="180875"/>
                  </a:lnTo>
                  <a:lnTo>
                    <a:pt x="181209" y="66640"/>
                  </a:lnTo>
                  <a:lnTo>
                    <a:pt x="66761" y="66640"/>
                  </a:lnTo>
                  <a:lnTo>
                    <a:pt x="66761" y="180875"/>
                  </a:lnTo>
                  <a:close/>
                </a:path>
                <a:path w="572769" h="590550">
                  <a:moveTo>
                    <a:pt x="66761" y="523580"/>
                  </a:moveTo>
                  <a:lnTo>
                    <a:pt x="181209" y="523580"/>
                  </a:lnTo>
                  <a:lnTo>
                    <a:pt x="181209" y="409345"/>
                  </a:lnTo>
                  <a:lnTo>
                    <a:pt x="66761" y="409345"/>
                  </a:lnTo>
                  <a:lnTo>
                    <a:pt x="66761" y="523580"/>
                  </a:lnTo>
                  <a:close/>
                </a:path>
                <a:path w="572769" h="590550">
                  <a:moveTo>
                    <a:pt x="228896" y="123757"/>
                  </a:moveTo>
                  <a:lnTo>
                    <a:pt x="352882" y="123757"/>
                  </a:lnTo>
                </a:path>
                <a:path w="572769" h="590550">
                  <a:moveTo>
                    <a:pt x="228896" y="295110"/>
                  </a:moveTo>
                  <a:lnTo>
                    <a:pt x="352882" y="295110"/>
                  </a:lnTo>
                </a:path>
                <a:path w="572769" h="590550">
                  <a:moveTo>
                    <a:pt x="228896" y="466463"/>
                  </a:moveTo>
                  <a:lnTo>
                    <a:pt x="352882" y="466463"/>
                  </a:lnTo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68117" y="5578585"/>
              <a:ext cx="134587" cy="1305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20188" y="5578585"/>
              <a:ext cx="134587" cy="13055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65789" y="5731441"/>
              <a:ext cx="591820" cy="411480"/>
            </a:xfrm>
            <a:custGeom>
              <a:avLst/>
              <a:gdLst/>
              <a:ahLst/>
              <a:cxnLst/>
              <a:rect l="l" t="t" r="r" b="b"/>
              <a:pathLst>
                <a:path w="591820" h="411479">
                  <a:moveTo>
                    <a:pt x="71530" y="79012"/>
                  </a:moveTo>
                  <a:lnTo>
                    <a:pt x="120170" y="128514"/>
                  </a:lnTo>
                  <a:lnTo>
                    <a:pt x="470191" y="128514"/>
                  </a:lnTo>
                  <a:lnTo>
                    <a:pt x="517878" y="79964"/>
                  </a:lnTo>
                </a:path>
                <a:path w="591820" h="411479">
                  <a:moveTo>
                    <a:pt x="98234" y="106619"/>
                  </a:moveTo>
                  <a:lnTo>
                    <a:pt x="98234" y="206575"/>
                  </a:lnTo>
                  <a:lnTo>
                    <a:pt x="166903" y="206575"/>
                  </a:lnTo>
                  <a:lnTo>
                    <a:pt x="182103" y="209118"/>
                  </a:lnTo>
                  <a:lnTo>
                    <a:pt x="195515" y="216213"/>
                  </a:lnTo>
                  <a:lnTo>
                    <a:pt x="206066" y="227057"/>
                  </a:lnTo>
                  <a:lnTo>
                    <a:pt x="212683" y="240845"/>
                  </a:lnTo>
                  <a:lnTo>
                    <a:pt x="261323" y="411243"/>
                  </a:lnTo>
                  <a:lnTo>
                    <a:pt x="201238" y="411243"/>
                  </a:lnTo>
                  <a:lnTo>
                    <a:pt x="157366" y="274164"/>
                  </a:lnTo>
                  <a:lnTo>
                    <a:pt x="47686" y="274164"/>
                  </a:lnTo>
                  <a:lnTo>
                    <a:pt x="28969" y="270475"/>
                  </a:lnTo>
                  <a:lnTo>
                    <a:pt x="13829" y="260360"/>
                  </a:lnTo>
                  <a:lnTo>
                    <a:pt x="3695" y="245248"/>
                  </a:lnTo>
                  <a:lnTo>
                    <a:pt x="0" y="226566"/>
                  </a:lnTo>
                  <a:lnTo>
                    <a:pt x="0" y="38078"/>
                  </a:lnTo>
                  <a:lnTo>
                    <a:pt x="3010" y="23293"/>
                  </a:lnTo>
                  <a:lnTo>
                    <a:pt x="11206" y="11185"/>
                  </a:lnTo>
                  <a:lnTo>
                    <a:pt x="23336" y="3004"/>
                  </a:lnTo>
                  <a:lnTo>
                    <a:pt x="38149" y="0"/>
                  </a:lnTo>
                  <a:lnTo>
                    <a:pt x="77252" y="0"/>
                  </a:lnTo>
                  <a:lnTo>
                    <a:pt x="170718" y="77108"/>
                  </a:lnTo>
                  <a:lnTo>
                    <a:pt x="243202" y="77108"/>
                  </a:lnTo>
                  <a:lnTo>
                    <a:pt x="243202" y="129466"/>
                  </a:lnTo>
                </a:path>
                <a:path w="591820" h="411479">
                  <a:moveTo>
                    <a:pt x="493081" y="104715"/>
                  </a:moveTo>
                  <a:lnTo>
                    <a:pt x="493081" y="206575"/>
                  </a:lnTo>
                  <a:lnTo>
                    <a:pt x="425366" y="206575"/>
                  </a:lnTo>
                  <a:lnTo>
                    <a:pt x="410166" y="209118"/>
                  </a:lnTo>
                  <a:lnTo>
                    <a:pt x="396754" y="216213"/>
                  </a:lnTo>
                  <a:lnTo>
                    <a:pt x="386203" y="227057"/>
                  </a:lnTo>
                  <a:lnTo>
                    <a:pt x="379586" y="240845"/>
                  </a:lnTo>
                  <a:lnTo>
                    <a:pt x="329038" y="411243"/>
                  </a:lnTo>
                  <a:lnTo>
                    <a:pt x="390077" y="411243"/>
                  </a:lnTo>
                  <a:lnTo>
                    <a:pt x="432042" y="274164"/>
                  </a:lnTo>
                  <a:lnTo>
                    <a:pt x="543629" y="274164"/>
                  </a:lnTo>
                  <a:lnTo>
                    <a:pt x="562346" y="270475"/>
                  </a:lnTo>
                  <a:lnTo>
                    <a:pt x="577487" y="260360"/>
                  </a:lnTo>
                  <a:lnTo>
                    <a:pt x="587620" y="245248"/>
                  </a:lnTo>
                  <a:lnTo>
                    <a:pt x="591316" y="226566"/>
                  </a:lnTo>
                  <a:lnTo>
                    <a:pt x="591316" y="38078"/>
                  </a:lnTo>
                  <a:lnTo>
                    <a:pt x="588305" y="23293"/>
                  </a:lnTo>
                  <a:lnTo>
                    <a:pt x="580109" y="11185"/>
                  </a:lnTo>
                  <a:lnTo>
                    <a:pt x="567979" y="3004"/>
                  </a:lnTo>
                  <a:lnTo>
                    <a:pt x="553166" y="0"/>
                  </a:lnTo>
                  <a:lnTo>
                    <a:pt x="515017" y="0"/>
                  </a:lnTo>
                  <a:lnTo>
                    <a:pt x="421551" y="77108"/>
                  </a:lnTo>
                  <a:lnTo>
                    <a:pt x="349067" y="77108"/>
                  </a:lnTo>
                  <a:lnTo>
                    <a:pt x="349067" y="129466"/>
                  </a:lnTo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59534" y="4409267"/>
              <a:ext cx="239498" cy="23907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30116" y="4415522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29" h="226695">
                  <a:moveTo>
                    <a:pt x="132569" y="0"/>
                  </a:moveTo>
                  <a:lnTo>
                    <a:pt x="226989" y="0"/>
                  </a:lnTo>
                  <a:lnTo>
                    <a:pt x="226989" y="13907"/>
                  </a:lnTo>
                  <a:lnTo>
                    <a:pt x="226989" y="50572"/>
                  </a:lnTo>
                  <a:lnTo>
                    <a:pt x="226989" y="102410"/>
                  </a:lnTo>
                  <a:lnTo>
                    <a:pt x="226989" y="161833"/>
                  </a:lnTo>
                  <a:lnTo>
                    <a:pt x="194562" y="194199"/>
                  </a:lnTo>
                  <a:lnTo>
                    <a:pt x="189495" y="199256"/>
                  </a:lnTo>
                  <a:lnTo>
                    <a:pt x="178348" y="210382"/>
                  </a:lnTo>
                  <a:lnTo>
                    <a:pt x="167201" y="221508"/>
                  </a:lnTo>
                  <a:lnTo>
                    <a:pt x="162135" y="226566"/>
                  </a:lnTo>
                  <a:lnTo>
                    <a:pt x="0" y="226566"/>
                  </a:lnTo>
                  <a:lnTo>
                    <a:pt x="0" y="0"/>
                  </a:lnTo>
                  <a:lnTo>
                    <a:pt x="132569" y="0"/>
                  </a:lnTo>
                </a:path>
                <a:path w="227329" h="226695">
                  <a:moveTo>
                    <a:pt x="162135" y="226566"/>
                  </a:moveTo>
                  <a:lnTo>
                    <a:pt x="162135" y="194199"/>
                  </a:lnTo>
                  <a:lnTo>
                    <a:pt x="162135" y="160881"/>
                  </a:lnTo>
                  <a:lnTo>
                    <a:pt x="194562" y="161833"/>
                  </a:lnTo>
                  <a:lnTo>
                    <a:pt x="226989" y="161833"/>
                  </a:lnTo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59534" y="4772915"/>
              <a:ext cx="239498" cy="23907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361020" y="4410762"/>
              <a:ext cx="601345" cy="600075"/>
            </a:xfrm>
            <a:custGeom>
              <a:avLst/>
              <a:gdLst/>
              <a:ahLst/>
              <a:cxnLst/>
              <a:rect l="l" t="t" r="r" b="b"/>
              <a:pathLst>
                <a:path w="601345" h="600075">
                  <a:moveTo>
                    <a:pt x="501665" y="368408"/>
                  </a:moveTo>
                  <a:lnTo>
                    <a:pt x="596084" y="368408"/>
                  </a:lnTo>
                  <a:lnTo>
                    <a:pt x="596084" y="382315"/>
                  </a:lnTo>
                  <a:lnTo>
                    <a:pt x="596084" y="418980"/>
                  </a:lnTo>
                  <a:lnTo>
                    <a:pt x="596084" y="470816"/>
                  </a:lnTo>
                  <a:lnTo>
                    <a:pt x="596084" y="530238"/>
                  </a:lnTo>
                  <a:lnTo>
                    <a:pt x="563657" y="562604"/>
                  </a:lnTo>
                  <a:lnTo>
                    <a:pt x="558591" y="567661"/>
                  </a:lnTo>
                  <a:lnTo>
                    <a:pt x="547444" y="578787"/>
                  </a:lnTo>
                  <a:lnTo>
                    <a:pt x="536297" y="589913"/>
                  </a:lnTo>
                  <a:lnTo>
                    <a:pt x="531230" y="594971"/>
                  </a:lnTo>
                  <a:lnTo>
                    <a:pt x="369095" y="594971"/>
                  </a:lnTo>
                  <a:lnTo>
                    <a:pt x="369095" y="368408"/>
                  </a:lnTo>
                  <a:lnTo>
                    <a:pt x="501665" y="368408"/>
                  </a:lnTo>
                </a:path>
                <a:path w="601345" h="600075">
                  <a:moveTo>
                    <a:pt x="531230" y="594971"/>
                  </a:moveTo>
                  <a:lnTo>
                    <a:pt x="531230" y="562604"/>
                  </a:lnTo>
                  <a:lnTo>
                    <a:pt x="531230" y="530238"/>
                  </a:lnTo>
                  <a:lnTo>
                    <a:pt x="563657" y="530238"/>
                  </a:lnTo>
                  <a:lnTo>
                    <a:pt x="596084" y="530238"/>
                  </a:lnTo>
                </a:path>
                <a:path w="601345" h="600075">
                  <a:moveTo>
                    <a:pt x="300426" y="0"/>
                  </a:moveTo>
                  <a:lnTo>
                    <a:pt x="300426" y="599730"/>
                  </a:lnTo>
                </a:path>
                <a:path w="601345" h="600075">
                  <a:moveTo>
                    <a:pt x="600853" y="299867"/>
                  </a:moveTo>
                  <a:lnTo>
                    <a:pt x="0" y="299866"/>
                  </a:lnTo>
                </a:path>
              </a:pathLst>
            </a:custGeom>
            <a:ln w="12509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60530" y="5627586"/>
              <a:ext cx="591185" cy="511809"/>
            </a:xfrm>
            <a:custGeom>
              <a:avLst/>
              <a:gdLst/>
              <a:ahLst/>
              <a:cxnLst/>
              <a:rect l="l" t="t" r="r" b="b"/>
              <a:pathLst>
                <a:path w="591184" h="511810">
                  <a:moveTo>
                    <a:pt x="216262" y="432668"/>
                  </a:moveTo>
                  <a:lnTo>
                    <a:pt x="246703" y="438848"/>
                  </a:lnTo>
                  <a:lnTo>
                    <a:pt x="271875" y="455726"/>
                  </a:lnTo>
                  <a:lnTo>
                    <a:pt x="289009" y="480806"/>
                  </a:lnTo>
                  <a:lnTo>
                    <a:pt x="295335" y="511591"/>
                  </a:lnTo>
                  <a:lnTo>
                    <a:pt x="295335" y="78926"/>
                  </a:lnTo>
                  <a:lnTo>
                    <a:pt x="289142" y="48541"/>
                  </a:lnTo>
                  <a:lnTo>
                    <a:pt x="272232" y="23416"/>
                  </a:lnTo>
                  <a:lnTo>
                    <a:pt x="247105" y="6314"/>
                  </a:lnTo>
                  <a:lnTo>
                    <a:pt x="216261" y="0"/>
                  </a:lnTo>
                  <a:lnTo>
                    <a:pt x="0" y="0"/>
                  </a:lnTo>
                  <a:lnTo>
                    <a:pt x="0" y="432668"/>
                  </a:lnTo>
                  <a:lnTo>
                    <a:pt x="216262" y="432668"/>
                  </a:lnTo>
                  <a:close/>
                </a:path>
                <a:path w="591184" h="511810">
                  <a:moveTo>
                    <a:pt x="540177" y="0"/>
                  </a:moveTo>
                  <a:lnTo>
                    <a:pt x="590670" y="0"/>
                  </a:lnTo>
                  <a:lnTo>
                    <a:pt x="590671" y="432668"/>
                  </a:lnTo>
                  <a:lnTo>
                    <a:pt x="374409" y="432668"/>
                  </a:lnTo>
                  <a:lnTo>
                    <a:pt x="343967" y="438848"/>
                  </a:lnTo>
                  <a:lnTo>
                    <a:pt x="318795" y="455726"/>
                  </a:lnTo>
                  <a:lnTo>
                    <a:pt x="301662" y="480806"/>
                  </a:lnTo>
                  <a:lnTo>
                    <a:pt x="295335" y="511591"/>
                  </a:lnTo>
                </a:path>
              </a:pathLst>
            </a:custGeom>
            <a:ln w="12495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49617" y="5582348"/>
              <a:ext cx="228761" cy="2283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239604" y="5725531"/>
              <a:ext cx="443230" cy="236220"/>
            </a:xfrm>
            <a:custGeom>
              <a:avLst/>
              <a:gdLst/>
              <a:ahLst/>
              <a:cxnLst/>
              <a:rect l="l" t="t" r="r" b="b"/>
              <a:pathLst>
                <a:path w="443229" h="236220">
                  <a:moveTo>
                    <a:pt x="0" y="0"/>
                  </a:moveTo>
                  <a:lnTo>
                    <a:pt x="137188" y="0"/>
                  </a:lnTo>
                </a:path>
                <a:path w="443229" h="236220">
                  <a:moveTo>
                    <a:pt x="0" y="78926"/>
                  </a:moveTo>
                  <a:lnTo>
                    <a:pt x="137188" y="78926"/>
                  </a:lnTo>
                </a:path>
                <a:path w="443229" h="236220">
                  <a:moveTo>
                    <a:pt x="0" y="157852"/>
                  </a:moveTo>
                  <a:lnTo>
                    <a:pt x="137188" y="157852"/>
                  </a:lnTo>
                </a:path>
                <a:path w="443229" h="236220">
                  <a:moveTo>
                    <a:pt x="0" y="235828"/>
                  </a:moveTo>
                  <a:lnTo>
                    <a:pt x="137188" y="235828"/>
                  </a:lnTo>
                </a:path>
                <a:path w="443229" h="236220">
                  <a:moveTo>
                    <a:pt x="304862" y="157852"/>
                  </a:moveTo>
                  <a:lnTo>
                    <a:pt x="443003" y="157852"/>
                  </a:lnTo>
                </a:path>
                <a:path w="443229" h="236220">
                  <a:moveTo>
                    <a:pt x="304862" y="235828"/>
                  </a:moveTo>
                  <a:lnTo>
                    <a:pt x="443003" y="235828"/>
                  </a:lnTo>
                </a:path>
              </a:pathLst>
            </a:custGeom>
            <a:ln w="12495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8160530" y="4423026"/>
              <a:ext cx="591185" cy="574675"/>
            </a:xfrm>
            <a:custGeom>
              <a:avLst/>
              <a:gdLst/>
              <a:ahLst/>
              <a:cxnLst/>
              <a:rect l="l" t="t" r="r" b="b"/>
              <a:pathLst>
                <a:path w="591184" h="574675">
                  <a:moveTo>
                    <a:pt x="0" y="292883"/>
                  </a:moveTo>
                  <a:lnTo>
                    <a:pt x="60019" y="292883"/>
                  </a:lnTo>
                </a:path>
                <a:path w="591184" h="574675">
                  <a:moveTo>
                    <a:pt x="87647" y="84631"/>
                  </a:moveTo>
                  <a:lnTo>
                    <a:pt x="128613" y="126472"/>
                  </a:lnTo>
                </a:path>
                <a:path w="591184" h="574675">
                  <a:moveTo>
                    <a:pt x="295335" y="0"/>
                  </a:moveTo>
                  <a:lnTo>
                    <a:pt x="295335" y="58006"/>
                  </a:lnTo>
                </a:path>
                <a:path w="591184" h="574675">
                  <a:moveTo>
                    <a:pt x="503022" y="84631"/>
                  </a:moveTo>
                  <a:lnTo>
                    <a:pt x="462056" y="126472"/>
                  </a:lnTo>
                </a:path>
                <a:path w="591184" h="574675">
                  <a:moveTo>
                    <a:pt x="590670" y="292883"/>
                  </a:moveTo>
                  <a:lnTo>
                    <a:pt x="530650" y="292883"/>
                  </a:lnTo>
                </a:path>
                <a:path w="591184" h="574675">
                  <a:moveTo>
                    <a:pt x="295335" y="126472"/>
                  </a:moveTo>
                  <a:lnTo>
                    <a:pt x="250898" y="132393"/>
                  </a:lnTo>
                  <a:lnTo>
                    <a:pt x="211039" y="149118"/>
                  </a:lnTo>
                  <a:lnTo>
                    <a:pt x="177320" y="175088"/>
                  </a:lnTo>
                  <a:lnTo>
                    <a:pt x="151301" y="208744"/>
                  </a:lnTo>
                  <a:lnTo>
                    <a:pt x="134546" y="248528"/>
                  </a:lnTo>
                  <a:lnTo>
                    <a:pt x="128613" y="292883"/>
                  </a:lnTo>
                  <a:lnTo>
                    <a:pt x="135773" y="341394"/>
                  </a:lnTo>
                  <a:lnTo>
                    <a:pt x="155884" y="384290"/>
                  </a:lnTo>
                  <a:lnTo>
                    <a:pt x="186892" y="419519"/>
                  </a:lnTo>
                  <a:lnTo>
                    <a:pt x="226741" y="445030"/>
                  </a:lnTo>
                  <a:lnTo>
                    <a:pt x="226741" y="528708"/>
                  </a:lnTo>
                  <a:lnTo>
                    <a:pt x="295335" y="528708"/>
                  </a:lnTo>
                  <a:lnTo>
                    <a:pt x="363929" y="528708"/>
                  </a:lnTo>
                  <a:lnTo>
                    <a:pt x="363929" y="445030"/>
                  </a:lnTo>
                  <a:lnTo>
                    <a:pt x="403778" y="418984"/>
                  </a:lnTo>
                  <a:lnTo>
                    <a:pt x="434786" y="383577"/>
                  </a:lnTo>
                  <a:lnTo>
                    <a:pt x="454896" y="340860"/>
                  </a:lnTo>
                  <a:lnTo>
                    <a:pt x="462056" y="292883"/>
                  </a:lnTo>
                  <a:lnTo>
                    <a:pt x="456124" y="248529"/>
                  </a:lnTo>
                  <a:lnTo>
                    <a:pt x="439368" y="208744"/>
                  </a:lnTo>
                  <a:lnTo>
                    <a:pt x="413350" y="175088"/>
                  </a:lnTo>
                  <a:lnTo>
                    <a:pt x="379630" y="149118"/>
                  </a:lnTo>
                  <a:lnTo>
                    <a:pt x="339772" y="132393"/>
                  </a:lnTo>
                  <a:lnTo>
                    <a:pt x="295335" y="126472"/>
                  </a:lnTo>
                  <a:close/>
                </a:path>
                <a:path w="591184" h="574675">
                  <a:moveTo>
                    <a:pt x="221978" y="574352"/>
                  </a:moveTo>
                  <a:lnTo>
                    <a:pt x="368693" y="574352"/>
                  </a:lnTo>
                </a:path>
              </a:pathLst>
            </a:custGeom>
            <a:ln w="12495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54736" y="5437378"/>
              <a:ext cx="11082655" cy="0"/>
            </a:xfrm>
            <a:custGeom>
              <a:avLst/>
              <a:gdLst/>
              <a:ahLst/>
              <a:cxnLst/>
              <a:rect l="l" t="t" r="r" b="b"/>
              <a:pathLst>
                <a:path w="11082655">
                  <a:moveTo>
                    <a:pt x="0" y="0"/>
                  </a:moveTo>
                  <a:lnTo>
                    <a:pt x="11082528" y="0"/>
                  </a:lnTo>
                </a:path>
              </a:pathLst>
            </a:custGeom>
            <a:ln w="6350">
              <a:solidFill>
                <a:srgbClr val="D0D0D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409191" y="4382770"/>
            <a:ext cx="24123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Pre-</a:t>
            </a:r>
            <a:r>
              <a:rPr kumimoji="0" sz="15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post-masterclass self-assessment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500" b="0" i="0" u="none" strike="noStrike" kern="0" cap="none" spc="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gauge progress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McKinsey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Company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31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5204586" y="5536183"/>
            <a:ext cx="249174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Dedicated</a:t>
            </a:r>
            <a:r>
              <a:rPr kumimoji="0" sz="1500" b="1" i="0" u="none" strike="noStrike" kern="0" cap="none" spc="-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senior</a:t>
            </a:r>
            <a:r>
              <a:rPr kumimoji="0" sz="15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1:1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coaching</a:t>
            </a:r>
            <a:r>
              <a:rPr kumimoji="0" sz="15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challenge</a:t>
            </a:r>
            <a:r>
              <a:rPr kumimoji="0" sz="15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experts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04586" y="4382770"/>
            <a:ext cx="23977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Framework-driven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approach</a:t>
            </a:r>
            <a:r>
              <a:rPr kumimoji="0" sz="15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(e.g.,</a:t>
            </a:r>
            <a:r>
              <a:rPr kumimoji="0" sz="15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Rewired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create</a:t>
            </a:r>
            <a:r>
              <a:rPr kumimoji="0" sz="1500" b="0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alignment</a:t>
            </a:r>
            <a:r>
              <a:rPr kumimoji="0" sz="15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guide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decision</a:t>
            </a:r>
            <a:r>
              <a:rPr kumimoji="0" sz="15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making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99981" y="5536183"/>
            <a:ext cx="236664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Continued</a:t>
            </a:r>
            <a:r>
              <a:rPr kumimoji="0" sz="15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access</a:t>
            </a:r>
            <a:r>
              <a:rPr kumimoji="0" sz="15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research</a:t>
            </a:r>
            <a:r>
              <a:rPr kumimoji="0" sz="15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publications</a:t>
            </a:r>
            <a:r>
              <a:rPr kumimoji="0" sz="15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studies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99981" y="4382770"/>
            <a:ext cx="23177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Inspiration</a:t>
            </a:r>
            <a:r>
              <a:rPr kumimoji="0" sz="15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5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“art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possible”</a:t>
            </a:r>
            <a:r>
              <a:rPr kumimoji="0" sz="1500" b="1" i="0" u="none" strike="noStrike" kern="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leveraging</a:t>
            </a:r>
            <a:r>
              <a:rPr kumimoji="0" sz="15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start-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up,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big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tech,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sz="15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QuantumBlack</a:t>
            </a:r>
            <a:r>
              <a:rPr kumimoji="0" sz="1500" b="0" i="1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cases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2036" y="3850640"/>
            <a:ext cx="32467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1900" b="1" i="0" u="none" strike="noStrike" kern="0" cap="none" spc="-4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features</a:t>
            </a: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900" b="1" i="0" u="none" strike="noStrike" kern="0" cap="none" spc="-4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9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endParaRPr kumimoji="0" sz="1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40" y="1127759"/>
            <a:ext cx="11399520" cy="4069715"/>
          </a:xfrm>
          <a:custGeom>
            <a:avLst/>
            <a:gdLst/>
            <a:ahLst/>
            <a:cxnLst/>
            <a:rect l="l" t="t" r="r" b="b"/>
            <a:pathLst>
              <a:path w="11399520" h="4069715">
                <a:moveTo>
                  <a:pt x="11399520" y="2644394"/>
                </a:moveTo>
                <a:lnTo>
                  <a:pt x="11392814" y="2594572"/>
                </a:lnTo>
                <a:lnTo>
                  <a:pt x="11373917" y="2549804"/>
                </a:lnTo>
                <a:lnTo>
                  <a:pt x="11344605" y="2511856"/>
                </a:lnTo>
                <a:lnTo>
                  <a:pt x="11306658" y="2482545"/>
                </a:lnTo>
                <a:lnTo>
                  <a:pt x="11261890" y="2463647"/>
                </a:lnTo>
                <a:lnTo>
                  <a:pt x="11212068" y="2456942"/>
                </a:lnTo>
                <a:lnTo>
                  <a:pt x="5137277" y="2456942"/>
                </a:lnTo>
                <a:lnTo>
                  <a:pt x="5137277" y="182880"/>
                </a:lnTo>
                <a:lnTo>
                  <a:pt x="5130749" y="134277"/>
                </a:lnTo>
                <a:lnTo>
                  <a:pt x="5112321" y="90601"/>
                </a:lnTo>
                <a:lnTo>
                  <a:pt x="5083734" y="53581"/>
                </a:lnTo>
                <a:lnTo>
                  <a:pt x="5046738" y="24980"/>
                </a:lnTo>
                <a:lnTo>
                  <a:pt x="5003038" y="6540"/>
                </a:lnTo>
                <a:lnTo>
                  <a:pt x="4954397" y="0"/>
                </a:lnTo>
                <a:lnTo>
                  <a:pt x="182905" y="0"/>
                </a:lnTo>
                <a:lnTo>
                  <a:pt x="134277" y="6540"/>
                </a:lnTo>
                <a:lnTo>
                  <a:pt x="90589" y="24980"/>
                </a:lnTo>
                <a:lnTo>
                  <a:pt x="53568" y="53581"/>
                </a:lnTo>
                <a:lnTo>
                  <a:pt x="24968" y="90601"/>
                </a:lnTo>
                <a:lnTo>
                  <a:pt x="6527" y="134277"/>
                </a:lnTo>
                <a:lnTo>
                  <a:pt x="0" y="182880"/>
                </a:lnTo>
                <a:lnTo>
                  <a:pt x="0" y="3886327"/>
                </a:lnTo>
                <a:lnTo>
                  <a:pt x="6527" y="3934942"/>
                </a:lnTo>
                <a:lnTo>
                  <a:pt x="24968" y="3978618"/>
                </a:lnTo>
                <a:lnTo>
                  <a:pt x="53568" y="4015638"/>
                </a:lnTo>
                <a:lnTo>
                  <a:pt x="90589" y="4044238"/>
                </a:lnTo>
                <a:lnTo>
                  <a:pt x="134277" y="4062679"/>
                </a:lnTo>
                <a:lnTo>
                  <a:pt x="182905" y="4069219"/>
                </a:lnTo>
                <a:lnTo>
                  <a:pt x="1780032" y="4069219"/>
                </a:lnTo>
                <a:lnTo>
                  <a:pt x="4954397" y="4069219"/>
                </a:lnTo>
                <a:lnTo>
                  <a:pt x="11212068" y="4069219"/>
                </a:lnTo>
                <a:lnTo>
                  <a:pt x="11261890" y="4062514"/>
                </a:lnTo>
                <a:lnTo>
                  <a:pt x="11306658" y="4043616"/>
                </a:lnTo>
                <a:lnTo>
                  <a:pt x="11344605" y="4014305"/>
                </a:lnTo>
                <a:lnTo>
                  <a:pt x="11373917" y="3976357"/>
                </a:lnTo>
                <a:lnTo>
                  <a:pt x="11392814" y="3931589"/>
                </a:lnTo>
                <a:lnTo>
                  <a:pt x="11399520" y="3881755"/>
                </a:lnTo>
                <a:lnTo>
                  <a:pt x="11399520" y="2644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065" y="5307965"/>
            <a:ext cx="11405869" cy="11452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2036" y="3560190"/>
            <a:ext cx="4395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600" b="1" i="0" u="none" strike="noStrike" kern="0" cap="none" spc="-9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600" b="1" i="0" u="none" strike="noStrike" kern="0" cap="none" spc="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masterclass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focused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reimagination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95"/>
              </a:spcBef>
            </a:pPr>
            <a:r>
              <a:rPr dirty="0">
                <a:solidFill>
                  <a:srgbClr val="00A9F4"/>
                </a:solidFill>
              </a:rPr>
              <a:t>Proven</a:t>
            </a:r>
            <a:r>
              <a:rPr spc="-65" dirty="0">
                <a:solidFill>
                  <a:srgbClr val="00A9F4"/>
                </a:solidFill>
              </a:rPr>
              <a:t> </a:t>
            </a:r>
            <a:r>
              <a:rPr dirty="0">
                <a:solidFill>
                  <a:srgbClr val="00A9F4"/>
                </a:solidFill>
              </a:rPr>
              <a:t>model.</a:t>
            </a:r>
            <a:r>
              <a:rPr spc="-35" dirty="0">
                <a:solidFill>
                  <a:srgbClr val="00A9F4"/>
                </a:solidFill>
              </a:rPr>
              <a:t> </a:t>
            </a:r>
            <a:r>
              <a:rPr dirty="0"/>
              <a:t>Case</a:t>
            </a:r>
            <a:r>
              <a:rPr spc="-55" dirty="0"/>
              <a:t> </a:t>
            </a: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“field-</a:t>
            </a:r>
            <a:r>
              <a:rPr spc="-25" dirty="0"/>
              <a:t>and-</a:t>
            </a:r>
            <a:r>
              <a:rPr spc="-10" dirty="0"/>
              <a:t>forum”</a:t>
            </a:r>
          </a:p>
          <a:p>
            <a:pPr marL="12700">
              <a:lnSpc>
                <a:spcPts val="2900"/>
              </a:lnSpc>
            </a:pPr>
            <a:r>
              <a:rPr dirty="0"/>
              <a:t>AI</a:t>
            </a:r>
            <a:r>
              <a:rPr spc="-60" dirty="0"/>
              <a:t> </a:t>
            </a:r>
            <a:r>
              <a:rPr dirty="0"/>
              <a:t>upskilling</a:t>
            </a:r>
            <a:r>
              <a:rPr spc="-60" dirty="0"/>
              <a:t> </a:t>
            </a:r>
            <a:r>
              <a:rPr dirty="0"/>
              <a:t>program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large</a:t>
            </a:r>
            <a:r>
              <a:rPr spc="-70" dirty="0"/>
              <a:t> </a:t>
            </a:r>
            <a:r>
              <a:rPr dirty="0"/>
              <a:t>global</a:t>
            </a:r>
            <a:r>
              <a:rPr spc="-70" dirty="0"/>
              <a:t> </a:t>
            </a:r>
            <a:r>
              <a:rPr dirty="0"/>
              <a:t>bank</a:t>
            </a:r>
            <a:r>
              <a:rPr spc="-55" dirty="0"/>
              <a:t> </a:t>
            </a:r>
            <a:r>
              <a:rPr spc="-10" dirty="0"/>
              <a:t>(2/2)</a:t>
            </a:r>
          </a:p>
        </p:txBody>
      </p:sp>
      <p:sp>
        <p:nvSpPr>
          <p:cNvPr id="6" name="object 6"/>
          <p:cNvSpPr/>
          <p:nvPr/>
        </p:nvSpPr>
        <p:spPr>
          <a:xfrm>
            <a:off x="554736" y="3928490"/>
            <a:ext cx="4979035" cy="319405"/>
          </a:xfrm>
          <a:custGeom>
            <a:avLst/>
            <a:gdLst/>
            <a:ahLst/>
            <a:cxnLst/>
            <a:rect l="l" t="t" r="r" b="b"/>
            <a:pathLst>
              <a:path w="4979035" h="319404">
                <a:moveTo>
                  <a:pt x="4978781" y="159385"/>
                </a:moveTo>
                <a:lnTo>
                  <a:pt x="4921504" y="0"/>
                </a:lnTo>
                <a:lnTo>
                  <a:pt x="0" y="0"/>
                </a:lnTo>
                <a:lnTo>
                  <a:pt x="0" y="318897"/>
                </a:lnTo>
                <a:lnTo>
                  <a:pt x="4921504" y="318897"/>
                </a:lnTo>
                <a:lnTo>
                  <a:pt x="4978781" y="159385"/>
                </a:lnTo>
                <a:close/>
              </a:path>
            </a:pathLst>
          </a:custGeom>
          <a:solidFill>
            <a:srgbClr val="09365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5739" y="3963415"/>
            <a:ext cx="1995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Design</a:t>
            </a:r>
            <a:r>
              <a:rPr kumimoji="0" sz="14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phase</a:t>
            </a:r>
            <a:r>
              <a:rPr kumimoji="0" sz="14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(8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weeks)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97576" y="3928490"/>
            <a:ext cx="6139815" cy="319405"/>
          </a:xfrm>
          <a:custGeom>
            <a:avLst/>
            <a:gdLst/>
            <a:ahLst/>
            <a:cxnLst/>
            <a:rect l="l" t="t" r="r" b="b"/>
            <a:pathLst>
              <a:path w="6139815" h="319404">
                <a:moveTo>
                  <a:pt x="6139688" y="159385"/>
                </a:moveTo>
                <a:lnTo>
                  <a:pt x="6082284" y="0"/>
                </a:lnTo>
                <a:lnTo>
                  <a:pt x="0" y="0"/>
                </a:lnTo>
                <a:lnTo>
                  <a:pt x="57277" y="159385"/>
                </a:lnTo>
                <a:lnTo>
                  <a:pt x="0" y="318897"/>
                </a:lnTo>
                <a:lnTo>
                  <a:pt x="6082284" y="318897"/>
                </a:lnTo>
                <a:lnTo>
                  <a:pt x="6139688" y="159385"/>
                </a:lnTo>
                <a:close/>
              </a:path>
            </a:pathLst>
          </a:custGeom>
          <a:solidFill>
            <a:srgbClr val="00A9F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6241" y="3963415"/>
            <a:ext cx="2096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Delivery</a:t>
            </a:r>
            <a:r>
              <a:rPr kumimoji="0" sz="1400" b="1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phase</a:t>
            </a:r>
            <a:r>
              <a:rPr kumimoji="0" sz="14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(8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weeks)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4736" y="4351654"/>
            <a:ext cx="11082655" cy="266065"/>
            <a:chOff x="554736" y="4351654"/>
            <a:chExt cx="11082655" cy="266065"/>
          </a:xfrm>
        </p:grpSpPr>
        <p:sp>
          <p:nvSpPr>
            <p:cNvPr id="11" name="object 11"/>
            <p:cNvSpPr/>
            <p:nvPr/>
          </p:nvSpPr>
          <p:spPr>
            <a:xfrm>
              <a:off x="554736" y="4446650"/>
              <a:ext cx="11082655" cy="76200"/>
            </a:xfrm>
            <a:custGeom>
              <a:avLst/>
              <a:gdLst/>
              <a:ahLst/>
              <a:cxnLst/>
              <a:rect l="l" t="t" r="r" b="b"/>
              <a:pathLst>
                <a:path w="11082655" h="76200">
                  <a:moveTo>
                    <a:pt x="11006328" y="0"/>
                  </a:moveTo>
                  <a:lnTo>
                    <a:pt x="11006328" y="76200"/>
                  </a:lnTo>
                  <a:lnTo>
                    <a:pt x="11069828" y="44450"/>
                  </a:lnTo>
                  <a:lnTo>
                    <a:pt x="11019155" y="44450"/>
                  </a:lnTo>
                  <a:lnTo>
                    <a:pt x="11019155" y="31750"/>
                  </a:lnTo>
                  <a:lnTo>
                    <a:pt x="11069828" y="31750"/>
                  </a:lnTo>
                  <a:lnTo>
                    <a:pt x="11006328" y="0"/>
                  </a:lnTo>
                  <a:close/>
                </a:path>
                <a:path w="11082655" h="76200">
                  <a:moveTo>
                    <a:pt x="1100632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1006328" y="44450"/>
                  </a:lnTo>
                  <a:lnTo>
                    <a:pt x="11006328" y="31750"/>
                  </a:lnTo>
                  <a:close/>
                </a:path>
                <a:path w="11082655" h="76200">
                  <a:moveTo>
                    <a:pt x="11069828" y="31750"/>
                  </a:moveTo>
                  <a:lnTo>
                    <a:pt x="11019155" y="31750"/>
                  </a:lnTo>
                  <a:lnTo>
                    <a:pt x="11019155" y="44450"/>
                  </a:lnTo>
                  <a:lnTo>
                    <a:pt x="11069828" y="44450"/>
                  </a:lnTo>
                  <a:lnTo>
                    <a:pt x="11082528" y="38100"/>
                  </a:lnTo>
                  <a:lnTo>
                    <a:pt x="11069828" y="317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687314" y="4358004"/>
              <a:ext cx="263525" cy="253365"/>
            </a:xfrm>
            <a:custGeom>
              <a:avLst/>
              <a:gdLst/>
              <a:ahLst/>
              <a:cxnLst/>
              <a:rect l="l" t="t" r="r" b="b"/>
              <a:pathLst>
                <a:path w="263525" h="253364">
                  <a:moveTo>
                    <a:pt x="263398" y="0"/>
                  </a:moveTo>
                  <a:lnTo>
                    <a:pt x="0" y="0"/>
                  </a:lnTo>
                  <a:lnTo>
                    <a:pt x="131699" y="253365"/>
                  </a:lnTo>
                  <a:lnTo>
                    <a:pt x="263398" y="0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687314" y="4358004"/>
              <a:ext cx="263525" cy="253365"/>
            </a:xfrm>
            <a:custGeom>
              <a:avLst/>
              <a:gdLst/>
              <a:ahLst/>
              <a:cxnLst/>
              <a:rect l="l" t="t" r="r" b="b"/>
              <a:pathLst>
                <a:path w="263525" h="253364">
                  <a:moveTo>
                    <a:pt x="263398" y="0"/>
                  </a:moveTo>
                  <a:lnTo>
                    <a:pt x="131699" y="253365"/>
                  </a:lnTo>
                  <a:lnTo>
                    <a:pt x="0" y="0"/>
                  </a:lnTo>
                  <a:lnTo>
                    <a:pt x="26339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98719" y="4624273"/>
            <a:ext cx="653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lvl="0" indent="-4318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Program kick-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off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34072" y="4351654"/>
            <a:ext cx="276225" cy="266065"/>
            <a:chOff x="6934072" y="4351654"/>
            <a:chExt cx="276225" cy="266065"/>
          </a:xfrm>
        </p:grpSpPr>
        <p:sp>
          <p:nvSpPr>
            <p:cNvPr id="16" name="object 16"/>
            <p:cNvSpPr/>
            <p:nvPr/>
          </p:nvSpPr>
          <p:spPr>
            <a:xfrm>
              <a:off x="6940422" y="4358004"/>
              <a:ext cx="263525" cy="253365"/>
            </a:xfrm>
            <a:custGeom>
              <a:avLst/>
              <a:gdLst/>
              <a:ahLst/>
              <a:cxnLst/>
              <a:rect l="l" t="t" r="r" b="b"/>
              <a:pathLst>
                <a:path w="263525" h="253364">
                  <a:moveTo>
                    <a:pt x="263525" y="0"/>
                  </a:moveTo>
                  <a:lnTo>
                    <a:pt x="0" y="0"/>
                  </a:lnTo>
                  <a:lnTo>
                    <a:pt x="131825" y="253365"/>
                  </a:lnTo>
                  <a:lnTo>
                    <a:pt x="263525" y="0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940422" y="4358004"/>
              <a:ext cx="263525" cy="253365"/>
            </a:xfrm>
            <a:custGeom>
              <a:avLst/>
              <a:gdLst/>
              <a:ahLst/>
              <a:cxnLst/>
              <a:rect l="l" t="t" r="r" b="b"/>
              <a:pathLst>
                <a:path w="263525" h="253364">
                  <a:moveTo>
                    <a:pt x="263525" y="0"/>
                  </a:moveTo>
                  <a:lnTo>
                    <a:pt x="131825" y="253365"/>
                  </a:lnTo>
                  <a:lnTo>
                    <a:pt x="0" y="0"/>
                  </a:lnTo>
                  <a:lnTo>
                    <a:pt x="263525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86550" y="4624273"/>
            <a:ext cx="7994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3492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3-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day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MIT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immersion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798684" y="4351654"/>
            <a:ext cx="276225" cy="266065"/>
            <a:chOff x="9798684" y="4351654"/>
            <a:chExt cx="276225" cy="266065"/>
          </a:xfrm>
        </p:grpSpPr>
        <p:sp>
          <p:nvSpPr>
            <p:cNvPr id="20" name="object 20"/>
            <p:cNvSpPr/>
            <p:nvPr/>
          </p:nvSpPr>
          <p:spPr>
            <a:xfrm>
              <a:off x="9805034" y="4358004"/>
              <a:ext cx="263525" cy="253365"/>
            </a:xfrm>
            <a:custGeom>
              <a:avLst/>
              <a:gdLst/>
              <a:ahLst/>
              <a:cxnLst/>
              <a:rect l="l" t="t" r="r" b="b"/>
              <a:pathLst>
                <a:path w="263525" h="253364">
                  <a:moveTo>
                    <a:pt x="263398" y="0"/>
                  </a:moveTo>
                  <a:lnTo>
                    <a:pt x="0" y="0"/>
                  </a:lnTo>
                  <a:lnTo>
                    <a:pt x="131699" y="253365"/>
                  </a:lnTo>
                  <a:lnTo>
                    <a:pt x="263398" y="0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9805034" y="4358004"/>
              <a:ext cx="263525" cy="253365"/>
            </a:xfrm>
            <a:custGeom>
              <a:avLst/>
              <a:gdLst/>
              <a:ahLst/>
              <a:cxnLst/>
              <a:rect l="l" t="t" r="r" b="b"/>
              <a:pathLst>
                <a:path w="263525" h="253364">
                  <a:moveTo>
                    <a:pt x="263398" y="0"/>
                  </a:moveTo>
                  <a:lnTo>
                    <a:pt x="131699" y="253365"/>
                  </a:lnTo>
                  <a:lnTo>
                    <a:pt x="0" y="0"/>
                  </a:lnTo>
                  <a:lnTo>
                    <a:pt x="26339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622917" y="4624273"/>
            <a:ext cx="6419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lvl="0" indent="-2286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Wrap-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session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49973" y="0"/>
            <a:ext cx="11642090" cy="5083175"/>
            <a:chOff x="549973" y="0"/>
            <a:chExt cx="11642090" cy="50831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1515" y="0"/>
              <a:ext cx="2610484" cy="24207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2862" y="116078"/>
              <a:ext cx="1276857" cy="12768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54736" y="4584191"/>
              <a:ext cx="4451985" cy="494030"/>
            </a:xfrm>
            <a:custGeom>
              <a:avLst/>
              <a:gdLst/>
              <a:ahLst/>
              <a:cxnLst/>
              <a:rect l="l" t="t" r="r" b="b"/>
              <a:pathLst>
                <a:path w="4451985" h="494029">
                  <a:moveTo>
                    <a:pt x="0" y="82295"/>
                  </a:moveTo>
                  <a:lnTo>
                    <a:pt x="6466" y="50256"/>
                  </a:lnTo>
                  <a:lnTo>
                    <a:pt x="24103" y="24098"/>
                  </a:lnTo>
                  <a:lnTo>
                    <a:pt x="50261" y="6465"/>
                  </a:lnTo>
                  <a:lnTo>
                    <a:pt x="82295" y="0"/>
                  </a:lnTo>
                  <a:lnTo>
                    <a:pt x="4369308" y="0"/>
                  </a:lnTo>
                  <a:lnTo>
                    <a:pt x="4401347" y="6465"/>
                  </a:lnTo>
                  <a:lnTo>
                    <a:pt x="4427505" y="24098"/>
                  </a:lnTo>
                  <a:lnTo>
                    <a:pt x="4445138" y="50256"/>
                  </a:lnTo>
                  <a:lnTo>
                    <a:pt x="4451604" y="82295"/>
                  </a:lnTo>
                  <a:lnTo>
                    <a:pt x="4451604" y="411479"/>
                  </a:lnTo>
                  <a:lnTo>
                    <a:pt x="4445138" y="443519"/>
                  </a:lnTo>
                  <a:lnTo>
                    <a:pt x="4427505" y="469677"/>
                  </a:lnTo>
                  <a:lnTo>
                    <a:pt x="4401347" y="487310"/>
                  </a:lnTo>
                  <a:lnTo>
                    <a:pt x="4369308" y="493775"/>
                  </a:lnTo>
                  <a:lnTo>
                    <a:pt x="82295" y="493775"/>
                  </a:lnTo>
                  <a:lnTo>
                    <a:pt x="50261" y="487310"/>
                  </a:lnTo>
                  <a:lnTo>
                    <a:pt x="24103" y="469677"/>
                  </a:lnTo>
                  <a:lnTo>
                    <a:pt x="6466" y="443519"/>
                  </a:lnTo>
                  <a:lnTo>
                    <a:pt x="0" y="411479"/>
                  </a:lnTo>
                  <a:lnTo>
                    <a:pt x="0" y="82295"/>
                  </a:lnTo>
                  <a:close/>
                </a:path>
              </a:pathLst>
            </a:custGeom>
            <a:ln w="9525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4941" y="4631817"/>
            <a:ext cx="4308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marR="5080" lvl="0" indent="-30797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Weekly</a:t>
            </a:r>
            <a:r>
              <a:rPr kumimoji="0" sz="1200" b="0" i="1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expert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check-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ins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/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office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hours,</a:t>
            </a:r>
            <a:r>
              <a:rPr kumimoji="0" sz="1200" b="0" i="1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offering</a:t>
            </a:r>
            <a:r>
              <a:rPr kumimoji="0" sz="1200" b="0" i="1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ongoing</a:t>
            </a:r>
            <a:r>
              <a:rPr kumimoji="0" sz="1200" b="0" i="1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support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expert</a:t>
            </a:r>
            <a:r>
              <a:rPr kumimoji="0" sz="1200" b="0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perspectives</a:t>
            </a:r>
            <a:r>
              <a:rPr kumimoji="0" sz="1200" b="0" i="1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part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200" b="0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learning</a:t>
            </a:r>
            <a:r>
              <a:rPr kumimoji="0" sz="1200" b="0" i="1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journey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5025" y="1225677"/>
            <a:ext cx="7158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178425" algn="l"/>
              </a:tabLst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Reimagination</a:t>
            </a:r>
            <a:r>
              <a:rPr kumimoji="0" sz="1600" b="1" i="0" u="none" strike="noStrike" kern="0" cap="none" spc="-9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playbook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	Incubation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00A9F4"/>
                </a:solidFill>
                <a:effectLst/>
                <a:uLnTx/>
                <a:uFillTx/>
                <a:latin typeface="Arial"/>
                <a:cs typeface="Arial"/>
              </a:rPr>
              <a:t>playbook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025" y="1583182"/>
            <a:ext cx="470789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Reimagination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involves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top-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approach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define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north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star</a:t>
            </a:r>
            <a:r>
              <a:rPr kumimoji="0" sz="12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2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aspiration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reimagined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journeys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/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experiences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leveraging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AI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non-AI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solutions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3020" marR="0" lvl="0" indent="0" algn="just" defTabSz="91440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Five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steps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200" b="1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reimagine</a:t>
            </a:r>
            <a:r>
              <a:rPr kumimoji="0" sz="1200" b="1" i="1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journey</a:t>
            </a:r>
            <a:r>
              <a:rPr kumimoji="0" sz="1200" b="1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/</a:t>
            </a:r>
            <a:r>
              <a:rPr kumimoji="0" sz="1200" b="1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experience</a:t>
            </a:r>
            <a:r>
              <a:rPr kumimoji="0" sz="1200" b="1" i="1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E2E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01029" y="1583182"/>
            <a:ext cx="5645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Incubation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bottom-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up</a:t>
            </a:r>
            <a:r>
              <a:rPr kumimoji="0" sz="12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exercise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details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solution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features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execution-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ready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blueprint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enable</a:t>
            </a:r>
            <a:r>
              <a:rPr kumimoji="0" sz="12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implementation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21477" y="2226690"/>
            <a:ext cx="5923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Six</a:t>
            </a:r>
            <a:r>
              <a:rPr kumimoji="0" sz="1200" b="1" i="1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steps </a:t>
            </a:r>
            <a:r>
              <a:rPr kumimoji="0" sz="1200" b="1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200" b="1" i="1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develop </a:t>
            </a:r>
            <a:r>
              <a:rPr kumimoji="0" sz="1200" b="1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1200" b="1" i="1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execution-</a:t>
            </a:r>
            <a:r>
              <a:rPr kumimoji="0" sz="1200" b="1" i="1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ready</a:t>
            </a:r>
            <a:r>
              <a:rPr kumimoji="0" sz="1200" b="1" i="1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blueprint</a:t>
            </a:r>
            <a:r>
              <a:rPr kumimoji="0" sz="1200" b="1" i="1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200" b="1" i="1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1200" b="1" i="1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E2E</a:t>
            </a:r>
            <a:r>
              <a:rPr kumimoji="0" sz="1200" b="1" i="1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workflow</a:t>
            </a:r>
            <a:r>
              <a:rPr kumimoji="0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4512" y="1514728"/>
            <a:ext cx="11099165" cy="1875789"/>
            <a:chOff x="544512" y="1514728"/>
            <a:chExt cx="11099165" cy="1875789"/>
          </a:xfrm>
        </p:grpSpPr>
        <p:sp>
          <p:nvSpPr>
            <p:cNvPr id="33" name="object 33"/>
            <p:cNvSpPr/>
            <p:nvPr/>
          </p:nvSpPr>
          <p:spPr>
            <a:xfrm>
              <a:off x="544512" y="2497327"/>
              <a:ext cx="909319" cy="890905"/>
            </a:xfrm>
            <a:custGeom>
              <a:avLst/>
              <a:gdLst/>
              <a:ahLst/>
              <a:cxnLst/>
              <a:rect l="l" t="t" r="r" b="b"/>
              <a:pathLst>
                <a:path w="909319" h="890904">
                  <a:moveTo>
                    <a:pt x="561560" y="34805"/>
                  </a:moveTo>
                  <a:lnTo>
                    <a:pt x="64058" y="36575"/>
                  </a:lnTo>
                  <a:lnTo>
                    <a:pt x="57619" y="36830"/>
                  </a:lnTo>
                  <a:lnTo>
                    <a:pt x="50390" y="37973"/>
                  </a:lnTo>
                  <a:lnTo>
                    <a:pt x="50724" y="37973"/>
                  </a:lnTo>
                  <a:lnTo>
                    <a:pt x="45097" y="39497"/>
                  </a:lnTo>
                  <a:lnTo>
                    <a:pt x="10921" y="64770"/>
                  </a:lnTo>
                  <a:lnTo>
                    <a:pt x="0" y="100711"/>
                  </a:lnTo>
                  <a:lnTo>
                    <a:pt x="0" y="826897"/>
                  </a:lnTo>
                  <a:lnTo>
                    <a:pt x="18834" y="872109"/>
                  </a:lnTo>
                  <a:lnTo>
                    <a:pt x="57619" y="890524"/>
                  </a:lnTo>
                  <a:lnTo>
                    <a:pt x="64058" y="890777"/>
                  </a:lnTo>
                  <a:lnTo>
                    <a:pt x="845121" y="890777"/>
                  </a:lnTo>
                  <a:lnTo>
                    <a:pt x="872360" y="884555"/>
                  </a:lnTo>
                  <a:lnTo>
                    <a:pt x="63639" y="884555"/>
                  </a:lnTo>
                  <a:lnTo>
                    <a:pt x="59028" y="884241"/>
                  </a:lnTo>
                  <a:lnTo>
                    <a:pt x="58027" y="884241"/>
                  </a:lnTo>
                  <a:lnTo>
                    <a:pt x="52721" y="883350"/>
                  </a:lnTo>
                  <a:lnTo>
                    <a:pt x="52463" y="883350"/>
                  </a:lnTo>
                  <a:lnTo>
                    <a:pt x="47087" y="881953"/>
                  </a:lnTo>
                  <a:lnTo>
                    <a:pt x="46873" y="881806"/>
                  </a:lnTo>
                  <a:lnTo>
                    <a:pt x="42181" y="880110"/>
                  </a:lnTo>
                  <a:lnTo>
                    <a:pt x="41922" y="880110"/>
                  </a:lnTo>
                  <a:lnTo>
                    <a:pt x="32254" y="874902"/>
                  </a:lnTo>
                  <a:lnTo>
                    <a:pt x="32067" y="874902"/>
                  </a:lnTo>
                  <a:lnTo>
                    <a:pt x="23114" y="867410"/>
                  </a:lnTo>
                  <a:lnTo>
                    <a:pt x="19178" y="862584"/>
                  </a:lnTo>
                  <a:lnTo>
                    <a:pt x="16001" y="858774"/>
                  </a:lnTo>
                  <a:lnTo>
                    <a:pt x="12246" y="851788"/>
                  </a:lnTo>
                  <a:lnTo>
                    <a:pt x="10823" y="849186"/>
                  </a:lnTo>
                  <a:lnTo>
                    <a:pt x="10718" y="848995"/>
                  </a:lnTo>
                  <a:lnTo>
                    <a:pt x="9021" y="844053"/>
                  </a:lnTo>
                  <a:lnTo>
                    <a:pt x="6350" y="100711"/>
                  </a:lnTo>
                  <a:lnTo>
                    <a:pt x="6501" y="97409"/>
                  </a:lnTo>
                  <a:lnTo>
                    <a:pt x="19178" y="64770"/>
                  </a:lnTo>
                  <a:lnTo>
                    <a:pt x="23396" y="59711"/>
                  </a:lnTo>
                  <a:lnTo>
                    <a:pt x="23520" y="59562"/>
                  </a:lnTo>
                  <a:lnTo>
                    <a:pt x="32067" y="52577"/>
                  </a:lnTo>
                  <a:lnTo>
                    <a:pt x="32238" y="52577"/>
                  </a:lnTo>
                  <a:lnTo>
                    <a:pt x="41922" y="47244"/>
                  </a:lnTo>
                  <a:lnTo>
                    <a:pt x="42181" y="47244"/>
                  </a:lnTo>
                  <a:lnTo>
                    <a:pt x="46500" y="45683"/>
                  </a:lnTo>
                  <a:lnTo>
                    <a:pt x="52358" y="44146"/>
                  </a:lnTo>
                  <a:lnTo>
                    <a:pt x="51788" y="44146"/>
                  </a:lnTo>
                  <a:lnTo>
                    <a:pt x="58095" y="43228"/>
                  </a:lnTo>
                  <a:lnTo>
                    <a:pt x="56895" y="43228"/>
                  </a:lnTo>
                  <a:lnTo>
                    <a:pt x="64287" y="42925"/>
                  </a:lnTo>
                  <a:lnTo>
                    <a:pt x="64147" y="42925"/>
                  </a:lnTo>
                  <a:lnTo>
                    <a:pt x="561585" y="41155"/>
                  </a:lnTo>
                  <a:lnTo>
                    <a:pt x="563689" y="37973"/>
                  </a:lnTo>
                  <a:lnTo>
                    <a:pt x="561560" y="34805"/>
                  </a:lnTo>
                  <a:close/>
                </a:path>
                <a:path w="909319" h="890904">
                  <a:moveTo>
                    <a:pt x="909002" y="97409"/>
                  </a:moveTo>
                  <a:lnTo>
                    <a:pt x="902652" y="97409"/>
                  </a:lnTo>
                  <a:lnTo>
                    <a:pt x="902642" y="826897"/>
                  </a:lnTo>
                  <a:lnTo>
                    <a:pt x="902419" y="832350"/>
                  </a:lnTo>
                  <a:lnTo>
                    <a:pt x="901591" y="838020"/>
                  </a:lnTo>
                  <a:lnTo>
                    <a:pt x="900041" y="843888"/>
                  </a:lnTo>
                  <a:lnTo>
                    <a:pt x="899982" y="844053"/>
                  </a:lnTo>
                  <a:lnTo>
                    <a:pt x="899875" y="844454"/>
                  </a:lnTo>
                  <a:lnTo>
                    <a:pt x="899390" y="845820"/>
                  </a:lnTo>
                  <a:lnTo>
                    <a:pt x="898334" y="848995"/>
                  </a:lnTo>
                  <a:lnTo>
                    <a:pt x="898192" y="849186"/>
                  </a:lnTo>
                  <a:lnTo>
                    <a:pt x="898058" y="849502"/>
                  </a:lnTo>
                  <a:lnTo>
                    <a:pt x="892746" y="859282"/>
                  </a:lnTo>
                  <a:lnTo>
                    <a:pt x="892585" y="859282"/>
                  </a:lnTo>
                  <a:lnTo>
                    <a:pt x="889888" y="862584"/>
                  </a:lnTo>
                  <a:lnTo>
                    <a:pt x="886015" y="867410"/>
                  </a:lnTo>
                  <a:lnTo>
                    <a:pt x="885745" y="867655"/>
                  </a:lnTo>
                  <a:lnTo>
                    <a:pt x="885549" y="867791"/>
                  </a:lnTo>
                  <a:lnTo>
                    <a:pt x="877188" y="874620"/>
                  </a:lnTo>
                  <a:lnTo>
                    <a:pt x="877320" y="874620"/>
                  </a:lnTo>
                  <a:lnTo>
                    <a:pt x="867220" y="880110"/>
                  </a:lnTo>
                  <a:lnTo>
                    <a:pt x="866894" y="880110"/>
                  </a:lnTo>
                  <a:lnTo>
                    <a:pt x="862236" y="881806"/>
                  </a:lnTo>
                  <a:lnTo>
                    <a:pt x="862015" y="881953"/>
                  </a:lnTo>
                  <a:lnTo>
                    <a:pt x="856664" y="883350"/>
                  </a:lnTo>
                  <a:lnTo>
                    <a:pt x="856436" y="883350"/>
                  </a:lnTo>
                  <a:lnTo>
                    <a:pt x="851060" y="884241"/>
                  </a:lnTo>
                  <a:lnTo>
                    <a:pt x="850094" y="884241"/>
                  </a:lnTo>
                  <a:lnTo>
                    <a:pt x="844789" y="884555"/>
                  </a:lnTo>
                  <a:lnTo>
                    <a:pt x="872360" y="884555"/>
                  </a:lnTo>
                  <a:lnTo>
                    <a:pt x="899906" y="859282"/>
                  </a:lnTo>
                  <a:lnTo>
                    <a:pt x="892746" y="859282"/>
                  </a:lnTo>
                  <a:lnTo>
                    <a:pt x="892887" y="859000"/>
                  </a:lnTo>
                  <a:lnTo>
                    <a:pt x="900061" y="859000"/>
                  </a:lnTo>
                  <a:lnTo>
                    <a:pt x="904049" y="851788"/>
                  </a:lnTo>
                  <a:lnTo>
                    <a:pt x="906081" y="845820"/>
                  </a:lnTo>
                  <a:lnTo>
                    <a:pt x="907732" y="839724"/>
                  </a:lnTo>
                  <a:lnTo>
                    <a:pt x="908748" y="833374"/>
                  </a:lnTo>
                  <a:lnTo>
                    <a:pt x="909002" y="826897"/>
                  </a:lnTo>
                  <a:lnTo>
                    <a:pt x="909002" y="97409"/>
                  </a:lnTo>
                  <a:close/>
                </a:path>
                <a:path w="909319" h="890904">
                  <a:moveTo>
                    <a:pt x="46878" y="881806"/>
                  </a:moveTo>
                  <a:lnTo>
                    <a:pt x="47087" y="881953"/>
                  </a:lnTo>
                  <a:lnTo>
                    <a:pt x="47808" y="882142"/>
                  </a:lnTo>
                  <a:lnTo>
                    <a:pt x="46878" y="881806"/>
                  </a:lnTo>
                  <a:close/>
                </a:path>
                <a:path w="909319" h="890904">
                  <a:moveTo>
                    <a:pt x="862236" y="881806"/>
                  </a:moveTo>
                  <a:lnTo>
                    <a:pt x="861312" y="882142"/>
                  </a:lnTo>
                  <a:lnTo>
                    <a:pt x="862015" y="881953"/>
                  </a:lnTo>
                  <a:lnTo>
                    <a:pt x="862236" y="881806"/>
                  </a:lnTo>
                  <a:close/>
                </a:path>
                <a:path w="909319" h="890904">
                  <a:moveTo>
                    <a:pt x="31730" y="874620"/>
                  </a:moveTo>
                  <a:lnTo>
                    <a:pt x="32067" y="874902"/>
                  </a:lnTo>
                  <a:lnTo>
                    <a:pt x="32254" y="874902"/>
                  </a:lnTo>
                  <a:lnTo>
                    <a:pt x="31730" y="874620"/>
                  </a:lnTo>
                  <a:close/>
                </a:path>
                <a:path w="909319" h="890904">
                  <a:moveTo>
                    <a:pt x="563689" y="37973"/>
                  </a:moveTo>
                  <a:lnTo>
                    <a:pt x="538416" y="76200"/>
                  </a:lnTo>
                  <a:lnTo>
                    <a:pt x="607925" y="41155"/>
                  </a:lnTo>
                  <a:lnTo>
                    <a:pt x="563702" y="41155"/>
                  </a:lnTo>
                  <a:lnTo>
                    <a:pt x="563689" y="37973"/>
                  </a:lnTo>
                  <a:close/>
                </a:path>
                <a:path w="909319" h="890904">
                  <a:moveTo>
                    <a:pt x="32238" y="52577"/>
                  </a:moveTo>
                  <a:lnTo>
                    <a:pt x="32067" y="52577"/>
                  </a:lnTo>
                  <a:lnTo>
                    <a:pt x="31604" y="52959"/>
                  </a:lnTo>
                  <a:lnTo>
                    <a:pt x="32238" y="52577"/>
                  </a:lnTo>
                  <a:close/>
                </a:path>
                <a:path w="909319" h="890904">
                  <a:moveTo>
                    <a:pt x="42181" y="47244"/>
                  </a:moveTo>
                  <a:lnTo>
                    <a:pt x="41922" y="47244"/>
                  </a:lnTo>
                  <a:lnTo>
                    <a:pt x="41447" y="47515"/>
                  </a:lnTo>
                  <a:lnTo>
                    <a:pt x="42181" y="47244"/>
                  </a:lnTo>
                  <a:close/>
                </a:path>
                <a:path w="909319" h="890904">
                  <a:moveTo>
                    <a:pt x="608357" y="34805"/>
                  </a:moveTo>
                  <a:lnTo>
                    <a:pt x="563676" y="34805"/>
                  </a:lnTo>
                  <a:lnTo>
                    <a:pt x="563702" y="41155"/>
                  </a:lnTo>
                  <a:lnTo>
                    <a:pt x="607925" y="41155"/>
                  </a:lnTo>
                  <a:lnTo>
                    <a:pt x="614237" y="37973"/>
                  </a:lnTo>
                  <a:lnTo>
                    <a:pt x="614745" y="37973"/>
                  </a:lnTo>
                  <a:lnTo>
                    <a:pt x="608357" y="34805"/>
                  </a:lnTo>
                  <a:close/>
                </a:path>
                <a:path w="909319" h="890904">
                  <a:moveTo>
                    <a:pt x="538162" y="0"/>
                  </a:moveTo>
                  <a:lnTo>
                    <a:pt x="563689" y="37973"/>
                  </a:lnTo>
                  <a:lnTo>
                    <a:pt x="563676" y="34805"/>
                  </a:lnTo>
                  <a:lnTo>
                    <a:pt x="608357" y="34805"/>
                  </a:lnTo>
                  <a:lnTo>
                    <a:pt x="538162" y="0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54736" y="1521078"/>
              <a:ext cx="11082655" cy="0"/>
            </a:xfrm>
            <a:custGeom>
              <a:avLst/>
              <a:gdLst/>
              <a:ahLst/>
              <a:cxnLst/>
              <a:rect l="l" t="t" r="r" b="b"/>
              <a:pathLst>
                <a:path w="11082655">
                  <a:moveTo>
                    <a:pt x="0" y="0"/>
                  </a:moveTo>
                  <a:lnTo>
                    <a:pt x="4841240" y="0"/>
                  </a:lnTo>
                </a:path>
                <a:path w="11082655">
                  <a:moveTo>
                    <a:pt x="5158232" y="0"/>
                  </a:moveTo>
                  <a:lnTo>
                    <a:pt x="1108252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529207" y="2499232"/>
              <a:ext cx="10096500" cy="890905"/>
            </a:xfrm>
            <a:custGeom>
              <a:avLst/>
              <a:gdLst/>
              <a:ahLst/>
              <a:cxnLst/>
              <a:rect l="l" t="t" r="r" b="b"/>
              <a:pathLst>
                <a:path w="10096500" h="890904">
                  <a:moveTo>
                    <a:pt x="880694" y="880008"/>
                  </a:moveTo>
                  <a:lnTo>
                    <a:pt x="867333" y="880008"/>
                  </a:lnTo>
                  <a:lnTo>
                    <a:pt x="867105" y="880008"/>
                  </a:lnTo>
                  <a:lnTo>
                    <a:pt x="862215" y="881811"/>
                  </a:lnTo>
                  <a:lnTo>
                    <a:pt x="861047" y="882218"/>
                  </a:lnTo>
                  <a:lnTo>
                    <a:pt x="861961" y="881989"/>
                  </a:lnTo>
                  <a:lnTo>
                    <a:pt x="856602" y="883361"/>
                  </a:lnTo>
                  <a:lnTo>
                    <a:pt x="856373" y="883361"/>
                  </a:lnTo>
                  <a:lnTo>
                    <a:pt x="850900" y="884262"/>
                  </a:lnTo>
                  <a:lnTo>
                    <a:pt x="849045" y="884262"/>
                  </a:lnTo>
                  <a:lnTo>
                    <a:pt x="841883" y="884555"/>
                  </a:lnTo>
                  <a:lnTo>
                    <a:pt x="64135" y="884555"/>
                  </a:lnTo>
                  <a:lnTo>
                    <a:pt x="59347" y="884262"/>
                  </a:lnTo>
                  <a:lnTo>
                    <a:pt x="57988" y="884262"/>
                  </a:lnTo>
                  <a:lnTo>
                    <a:pt x="52578" y="883361"/>
                  </a:lnTo>
                  <a:lnTo>
                    <a:pt x="52374" y="883361"/>
                  </a:lnTo>
                  <a:lnTo>
                    <a:pt x="47078" y="881989"/>
                  </a:lnTo>
                  <a:lnTo>
                    <a:pt x="47980" y="882218"/>
                  </a:lnTo>
                  <a:lnTo>
                    <a:pt x="47231" y="881989"/>
                  </a:lnTo>
                  <a:lnTo>
                    <a:pt x="46761" y="881811"/>
                  </a:lnTo>
                  <a:lnTo>
                    <a:pt x="41821" y="880008"/>
                  </a:lnTo>
                  <a:lnTo>
                    <a:pt x="41173" y="879792"/>
                  </a:lnTo>
                  <a:lnTo>
                    <a:pt x="31496" y="874522"/>
                  </a:lnTo>
                  <a:lnTo>
                    <a:pt x="32131" y="874852"/>
                  </a:lnTo>
                  <a:lnTo>
                    <a:pt x="31686" y="874522"/>
                  </a:lnTo>
                  <a:lnTo>
                    <a:pt x="23571" y="867905"/>
                  </a:lnTo>
                  <a:lnTo>
                    <a:pt x="16002" y="858774"/>
                  </a:lnTo>
                  <a:lnTo>
                    <a:pt x="12217" y="851789"/>
                  </a:lnTo>
                  <a:lnTo>
                    <a:pt x="10668" y="849007"/>
                  </a:lnTo>
                  <a:lnTo>
                    <a:pt x="10668" y="848804"/>
                  </a:lnTo>
                  <a:lnTo>
                    <a:pt x="9131" y="844499"/>
                  </a:lnTo>
                  <a:lnTo>
                    <a:pt x="7556" y="838606"/>
                  </a:lnTo>
                  <a:lnTo>
                    <a:pt x="7493" y="838339"/>
                  </a:lnTo>
                  <a:lnTo>
                    <a:pt x="7404" y="838022"/>
                  </a:lnTo>
                  <a:lnTo>
                    <a:pt x="6731" y="833374"/>
                  </a:lnTo>
                  <a:lnTo>
                    <a:pt x="6654" y="832866"/>
                  </a:lnTo>
                  <a:lnTo>
                    <a:pt x="6604" y="832497"/>
                  </a:lnTo>
                  <a:lnTo>
                    <a:pt x="6350" y="826897"/>
                  </a:lnTo>
                  <a:lnTo>
                    <a:pt x="6350" y="100584"/>
                  </a:lnTo>
                  <a:lnTo>
                    <a:pt x="9017" y="83312"/>
                  </a:lnTo>
                  <a:lnTo>
                    <a:pt x="9093" y="82981"/>
                  </a:lnTo>
                  <a:lnTo>
                    <a:pt x="19164" y="64770"/>
                  </a:lnTo>
                  <a:lnTo>
                    <a:pt x="23495" y="59563"/>
                  </a:lnTo>
                  <a:lnTo>
                    <a:pt x="28790" y="55245"/>
                  </a:lnTo>
                  <a:lnTo>
                    <a:pt x="31534" y="52959"/>
                  </a:lnTo>
                  <a:lnTo>
                    <a:pt x="32181" y="52578"/>
                  </a:lnTo>
                  <a:lnTo>
                    <a:pt x="41173" y="47586"/>
                  </a:lnTo>
                  <a:lnTo>
                    <a:pt x="46355" y="45694"/>
                  </a:lnTo>
                  <a:lnTo>
                    <a:pt x="52222" y="44170"/>
                  </a:lnTo>
                  <a:lnTo>
                    <a:pt x="52781" y="44018"/>
                  </a:lnTo>
                  <a:lnTo>
                    <a:pt x="52565" y="44018"/>
                  </a:lnTo>
                  <a:lnTo>
                    <a:pt x="58293" y="43180"/>
                  </a:lnTo>
                  <a:lnTo>
                    <a:pt x="64008" y="42926"/>
                  </a:lnTo>
                  <a:lnTo>
                    <a:pt x="561517" y="41160"/>
                  </a:lnTo>
                  <a:lnTo>
                    <a:pt x="538353" y="76200"/>
                  </a:lnTo>
                  <a:lnTo>
                    <a:pt x="607860" y="41160"/>
                  </a:lnTo>
                  <a:lnTo>
                    <a:pt x="614172" y="37973"/>
                  </a:lnTo>
                  <a:lnTo>
                    <a:pt x="614680" y="37973"/>
                  </a:lnTo>
                  <a:lnTo>
                    <a:pt x="608291" y="34810"/>
                  </a:lnTo>
                  <a:lnTo>
                    <a:pt x="538099" y="0"/>
                  </a:lnTo>
                  <a:lnTo>
                    <a:pt x="561492" y="34810"/>
                  </a:lnTo>
                  <a:lnTo>
                    <a:pt x="64008" y="36576"/>
                  </a:lnTo>
                  <a:lnTo>
                    <a:pt x="57531" y="36830"/>
                  </a:lnTo>
                  <a:lnTo>
                    <a:pt x="50241" y="37973"/>
                  </a:lnTo>
                  <a:lnTo>
                    <a:pt x="50584" y="37973"/>
                  </a:lnTo>
                  <a:lnTo>
                    <a:pt x="44958" y="39497"/>
                  </a:lnTo>
                  <a:lnTo>
                    <a:pt x="10922" y="64770"/>
                  </a:lnTo>
                  <a:lnTo>
                    <a:pt x="0" y="826897"/>
                  </a:lnTo>
                  <a:lnTo>
                    <a:pt x="215" y="832497"/>
                  </a:lnTo>
                  <a:lnTo>
                    <a:pt x="254" y="833374"/>
                  </a:lnTo>
                  <a:lnTo>
                    <a:pt x="990" y="838022"/>
                  </a:lnTo>
                  <a:lnTo>
                    <a:pt x="1079" y="838606"/>
                  </a:lnTo>
                  <a:lnTo>
                    <a:pt x="1181" y="839177"/>
                  </a:lnTo>
                  <a:lnTo>
                    <a:pt x="1270" y="839724"/>
                  </a:lnTo>
                  <a:lnTo>
                    <a:pt x="2921" y="845820"/>
                  </a:lnTo>
                  <a:lnTo>
                    <a:pt x="28232" y="880008"/>
                  </a:lnTo>
                  <a:lnTo>
                    <a:pt x="64008" y="890778"/>
                  </a:lnTo>
                  <a:lnTo>
                    <a:pt x="844931" y="890778"/>
                  </a:lnTo>
                  <a:lnTo>
                    <a:pt x="872286" y="884555"/>
                  </a:lnTo>
                  <a:lnTo>
                    <a:pt x="880694" y="880008"/>
                  </a:lnTo>
                  <a:close/>
                </a:path>
                <a:path w="10096500" h="890904">
                  <a:moveTo>
                    <a:pt x="909066" y="97409"/>
                  </a:moveTo>
                  <a:lnTo>
                    <a:pt x="902716" y="97409"/>
                  </a:lnTo>
                  <a:lnTo>
                    <a:pt x="902703" y="826897"/>
                  </a:lnTo>
                  <a:lnTo>
                    <a:pt x="902474" y="832497"/>
                  </a:lnTo>
                  <a:lnTo>
                    <a:pt x="902385" y="832866"/>
                  </a:lnTo>
                  <a:lnTo>
                    <a:pt x="901534" y="838022"/>
                  </a:lnTo>
                  <a:lnTo>
                    <a:pt x="901433" y="838606"/>
                  </a:lnTo>
                  <a:lnTo>
                    <a:pt x="901331" y="839177"/>
                  </a:lnTo>
                  <a:lnTo>
                    <a:pt x="900379" y="842784"/>
                  </a:lnTo>
                  <a:lnTo>
                    <a:pt x="900315" y="843051"/>
                  </a:lnTo>
                  <a:lnTo>
                    <a:pt x="898372" y="848804"/>
                  </a:lnTo>
                  <a:lnTo>
                    <a:pt x="896747" y="851789"/>
                  </a:lnTo>
                  <a:lnTo>
                    <a:pt x="893064" y="858774"/>
                  </a:lnTo>
                  <a:lnTo>
                    <a:pt x="885507" y="867867"/>
                  </a:lnTo>
                  <a:lnTo>
                    <a:pt x="876858" y="874839"/>
                  </a:lnTo>
                  <a:lnTo>
                    <a:pt x="867791" y="879767"/>
                  </a:lnTo>
                  <a:lnTo>
                    <a:pt x="881011" y="879767"/>
                  </a:lnTo>
                  <a:lnTo>
                    <a:pt x="887349" y="874522"/>
                  </a:lnTo>
                  <a:lnTo>
                    <a:pt x="890270" y="872109"/>
                  </a:lnTo>
                  <a:lnTo>
                    <a:pt x="894143" y="867410"/>
                  </a:lnTo>
                  <a:lnTo>
                    <a:pt x="898144" y="862584"/>
                  </a:lnTo>
                  <a:lnTo>
                    <a:pt x="903986" y="851789"/>
                  </a:lnTo>
                  <a:lnTo>
                    <a:pt x="906145" y="845820"/>
                  </a:lnTo>
                  <a:lnTo>
                    <a:pt x="907796" y="839724"/>
                  </a:lnTo>
                  <a:lnTo>
                    <a:pt x="908685" y="833374"/>
                  </a:lnTo>
                  <a:lnTo>
                    <a:pt x="909066" y="826897"/>
                  </a:lnTo>
                  <a:lnTo>
                    <a:pt x="909066" y="97409"/>
                  </a:lnTo>
                  <a:close/>
                </a:path>
                <a:path w="10096500" h="890904">
                  <a:moveTo>
                    <a:pt x="1893570" y="97409"/>
                  </a:moveTo>
                  <a:lnTo>
                    <a:pt x="1887220" y="97409"/>
                  </a:lnTo>
                  <a:lnTo>
                    <a:pt x="1887321" y="826897"/>
                  </a:lnTo>
                  <a:lnTo>
                    <a:pt x="1886991" y="832332"/>
                  </a:lnTo>
                  <a:lnTo>
                    <a:pt x="1877314" y="859282"/>
                  </a:lnTo>
                  <a:lnTo>
                    <a:pt x="1877568" y="858774"/>
                  </a:lnTo>
                  <a:lnTo>
                    <a:pt x="1874443" y="862584"/>
                  </a:lnTo>
                  <a:lnTo>
                    <a:pt x="1870583" y="867410"/>
                  </a:lnTo>
                  <a:lnTo>
                    <a:pt x="1861921" y="874483"/>
                  </a:lnTo>
                  <a:lnTo>
                    <a:pt x="1861921" y="874610"/>
                  </a:lnTo>
                  <a:lnTo>
                    <a:pt x="1861604" y="874788"/>
                  </a:lnTo>
                  <a:lnTo>
                    <a:pt x="1861896" y="874610"/>
                  </a:lnTo>
                  <a:lnTo>
                    <a:pt x="1861921" y="874483"/>
                  </a:lnTo>
                  <a:lnTo>
                    <a:pt x="1861426" y="874877"/>
                  </a:lnTo>
                  <a:lnTo>
                    <a:pt x="1851774" y="880110"/>
                  </a:lnTo>
                  <a:lnTo>
                    <a:pt x="1851571" y="880110"/>
                  </a:lnTo>
                  <a:lnTo>
                    <a:pt x="1846795" y="881811"/>
                  </a:lnTo>
                  <a:lnTo>
                    <a:pt x="1845856" y="882154"/>
                  </a:lnTo>
                  <a:lnTo>
                    <a:pt x="1841385" y="883348"/>
                  </a:lnTo>
                  <a:lnTo>
                    <a:pt x="1841080" y="883348"/>
                  </a:lnTo>
                  <a:lnTo>
                    <a:pt x="1835658" y="884237"/>
                  </a:lnTo>
                  <a:lnTo>
                    <a:pt x="1834756" y="884237"/>
                  </a:lnTo>
                  <a:lnTo>
                    <a:pt x="1829346" y="884555"/>
                  </a:lnTo>
                  <a:lnTo>
                    <a:pt x="1048893" y="884555"/>
                  </a:lnTo>
                  <a:lnTo>
                    <a:pt x="1043673" y="884237"/>
                  </a:lnTo>
                  <a:lnTo>
                    <a:pt x="1042581" y="884237"/>
                  </a:lnTo>
                  <a:lnTo>
                    <a:pt x="1037272" y="883348"/>
                  </a:lnTo>
                  <a:lnTo>
                    <a:pt x="1036980" y="883348"/>
                  </a:lnTo>
                  <a:lnTo>
                    <a:pt x="1032510" y="882167"/>
                  </a:lnTo>
                  <a:lnTo>
                    <a:pt x="1031519" y="881811"/>
                  </a:lnTo>
                  <a:lnTo>
                    <a:pt x="1026744" y="880110"/>
                  </a:lnTo>
                  <a:lnTo>
                    <a:pt x="1026541" y="880110"/>
                  </a:lnTo>
                  <a:lnTo>
                    <a:pt x="1016825" y="874903"/>
                  </a:lnTo>
                  <a:lnTo>
                    <a:pt x="1016292" y="874636"/>
                  </a:lnTo>
                  <a:lnTo>
                    <a:pt x="1007745" y="867410"/>
                  </a:lnTo>
                  <a:lnTo>
                    <a:pt x="1003795" y="862584"/>
                  </a:lnTo>
                  <a:lnTo>
                    <a:pt x="1001052" y="859282"/>
                  </a:lnTo>
                  <a:lnTo>
                    <a:pt x="1000633" y="858774"/>
                  </a:lnTo>
                  <a:lnTo>
                    <a:pt x="1000887" y="859282"/>
                  </a:lnTo>
                  <a:lnTo>
                    <a:pt x="992124" y="838339"/>
                  </a:lnTo>
                  <a:lnTo>
                    <a:pt x="992035" y="838022"/>
                  </a:lnTo>
                  <a:lnTo>
                    <a:pt x="991387" y="833577"/>
                  </a:lnTo>
                  <a:lnTo>
                    <a:pt x="991285" y="832878"/>
                  </a:lnTo>
                  <a:lnTo>
                    <a:pt x="991209" y="832332"/>
                  </a:lnTo>
                  <a:lnTo>
                    <a:pt x="990981" y="826897"/>
                  </a:lnTo>
                  <a:lnTo>
                    <a:pt x="990981" y="100584"/>
                  </a:lnTo>
                  <a:lnTo>
                    <a:pt x="993648" y="83312"/>
                  </a:lnTo>
                  <a:lnTo>
                    <a:pt x="993724" y="82981"/>
                  </a:lnTo>
                  <a:lnTo>
                    <a:pt x="995553" y="77965"/>
                  </a:lnTo>
                  <a:lnTo>
                    <a:pt x="995641" y="77724"/>
                  </a:lnTo>
                  <a:lnTo>
                    <a:pt x="1000887" y="68072"/>
                  </a:lnTo>
                  <a:lnTo>
                    <a:pt x="1000582" y="68668"/>
                  </a:lnTo>
                  <a:lnTo>
                    <a:pt x="1001052" y="68072"/>
                  </a:lnTo>
                  <a:lnTo>
                    <a:pt x="1008126" y="59563"/>
                  </a:lnTo>
                  <a:lnTo>
                    <a:pt x="1013409" y="55245"/>
                  </a:lnTo>
                  <a:lnTo>
                    <a:pt x="1016165" y="52959"/>
                  </a:lnTo>
                  <a:lnTo>
                    <a:pt x="1016812" y="52578"/>
                  </a:lnTo>
                  <a:lnTo>
                    <a:pt x="1026071" y="47498"/>
                  </a:lnTo>
                  <a:lnTo>
                    <a:pt x="1026744" y="47244"/>
                  </a:lnTo>
                  <a:lnTo>
                    <a:pt x="1031087" y="45707"/>
                  </a:lnTo>
                  <a:lnTo>
                    <a:pt x="1031608" y="45567"/>
                  </a:lnTo>
                  <a:lnTo>
                    <a:pt x="1036967" y="44132"/>
                  </a:lnTo>
                  <a:lnTo>
                    <a:pt x="1036497" y="44132"/>
                  </a:lnTo>
                  <a:lnTo>
                    <a:pt x="1042670" y="43243"/>
                  </a:lnTo>
                  <a:lnTo>
                    <a:pt x="1041361" y="43243"/>
                  </a:lnTo>
                  <a:lnTo>
                    <a:pt x="1048766" y="42926"/>
                  </a:lnTo>
                  <a:lnTo>
                    <a:pt x="1546148" y="41160"/>
                  </a:lnTo>
                  <a:lnTo>
                    <a:pt x="1522984" y="76200"/>
                  </a:lnTo>
                  <a:lnTo>
                    <a:pt x="1592491" y="41160"/>
                  </a:lnTo>
                  <a:lnTo>
                    <a:pt x="1598803" y="37973"/>
                  </a:lnTo>
                  <a:lnTo>
                    <a:pt x="1599311" y="37973"/>
                  </a:lnTo>
                  <a:lnTo>
                    <a:pt x="1592922" y="34810"/>
                  </a:lnTo>
                  <a:lnTo>
                    <a:pt x="1522730" y="0"/>
                  </a:lnTo>
                  <a:lnTo>
                    <a:pt x="1546123" y="34810"/>
                  </a:lnTo>
                  <a:lnTo>
                    <a:pt x="1048639" y="36576"/>
                  </a:lnTo>
                  <a:lnTo>
                    <a:pt x="1042162" y="36830"/>
                  </a:lnTo>
                  <a:lnTo>
                    <a:pt x="1035011" y="37973"/>
                  </a:lnTo>
                  <a:lnTo>
                    <a:pt x="1035342" y="37973"/>
                  </a:lnTo>
                  <a:lnTo>
                    <a:pt x="1029716" y="39497"/>
                  </a:lnTo>
                  <a:lnTo>
                    <a:pt x="995553" y="64770"/>
                  </a:lnTo>
                  <a:lnTo>
                    <a:pt x="984631" y="826897"/>
                  </a:lnTo>
                  <a:lnTo>
                    <a:pt x="984834" y="832332"/>
                  </a:lnTo>
                  <a:lnTo>
                    <a:pt x="984910" y="833577"/>
                  </a:lnTo>
                  <a:lnTo>
                    <a:pt x="985621" y="838022"/>
                  </a:lnTo>
                  <a:lnTo>
                    <a:pt x="985710" y="838606"/>
                  </a:lnTo>
                  <a:lnTo>
                    <a:pt x="985812" y="839177"/>
                  </a:lnTo>
                  <a:lnTo>
                    <a:pt x="985901" y="839724"/>
                  </a:lnTo>
                  <a:lnTo>
                    <a:pt x="987552" y="845820"/>
                  </a:lnTo>
                  <a:lnTo>
                    <a:pt x="1013053" y="880110"/>
                  </a:lnTo>
                  <a:lnTo>
                    <a:pt x="1048639" y="890778"/>
                  </a:lnTo>
                  <a:lnTo>
                    <a:pt x="1829689" y="890778"/>
                  </a:lnTo>
                  <a:lnTo>
                    <a:pt x="1856917" y="884555"/>
                  </a:lnTo>
                  <a:lnTo>
                    <a:pt x="1865134" y="880110"/>
                  </a:lnTo>
                  <a:lnTo>
                    <a:pt x="1871878" y="874610"/>
                  </a:lnTo>
                  <a:lnTo>
                    <a:pt x="1874901" y="872109"/>
                  </a:lnTo>
                  <a:lnTo>
                    <a:pt x="1882775" y="862584"/>
                  </a:lnTo>
                  <a:lnTo>
                    <a:pt x="1884553" y="859282"/>
                  </a:lnTo>
                  <a:lnTo>
                    <a:pt x="1888617" y="851789"/>
                  </a:lnTo>
                  <a:lnTo>
                    <a:pt x="1893570" y="826897"/>
                  </a:lnTo>
                  <a:lnTo>
                    <a:pt x="1893570" y="97409"/>
                  </a:lnTo>
                  <a:close/>
                </a:path>
                <a:path w="10096500" h="890904">
                  <a:moveTo>
                    <a:pt x="2856192" y="874903"/>
                  </a:moveTo>
                  <a:lnTo>
                    <a:pt x="2846324" y="874903"/>
                  </a:lnTo>
                  <a:lnTo>
                    <a:pt x="2846108" y="874903"/>
                  </a:lnTo>
                  <a:lnTo>
                    <a:pt x="2836418" y="880110"/>
                  </a:lnTo>
                  <a:lnTo>
                    <a:pt x="2836087" y="880110"/>
                  </a:lnTo>
                  <a:lnTo>
                    <a:pt x="2831427" y="881811"/>
                  </a:lnTo>
                  <a:lnTo>
                    <a:pt x="2830601" y="882116"/>
                  </a:lnTo>
                  <a:lnTo>
                    <a:pt x="2825851" y="883361"/>
                  </a:lnTo>
                  <a:lnTo>
                    <a:pt x="2825635" y="883361"/>
                  </a:lnTo>
                  <a:lnTo>
                    <a:pt x="2820289" y="884237"/>
                  </a:lnTo>
                  <a:lnTo>
                    <a:pt x="2818803" y="884237"/>
                  </a:lnTo>
                  <a:lnTo>
                    <a:pt x="2811526" y="884542"/>
                  </a:lnTo>
                  <a:lnTo>
                    <a:pt x="2032698" y="884542"/>
                  </a:lnTo>
                  <a:lnTo>
                    <a:pt x="2028164" y="884237"/>
                  </a:lnTo>
                  <a:lnTo>
                    <a:pt x="2027212" y="884237"/>
                  </a:lnTo>
                  <a:lnTo>
                    <a:pt x="2021954" y="883361"/>
                  </a:lnTo>
                  <a:lnTo>
                    <a:pt x="2021649" y="883361"/>
                  </a:lnTo>
                  <a:lnTo>
                    <a:pt x="2016887" y="882129"/>
                  </a:lnTo>
                  <a:lnTo>
                    <a:pt x="2016023" y="881811"/>
                  </a:lnTo>
                  <a:lnTo>
                    <a:pt x="2011349" y="880110"/>
                  </a:lnTo>
                  <a:lnTo>
                    <a:pt x="2011172" y="880110"/>
                  </a:lnTo>
                  <a:lnTo>
                    <a:pt x="2001024" y="874610"/>
                  </a:lnTo>
                  <a:lnTo>
                    <a:pt x="2001647" y="874903"/>
                  </a:lnTo>
                  <a:lnTo>
                    <a:pt x="2001177" y="874610"/>
                  </a:lnTo>
                  <a:lnTo>
                    <a:pt x="1992820" y="867879"/>
                  </a:lnTo>
                  <a:lnTo>
                    <a:pt x="1992579" y="867600"/>
                  </a:lnTo>
                  <a:lnTo>
                    <a:pt x="1992439" y="867410"/>
                  </a:lnTo>
                  <a:lnTo>
                    <a:pt x="1985264" y="858774"/>
                  </a:lnTo>
                  <a:lnTo>
                    <a:pt x="1981568" y="851789"/>
                  </a:lnTo>
                  <a:lnTo>
                    <a:pt x="1980057" y="849007"/>
                  </a:lnTo>
                  <a:lnTo>
                    <a:pt x="1979942" y="848804"/>
                  </a:lnTo>
                  <a:lnTo>
                    <a:pt x="1977999" y="843013"/>
                  </a:lnTo>
                  <a:lnTo>
                    <a:pt x="1976983" y="839190"/>
                  </a:lnTo>
                  <a:lnTo>
                    <a:pt x="1976005" y="833374"/>
                  </a:lnTo>
                  <a:lnTo>
                    <a:pt x="1975916" y="832866"/>
                  </a:lnTo>
                  <a:lnTo>
                    <a:pt x="1975840" y="832358"/>
                  </a:lnTo>
                  <a:lnTo>
                    <a:pt x="1975612" y="826897"/>
                  </a:lnTo>
                  <a:lnTo>
                    <a:pt x="1975612" y="100584"/>
                  </a:lnTo>
                  <a:lnTo>
                    <a:pt x="1975739" y="97409"/>
                  </a:lnTo>
                  <a:lnTo>
                    <a:pt x="1975840" y="94957"/>
                  </a:lnTo>
                  <a:lnTo>
                    <a:pt x="1976805" y="89166"/>
                  </a:lnTo>
                  <a:lnTo>
                    <a:pt x="1976894" y="88582"/>
                  </a:lnTo>
                  <a:lnTo>
                    <a:pt x="1988426" y="64770"/>
                  </a:lnTo>
                  <a:lnTo>
                    <a:pt x="1992757" y="59563"/>
                  </a:lnTo>
                  <a:lnTo>
                    <a:pt x="1998129" y="55245"/>
                  </a:lnTo>
                  <a:lnTo>
                    <a:pt x="2000923" y="52959"/>
                  </a:lnTo>
                  <a:lnTo>
                    <a:pt x="2021598" y="44132"/>
                  </a:lnTo>
                  <a:lnTo>
                    <a:pt x="2021141" y="44132"/>
                  </a:lnTo>
                  <a:lnTo>
                    <a:pt x="2027301" y="43243"/>
                  </a:lnTo>
                  <a:lnTo>
                    <a:pt x="2025992" y="43243"/>
                  </a:lnTo>
                  <a:lnTo>
                    <a:pt x="2033397" y="42926"/>
                  </a:lnTo>
                  <a:lnTo>
                    <a:pt x="2530779" y="41160"/>
                  </a:lnTo>
                  <a:lnTo>
                    <a:pt x="2507615" y="76200"/>
                  </a:lnTo>
                  <a:lnTo>
                    <a:pt x="2577122" y="41160"/>
                  </a:lnTo>
                  <a:lnTo>
                    <a:pt x="2583434" y="37973"/>
                  </a:lnTo>
                  <a:lnTo>
                    <a:pt x="2583942" y="37973"/>
                  </a:lnTo>
                  <a:lnTo>
                    <a:pt x="2577554" y="34810"/>
                  </a:lnTo>
                  <a:lnTo>
                    <a:pt x="2507361" y="0"/>
                  </a:lnTo>
                  <a:lnTo>
                    <a:pt x="2530754" y="34810"/>
                  </a:lnTo>
                  <a:lnTo>
                    <a:pt x="2033270" y="36576"/>
                  </a:lnTo>
                  <a:lnTo>
                    <a:pt x="2026793" y="36830"/>
                  </a:lnTo>
                  <a:lnTo>
                    <a:pt x="2019642" y="37973"/>
                  </a:lnTo>
                  <a:lnTo>
                    <a:pt x="2019973" y="37973"/>
                  </a:lnTo>
                  <a:lnTo>
                    <a:pt x="2014347" y="39497"/>
                  </a:lnTo>
                  <a:lnTo>
                    <a:pt x="1980184" y="64770"/>
                  </a:lnTo>
                  <a:lnTo>
                    <a:pt x="1969262" y="100584"/>
                  </a:lnTo>
                  <a:lnTo>
                    <a:pt x="1969262" y="826897"/>
                  </a:lnTo>
                  <a:lnTo>
                    <a:pt x="1969579" y="832358"/>
                  </a:lnTo>
                  <a:lnTo>
                    <a:pt x="1969643" y="833374"/>
                  </a:lnTo>
                  <a:lnTo>
                    <a:pt x="1970290" y="838022"/>
                  </a:lnTo>
                  <a:lnTo>
                    <a:pt x="1970328" y="838339"/>
                  </a:lnTo>
                  <a:lnTo>
                    <a:pt x="1970455" y="839190"/>
                  </a:lnTo>
                  <a:lnTo>
                    <a:pt x="1970532" y="839724"/>
                  </a:lnTo>
                  <a:lnTo>
                    <a:pt x="1972183" y="845820"/>
                  </a:lnTo>
                  <a:lnTo>
                    <a:pt x="1997811" y="880110"/>
                  </a:lnTo>
                  <a:lnTo>
                    <a:pt x="2033270" y="890778"/>
                  </a:lnTo>
                  <a:lnTo>
                    <a:pt x="2814320" y="890778"/>
                  </a:lnTo>
                  <a:lnTo>
                    <a:pt x="2849892" y="880110"/>
                  </a:lnTo>
                  <a:lnTo>
                    <a:pt x="2856192" y="874903"/>
                  </a:lnTo>
                  <a:close/>
                </a:path>
                <a:path w="10096500" h="890904">
                  <a:moveTo>
                    <a:pt x="2878328" y="97409"/>
                  </a:moveTo>
                  <a:lnTo>
                    <a:pt x="2871978" y="97409"/>
                  </a:lnTo>
                  <a:lnTo>
                    <a:pt x="2871965" y="826897"/>
                  </a:lnTo>
                  <a:lnTo>
                    <a:pt x="2871736" y="832358"/>
                  </a:lnTo>
                  <a:lnTo>
                    <a:pt x="2870911" y="838022"/>
                  </a:lnTo>
                  <a:lnTo>
                    <a:pt x="2869374" y="843813"/>
                  </a:lnTo>
                  <a:lnTo>
                    <a:pt x="2869298" y="844054"/>
                  </a:lnTo>
                  <a:lnTo>
                    <a:pt x="2869196" y="844461"/>
                  </a:lnTo>
                  <a:lnTo>
                    <a:pt x="2867647" y="848804"/>
                  </a:lnTo>
                  <a:lnTo>
                    <a:pt x="2867368" y="849503"/>
                  </a:lnTo>
                  <a:lnTo>
                    <a:pt x="2866098" y="851789"/>
                  </a:lnTo>
                  <a:lnTo>
                    <a:pt x="2862326" y="858774"/>
                  </a:lnTo>
                  <a:lnTo>
                    <a:pt x="2859151" y="862584"/>
                  </a:lnTo>
                  <a:lnTo>
                    <a:pt x="2855214" y="867410"/>
                  </a:lnTo>
                  <a:lnTo>
                    <a:pt x="2846324" y="874903"/>
                  </a:lnTo>
                  <a:lnTo>
                    <a:pt x="2846717" y="874610"/>
                  </a:lnTo>
                  <a:lnTo>
                    <a:pt x="2856547" y="874610"/>
                  </a:lnTo>
                  <a:lnTo>
                    <a:pt x="2859532" y="872109"/>
                  </a:lnTo>
                  <a:lnTo>
                    <a:pt x="2878074" y="833374"/>
                  </a:lnTo>
                  <a:lnTo>
                    <a:pt x="2878328" y="826897"/>
                  </a:lnTo>
                  <a:lnTo>
                    <a:pt x="2878328" y="97409"/>
                  </a:lnTo>
                  <a:close/>
                </a:path>
                <a:path w="10096500" h="890904">
                  <a:moveTo>
                    <a:pt x="3862959" y="97409"/>
                  </a:moveTo>
                  <a:lnTo>
                    <a:pt x="3856609" y="97409"/>
                  </a:lnTo>
                  <a:lnTo>
                    <a:pt x="3856596" y="826897"/>
                  </a:lnTo>
                  <a:lnTo>
                    <a:pt x="3856367" y="832497"/>
                  </a:lnTo>
                  <a:lnTo>
                    <a:pt x="3856278" y="832866"/>
                  </a:lnTo>
                  <a:lnTo>
                    <a:pt x="3855428" y="838022"/>
                  </a:lnTo>
                  <a:lnTo>
                    <a:pt x="3855326" y="838606"/>
                  </a:lnTo>
                  <a:lnTo>
                    <a:pt x="3855224" y="839177"/>
                  </a:lnTo>
                  <a:lnTo>
                    <a:pt x="3854272" y="842784"/>
                  </a:lnTo>
                  <a:lnTo>
                    <a:pt x="3854208" y="843051"/>
                  </a:lnTo>
                  <a:lnTo>
                    <a:pt x="3852265" y="848804"/>
                  </a:lnTo>
                  <a:lnTo>
                    <a:pt x="3850640" y="851789"/>
                  </a:lnTo>
                  <a:lnTo>
                    <a:pt x="3846957" y="858774"/>
                  </a:lnTo>
                  <a:lnTo>
                    <a:pt x="3839400" y="867867"/>
                  </a:lnTo>
                  <a:lnTo>
                    <a:pt x="3830751" y="874839"/>
                  </a:lnTo>
                  <a:lnTo>
                    <a:pt x="3821049" y="880110"/>
                  </a:lnTo>
                  <a:lnTo>
                    <a:pt x="3820858" y="880110"/>
                  </a:lnTo>
                  <a:lnTo>
                    <a:pt x="3816185" y="881811"/>
                  </a:lnTo>
                  <a:lnTo>
                    <a:pt x="3815346" y="882129"/>
                  </a:lnTo>
                  <a:lnTo>
                    <a:pt x="3810622" y="883361"/>
                  </a:lnTo>
                  <a:lnTo>
                    <a:pt x="3810292" y="883361"/>
                  </a:lnTo>
                  <a:lnTo>
                    <a:pt x="3804793" y="884262"/>
                  </a:lnTo>
                  <a:lnTo>
                    <a:pt x="3802938" y="884262"/>
                  </a:lnTo>
                  <a:lnTo>
                    <a:pt x="3795776" y="884555"/>
                  </a:lnTo>
                  <a:lnTo>
                    <a:pt x="3018028" y="884555"/>
                  </a:lnTo>
                  <a:lnTo>
                    <a:pt x="3013240" y="884262"/>
                  </a:lnTo>
                  <a:lnTo>
                    <a:pt x="3011881" y="884262"/>
                  </a:lnTo>
                  <a:lnTo>
                    <a:pt x="3006471" y="883361"/>
                  </a:lnTo>
                  <a:lnTo>
                    <a:pt x="3006267" y="883361"/>
                  </a:lnTo>
                  <a:lnTo>
                    <a:pt x="3001568" y="882142"/>
                  </a:lnTo>
                  <a:lnTo>
                    <a:pt x="3000654" y="881811"/>
                  </a:lnTo>
                  <a:lnTo>
                    <a:pt x="2995993" y="880110"/>
                  </a:lnTo>
                  <a:lnTo>
                    <a:pt x="2995676" y="880110"/>
                  </a:lnTo>
                  <a:lnTo>
                    <a:pt x="2985389" y="874522"/>
                  </a:lnTo>
                  <a:lnTo>
                    <a:pt x="2986024" y="874852"/>
                  </a:lnTo>
                  <a:lnTo>
                    <a:pt x="2985579" y="874522"/>
                  </a:lnTo>
                  <a:lnTo>
                    <a:pt x="2977464" y="867905"/>
                  </a:lnTo>
                  <a:lnTo>
                    <a:pt x="2969895" y="858774"/>
                  </a:lnTo>
                  <a:lnTo>
                    <a:pt x="2966110" y="851789"/>
                  </a:lnTo>
                  <a:lnTo>
                    <a:pt x="2964561" y="849007"/>
                  </a:lnTo>
                  <a:lnTo>
                    <a:pt x="2964561" y="848804"/>
                  </a:lnTo>
                  <a:lnTo>
                    <a:pt x="2963024" y="844499"/>
                  </a:lnTo>
                  <a:lnTo>
                    <a:pt x="2961449" y="838606"/>
                  </a:lnTo>
                  <a:lnTo>
                    <a:pt x="2961386" y="838339"/>
                  </a:lnTo>
                  <a:lnTo>
                    <a:pt x="2961297" y="838022"/>
                  </a:lnTo>
                  <a:lnTo>
                    <a:pt x="2960624" y="833374"/>
                  </a:lnTo>
                  <a:lnTo>
                    <a:pt x="2960547" y="832866"/>
                  </a:lnTo>
                  <a:lnTo>
                    <a:pt x="2960497" y="832497"/>
                  </a:lnTo>
                  <a:lnTo>
                    <a:pt x="2960243" y="826897"/>
                  </a:lnTo>
                  <a:lnTo>
                    <a:pt x="2960243" y="100584"/>
                  </a:lnTo>
                  <a:lnTo>
                    <a:pt x="2962910" y="83312"/>
                  </a:lnTo>
                  <a:lnTo>
                    <a:pt x="2962986" y="82981"/>
                  </a:lnTo>
                  <a:lnTo>
                    <a:pt x="2973057" y="64770"/>
                  </a:lnTo>
                  <a:lnTo>
                    <a:pt x="2977388" y="59563"/>
                  </a:lnTo>
                  <a:lnTo>
                    <a:pt x="2982684" y="55245"/>
                  </a:lnTo>
                  <a:lnTo>
                    <a:pt x="2985427" y="52959"/>
                  </a:lnTo>
                  <a:lnTo>
                    <a:pt x="2986074" y="52578"/>
                  </a:lnTo>
                  <a:lnTo>
                    <a:pt x="2995066" y="47586"/>
                  </a:lnTo>
                  <a:lnTo>
                    <a:pt x="3000248" y="45694"/>
                  </a:lnTo>
                  <a:lnTo>
                    <a:pt x="3006115" y="44170"/>
                  </a:lnTo>
                  <a:lnTo>
                    <a:pt x="3006674" y="44018"/>
                  </a:lnTo>
                  <a:lnTo>
                    <a:pt x="3006458" y="44018"/>
                  </a:lnTo>
                  <a:lnTo>
                    <a:pt x="3012186" y="43180"/>
                  </a:lnTo>
                  <a:lnTo>
                    <a:pt x="3017901" y="42926"/>
                  </a:lnTo>
                  <a:lnTo>
                    <a:pt x="3515410" y="41173"/>
                  </a:lnTo>
                  <a:lnTo>
                    <a:pt x="3492373" y="76200"/>
                  </a:lnTo>
                  <a:lnTo>
                    <a:pt x="3561753" y="41160"/>
                  </a:lnTo>
                  <a:lnTo>
                    <a:pt x="3567874" y="38074"/>
                  </a:lnTo>
                  <a:lnTo>
                    <a:pt x="3568763" y="38074"/>
                  </a:lnTo>
                  <a:lnTo>
                    <a:pt x="3562185" y="34810"/>
                  </a:lnTo>
                  <a:lnTo>
                    <a:pt x="3491992" y="0"/>
                  </a:lnTo>
                  <a:lnTo>
                    <a:pt x="3515385" y="34810"/>
                  </a:lnTo>
                  <a:lnTo>
                    <a:pt x="3017901" y="36576"/>
                  </a:lnTo>
                  <a:lnTo>
                    <a:pt x="3011424" y="36830"/>
                  </a:lnTo>
                  <a:lnTo>
                    <a:pt x="3003512" y="38074"/>
                  </a:lnTo>
                  <a:lnTo>
                    <a:pt x="3004108" y="38074"/>
                  </a:lnTo>
                  <a:lnTo>
                    <a:pt x="2998851" y="39497"/>
                  </a:lnTo>
                  <a:lnTo>
                    <a:pt x="2964815" y="64770"/>
                  </a:lnTo>
                  <a:lnTo>
                    <a:pt x="2953893" y="826897"/>
                  </a:lnTo>
                  <a:lnTo>
                    <a:pt x="2954109" y="832497"/>
                  </a:lnTo>
                  <a:lnTo>
                    <a:pt x="2954147" y="833374"/>
                  </a:lnTo>
                  <a:lnTo>
                    <a:pt x="2954883" y="838022"/>
                  </a:lnTo>
                  <a:lnTo>
                    <a:pt x="2954972" y="838606"/>
                  </a:lnTo>
                  <a:lnTo>
                    <a:pt x="2955074" y="839177"/>
                  </a:lnTo>
                  <a:lnTo>
                    <a:pt x="2955163" y="839724"/>
                  </a:lnTo>
                  <a:lnTo>
                    <a:pt x="2956814" y="845820"/>
                  </a:lnTo>
                  <a:lnTo>
                    <a:pt x="2982315" y="880110"/>
                  </a:lnTo>
                  <a:lnTo>
                    <a:pt x="3017901" y="890778"/>
                  </a:lnTo>
                  <a:lnTo>
                    <a:pt x="3798951" y="890778"/>
                  </a:lnTo>
                  <a:lnTo>
                    <a:pt x="3826179" y="884555"/>
                  </a:lnTo>
                  <a:lnTo>
                    <a:pt x="3834396" y="880110"/>
                  </a:lnTo>
                  <a:lnTo>
                    <a:pt x="3841242" y="874522"/>
                  </a:lnTo>
                  <a:lnTo>
                    <a:pt x="3844163" y="872109"/>
                  </a:lnTo>
                  <a:lnTo>
                    <a:pt x="3848036" y="867410"/>
                  </a:lnTo>
                  <a:lnTo>
                    <a:pt x="3852037" y="862584"/>
                  </a:lnTo>
                  <a:lnTo>
                    <a:pt x="3862959" y="826897"/>
                  </a:lnTo>
                  <a:lnTo>
                    <a:pt x="3862959" y="97409"/>
                  </a:lnTo>
                  <a:close/>
                </a:path>
                <a:path w="10096500" h="890904">
                  <a:moveTo>
                    <a:pt x="5089639" y="97409"/>
                  </a:moveTo>
                  <a:lnTo>
                    <a:pt x="5083289" y="97409"/>
                  </a:lnTo>
                  <a:lnTo>
                    <a:pt x="5083289" y="826897"/>
                  </a:lnTo>
                  <a:lnTo>
                    <a:pt x="5083060" y="832358"/>
                  </a:lnTo>
                  <a:lnTo>
                    <a:pt x="5082235" y="838022"/>
                  </a:lnTo>
                  <a:lnTo>
                    <a:pt x="5080698" y="843813"/>
                  </a:lnTo>
                  <a:lnTo>
                    <a:pt x="5080622" y="844054"/>
                  </a:lnTo>
                  <a:lnTo>
                    <a:pt x="5080520" y="844461"/>
                  </a:lnTo>
                  <a:lnTo>
                    <a:pt x="5078971" y="848804"/>
                  </a:lnTo>
                  <a:lnTo>
                    <a:pt x="5078692" y="849503"/>
                  </a:lnTo>
                  <a:lnTo>
                    <a:pt x="5077422" y="851789"/>
                  </a:lnTo>
                  <a:lnTo>
                    <a:pt x="5073637" y="858774"/>
                  </a:lnTo>
                  <a:lnTo>
                    <a:pt x="5066347" y="867587"/>
                  </a:lnTo>
                  <a:lnTo>
                    <a:pt x="5066068" y="867905"/>
                  </a:lnTo>
                  <a:lnTo>
                    <a:pt x="5058003" y="874483"/>
                  </a:lnTo>
                  <a:lnTo>
                    <a:pt x="5058003" y="874610"/>
                  </a:lnTo>
                  <a:lnTo>
                    <a:pt x="5057775" y="874737"/>
                  </a:lnTo>
                  <a:lnTo>
                    <a:pt x="5057991" y="874610"/>
                  </a:lnTo>
                  <a:lnTo>
                    <a:pt x="5058003" y="874483"/>
                  </a:lnTo>
                  <a:lnTo>
                    <a:pt x="5057508" y="874877"/>
                  </a:lnTo>
                  <a:lnTo>
                    <a:pt x="5048504" y="879767"/>
                  </a:lnTo>
                  <a:lnTo>
                    <a:pt x="5042878" y="881811"/>
                  </a:lnTo>
                  <a:lnTo>
                    <a:pt x="5042039" y="882116"/>
                  </a:lnTo>
                  <a:lnTo>
                    <a:pt x="5037302" y="883361"/>
                  </a:lnTo>
                  <a:lnTo>
                    <a:pt x="5037086" y="883361"/>
                  </a:lnTo>
                  <a:lnTo>
                    <a:pt x="5031613" y="884262"/>
                  </a:lnTo>
                  <a:lnTo>
                    <a:pt x="5029670" y="884262"/>
                  </a:lnTo>
                  <a:lnTo>
                    <a:pt x="5022659" y="884555"/>
                  </a:lnTo>
                  <a:lnTo>
                    <a:pt x="4244848" y="884555"/>
                  </a:lnTo>
                  <a:lnTo>
                    <a:pt x="4240060" y="884262"/>
                  </a:lnTo>
                  <a:lnTo>
                    <a:pt x="4238701" y="884262"/>
                  </a:lnTo>
                  <a:lnTo>
                    <a:pt x="4233291" y="883361"/>
                  </a:lnTo>
                  <a:lnTo>
                    <a:pt x="4233088" y="883361"/>
                  </a:lnTo>
                  <a:lnTo>
                    <a:pt x="4228389" y="882142"/>
                  </a:lnTo>
                  <a:lnTo>
                    <a:pt x="4227474" y="881811"/>
                  </a:lnTo>
                  <a:lnTo>
                    <a:pt x="4222534" y="880008"/>
                  </a:lnTo>
                  <a:lnTo>
                    <a:pt x="4221886" y="879792"/>
                  </a:lnTo>
                  <a:lnTo>
                    <a:pt x="4212907" y="874903"/>
                  </a:lnTo>
                  <a:lnTo>
                    <a:pt x="4212387" y="874636"/>
                  </a:lnTo>
                  <a:lnTo>
                    <a:pt x="4203700" y="867410"/>
                  </a:lnTo>
                  <a:lnTo>
                    <a:pt x="4199750" y="862584"/>
                  </a:lnTo>
                  <a:lnTo>
                    <a:pt x="4196588" y="858774"/>
                  </a:lnTo>
                  <a:lnTo>
                    <a:pt x="4192892" y="851789"/>
                  </a:lnTo>
                  <a:lnTo>
                    <a:pt x="4191381" y="849007"/>
                  </a:lnTo>
                  <a:lnTo>
                    <a:pt x="4191266" y="848804"/>
                  </a:lnTo>
                  <a:lnTo>
                    <a:pt x="4189323" y="843013"/>
                  </a:lnTo>
                  <a:lnTo>
                    <a:pt x="4188307" y="839190"/>
                  </a:lnTo>
                  <a:lnTo>
                    <a:pt x="4187329" y="833374"/>
                  </a:lnTo>
                  <a:lnTo>
                    <a:pt x="4187240" y="832866"/>
                  </a:lnTo>
                  <a:lnTo>
                    <a:pt x="4187164" y="832358"/>
                  </a:lnTo>
                  <a:lnTo>
                    <a:pt x="4186936" y="826897"/>
                  </a:lnTo>
                  <a:lnTo>
                    <a:pt x="4186936" y="100584"/>
                  </a:lnTo>
                  <a:lnTo>
                    <a:pt x="4187063" y="97409"/>
                  </a:lnTo>
                  <a:lnTo>
                    <a:pt x="4187164" y="94957"/>
                  </a:lnTo>
                  <a:lnTo>
                    <a:pt x="4188129" y="89166"/>
                  </a:lnTo>
                  <a:lnTo>
                    <a:pt x="4188218" y="88582"/>
                  </a:lnTo>
                  <a:lnTo>
                    <a:pt x="4199750" y="64770"/>
                  </a:lnTo>
                  <a:lnTo>
                    <a:pt x="4204081" y="59563"/>
                  </a:lnTo>
                  <a:lnTo>
                    <a:pt x="4209440" y="55245"/>
                  </a:lnTo>
                  <a:lnTo>
                    <a:pt x="4212247" y="52959"/>
                  </a:lnTo>
                  <a:lnTo>
                    <a:pt x="4212882" y="52578"/>
                  </a:lnTo>
                  <a:lnTo>
                    <a:pt x="4221886" y="47586"/>
                  </a:lnTo>
                  <a:lnTo>
                    <a:pt x="4227068" y="45694"/>
                  </a:lnTo>
                  <a:lnTo>
                    <a:pt x="4232935" y="44170"/>
                  </a:lnTo>
                  <a:lnTo>
                    <a:pt x="4233494" y="44018"/>
                  </a:lnTo>
                  <a:lnTo>
                    <a:pt x="4233278" y="44018"/>
                  </a:lnTo>
                  <a:lnTo>
                    <a:pt x="4239006" y="43180"/>
                  </a:lnTo>
                  <a:lnTo>
                    <a:pt x="4244721" y="42926"/>
                  </a:lnTo>
                  <a:lnTo>
                    <a:pt x="4742231" y="41160"/>
                  </a:lnTo>
                  <a:lnTo>
                    <a:pt x="4719066" y="76200"/>
                  </a:lnTo>
                  <a:lnTo>
                    <a:pt x="4788573" y="41160"/>
                  </a:lnTo>
                  <a:lnTo>
                    <a:pt x="4794885" y="37973"/>
                  </a:lnTo>
                  <a:lnTo>
                    <a:pt x="4795393" y="37973"/>
                  </a:lnTo>
                  <a:lnTo>
                    <a:pt x="4789005" y="34810"/>
                  </a:lnTo>
                  <a:lnTo>
                    <a:pt x="4718812" y="0"/>
                  </a:lnTo>
                  <a:lnTo>
                    <a:pt x="4742205" y="34810"/>
                  </a:lnTo>
                  <a:lnTo>
                    <a:pt x="4244721" y="36576"/>
                  </a:lnTo>
                  <a:lnTo>
                    <a:pt x="4238244" y="36830"/>
                  </a:lnTo>
                  <a:lnTo>
                    <a:pt x="4230954" y="37973"/>
                  </a:lnTo>
                  <a:lnTo>
                    <a:pt x="4231297" y="37973"/>
                  </a:lnTo>
                  <a:lnTo>
                    <a:pt x="4225671" y="39497"/>
                  </a:lnTo>
                  <a:lnTo>
                    <a:pt x="4191508" y="64770"/>
                  </a:lnTo>
                  <a:lnTo>
                    <a:pt x="4180586" y="100584"/>
                  </a:lnTo>
                  <a:lnTo>
                    <a:pt x="4180586" y="826897"/>
                  </a:lnTo>
                  <a:lnTo>
                    <a:pt x="4180903" y="832358"/>
                  </a:lnTo>
                  <a:lnTo>
                    <a:pt x="4180967" y="833374"/>
                  </a:lnTo>
                  <a:lnTo>
                    <a:pt x="4181614" y="838022"/>
                  </a:lnTo>
                  <a:lnTo>
                    <a:pt x="4181652" y="838339"/>
                  </a:lnTo>
                  <a:lnTo>
                    <a:pt x="4181779" y="839190"/>
                  </a:lnTo>
                  <a:lnTo>
                    <a:pt x="4181856" y="839724"/>
                  </a:lnTo>
                  <a:lnTo>
                    <a:pt x="4183507" y="845820"/>
                  </a:lnTo>
                  <a:lnTo>
                    <a:pt x="4208945" y="880008"/>
                  </a:lnTo>
                  <a:lnTo>
                    <a:pt x="4244721" y="890778"/>
                  </a:lnTo>
                  <a:lnTo>
                    <a:pt x="5025644" y="890778"/>
                  </a:lnTo>
                  <a:lnTo>
                    <a:pt x="5053000" y="884555"/>
                  </a:lnTo>
                  <a:lnTo>
                    <a:pt x="5061407" y="880008"/>
                  </a:lnTo>
                  <a:lnTo>
                    <a:pt x="5067960" y="874610"/>
                  </a:lnTo>
                  <a:lnTo>
                    <a:pt x="5088382" y="839724"/>
                  </a:lnTo>
                  <a:lnTo>
                    <a:pt x="5089639" y="826897"/>
                  </a:lnTo>
                  <a:lnTo>
                    <a:pt x="5089639" y="97409"/>
                  </a:lnTo>
                  <a:close/>
                </a:path>
                <a:path w="10096500" h="890904">
                  <a:moveTo>
                    <a:pt x="6090920" y="97409"/>
                  </a:moveTo>
                  <a:lnTo>
                    <a:pt x="6084570" y="97409"/>
                  </a:lnTo>
                  <a:lnTo>
                    <a:pt x="6084557" y="826897"/>
                  </a:lnTo>
                  <a:lnTo>
                    <a:pt x="6084328" y="832358"/>
                  </a:lnTo>
                  <a:lnTo>
                    <a:pt x="6083503" y="838022"/>
                  </a:lnTo>
                  <a:lnTo>
                    <a:pt x="6081966" y="843813"/>
                  </a:lnTo>
                  <a:lnTo>
                    <a:pt x="6081890" y="844054"/>
                  </a:lnTo>
                  <a:lnTo>
                    <a:pt x="6081788" y="844461"/>
                  </a:lnTo>
                  <a:lnTo>
                    <a:pt x="6080239" y="848804"/>
                  </a:lnTo>
                  <a:lnTo>
                    <a:pt x="6079960" y="849503"/>
                  </a:lnTo>
                  <a:lnTo>
                    <a:pt x="6078690" y="851789"/>
                  </a:lnTo>
                  <a:lnTo>
                    <a:pt x="6074918" y="858774"/>
                  </a:lnTo>
                  <a:lnTo>
                    <a:pt x="6067615" y="867587"/>
                  </a:lnTo>
                  <a:lnTo>
                    <a:pt x="6067336" y="867905"/>
                  </a:lnTo>
                  <a:lnTo>
                    <a:pt x="6059271" y="874483"/>
                  </a:lnTo>
                  <a:lnTo>
                    <a:pt x="6059271" y="874610"/>
                  </a:lnTo>
                  <a:lnTo>
                    <a:pt x="6059043" y="874737"/>
                  </a:lnTo>
                  <a:lnTo>
                    <a:pt x="6059259" y="874610"/>
                  </a:lnTo>
                  <a:lnTo>
                    <a:pt x="6059271" y="874483"/>
                  </a:lnTo>
                  <a:lnTo>
                    <a:pt x="6058776" y="874877"/>
                  </a:lnTo>
                  <a:lnTo>
                    <a:pt x="6049772" y="879767"/>
                  </a:lnTo>
                  <a:lnTo>
                    <a:pt x="6044146" y="881811"/>
                  </a:lnTo>
                  <a:lnTo>
                    <a:pt x="6043307" y="882116"/>
                  </a:lnTo>
                  <a:lnTo>
                    <a:pt x="6038570" y="883361"/>
                  </a:lnTo>
                  <a:lnTo>
                    <a:pt x="6038354" y="883361"/>
                  </a:lnTo>
                  <a:lnTo>
                    <a:pt x="6032881" y="884262"/>
                  </a:lnTo>
                  <a:lnTo>
                    <a:pt x="6030938" y="884262"/>
                  </a:lnTo>
                  <a:lnTo>
                    <a:pt x="6023915" y="884555"/>
                  </a:lnTo>
                  <a:lnTo>
                    <a:pt x="5246116" y="884555"/>
                  </a:lnTo>
                  <a:lnTo>
                    <a:pt x="5241328" y="884262"/>
                  </a:lnTo>
                  <a:lnTo>
                    <a:pt x="5239969" y="884262"/>
                  </a:lnTo>
                  <a:lnTo>
                    <a:pt x="5234559" y="883361"/>
                  </a:lnTo>
                  <a:lnTo>
                    <a:pt x="5234356" y="883361"/>
                  </a:lnTo>
                  <a:lnTo>
                    <a:pt x="5229657" y="882142"/>
                  </a:lnTo>
                  <a:lnTo>
                    <a:pt x="5228742" y="881811"/>
                  </a:lnTo>
                  <a:lnTo>
                    <a:pt x="5223802" y="880008"/>
                  </a:lnTo>
                  <a:lnTo>
                    <a:pt x="5223154" y="879792"/>
                  </a:lnTo>
                  <a:lnTo>
                    <a:pt x="5214175" y="874903"/>
                  </a:lnTo>
                  <a:lnTo>
                    <a:pt x="5213655" y="874636"/>
                  </a:lnTo>
                  <a:lnTo>
                    <a:pt x="5204968" y="867410"/>
                  </a:lnTo>
                  <a:lnTo>
                    <a:pt x="5201018" y="862584"/>
                  </a:lnTo>
                  <a:lnTo>
                    <a:pt x="5197856" y="858774"/>
                  </a:lnTo>
                  <a:lnTo>
                    <a:pt x="5194160" y="851789"/>
                  </a:lnTo>
                  <a:lnTo>
                    <a:pt x="5192649" y="849007"/>
                  </a:lnTo>
                  <a:lnTo>
                    <a:pt x="5192534" y="848804"/>
                  </a:lnTo>
                  <a:lnTo>
                    <a:pt x="5190591" y="843013"/>
                  </a:lnTo>
                  <a:lnTo>
                    <a:pt x="5189575" y="839190"/>
                  </a:lnTo>
                  <a:lnTo>
                    <a:pt x="5188597" y="833374"/>
                  </a:lnTo>
                  <a:lnTo>
                    <a:pt x="5188509" y="832866"/>
                  </a:lnTo>
                  <a:lnTo>
                    <a:pt x="5188432" y="832358"/>
                  </a:lnTo>
                  <a:lnTo>
                    <a:pt x="5188204" y="826897"/>
                  </a:lnTo>
                  <a:lnTo>
                    <a:pt x="5188204" y="100584"/>
                  </a:lnTo>
                  <a:lnTo>
                    <a:pt x="5188331" y="97409"/>
                  </a:lnTo>
                  <a:lnTo>
                    <a:pt x="5188432" y="94957"/>
                  </a:lnTo>
                  <a:lnTo>
                    <a:pt x="5189398" y="89166"/>
                  </a:lnTo>
                  <a:lnTo>
                    <a:pt x="5189486" y="88582"/>
                  </a:lnTo>
                  <a:lnTo>
                    <a:pt x="5201018" y="64770"/>
                  </a:lnTo>
                  <a:lnTo>
                    <a:pt x="5205349" y="59563"/>
                  </a:lnTo>
                  <a:lnTo>
                    <a:pt x="5210708" y="55245"/>
                  </a:lnTo>
                  <a:lnTo>
                    <a:pt x="5213515" y="52959"/>
                  </a:lnTo>
                  <a:lnTo>
                    <a:pt x="5214150" y="52578"/>
                  </a:lnTo>
                  <a:lnTo>
                    <a:pt x="5223154" y="47586"/>
                  </a:lnTo>
                  <a:lnTo>
                    <a:pt x="5228336" y="45694"/>
                  </a:lnTo>
                  <a:lnTo>
                    <a:pt x="5234203" y="44170"/>
                  </a:lnTo>
                  <a:lnTo>
                    <a:pt x="5234762" y="44018"/>
                  </a:lnTo>
                  <a:lnTo>
                    <a:pt x="5234546" y="44018"/>
                  </a:lnTo>
                  <a:lnTo>
                    <a:pt x="5240274" y="43180"/>
                  </a:lnTo>
                  <a:lnTo>
                    <a:pt x="5245989" y="42926"/>
                  </a:lnTo>
                  <a:lnTo>
                    <a:pt x="5743499" y="41160"/>
                  </a:lnTo>
                  <a:lnTo>
                    <a:pt x="5720334" y="76200"/>
                  </a:lnTo>
                  <a:lnTo>
                    <a:pt x="5789841" y="41160"/>
                  </a:lnTo>
                  <a:lnTo>
                    <a:pt x="5796153" y="37973"/>
                  </a:lnTo>
                  <a:lnTo>
                    <a:pt x="5796661" y="37973"/>
                  </a:lnTo>
                  <a:lnTo>
                    <a:pt x="5790273" y="34810"/>
                  </a:lnTo>
                  <a:lnTo>
                    <a:pt x="5720080" y="0"/>
                  </a:lnTo>
                  <a:lnTo>
                    <a:pt x="5743473" y="34810"/>
                  </a:lnTo>
                  <a:lnTo>
                    <a:pt x="5245989" y="36576"/>
                  </a:lnTo>
                  <a:lnTo>
                    <a:pt x="5239512" y="36830"/>
                  </a:lnTo>
                  <a:lnTo>
                    <a:pt x="5232222" y="37973"/>
                  </a:lnTo>
                  <a:lnTo>
                    <a:pt x="5232565" y="37973"/>
                  </a:lnTo>
                  <a:lnTo>
                    <a:pt x="5226939" y="39497"/>
                  </a:lnTo>
                  <a:lnTo>
                    <a:pt x="5192776" y="64770"/>
                  </a:lnTo>
                  <a:lnTo>
                    <a:pt x="5181854" y="100584"/>
                  </a:lnTo>
                  <a:lnTo>
                    <a:pt x="5181854" y="826897"/>
                  </a:lnTo>
                  <a:lnTo>
                    <a:pt x="5182171" y="832358"/>
                  </a:lnTo>
                  <a:lnTo>
                    <a:pt x="5182235" y="833374"/>
                  </a:lnTo>
                  <a:lnTo>
                    <a:pt x="5182882" y="838022"/>
                  </a:lnTo>
                  <a:lnTo>
                    <a:pt x="5182921" y="838339"/>
                  </a:lnTo>
                  <a:lnTo>
                    <a:pt x="5183048" y="839190"/>
                  </a:lnTo>
                  <a:lnTo>
                    <a:pt x="5183124" y="839724"/>
                  </a:lnTo>
                  <a:lnTo>
                    <a:pt x="5184775" y="845820"/>
                  </a:lnTo>
                  <a:lnTo>
                    <a:pt x="5210213" y="880008"/>
                  </a:lnTo>
                  <a:lnTo>
                    <a:pt x="5245989" y="890778"/>
                  </a:lnTo>
                  <a:lnTo>
                    <a:pt x="6026912" y="890778"/>
                  </a:lnTo>
                  <a:lnTo>
                    <a:pt x="6054268" y="884555"/>
                  </a:lnTo>
                  <a:lnTo>
                    <a:pt x="6062675" y="880008"/>
                  </a:lnTo>
                  <a:lnTo>
                    <a:pt x="6069228" y="874610"/>
                  </a:lnTo>
                  <a:lnTo>
                    <a:pt x="6089650" y="839724"/>
                  </a:lnTo>
                  <a:lnTo>
                    <a:pt x="6090920" y="826897"/>
                  </a:lnTo>
                  <a:lnTo>
                    <a:pt x="6090920" y="97409"/>
                  </a:lnTo>
                  <a:close/>
                </a:path>
                <a:path w="10096500" h="890904">
                  <a:moveTo>
                    <a:pt x="7092188" y="97409"/>
                  </a:moveTo>
                  <a:lnTo>
                    <a:pt x="7085838" y="97409"/>
                  </a:lnTo>
                  <a:lnTo>
                    <a:pt x="7085825" y="826897"/>
                  </a:lnTo>
                  <a:lnTo>
                    <a:pt x="7085597" y="832358"/>
                  </a:lnTo>
                  <a:lnTo>
                    <a:pt x="7084771" y="838022"/>
                  </a:lnTo>
                  <a:lnTo>
                    <a:pt x="7083234" y="843813"/>
                  </a:lnTo>
                  <a:lnTo>
                    <a:pt x="7083158" y="844054"/>
                  </a:lnTo>
                  <a:lnTo>
                    <a:pt x="7083057" y="844461"/>
                  </a:lnTo>
                  <a:lnTo>
                    <a:pt x="7081507" y="848804"/>
                  </a:lnTo>
                  <a:lnTo>
                    <a:pt x="7081228" y="849503"/>
                  </a:lnTo>
                  <a:lnTo>
                    <a:pt x="7079958" y="851789"/>
                  </a:lnTo>
                  <a:lnTo>
                    <a:pt x="7076186" y="858774"/>
                  </a:lnTo>
                  <a:lnTo>
                    <a:pt x="7068883" y="867587"/>
                  </a:lnTo>
                  <a:lnTo>
                    <a:pt x="7068604" y="867905"/>
                  </a:lnTo>
                  <a:lnTo>
                    <a:pt x="7060539" y="874483"/>
                  </a:lnTo>
                  <a:lnTo>
                    <a:pt x="7060539" y="874610"/>
                  </a:lnTo>
                  <a:lnTo>
                    <a:pt x="7060311" y="874737"/>
                  </a:lnTo>
                  <a:lnTo>
                    <a:pt x="7060527" y="874610"/>
                  </a:lnTo>
                  <a:lnTo>
                    <a:pt x="7060539" y="874483"/>
                  </a:lnTo>
                  <a:lnTo>
                    <a:pt x="7060044" y="874877"/>
                  </a:lnTo>
                  <a:lnTo>
                    <a:pt x="7051040" y="879767"/>
                  </a:lnTo>
                  <a:lnTo>
                    <a:pt x="7045414" y="881811"/>
                  </a:lnTo>
                  <a:lnTo>
                    <a:pt x="7044576" y="882116"/>
                  </a:lnTo>
                  <a:lnTo>
                    <a:pt x="7039838" y="883361"/>
                  </a:lnTo>
                  <a:lnTo>
                    <a:pt x="7039623" y="883361"/>
                  </a:lnTo>
                  <a:lnTo>
                    <a:pt x="7034149" y="884262"/>
                  </a:lnTo>
                  <a:lnTo>
                    <a:pt x="7032206" y="884262"/>
                  </a:lnTo>
                  <a:lnTo>
                    <a:pt x="7025195" y="884555"/>
                  </a:lnTo>
                  <a:lnTo>
                    <a:pt x="6247384" y="884555"/>
                  </a:lnTo>
                  <a:lnTo>
                    <a:pt x="6242596" y="884262"/>
                  </a:lnTo>
                  <a:lnTo>
                    <a:pt x="6241237" y="884262"/>
                  </a:lnTo>
                  <a:lnTo>
                    <a:pt x="6235827" y="883361"/>
                  </a:lnTo>
                  <a:lnTo>
                    <a:pt x="6235624" y="883361"/>
                  </a:lnTo>
                  <a:lnTo>
                    <a:pt x="6230925" y="882142"/>
                  </a:lnTo>
                  <a:lnTo>
                    <a:pt x="6230010" y="881811"/>
                  </a:lnTo>
                  <a:lnTo>
                    <a:pt x="6225070" y="880008"/>
                  </a:lnTo>
                  <a:lnTo>
                    <a:pt x="6224422" y="879792"/>
                  </a:lnTo>
                  <a:lnTo>
                    <a:pt x="6215443" y="874903"/>
                  </a:lnTo>
                  <a:lnTo>
                    <a:pt x="6214923" y="874636"/>
                  </a:lnTo>
                  <a:lnTo>
                    <a:pt x="6206236" y="867410"/>
                  </a:lnTo>
                  <a:lnTo>
                    <a:pt x="6202286" y="862584"/>
                  </a:lnTo>
                  <a:lnTo>
                    <a:pt x="6199124" y="858774"/>
                  </a:lnTo>
                  <a:lnTo>
                    <a:pt x="6195428" y="851789"/>
                  </a:lnTo>
                  <a:lnTo>
                    <a:pt x="6193917" y="849007"/>
                  </a:lnTo>
                  <a:lnTo>
                    <a:pt x="6193802" y="848804"/>
                  </a:lnTo>
                  <a:lnTo>
                    <a:pt x="6191859" y="843013"/>
                  </a:lnTo>
                  <a:lnTo>
                    <a:pt x="6190843" y="839190"/>
                  </a:lnTo>
                  <a:lnTo>
                    <a:pt x="6189865" y="833374"/>
                  </a:lnTo>
                  <a:lnTo>
                    <a:pt x="6189777" y="832866"/>
                  </a:lnTo>
                  <a:lnTo>
                    <a:pt x="6189700" y="832358"/>
                  </a:lnTo>
                  <a:lnTo>
                    <a:pt x="6189472" y="826897"/>
                  </a:lnTo>
                  <a:lnTo>
                    <a:pt x="6189472" y="100584"/>
                  </a:lnTo>
                  <a:lnTo>
                    <a:pt x="6189599" y="97409"/>
                  </a:lnTo>
                  <a:lnTo>
                    <a:pt x="6189700" y="94957"/>
                  </a:lnTo>
                  <a:lnTo>
                    <a:pt x="6190666" y="89166"/>
                  </a:lnTo>
                  <a:lnTo>
                    <a:pt x="6190754" y="88582"/>
                  </a:lnTo>
                  <a:lnTo>
                    <a:pt x="6202286" y="64770"/>
                  </a:lnTo>
                  <a:lnTo>
                    <a:pt x="6206617" y="59563"/>
                  </a:lnTo>
                  <a:lnTo>
                    <a:pt x="6211976" y="55245"/>
                  </a:lnTo>
                  <a:lnTo>
                    <a:pt x="6214783" y="52959"/>
                  </a:lnTo>
                  <a:lnTo>
                    <a:pt x="6215431" y="52578"/>
                  </a:lnTo>
                  <a:lnTo>
                    <a:pt x="6224422" y="47586"/>
                  </a:lnTo>
                  <a:lnTo>
                    <a:pt x="6229604" y="45694"/>
                  </a:lnTo>
                  <a:lnTo>
                    <a:pt x="6235471" y="44170"/>
                  </a:lnTo>
                  <a:lnTo>
                    <a:pt x="6236030" y="44018"/>
                  </a:lnTo>
                  <a:lnTo>
                    <a:pt x="6235814" y="44018"/>
                  </a:lnTo>
                  <a:lnTo>
                    <a:pt x="6241542" y="43180"/>
                  </a:lnTo>
                  <a:lnTo>
                    <a:pt x="6247257" y="42926"/>
                  </a:lnTo>
                  <a:lnTo>
                    <a:pt x="6744767" y="41160"/>
                  </a:lnTo>
                  <a:lnTo>
                    <a:pt x="6721602" y="76200"/>
                  </a:lnTo>
                  <a:lnTo>
                    <a:pt x="6791109" y="41160"/>
                  </a:lnTo>
                  <a:lnTo>
                    <a:pt x="6797421" y="37973"/>
                  </a:lnTo>
                  <a:lnTo>
                    <a:pt x="6797929" y="37973"/>
                  </a:lnTo>
                  <a:lnTo>
                    <a:pt x="6791541" y="34810"/>
                  </a:lnTo>
                  <a:lnTo>
                    <a:pt x="6721348" y="0"/>
                  </a:lnTo>
                  <a:lnTo>
                    <a:pt x="6744741" y="34810"/>
                  </a:lnTo>
                  <a:lnTo>
                    <a:pt x="6247257" y="36576"/>
                  </a:lnTo>
                  <a:lnTo>
                    <a:pt x="6240780" y="36830"/>
                  </a:lnTo>
                  <a:lnTo>
                    <a:pt x="6233490" y="37973"/>
                  </a:lnTo>
                  <a:lnTo>
                    <a:pt x="6233833" y="37973"/>
                  </a:lnTo>
                  <a:lnTo>
                    <a:pt x="6228207" y="39497"/>
                  </a:lnTo>
                  <a:lnTo>
                    <a:pt x="6194044" y="64770"/>
                  </a:lnTo>
                  <a:lnTo>
                    <a:pt x="6183122" y="100584"/>
                  </a:lnTo>
                  <a:lnTo>
                    <a:pt x="6183122" y="826897"/>
                  </a:lnTo>
                  <a:lnTo>
                    <a:pt x="6183439" y="832358"/>
                  </a:lnTo>
                  <a:lnTo>
                    <a:pt x="6183503" y="833374"/>
                  </a:lnTo>
                  <a:lnTo>
                    <a:pt x="6184150" y="838022"/>
                  </a:lnTo>
                  <a:lnTo>
                    <a:pt x="6184189" y="838339"/>
                  </a:lnTo>
                  <a:lnTo>
                    <a:pt x="6184316" y="839190"/>
                  </a:lnTo>
                  <a:lnTo>
                    <a:pt x="6184392" y="839724"/>
                  </a:lnTo>
                  <a:lnTo>
                    <a:pt x="6186043" y="845820"/>
                  </a:lnTo>
                  <a:lnTo>
                    <a:pt x="6211481" y="880008"/>
                  </a:lnTo>
                  <a:lnTo>
                    <a:pt x="6247257" y="890778"/>
                  </a:lnTo>
                  <a:lnTo>
                    <a:pt x="7028180" y="890778"/>
                  </a:lnTo>
                  <a:lnTo>
                    <a:pt x="7055536" y="884555"/>
                  </a:lnTo>
                  <a:lnTo>
                    <a:pt x="7063943" y="880008"/>
                  </a:lnTo>
                  <a:lnTo>
                    <a:pt x="7070496" y="874610"/>
                  </a:lnTo>
                  <a:lnTo>
                    <a:pt x="7090918" y="839724"/>
                  </a:lnTo>
                  <a:lnTo>
                    <a:pt x="7092188" y="826897"/>
                  </a:lnTo>
                  <a:lnTo>
                    <a:pt x="7092188" y="97409"/>
                  </a:lnTo>
                  <a:close/>
                </a:path>
                <a:path w="10096500" h="890904">
                  <a:moveTo>
                    <a:pt x="8093456" y="97409"/>
                  </a:moveTo>
                  <a:lnTo>
                    <a:pt x="8087106" y="97409"/>
                  </a:lnTo>
                  <a:lnTo>
                    <a:pt x="8087093" y="826897"/>
                  </a:lnTo>
                  <a:lnTo>
                    <a:pt x="8086865" y="832358"/>
                  </a:lnTo>
                  <a:lnTo>
                    <a:pt x="8086039" y="838022"/>
                  </a:lnTo>
                  <a:lnTo>
                    <a:pt x="8084502" y="843813"/>
                  </a:lnTo>
                  <a:lnTo>
                    <a:pt x="8084426" y="844054"/>
                  </a:lnTo>
                  <a:lnTo>
                    <a:pt x="8084325" y="844461"/>
                  </a:lnTo>
                  <a:lnTo>
                    <a:pt x="8082775" y="848804"/>
                  </a:lnTo>
                  <a:lnTo>
                    <a:pt x="8082496" y="849503"/>
                  </a:lnTo>
                  <a:lnTo>
                    <a:pt x="8081226" y="851789"/>
                  </a:lnTo>
                  <a:lnTo>
                    <a:pt x="8077454" y="858774"/>
                  </a:lnTo>
                  <a:lnTo>
                    <a:pt x="8070151" y="867587"/>
                  </a:lnTo>
                  <a:lnTo>
                    <a:pt x="8069872" y="867905"/>
                  </a:lnTo>
                  <a:lnTo>
                    <a:pt x="8061807" y="874483"/>
                  </a:lnTo>
                  <a:lnTo>
                    <a:pt x="8061807" y="874610"/>
                  </a:lnTo>
                  <a:lnTo>
                    <a:pt x="8061579" y="874737"/>
                  </a:lnTo>
                  <a:lnTo>
                    <a:pt x="8061795" y="874610"/>
                  </a:lnTo>
                  <a:lnTo>
                    <a:pt x="8061807" y="874483"/>
                  </a:lnTo>
                  <a:lnTo>
                    <a:pt x="8061312" y="874877"/>
                  </a:lnTo>
                  <a:lnTo>
                    <a:pt x="8052308" y="879767"/>
                  </a:lnTo>
                  <a:lnTo>
                    <a:pt x="8046682" y="881811"/>
                  </a:lnTo>
                  <a:lnTo>
                    <a:pt x="8045844" y="882116"/>
                  </a:lnTo>
                  <a:lnTo>
                    <a:pt x="8041106" y="883361"/>
                  </a:lnTo>
                  <a:lnTo>
                    <a:pt x="8040891" y="883361"/>
                  </a:lnTo>
                  <a:lnTo>
                    <a:pt x="8035417" y="884262"/>
                  </a:lnTo>
                  <a:lnTo>
                    <a:pt x="8033474" y="884262"/>
                  </a:lnTo>
                  <a:lnTo>
                    <a:pt x="8026463" y="884555"/>
                  </a:lnTo>
                  <a:lnTo>
                    <a:pt x="7248652" y="884555"/>
                  </a:lnTo>
                  <a:lnTo>
                    <a:pt x="7243864" y="884262"/>
                  </a:lnTo>
                  <a:lnTo>
                    <a:pt x="7242505" y="884262"/>
                  </a:lnTo>
                  <a:lnTo>
                    <a:pt x="7237095" y="883361"/>
                  </a:lnTo>
                  <a:lnTo>
                    <a:pt x="7236892" y="883361"/>
                  </a:lnTo>
                  <a:lnTo>
                    <a:pt x="7232193" y="882142"/>
                  </a:lnTo>
                  <a:lnTo>
                    <a:pt x="7231278" y="881811"/>
                  </a:lnTo>
                  <a:lnTo>
                    <a:pt x="7226338" y="880008"/>
                  </a:lnTo>
                  <a:lnTo>
                    <a:pt x="7225690" y="879792"/>
                  </a:lnTo>
                  <a:lnTo>
                    <a:pt x="7216711" y="874903"/>
                  </a:lnTo>
                  <a:lnTo>
                    <a:pt x="7216191" y="874636"/>
                  </a:lnTo>
                  <a:lnTo>
                    <a:pt x="7207504" y="867410"/>
                  </a:lnTo>
                  <a:lnTo>
                    <a:pt x="7203554" y="862584"/>
                  </a:lnTo>
                  <a:lnTo>
                    <a:pt x="7200392" y="858774"/>
                  </a:lnTo>
                  <a:lnTo>
                    <a:pt x="7196696" y="851789"/>
                  </a:lnTo>
                  <a:lnTo>
                    <a:pt x="7195185" y="849007"/>
                  </a:lnTo>
                  <a:lnTo>
                    <a:pt x="7195071" y="848804"/>
                  </a:lnTo>
                  <a:lnTo>
                    <a:pt x="7193127" y="843013"/>
                  </a:lnTo>
                  <a:lnTo>
                    <a:pt x="7192111" y="839190"/>
                  </a:lnTo>
                  <a:lnTo>
                    <a:pt x="7191134" y="833374"/>
                  </a:lnTo>
                  <a:lnTo>
                    <a:pt x="7191045" y="832866"/>
                  </a:lnTo>
                  <a:lnTo>
                    <a:pt x="7190968" y="832358"/>
                  </a:lnTo>
                  <a:lnTo>
                    <a:pt x="7190740" y="826897"/>
                  </a:lnTo>
                  <a:lnTo>
                    <a:pt x="7190740" y="100584"/>
                  </a:lnTo>
                  <a:lnTo>
                    <a:pt x="7190867" y="97409"/>
                  </a:lnTo>
                  <a:lnTo>
                    <a:pt x="7190968" y="94957"/>
                  </a:lnTo>
                  <a:lnTo>
                    <a:pt x="7191934" y="89166"/>
                  </a:lnTo>
                  <a:lnTo>
                    <a:pt x="7192023" y="88582"/>
                  </a:lnTo>
                  <a:lnTo>
                    <a:pt x="7203554" y="64770"/>
                  </a:lnTo>
                  <a:lnTo>
                    <a:pt x="7207885" y="59563"/>
                  </a:lnTo>
                  <a:lnTo>
                    <a:pt x="7213244" y="55245"/>
                  </a:lnTo>
                  <a:lnTo>
                    <a:pt x="7216051" y="52959"/>
                  </a:lnTo>
                  <a:lnTo>
                    <a:pt x="7216699" y="52578"/>
                  </a:lnTo>
                  <a:lnTo>
                    <a:pt x="7225690" y="47586"/>
                  </a:lnTo>
                  <a:lnTo>
                    <a:pt x="7230872" y="45694"/>
                  </a:lnTo>
                  <a:lnTo>
                    <a:pt x="7236739" y="44170"/>
                  </a:lnTo>
                  <a:lnTo>
                    <a:pt x="7237298" y="44018"/>
                  </a:lnTo>
                  <a:lnTo>
                    <a:pt x="7237082" y="44018"/>
                  </a:lnTo>
                  <a:lnTo>
                    <a:pt x="7242810" y="43180"/>
                  </a:lnTo>
                  <a:lnTo>
                    <a:pt x="7248525" y="42926"/>
                  </a:lnTo>
                  <a:lnTo>
                    <a:pt x="7746035" y="41160"/>
                  </a:lnTo>
                  <a:lnTo>
                    <a:pt x="7722870" y="76200"/>
                  </a:lnTo>
                  <a:lnTo>
                    <a:pt x="7792377" y="41160"/>
                  </a:lnTo>
                  <a:lnTo>
                    <a:pt x="7798689" y="37973"/>
                  </a:lnTo>
                  <a:lnTo>
                    <a:pt x="7799197" y="37973"/>
                  </a:lnTo>
                  <a:lnTo>
                    <a:pt x="7792809" y="34810"/>
                  </a:lnTo>
                  <a:lnTo>
                    <a:pt x="7722616" y="0"/>
                  </a:lnTo>
                  <a:lnTo>
                    <a:pt x="7746009" y="34810"/>
                  </a:lnTo>
                  <a:lnTo>
                    <a:pt x="7248525" y="36576"/>
                  </a:lnTo>
                  <a:lnTo>
                    <a:pt x="7242048" y="36830"/>
                  </a:lnTo>
                  <a:lnTo>
                    <a:pt x="7234758" y="37973"/>
                  </a:lnTo>
                  <a:lnTo>
                    <a:pt x="7235101" y="37973"/>
                  </a:lnTo>
                  <a:lnTo>
                    <a:pt x="7229475" y="39497"/>
                  </a:lnTo>
                  <a:lnTo>
                    <a:pt x="7195312" y="64770"/>
                  </a:lnTo>
                  <a:lnTo>
                    <a:pt x="7184390" y="100584"/>
                  </a:lnTo>
                  <a:lnTo>
                    <a:pt x="7184390" y="826897"/>
                  </a:lnTo>
                  <a:lnTo>
                    <a:pt x="7184707" y="832358"/>
                  </a:lnTo>
                  <a:lnTo>
                    <a:pt x="7184771" y="833374"/>
                  </a:lnTo>
                  <a:lnTo>
                    <a:pt x="7185419" y="838022"/>
                  </a:lnTo>
                  <a:lnTo>
                    <a:pt x="7185457" y="838339"/>
                  </a:lnTo>
                  <a:lnTo>
                    <a:pt x="7185584" y="839190"/>
                  </a:lnTo>
                  <a:lnTo>
                    <a:pt x="7185660" y="839724"/>
                  </a:lnTo>
                  <a:lnTo>
                    <a:pt x="7187311" y="845820"/>
                  </a:lnTo>
                  <a:lnTo>
                    <a:pt x="7212749" y="880008"/>
                  </a:lnTo>
                  <a:lnTo>
                    <a:pt x="7248525" y="890778"/>
                  </a:lnTo>
                  <a:lnTo>
                    <a:pt x="8029448" y="890778"/>
                  </a:lnTo>
                  <a:lnTo>
                    <a:pt x="8056804" y="884555"/>
                  </a:lnTo>
                  <a:lnTo>
                    <a:pt x="8065211" y="880008"/>
                  </a:lnTo>
                  <a:lnTo>
                    <a:pt x="8071764" y="874610"/>
                  </a:lnTo>
                  <a:lnTo>
                    <a:pt x="8092186" y="839724"/>
                  </a:lnTo>
                  <a:lnTo>
                    <a:pt x="8093456" y="826897"/>
                  </a:lnTo>
                  <a:lnTo>
                    <a:pt x="8093456" y="97409"/>
                  </a:lnTo>
                  <a:close/>
                </a:path>
                <a:path w="10096500" h="890904">
                  <a:moveTo>
                    <a:pt x="9094724" y="97409"/>
                  </a:moveTo>
                  <a:lnTo>
                    <a:pt x="9088374" y="97409"/>
                  </a:lnTo>
                  <a:lnTo>
                    <a:pt x="9088361" y="826897"/>
                  </a:lnTo>
                  <a:lnTo>
                    <a:pt x="9088133" y="832358"/>
                  </a:lnTo>
                  <a:lnTo>
                    <a:pt x="9087307" y="838022"/>
                  </a:lnTo>
                  <a:lnTo>
                    <a:pt x="9085770" y="843813"/>
                  </a:lnTo>
                  <a:lnTo>
                    <a:pt x="9085694" y="844054"/>
                  </a:lnTo>
                  <a:lnTo>
                    <a:pt x="9085593" y="844461"/>
                  </a:lnTo>
                  <a:lnTo>
                    <a:pt x="9084043" y="848804"/>
                  </a:lnTo>
                  <a:lnTo>
                    <a:pt x="9083764" y="849503"/>
                  </a:lnTo>
                  <a:lnTo>
                    <a:pt x="9082494" y="851789"/>
                  </a:lnTo>
                  <a:lnTo>
                    <a:pt x="9078722" y="858774"/>
                  </a:lnTo>
                  <a:lnTo>
                    <a:pt x="9071419" y="867587"/>
                  </a:lnTo>
                  <a:lnTo>
                    <a:pt x="9071140" y="867905"/>
                  </a:lnTo>
                  <a:lnTo>
                    <a:pt x="9063076" y="874483"/>
                  </a:lnTo>
                  <a:lnTo>
                    <a:pt x="9063076" y="874610"/>
                  </a:lnTo>
                  <a:lnTo>
                    <a:pt x="9062847" y="874737"/>
                  </a:lnTo>
                  <a:lnTo>
                    <a:pt x="9063063" y="874610"/>
                  </a:lnTo>
                  <a:lnTo>
                    <a:pt x="9063076" y="874483"/>
                  </a:lnTo>
                  <a:lnTo>
                    <a:pt x="9062580" y="874877"/>
                  </a:lnTo>
                  <a:lnTo>
                    <a:pt x="9053576" y="879767"/>
                  </a:lnTo>
                  <a:lnTo>
                    <a:pt x="9047950" y="881811"/>
                  </a:lnTo>
                  <a:lnTo>
                    <a:pt x="9047112" y="882116"/>
                  </a:lnTo>
                  <a:lnTo>
                    <a:pt x="9042375" y="883361"/>
                  </a:lnTo>
                  <a:lnTo>
                    <a:pt x="9042159" y="883361"/>
                  </a:lnTo>
                  <a:lnTo>
                    <a:pt x="9036685" y="884262"/>
                  </a:lnTo>
                  <a:lnTo>
                    <a:pt x="9034742" y="884262"/>
                  </a:lnTo>
                  <a:lnTo>
                    <a:pt x="9027731" y="884555"/>
                  </a:lnTo>
                  <a:lnTo>
                    <a:pt x="8249920" y="884555"/>
                  </a:lnTo>
                  <a:lnTo>
                    <a:pt x="8245132" y="884262"/>
                  </a:lnTo>
                  <a:lnTo>
                    <a:pt x="8243773" y="884262"/>
                  </a:lnTo>
                  <a:lnTo>
                    <a:pt x="8238363" y="883361"/>
                  </a:lnTo>
                  <a:lnTo>
                    <a:pt x="8238160" y="883361"/>
                  </a:lnTo>
                  <a:lnTo>
                    <a:pt x="8233461" y="882142"/>
                  </a:lnTo>
                  <a:lnTo>
                    <a:pt x="8232546" y="881811"/>
                  </a:lnTo>
                  <a:lnTo>
                    <a:pt x="8227606" y="880008"/>
                  </a:lnTo>
                  <a:lnTo>
                    <a:pt x="8226958" y="879792"/>
                  </a:lnTo>
                  <a:lnTo>
                    <a:pt x="8217979" y="874903"/>
                  </a:lnTo>
                  <a:lnTo>
                    <a:pt x="8217459" y="874636"/>
                  </a:lnTo>
                  <a:lnTo>
                    <a:pt x="8208772" y="867410"/>
                  </a:lnTo>
                  <a:lnTo>
                    <a:pt x="8204822" y="862584"/>
                  </a:lnTo>
                  <a:lnTo>
                    <a:pt x="8201660" y="858774"/>
                  </a:lnTo>
                  <a:lnTo>
                    <a:pt x="8197964" y="851789"/>
                  </a:lnTo>
                  <a:lnTo>
                    <a:pt x="8196453" y="849007"/>
                  </a:lnTo>
                  <a:lnTo>
                    <a:pt x="8196339" y="848804"/>
                  </a:lnTo>
                  <a:lnTo>
                    <a:pt x="8194395" y="843013"/>
                  </a:lnTo>
                  <a:lnTo>
                    <a:pt x="8193379" y="839190"/>
                  </a:lnTo>
                  <a:lnTo>
                    <a:pt x="8192402" y="833374"/>
                  </a:lnTo>
                  <a:lnTo>
                    <a:pt x="8192313" y="832866"/>
                  </a:lnTo>
                  <a:lnTo>
                    <a:pt x="8192236" y="832358"/>
                  </a:lnTo>
                  <a:lnTo>
                    <a:pt x="8192008" y="826897"/>
                  </a:lnTo>
                  <a:lnTo>
                    <a:pt x="8192008" y="100584"/>
                  </a:lnTo>
                  <a:lnTo>
                    <a:pt x="8192135" y="97409"/>
                  </a:lnTo>
                  <a:lnTo>
                    <a:pt x="8192236" y="94957"/>
                  </a:lnTo>
                  <a:lnTo>
                    <a:pt x="8193202" y="89166"/>
                  </a:lnTo>
                  <a:lnTo>
                    <a:pt x="8193291" y="88582"/>
                  </a:lnTo>
                  <a:lnTo>
                    <a:pt x="8204822" y="64770"/>
                  </a:lnTo>
                  <a:lnTo>
                    <a:pt x="8209153" y="59563"/>
                  </a:lnTo>
                  <a:lnTo>
                    <a:pt x="8214512" y="55245"/>
                  </a:lnTo>
                  <a:lnTo>
                    <a:pt x="8217319" y="52959"/>
                  </a:lnTo>
                  <a:lnTo>
                    <a:pt x="8217967" y="52578"/>
                  </a:lnTo>
                  <a:lnTo>
                    <a:pt x="8226958" y="47586"/>
                  </a:lnTo>
                  <a:lnTo>
                    <a:pt x="8232140" y="45694"/>
                  </a:lnTo>
                  <a:lnTo>
                    <a:pt x="8238007" y="44170"/>
                  </a:lnTo>
                  <a:lnTo>
                    <a:pt x="8238566" y="44018"/>
                  </a:lnTo>
                  <a:lnTo>
                    <a:pt x="8238350" y="44018"/>
                  </a:lnTo>
                  <a:lnTo>
                    <a:pt x="8244078" y="43180"/>
                  </a:lnTo>
                  <a:lnTo>
                    <a:pt x="8249793" y="42926"/>
                  </a:lnTo>
                  <a:lnTo>
                    <a:pt x="8747303" y="41160"/>
                  </a:lnTo>
                  <a:lnTo>
                    <a:pt x="8724138" y="76200"/>
                  </a:lnTo>
                  <a:lnTo>
                    <a:pt x="8793645" y="41160"/>
                  </a:lnTo>
                  <a:lnTo>
                    <a:pt x="8799957" y="37973"/>
                  </a:lnTo>
                  <a:lnTo>
                    <a:pt x="8800465" y="37973"/>
                  </a:lnTo>
                  <a:lnTo>
                    <a:pt x="8794077" y="34810"/>
                  </a:lnTo>
                  <a:lnTo>
                    <a:pt x="8723884" y="0"/>
                  </a:lnTo>
                  <a:lnTo>
                    <a:pt x="8747277" y="34810"/>
                  </a:lnTo>
                  <a:lnTo>
                    <a:pt x="8249793" y="36576"/>
                  </a:lnTo>
                  <a:lnTo>
                    <a:pt x="8243316" y="36830"/>
                  </a:lnTo>
                  <a:lnTo>
                    <a:pt x="8236026" y="37973"/>
                  </a:lnTo>
                  <a:lnTo>
                    <a:pt x="8236369" y="37973"/>
                  </a:lnTo>
                  <a:lnTo>
                    <a:pt x="8230743" y="39497"/>
                  </a:lnTo>
                  <a:lnTo>
                    <a:pt x="8196580" y="64770"/>
                  </a:lnTo>
                  <a:lnTo>
                    <a:pt x="8185658" y="100584"/>
                  </a:lnTo>
                  <a:lnTo>
                    <a:pt x="8185658" y="826897"/>
                  </a:lnTo>
                  <a:lnTo>
                    <a:pt x="8185975" y="832358"/>
                  </a:lnTo>
                  <a:lnTo>
                    <a:pt x="8186039" y="833374"/>
                  </a:lnTo>
                  <a:lnTo>
                    <a:pt x="8186687" y="838022"/>
                  </a:lnTo>
                  <a:lnTo>
                    <a:pt x="8186725" y="838339"/>
                  </a:lnTo>
                  <a:lnTo>
                    <a:pt x="8186852" y="839190"/>
                  </a:lnTo>
                  <a:lnTo>
                    <a:pt x="8186928" y="839724"/>
                  </a:lnTo>
                  <a:lnTo>
                    <a:pt x="8188579" y="845820"/>
                  </a:lnTo>
                  <a:lnTo>
                    <a:pt x="8214017" y="880008"/>
                  </a:lnTo>
                  <a:lnTo>
                    <a:pt x="8249793" y="890778"/>
                  </a:lnTo>
                  <a:lnTo>
                    <a:pt x="9030716" y="890778"/>
                  </a:lnTo>
                  <a:lnTo>
                    <a:pt x="9058072" y="884555"/>
                  </a:lnTo>
                  <a:lnTo>
                    <a:pt x="9066479" y="880008"/>
                  </a:lnTo>
                  <a:lnTo>
                    <a:pt x="9073032" y="874610"/>
                  </a:lnTo>
                  <a:lnTo>
                    <a:pt x="9093454" y="839724"/>
                  </a:lnTo>
                  <a:lnTo>
                    <a:pt x="9094724" y="826897"/>
                  </a:lnTo>
                  <a:lnTo>
                    <a:pt x="9094724" y="97409"/>
                  </a:lnTo>
                  <a:close/>
                </a:path>
                <a:path w="10096500" h="890904">
                  <a:moveTo>
                    <a:pt x="10095992" y="97409"/>
                  </a:moveTo>
                  <a:lnTo>
                    <a:pt x="10089642" y="97409"/>
                  </a:lnTo>
                  <a:lnTo>
                    <a:pt x="10089629" y="826897"/>
                  </a:lnTo>
                  <a:lnTo>
                    <a:pt x="10089401" y="832358"/>
                  </a:lnTo>
                  <a:lnTo>
                    <a:pt x="10088575" y="838022"/>
                  </a:lnTo>
                  <a:lnTo>
                    <a:pt x="10087038" y="843813"/>
                  </a:lnTo>
                  <a:lnTo>
                    <a:pt x="10086962" y="844054"/>
                  </a:lnTo>
                  <a:lnTo>
                    <a:pt x="10086861" y="844461"/>
                  </a:lnTo>
                  <a:lnTo>
                    <a:pt x="10085311" y="848804"/>
                  </a:lnTo>
                  <a:lnTo>
                    <a:pt x="10085032" y="849503"/>
                  </a:lnTo>
                  <a:lnTo>
                    <a:pt x="10083762" y="851789"/>
                  </a:lnTo>
                  <a:lnTo>
                    <a:pt x="10079990" y="858774"/>
                  </a:lnTo>
                  <a:lnTo>
                    <a:pt x="10072687" y="867587"/>
                  </a:lnTo>
                  <a:lnTo>
                    <a:pt x="10072408" y="867905"/>
                  </a:lnTo>
                  <a:lnTo>
                    <a:pt x="10064344" y="874483"/>
                  </a:lnTo>
                  <a:lnTo>
                    <a:pt x="10064344" y="874610"/>
                  </a:lnTo>
                  <a:lnTo>
                    <a:pt x="10064115" y="874737"/>
                  </a:lnTo>
                  <a:lnTo>
                    <a:pt x="10064331" y="874610"/>
                  </a:lnTo>
                  <a:lnTo>
                    <a:pt x="10064344" y="874483"/>
                  </a:lnTo>
                  <a:lnTo>
                    <a:pt x="10063848" y="874877"/>
                  </a:lnTo>
                  <a:lnTo>
                    <a:pt x="10054844" y="879767"/>
                  </a:lnTo>
                  <a:lnTo>
                    <a:pt x="10049218" y="881811"/>
                  </a:lnTo>
                  <a:lnTo>
                    <a:pt x="10048380" y="882116"/>
                  </a:lnTo>
                  <a:lnTo>
                    <a:pt x="10043643" y="883361"/>
                  </a:lnTo>
                  <a:lnTo>
                    <a:pt x="10043427" y="883361"/>
                  </a:lnTo>
                  <a:lnTo>
                    <a:pt x="10037953" y="884262"/>
                  </a:lnTo>
                  <a:lnTo>
                    <a:pt x="10036010" y="884262"/>
                  </a:lnTo>
                  <a:lnTo>
                    <a:pt x="10028999" y="884555"/>
                  </a:lnTo>
                  <a:lnTo>
                    <a:pt x="9251188" y="884555"/>
                  </a:lnTo>
                  <a:lnTo>
                    <a:pt x="9246400" y="884262"/>
                  </a:lnTo>
                  <a:lnTo>
                    <a:pt x="9245041" y="884262"/>
                  </a:lnTo>
                  <a:lnTo>
                    <a:pt x="9239631" y="883361"/>
                  </a:lnTo>
                  <a:lnTo>
                    <a:pt x="9239428" y="883361"/>
                  </a:lnTo>
                  <a:lnTo>
                    <a:pt x="9234729" y="882142"/>
                  </a:lnTo>
                  <a:lnTo>
                    <a:pt x="9233814" y="881811"/>
                  </a:lnTo>
                  <a:lnTo>
                    <a:pt x="9228874" y="880008"/>
                  </a:lnTo>
                  <a:lnTo>
                    <a:pt x="9228226" y="879792"/>
                  </a:lnTo>
                  <a:lnTo>
                    <a:pt x="9219247" y="874903"/>
                  </a:lnTo>
                  <a:lnTo>
                    <a:pt x="9218727" y="874636"/>
                  </a:lnTo>
                  <a:lnTo>
                    <a:pt x="9210040" y="867410"/>
                  </a:lnTo>
                  <a:lnTo>
                    <a:pt x="9206090" y="862584"/>
                  </a:lnTo>
                  <a:lnTo>
                    <a:pt x="9202928" y="858774"/>
                  </a:lnTo>
                  <a:lnTo>
                    <a:pt x="9199232" y="851789"/>
                  </a:lnTo>
                  <a:lnTo>
                    <a:pt x="9197721" y="849007"/>
                  </a:lnTo>
                  <a:lnTo>
                    <a:pt x="9197607" y="848804"/>
                  </a:lnTo>
                  <a:lnTo>
                    <a:pt x="9195664" y="843013"/>
                  </a:lnTo>
                  <a:lnTo>
                    <a:pt x="9194648" y="839190"/>
                  </a:lnTo>
                  <a:lnTo>
                    <a:pt x="9193670" y="833374"/>
                  </a:lnTo>
                  <a:lnTo>
                    <a:pt x="9193581" y="832866"/>
                  </a:lnTo>
                  <a:lnTo>
                    <a:pt x="9193505" y="832358"/>
                  </a:lnTo>
                  <a:lnTo>
                    <a:pt x="9193276" y="826897"/>
                  </a:lnTo>
                  <a:lnTo>
                    <a:pt x="9193276" y="100584"/>
                  </a:lnTo>
                  <a:lnTo>
                    <a:pt x="9193403" y="97409"/>
                  </a:lnTo>
                  <a:lnTo>
                    <a:pt x="9193505" y="94957"/>
                  </a:lnTo>
                  <a:lnTo>
                    <a:pt x="9194470" y="89166"/>
                  </a:lnTo>
                  <a:lnTo>
                    <a:pt x="9194559" y="88582"/>
                  </a:lnTo>
                  <a:lnTo>
                    <a:pt x="9206090" y="64770"/>
                  </a:lnTo>
                  <a:lnTo>
                    <a:pt x="9210421" y="59563"/>
                  </a:lnTo>
                  <a:lnTo>
                    <a:pt x="9215780" y="55245"/>
                  </a:lnTo>
                  <a:lnTo>
                    <a:pt x="9218587" y="52959"/>
                  </a:lnTo>
                  <a:lnTo>
                    <a:pt x="9219235" y="52578"/>
                  </a:lnTo>
                  <a:lnTo>
                    <a:pt x="9228226" y="47586"/>
                  </a:lnTo>
                  <a:lnTo>
                    <a:pt x="9233408" y="45694"/>
                  </a:lnTo>
                  <a:lnTo>
                    <a:pt x="9239275" y="44170"/>
                  </a:lnTo>
                  <a:lnTo>
                    <a:pt x="9239834" y="44018"/>
                  </a:lnTo>
                  <a:lnTo>
                    <a:pt x="9239618" y="44018"/>
                  </a:lnTo>
                  <a:lnTo>
                    <a:pt x="9245346" y="43180"/>
                  </a:lnTo>
                  <a:lnTo>
                    <a:pt x="9251061" y="42926"/>
                  </a:lnTo>
                  <a:lnTo>
                    <a:pt x="9748571" y="41160"/>
                  </a:lnTo>
                  <a:lnTo>
                    <a:pt x="9725406" y="76200"/>
                  </a:lnTo>
                  <a:lnTo>
                    <a:pt x="9794913" y="41160"/>
                  </a:lnTo>
                  <a:lnTo>
                    <a:pt x="9801225" y="37973"/>
                  </a:lnTo>
                  <a:lnTo>
                    <a:pt x="9801733" y="37973"/>
                  </a:lnTo>
                  <a:lnTo>
                    <a:pt x="9795345" y="34810"/>
                  </a:lnTo>
                  <a:lnTo>
                    <a:pt x="9725152" y="0"/>
                  </a:lnTo>
                  <a:lnTo>
                    <a:pt x="9748545" y="34810"/>
                  </a:lnTo>
                  <a:lnTo>
                    <a:pt x="9251061" y="36576"/>
                  </a:lnTo>
                  <a:lnTo>
                    <a:pt x="9244584" y="36830"/>
                  </a:lnTo>
                  <a:lnTo>
                    <a:pt x="9237294" y="37973"/>
                  </a:lnTo>
                  <a:lnTo>
                    <a:pt x="9237637" y="37973"/>
                  </a:lnTo>
                  <a:lnTo>
                    <a:pt x="9232011" y="39497"/>
                  </a:lnTo>
                  <a:lnTo>
                    <a:pt x="9197848" y="64770"/>
                  </a:lnTo>
                  <a:lnTo>
                    <a:pt x="9186926" y="100584"/>
                  </a:lnTo>
                  <a:lnTo>
                    <a:pt x="9186926" y="826897"/>
                  </a:lnTo>
                  <a:lnTo>
                    <a:pt x="9187243" y="832358"/>
                  </a:lnTo>
                  <a:lnTo>
                    <a:pt x="9187307" y="833374"/>
                  </a:lnTo>
                  <a:lnTo>
                    <a:pt x="9187955" y="838022"/>
                  </a:lnTo>
                  <a:lnTo>
                    <a:pt x="9187993" y="838339"/>
                  </a:lnTo>
                  <a:lnTo>
                    <a:pt x="9188120" y="839190"/>
                  </a:lnTo>
                  <a:lnTo>
                    <a:pt x="9188196" y="839724"/>
                  </a:lnTo>
                  <a:lnTo>
                    <a:pt x="9189847" y="845820"/>
                  </a:lnTo>
                  <a:lnTo>
                    <a:pt x="9215285" y="880008"/>
                  </a:lnTo>
                  <a:lnTo>
                    <a:pt x="9251061" y="890778"/>
                  </a:lnTo>
                  <a:lnTo>
                    <a:pt x="10031984" y="890778"/>
                  </a:lnTo>
                  <a:lnTo>
                    <a:pt x="10059340" y="884555"/>
                  </a:lnTo>
                  <a:lnTo>
                    <a:pt x="10067747" y="880008"/>
                  </a:lnTo>
                  <a:lnTo>
                    <a:pt x="10074300" y="874610"/>
                  </a:lnTo>
                  <a:lnTo>
                    <a:pt x="10094722" y="839724"/>
                  </a:lnTo>
                  <a:lnTo>
                    <a:pt x="10095992" y="826897"/>
                  </a:lnTo>
                  <a:lnTo>
                    <a:pt x="10095992" y="97409"/>
                  </a:lnTo>
                  <a:close/>
                </a:path>
              </a:pathLst>
            </a:custGeom>
            <a:solidFill>
              <a:srgbClr val="00A9F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651" y="2617469"/>
              <a:ext cx="169367" cy="16929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24027" y="2625979"/>
            <a:ext cx="643255" cy="715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Baselining</a:t>
            </a:r>
            <a:r>
              <a:rPr kumimoji="0" sz="8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defining </a:t>
            </a: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problems</a:t>
            </a:r>
            <a:r>
              <a:rPr kumimoji="0" sz="8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be</a:t>
            </a:r>
            <a:r>
              <a:rPr kumimoji="0" sz="8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solved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1282" y="2616200"/>
            <a:ext cx="169418" cy="169417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608836" y="2624708"/>
            <a:ext cx="739140" cy="47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Unconstrained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reimagination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05913" y="2616200"/>
            <a:ext cx="169418" cy="169417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2593594" y="2624708"/>
            <a:ext cx="723265" cy="47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Value</a:t>
            </a:r>
            <a:r>
              <a:rPr kumimoji="0" sz="8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creation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aspiration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0544" y="2616835"/>
            <a:ext cx="169417" cy="16929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578478" y="2625344"/>
            <a:ext cx="445134" cy="594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8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platform enablers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5175" y="2616200"/>
            <a:ext cx="169417" cy="169417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4562983" y="2624708"/>
            <a:ext cx="745490" cy="47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5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Horizons</a:t>
            </a:r>
            <a:r>
              <a:rPr kumimoji="0" sz="8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09615" y="2616835"/>
            <a:ext cx="169290" cy="16929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5797677" y="2625344"/>
            <a:ext cx="751205" cy="47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Journey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decomposition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10882" y="2616835"/>
            <a:ext cx="169291" cy="16929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6798944" y="2625344"/>
            <a:ext cx="608965" cy="594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Solution architecture blueprint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12151" y="2616200"/>
            <a:ext cx="169291" cy="169417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7800593" y="2624708"/>
            <a:ext cx="597535" cy="47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Trust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governance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813418" y="2616835"/>
            <a:ext cx="169290" cy="169290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8801861" y="2625344"/>
            <a:ext cx="564515" cy="594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Workforce reconfigur-ation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14686" y="2616200"/>
            <a:ext cx="169291" cy="169417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9803130" y="2624708"/>
            <a:ext cx="713105" cy="47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5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Execution-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ready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backlog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15955" y="2616835"/>
            <a:ext cx="169291" cy="169290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10804652" y="2625344"/>
            <a:ext cx="553085" cy="594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6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Delivery </a:t>
            </a:r>
            <a:r>
              <a:rPr kumimoji="0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resourcing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2036" y="5379821"/>
            <a:ext cx="10503535" cy="982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5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744220" marR="0" lvl="0" indent="0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Exceptional</a:t>
            </a:r>
            <a:r>
              <a:rPr kumimoji="0" sz="1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feedback</a:t>
            </a:r>
            <a:r>
              <a:rPr kumimoji="0" sz="1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1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wave</a:t>
            </a:r>
            <a:r>
              <a:rPr kumimoji="0" sz="1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cohorts</a:t>
            </a:r>
            <a:r>
              <a:rPr kumimoji="0" sz="1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NPS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4.7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/</a:t>
            </a:r>
            <a:r>
              <a:rPr kumimoji="0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5</a:t>
            </a:r>
            <a:r>
              <a:rPr kumimoji="0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sz="1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sz="1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future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waves</a:t>
            </a: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lined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up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masterclass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74422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$100M+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cs typeface="Georgia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opportunity</a:t>
            </a:r>
            <a:r>
              <a:rPr kumimoji="0" sz="1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identified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across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three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domains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cohort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68198" y="5725582"/>
            <a:ext cx="544195" cy="543560"/>
            <a:chOff x="568198" y="5725582"/>
            <a:chExt cx="544195" cy="543560"/>
          </a:xfrm>
        </p:grpSpPr>
        <p:sp>
          <p:nvSpPr>
            <p:cNvPr id="60" name="object 60"/>
            <p:cNvSpPr/>
            <p:nvPr/>
          </p:nvSpPr>
          <p:spPr>
            <a:xfrm>
              <a:off x="574011" y="5830718"/>
              <a:ext cx="433070" cy="432434"/>
            </a:xfrm>
            <a:custGeom>
              <a:avLst/>
              <a:gdLst/>
              <a:ahLst/>
              <a:cxnLst/>
              <a:rect l="l" t="t" r="r" b="b"/>
              <a:pathLst>
                <a:path w="433069" h="432435">
                  <a:moveTo>
                    <a:pt x="417232" y="134171"/>
                  </a:moveTo>
                  <a:lnTo>
                    <a:pt x="424106" y="153448"/>
                  </a:lnTo>
                  <a:lnTo>
                    <a:pt x="429016" y="173377"/>
                  </a:lnTo>
                  <a:lnTo>
                    <a:pt x="431962" y="193961"/>
                  </a:lnTo>
                  <a:lnTo>
                    <a:pt x="432944" y="215197"/>
                  </a:lnTo>
                  <a:lnTo>
                    <a:pt x="427272" y="264797"/>
                  </a:lnTo>
                  <a:lnTo>
                    <a:pt x="411079" y="310404"/>
                  </a:lnTo>
                  <a:lnTo>
                    <a:pt x="385603" y="350691"/>
                  </a:lnTo>
                  <a:lnTo>
                    <a:pt x="352080" y="384334"/>
                  </a:lnTo>
                  <a:lnTo>
                    <a:pt x="311747" y="410006"/>
                  </a:lnTo>
                  <a:lnTo>
                    <a:pt x="265841" y="426381"/>
                  </a:lnTo>
                  <a:lnTo>
                    <a:pt x="215599" y="432134"/>
                  </a:lnTo>
                  <a:lnTo>
                    <a:pt x="165453" y="426478"/>
                  </a:lnTo>
                  <a:lnTo>
                    <a:pt x="119797" y="410351"/>
                  </a:lnTo>
                  <a:lnTo>
                    <a:pt x="79805" y="385020"/>
                  </a:lnTo>
                  <a:lnTo>
                    <a:pt x="46654" y="351748"/>
                  </a:lnTo>
                  <a:lnTo>
                    <a:pt x="21518" y="311801"/>
                  </a:lnTo>
                  <a:lnTo>
                    <a:pt x="5575" y="266443"/>
                  </a:lnTo>
                  <a:lnTo>
                    <a:pt x="0" y="216940"/>
                  </a:lnTo>
                  <a:lnTo>
                    <a:pt x="5669" y="167340"/>
                  </a:lnTo>
                  <a:lnTo>
                    <a:pt x="21844" y="121733"/>
                  </a:lnTo>
                  <a:lnTo>
                    <a:pt x="47272" y="81444"/>
                  </a:lnTo>
                  <a:lnTo>
                    <a:pt x="80701" y="47801"/>
                  </a:lnTo>
                  <a:lnTo>
                    <a:pt x="120878" y="22129"/>
                  </a:lnTo>
                  <a:lnTo>
                    <a:pt x="166553" y="5753"/>
                  </a:lnTo>
                  <a:lnTo>
                    <a:pt x="216472" y="0"/>
                  </a:lnTo>
                  <a:lnTo>
                    <a:pt x="238116" y="980"/>
                  </a:lnTo>
                  <a:lnTo>
                    <a:pt x="258697" y="3920"/>
                  </a:lnTo>
                  <a:lnTo>
                    <a:pt x="278459" y="8821"/>
                  </a:lnTo>
                  <a:lnTo>
                    <a:pt x="297649" y="15682"/>
                  </a:lnTo>
                </a:path>
              </a:pathLst>
            </a:custGeom>
            <a:ln w="11627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7705" y="5925097"/>
              <a:ext cx="245557" cy="245121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89611" y="5757533"/>
              <a:ext cx="290195" cy="290195"/>
            </a:xfrm>
            <a:custGeom>
              <a:avLst/>
              <a:gdLst/>
              <a:ahLst/>
              <a:cxnLst/>
              <a:rect l="l" t="t" r="r" b="b"/>
              <a:pathLst>
                <a:path w="290194" h="290195">
                  <a:moveTo>
                    <a:pt x="0" y="290124"/>
                  </a:moveTo>
                  <a:lnTo>
                    <a:pt x="289793" y="0"/>
                  </a:lnTo>
                </a:path>
              </a:pathLst>
            </a:custGeom>
            <a:ln w="11627">
              <a:solidFill>
                <a:srgbClr val="00A9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9965" y="5725582"/>
              <a:ext cx="192311" cy="191104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554736" y="3851528"/>
            <a:ext cx="11082655" cy="633730"/>
            <a:chOff x="554736" y="3851528"/>
            <a:chExt cx="11082655" cy="633730"/>
          </a:xfrm>
        </p:grpSpPr>
        <p:sp>
          <p:nvSpPr>
            <p:cNvPr id="65" name="object 65"/>
            <p:cNvSpPr/>
            <p:nvPr/>
          </p:nvSpPr>
          <p:spPr>
            <a:xfrm>
              <a:off x="8328659" y="4206239"/>
              <a:ext cx="76200" cy="278765"/>
            </a:xfrm>
            <a:custGeom>
              <a:avLst/>
              <a:gdLst/>
              <a:ahLst/>
              <a:cxnLst/>
              <a:rect l="l" t="t" r="r" b="b"/>
              <a:pathLst>
                <a:path w="76200" h="278764">
                  <a:moveTo>
                    <a:pt x="31750" y="74921"/>
                  </a:moveTo>
                  <a:lnTo>
                    <a:pt x="31750" y="278511"/>
                  </a:lnTo>
                  <a:lnTo>
                    <a:pt x="44450" y="278511"/>
                  </a:lnTo>
                  <a:lnTo>
                    <a:pt x="44450" y="76200"/>
                  </a:lnTo>
                  <a:lnTo>
                    <a:pt x="38100" y="76200"/>
                  </a:lnTo>
                  <a:lnTo>
                    <a:pt x="31750" y="74921"/>
                  </a:lnTo>
                  <a:close/>
                </a:path>
                <a:path w="76200" h="278764">
                  <a:moveTo>
                    <a:pt x="44450" y="38100"/>
                  </a:moveTo>
                  <a:lnTo>
                    <a:pt x="31750" y="38100"/>
                  </a:lnTo>
                  <a:lnTo>
                    <a:pt x="31750" y="74921"/>
                  </a:lnTo>
                  <a:lnTo>
                    <a:pt x="38100" y="76200"/>
                  </a:lnTo>
                  <a:lnTo>
                    <a:pt x="44449" y="74921"/>
                  </a:lnTo>
                  <a:lnTo>
                    <a:pt x="44450" y="38100"/>
                  </a:lnTo>
                  <a:close/>
                </a:path>
                <a:path w="76200" h="278764">
                  <a:moveTo>
                    <a:pt x="44450" y="74921"/>
                  </a:moveTo>
                  <a:lnTo>
                    <a:pt x="38100" y="76200"/>
                  </a:lnTo>
                  <a:lnTo>
                    <a:pt x="44450" y="76200"/>
                  </a:lnTo>
                  <a:lnTo>
                    <a:pt x="44450" y="74921"/>
                  </a:lnTo>
                  <a:close/>
                </a:path>
                <a:path w="76200" h="278764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1750" y="74921"/>
                  </a:lnTo>
                  <a:lnTo>
                    <a:pt x="31750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278764">
                  <a:moveTo>
                    <a:pt x="76200" y="38100"/>
                  </a:moveTo>
                  <a:lnTo>
                    <a:pt x="44450" y="38100"/>
                  </a:lnTo>
                  <a:lnTo>
                    <a:pt x="44450" y="74921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54736" y="3857878"/>
              <a:ext cx="11082655" cy="0"/>
            </a:xfrm>
            <a:custGeom>
              <a:avLst/>
              <a:gdLst/>
              <a:ahLst/>
              <a:cxnLst/>
              <a:rect l="l" t="t" r="r" b="b"/>
              <a:pathLst>
                <a:path w="11082655">
                  <a:moveTo>
                    <a:pt x="0" y="0"/>
                  </a:moveTo>
                  <a:lnTo>
                    <a:pt x="1108252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McKinsey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&amp;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Company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DAEE125-75A3-12EB-A99C-E4BECF575C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5589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4" imgH="405" progId="TCLayout.ActiveDocument.1">
                  <p:embed/>
                </p:oleObj>
              </mc:Choice>
              <mc:Fallback>
                <p:oleObj name="think-cell Slide" r:id="rId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AEE125-75A3-12EB-A99C-E4BECF575C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3. Subtitle">
            <a:extLst>
              <a:ext uri="{FF2B5EF4-FFF2-40B4-BE49-F238E27FC236}">
                <a16:creationId xmlns:a16="http://schemas.microsoft.com/office/drawing/2014/main" id="{45DB2CF1-250A-F195-DEC0-43F15F9348A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E9B5B3E7-D3D5-C884-A395-DC31698CB030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2CC60E9-3B38-4D86-4830-EFE0A905F280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423900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09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SCLIENT" val="True"/>
  <p:tag name="TCCONTRASTACCENTS" val="4|5|6|7|8|9"/>
  <p:tag name="TCLIGHTACCENTS" val="4|5|6|7|8|9"/>
  <p:tag name="THINKCELLUNDODONOTDELETE" val="0"/>
  <p:tag name="TEMPLATELASTEDITED" val="2024-03-05 06:54 AM"/>
  <p:tag name="DSS_ID" val="5abcd815-683a-4fc7-8331-4ffc5c024602"/>
  <p:tag name="ICONENCLOSURE" val="True"/>
  <p:tag name="ICONLINEFILL" val="Color [A=255, R=255, G=255, B=255]"/>
  <p:tag name="ICONLINEFILLTHEME" val="Background 1"/>
  <p:tag name="ICONFILLBACKGROUND" val="Color [A=255, R=6, G=31, B=121]"/>
  <p:tag name="ICONFILLBACKGROUNDTHEME" val="Accent 1"/>
  <p:tag name="LINKEDPICTURESLINKREMOV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EPLACE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LcqlXddAIBcoL4_Fmk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Ti586bxaRXNGLyq6cjU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DxEIFDMpZ7XFucXEwc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4BZlnvKEO9ZCIa9.28.w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EPLACE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YPE" val="TitleWhite"/>
  <p:tag name="SLIDELOOKUP" val="20250819174141320259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r8WAgv0cG5g7IkN2Kntg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191741477732997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A73443"/>
      </a:accent2>
      <a:accent3>
        <a:srgbClr val="00A9F4"/>
      </a:accent3>
      <a:accent4>
        <a:srgbClr val="99E6FF"/>
      </a:accent4>
      <a:accent5>
        <a:srgbClr val="8E8F8F"/>
      </a:accent5>
      <a:accent6>
        <a:srgbClr val="CBC8C7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A73443"/>
        </a:accent2>
        <a:accent3>
          <a:srgbClr val="00A9F4"/>
        </a:accent3>
        <a:accent4>
          <a:srgbClr val="99E6FF"/>
        </a:accent4>
        <a:accent5>
          <a:srgbClr val="8E8F8F"/>
        </a:accent5>
        <a:accent6>
          <a:srgbClr val="CBC8C7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1566VG01_Co-Branding template" id="{7A11B916-8710-4789-9AD0-D91B6744DD9C}" vid="{2B973517-D7C0-4938-9261-413176EBAA48}"/>
    </a:ext>
  </a:extLst>
</a:theme>
</file>

<file path=ppt/theme/theme2.xml><?xml version="1.0" encoding="utf-8"?>
<a:theme xmlns:a="http://schemas.openxmlformats.org/drawingml/2006/main" name="Contrast">
  <a:themeElements>
    <a:clrScheme name="Custom 2">
      <a:dk1>
        <a:srgbClr val="FFFFFF"/>
      </a:dk1>
      <a:lt1>
        <a:srgbClr val="0D3171"/>
      </a:lt1>
      <a:dk2>
        <a:srgbClr val="0D3171"/>
      </a:dk2>
      <a:lt2>
        <a:srgbClr val="0D3171"/>
      </a:lt2>
      <a:accent1>
        <a:srgbClr val="FFFFFF"/>
      </a:accent1>
      <a:accent2>
        <a:srgbClr val="A73443"/>
      </a:accent2>
      <a:accent3>
        <a:srgbClr val="00A9F4"/>
      </a:accent3>
      <a:accent4>
        <a:srgbClr val="99E6FF"/>
      </a:accent4>
      <a:accent5>
        <a:srgbClr val="8E8F8F"/>
      </a:accent5>
      <a:accent6>
        <a:srgbClr val="CBC8C7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00000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A73443"/>
        </a:accent2>
        <a:accent3>
          <a:srgbClr val="00A9F4"/>
        </a:accent3>
        <a:accent4>
          <a:srgbClr val="99E6FF"/>
        </a:accent4>
        <a:accent5>
          <a:srgbClr val="8E8F8F"/>
        </a:accent5>
        <a:accent6>
          <a:srgbClr val="CBC8C7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1566VG01_Co-Branding template" id="{7A11B916-8710-4789-9AD0-D91B6744DD9C}" vid="{1D60C447-CB1E-4725-8FEA-6F332CDF1442}"/>
    </a:ext>
  </a:extLst>
</a:theme>
</file>

<file path=ppt/theme/theme3.xml><?xml version="1.0" encoding="utf-8"?>
<a:theme xmlns:a="http://schemas.openxmlformats.org/drawingml/2006/main" name="TransUnion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4363"/>
      </a:accent1>
      <a:accent2>
        <a:srgbClr val="00A6CA"/>
      </a:accent2>
      <a:accent3>
        <a:srgbClr val="FF871F"/>
      </a:accent3>
      <a:accent4>
        <a:srgbClr val="66D994"/>
      </a:accent4>
      <a:accent5>
        <a:srgbClr val="FF7171"/>
      </a:accent5>
      <a:accent6>
        <a:srgbClr val="FCD800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4363"/>
        </a:accent1>
        <a:accent2>
          <a:srgbClr val="00A6CA"/>
        </a:accent2>
        <a:accent3>
          <a:srgbClr val="FF871F"/>
        </a:accent3>
        <a:accent4>
          <a:srgbClr val="66D994"/>
        </a:accent4>
        <a:accent5>
          <a:srgbClr val="FF7171"/>
        </a:accent5>
        <a:accent6>
          <a:srgbClr val="FCD800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TransUnion" id="{4886E9C0-04F1-43AC-9724-1DBEE75F7A4F}" vid="{89EFB76F-38E7-44C4-8A3D-F2F59B79CD13}"/>
    </a:ext>
  </a:extLst>
</a:theme>
</file>

<file path=ppt/theme/theme4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44123"/>
      </a:accent1>
      <a:accent2>
        <a:srgbClr val="212121"/>
      </a:accent2>
      <a:accent3>
        <a:srgbClr val="1A5478"/>
      </a:accent3>
      <a:accent4>
        <a:srgbClr val="A6D7F0"/>
      </a:accent4>
      <a:accent5>
        <a:srgbClr val="8F5A39"/>
      </a:accent5>
      <a:accent6>
        <a:srgbClr val="7DBFA3"/>
      </a:accent6>
      <a:hlink>
        <a:srgbClr val="0000FF"/>
      </a:hlink>
      <a:folHlink>
        <a:srgbClr val="800080"/>
      </a:folHlink>
    </a:clrScheme>
    <a:fontScheme name="Custom">
      <a:majorFont>
        <a:latin typeface="Sons Semibold"/>
        <a:ea typeface=""/>
        <a:cs typeface=""/>
      </a:majorFont>
      <a:minorFont>
        <a:latin typeface="Son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744123"/>
        </a:accent1>
        <a:accent2>
          <a:srgbClr val="212121"/>
        </a:accent2>
        <a:accent3>
          <a:srgbClr val="1A5478"/>
        </a:accent3>
        <a:accent4>
          <a:srgbClr val="A6D7F0"/>
        </a:accent4>
        <a:accent5>
          <a:srgbClr val="8F5A39"/>
        </a:accent5>
        <a:accent6>
          <a:srgbClr val="7DBFA3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F4EFE7"/>
    </a:custClr>
    <a:custClr name="Custom Color7">
      <a:srgbClr val="1A5478"/>
    </a:custClr>
    <a:custClr name="Custom Color8">
      <a:srgbClr val="336B54"/>
    </a:custClr>
    <a:custClr name="Custom Color9">
      <a:srgbClr val="520055"/>
    </a:custClr>
    <a:custClr name="Custom Color10">
      <a:srgbClr val="785C1A"/>
    </a:custClr>
    <a:custClr name="Custom Color11">
      <a:srgbClr val="D1B559"/>
    </a:custClr>
    <a:custClr name="Custom Color12">
      <a:srgbClr val="002855"/>
    </a:custClr>
    <a:custClr name="Custom Color13">
      <a:srgbClr val="394500"/>
    </a:custClr>
    <a:custClr name="Custom Color14">
      <a:srgbClr val="87A338"/>
    </a:custClr>
    <a:custClr name="Custom Color15">
      <a:srgbClr val="370074"/>
    </a:custClr>
    <a:custClr name="Custom Color16">
      <a:srgbClr val="876BBA"/>
    </a:custClr>
  </a:custClrLst>
  <a:extLst>
    <a:ext uri="{05A4C25C-085E-4340-85A3-A5531E510DB2}">
      <thm15:themeFamily xmlns:thm15="http://schemas.microsoft.com/office/thememl/2012/main" name="EN_BASEFORM_16x9_OF_TITLETOP(61).potx" id="{58205C38-A607-4C26-9DC1-5680643B2D21}" vid="{4B4991F0-DCB0-4062-90E7-1E67C85DDFD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633FD7D-DB18-4C48-932B-FC04D8A4ECBB}">
  <we:reference id="5332053f-08b1-4ad5-b936-144d44d33f40" version="2.1.0.2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92E4FA3-1126-0B4A-947D-670249BB026E}">
  <we:reference id="186f9e69-8c0a-4e87-b19c-647c4ba34c10" version="16.25.1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082ECB1E315B4E850078925685EA35" ma:contentTypeVersion="15" ma:contentTypeDescription="Create a new document." ma:contentTypeScope="" ma:versionID="ad06e423e3dc0187769ff4cc43438ad6">
  <xsd:schema xmlns:xsd="http://www.w3.org/2001/XMLSchema" xmlns:xs="http://www.w3.org/2001/XMLSchema" xmlns:p="http://schemas.microsoft.com/office/2006/metadata/properties" xmlns:ns1="http://schemas.microsoft.com/sharepoint/v3" xmlns:ns2="844cd385-2282-4e78-a8cd-3265316a277f" xmlns:ns3="914bd305-ba4f-459d-84bd-b6d6305f397f" targetNamespace="http://schemas.microsoft.com/office/2006/metadata/properties" ma:root="true" ma:fieldsID="c705b4977a2a0fabe8e8a1188238a91e" ns1:_="" ns2:_="" ns3:_="">
    <xsd:import namespace="http://schemas.microsoft.com/sharepoint/v3"/>
    <xsd:import namespace="844cd385-2282-4e78-a8cd-3265316a277f"/>
    <xsd:import namespace="914bd305-ba4f-459d-84bd-b6d6305f397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ourceSystemTaxHTField" minOccurs="0"/>
                <xsd:element ref="ns2:TaxCatchAll" minOccurs="0"/>
                <xsd:element ref="ns2:TaxCatchAllLabel" minOccurs="0"/>
                <xsd:element ref="ns1:DataSourceTaxHTFiel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ourceSystemTaxHTField" ma:index="11" nillable="true" ma:taxonomy="true" ma:internalName="SourceSystemTaxHTField" ma:taxonomyFieldName="SourceSystem" ma:displayName="SourceSystem" ma:default="1;#SPE|e1155322-03d8-4904-a51c-d7d7cbd8ca84" ma:fieldId="{fd8bd149-19a2-4c13-bb8b-c1cec6d8f468}" ma:sspId="c9369470-76d8-40bb-9f83-c9dbb6c0fac8" ma:termSetId="14dc3a28-f268-42f7-8f59-1ae69d4ade2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taSourceTaxHTField" ma:index="15" nillable="true" ma:taxonomy="true" ma:internalName="DataSourceTaxHTField" ma:taxonomyFieldName="DataSource" ma:displayName="DataSource" ma:default="2;#Internal|0b10eabc-00d3-4553-8252-f6efa1cda259" ma:fieldId="{e7cc1301-70d3-4607-8ad5-788027e5c29e}" ma:sspId="c9369470-76d8-40bb-9f83-c9dbb6c0fac8" ma:termSetId="36ddf51e-868c-4a6e-ae2e-8e285ecab47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cd385-2282-4e78-a8cd-3265316a277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2" nillable="true" ma:displayName="Taxonomy Catch All Column" ma:hidden="true" ma:list="{bc7b6ce6-8cfe-423d-a4d3-3eaae7508027}" ma:internalName="TaxCatchAll" ma:showField="CatchAllData" ma:web="844cd385-2282-4e78-a8cd-3265316a27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bc7b6ce6-8cfe-423d-a4d3-3eaae7508027}" ma:internalName="TaxCatchAllLabel" ma:readOnly="true" ma:showField="CatchAllDataLabel" ma:web="844cd385-2282-4e78-a8cd-3265316a27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4bd305-ba4f-459d-84bd-b6d6305f39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System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SPE</TermName>
          <TermId xmlns="http://schemas.microsoft.com/office/infopath/2007/PartnerControls">e1155322-03d8-4904-a51c-d7d7cbd8ca84</TermId>
        </TermInfo>
      </Terms>
    </SourceSystemTaxHTField>
    <DataSource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0b10eabc-00d3-4553-8252-f6efa1cda259</TermId>
        </TermInfo>
      </Terms>
    </DataSourceTaxHTField>
    <TaxCatchAll xmlns="844cd385-2282-4e78-a8cd-3265316a277f">
      <Value>2</Value>
      <Value>1</Value>
    </TaxCatchAll>
    <_dlc_DocId xmlns="844cd385-2282-4e78-a8cd-3265316a277f">ENHUPXXJXPFY-812609212-664</_dlc_DocId>
    <_dlc_DocIdUrl xmlns="844cd385-2282-4e78-a8cd-3265316a277f">
      <Url>https://mckinsey.sharepoint.com/sites/spe-int-chle7yw03ud/_layouts/15/DocIdRedir.aspx?ID=ENHUPXXJXPFY-812609212-664</Url>
      <Description>ENHUPXXJXPFY-812609212-664</Description>
    </_dlc_DocIdUrl>
    <lcf76f155ced4ddcb4097134ff3c332f xmlns="914bd305-ba4f-459d-84bd-b6d6305f397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F14045A-A9D2-430D-97C7-592E529A72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D32685-9172-48EE-83F8-6C3616854D26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18CD1EB-E28F-4599-8313-75E3971951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44cd385-2282-4e78-a8cd-3265316a277f"/>
    <ds:schemaRef ds:uri="914bd305-ba4f-459d-84bd-b6d6305f39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91F5CCB3-C396-4DE2-9FB3-96518FFD5FED}">
  <ds:schemaRefs>
    <ds:schemaRef ds:uri="http://www.w3.org/XML/1998/namespace"/>
    <ds:schemaRef ds:uri="http://schemas.microsoft.com/office/2006/documentManagement/types"/>
    <ds:schemaRef ds:uri="914bd305-ba4f-459d-84bd-b6d6305f397f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sharepoint/v3"/>
    <ds:schemaRef ds:uri="http://purl.org/dc/terms/"/>
    <ds:schemaRef ds:uri="http://schemas.microsoft.com/office/infopath/2007/PartnerControls"/>
    <ds:schemaRef ds:uri="844cd385-2282-4e78-a8cd-3265316a277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1093</TotalTime>
  <Words>1815</Words>
  <Application>Microsoft Office PowerPoint</Application>
  <PresentationFormat>Widescreen</PresentationFormat>
  <Paragraphs>240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Arial</vt:lpstr>
      <vt:lpstr>Segoe UI</vt:lpstr>
      <vt:lpstr>Helvetica</vt:lpstr>
      <vt:lpstr>Century Gothic</vt:lpstr>
      <vt:lpstr>Calibri</vt:lpstr>
      <vt:lpstr>Sons</vt:lpstr>
      <vt:lpstr>Wingdings</vt:lpstr>
      <vt:lpstr>Georgia</vt:lpstr>
      <vt:lpstr>Montserrat</vt:lpstr>
      <vt:lpstr>White</vt:lpstr>
      <vt:lpstr>Contrast</vt:lpstr>
      <vt:lpstr>TransUnion</vt:lpstr>
      <vt:lpstr>1_White</vt:lpstr>
      <vt:lpstr>Office Theme</vt:lpstr>
      <vt:lpstr>think-cell Slide</vt:lpstr>
      <vt:lpstr>AI senior leader masterclass</vt:lpstr>
      <vt:lpstr>PowerPoint Presentation</vt:lpstr>
      <vt:lpstr>Our core beliefs on what TransUnion needs from its AI skilling acceleration</vt:lpstr>
      <vt:lpstr>PowerPoint Presentation</vt:lpstr>
      <vt:lpstr>Our AI masterclass will drive towards 3 main objectives</vt:lpstr>
      <vt:lpstr>PowerPoint Presentation</vt:lpstr>
      <vt:lpstr>The masterclass comprises a field-and-forum learning journey…</vt:lpstr>
      <vt:lpstr>…and includes six steps for field assignment</vt:lpstr>
      <vt:lpstr>PowerPoint Presentation</vt:lpstr>
      <vt:lpstr>Proven model. We have a track record of building fluency, driving tool adoption, and scaling AI across leading institutions</vt:lpstr>
      <vt:lpstr>Proven model. Case example of “field-and-forum” AI upskilling program for a large global bank (1/2)</vt:lpstr>
      <vt:lpstr>Proven model. Case example of “field-and-forum” AI upskilling program for a large global bank (2/2)</vt:lpstr>
      <vt:lpstr>Appendix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Loully Saney</dc:creator>
  <cp:keywords/>
  <dc:description/>
  <cp:lastModifiedBy>Parth Bahl</cp:lastModifiedBy>
  <cp:revision>6</cp:revision>
  <dcterms:created xsi:type="dcterms:W3CDTF">2021-07-01T03:56:23Z</dcterms:created>
  <dcterms:modified xsi:type="dcterms:W3CDTF">2026-07-17T16:14:07Z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stEdited">
    <vt:lpwstr>2024-03-05 06:54 AM</vt:lpwstr>
  </property>
  <property fmtid="{D5CDD505-2E9C-101B-9397-08002B2CF9AE}" pid="3" name="ContentTypeId">
    <vt:lpwstr>0x010100CB082ECB1E315B4E850078925685EA35</vt:lpwstr>
  </property>
  <property fmtid="{D5CDD505-2E9C-101B-9397-08002B2CF9AE}" pid="4" name="MSIP_Label_83303d7c-e5a3-4cc8-90eb-69bfd7570ac4_Enabled">
    <vt:lpwstr>True</vt:lpwstr>
  </property>
  <property fmtid="{D5CDD505-2E9C-101B-9397-08002B2CF9AE}" pid="5" name="MSIP_Label_83303d7c-e5a3-4cc8-90eb-69bfd7570ac4_SiteId">
    <vt:lpwstr>cc8936bc-9382-4fff-87cb-6f55999549e7</vt:lpwstr>
  </property>
  <property fmtid="{D5CDD505-2E9C-101B-9397-08002B2CF9AE}" pid="6" name="MSIP_Label_83303d7c-e5a3-4cc8-90eb-69bfd7570ac4_SetDate">
    <vt:lpwstr>2025-04-23T05:09:35Z</vt:lpwstr>
  </property>
  <property fmtid="{D5CDD505-2E9C-101B-9397-08002B2CF9AE}" pid="7" name="MSIP_Label_83303d7c-e5a3-4cc8-90eb-69bfd7570ac4_Name">
    <vt:lpwstr>Client Confidential</vt:lpwstr>
  </property>
  <property fmtid="{D5CDD505-2E9C-101B-9397-08002B2CF9AE}" pid="8" name="MSIP_Label_83303d7c-e5a3-4cc8-90eb-69bfd7570ac4_ActionId">
    <vt:lpwstr>5ce8e268-5c2d-40d2-b630-a4d3eba8bc9a</vt:lpwstr>
  </property>
  <property fmtid="{D5CDD505-2E9C-101B-9397-08002B2CF9AE}" pid="9" name="MSIP_Label_83303d7c-e5a3-4cc8-90eb-69bfd7570ac4_Removed">
    <vt:lpwstr>False</vt:lpwstr>
  </property>
  <property fmtid="{D5CDD505-2E9C-101B-9397-08002B2CF9AE}" pid="10" name="MSIP_Label_83303d7c-e5a3-4cc8-90eb-69bfd7570ac4_Extended_MSFT_Method">
    <vt:lpwstr>Standard</vt:lpwstr>
  </property>
  <property fmtid="{D5CDD505-2E9C-101B-9397-08002B2CF9AE}" pid="11" name="Sensitivity">
    <vt:lpwstr>Client Confidential</vt:lpwstr>
  </property>
  <property fmtid="{D5CDD505-2E9C-101B-9397-08002B2CF9AE}" pid="12" name="DataSource">
    <vt:lpwstr>2;#Internal|0b10eabc-00d3-4553-8252-f6efa1cda259</vt:lpwstr>
  </property>
  <property fmtid="{D5CDD505-2E9C-101B-9397-08002B2CF9AE}" pid="13" name="SourceSystem">
    <vt:lpwstr>1;#SPE|e1155322-03d8-4904-a51c-d7d7cbd8ca84</vt:lpwstr>
  </property>
  <property fmtid="{D5CDD505-2E9C-101B-9397-08002B2CF9AE}" pid="14" name="MediaServiceImageTags">
    <vt:lpwstr/>
  </property>
  <property fmtid="{D5CDD505-2E9C-101B-9397-08002B2CF9AE}" pid="15" name="_dlc_DocIdItemGuid">
    <vt:lpwstr>7a2b7e8b-2b75-4b41-9d30-e1ac6cd3b3ed</vt:lpwstr>
  </property>
</Properties>
</file>