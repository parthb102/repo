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 id="2147483864" r:id="rId5"/>
  </p:sldMasterIdLst>
  <p:notesMasterIdLst>
    <p:notesMasterId r:id="rId12"/>
  </p:notesMasterIdLst>
  <p:handoutMasterIdLst>
    <p:handoutMasterId r:id="rId13"/>
  </p:handoutMasterIdLst>
  <p:sldIdLst>
    <p:sldId id="256" r:id="rId6"/>
    <p:sldId id="6285" r:id="rId7"/>
    <p:sldId id="2147478224" r:id="rId8"/>
    <p:sldId id="285" r:id="rId9"/>
    <p:sldId id="2147478225" r:id="rId10"/>
    <p:sldId id="2147478951" r:id="rId11"/>
  </p:sldIdLst>
  <p:sldSz cx="12192000" cy="6858000"/>
  <p:notesSz cx="7102475" cy="9388475"/>
  <p:embeddedFontLst>
    <p:embeddedFont>
      <p:font typeface="Georgia" panose="02040502050405020303" pitchFamily="18" charset="0"/>
      <p:regular r:id="rId14"/>
      <p:bold r:id="rId15"/>
      <p:italic r:id="rId16"/>
      <p:boldItalic r:id="rId17"/>
    </p:embeddedFont>
    <p:embeddedFont>
      <p:font typeface="Segoe UI" panose="020B0502040204020203" pitchFamily="34" charset="0"/>
      <p:regular r:id="rId18"/>
      <p:bold r:id="rId19"/>
      <p:italic r:id="rId20"/>
      <p:boldItalic r:id="rId21"/>
    </p:embeddedFont>
  </p:embeddedFontLst>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497640-9F12-D0D7-23C7-745A10EB2387}" name="Srikanth Jayarajan" initials="SJ" userId="dMYpSlfjzFcYPEDsXjVgLmU1LCIkAjLNCqtAilE+2dM="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ley Rich" initials="HR" lastIdx="1" clrIdx="0">
    <p:extLst>
      <p:ext uri="{19B8F6BF-5375-455C-9EA6-DF929625EA0E}">
        <p15:presenceInfo xmlns:p15="http://schemas.microsoft.com/office/powerpoint/2012/main" userId="S-1-5-21-1801674531-1788223648-725345543-1185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0D0"/>
    <a:srgbClr val="051C2C"/>
    <a:srgbClr val="000000"/>
    <a:srgbClr val="7F7F7F"/>
    <a:srgbClr val="AFC3FF"/>
    <a:srgbClr val="0D3171"/>
    <a:srgbClr val="E6E6E6"/>
    <a:srgbClr val="4D4D4D"/>
    <a:srgbClr val="00A9F4"/>
    <a:srgbClr val="1F40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F76945-B6B5-44DB-846A-D19C03C39B02}" v="13" dt="2026-07-28T05:39:45.3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357" autoAdjust="0"/>
  </p:normalViewPr>
  <p:slideViewPr>
    <p:cSldViewPr snapToGrid="0" snapToObjects="1">
      <p:cViewPr>
        <p:scale>
          <a:sx n="69" d="100"/>
          <a:sy n="69" d="100"/>
        </p:scale>
        <p:origin x="524" y="160"/>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p:scale>
          <a:sx n="75" d="100"/>
          <a:sy n="75" d="100"/>
        </p:scale>
        <p:origin x="3954" y="2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tags" Target="tags/tag1.xml"/><Relationship Id="rId23" Type="http://schemas.openxmlformats.org/officeDocument/2006/relationships/commentAuthors" Target="commentAuthor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6/11/relationships/changesInfo" Target="changesInfos/changesInfo1.xml"/><Relationship Id="rId29" Type="http://schemas.microsoft.com/office/2015/10/relationships/revisionInfo" Target="revisionInfo.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gha Sinha" userId="68fd5768-45cd-4244-af17-9bdb49c7711b" providerId="ADAL" clId="{192D68D2-C86C-437A-A085-8179C836E504}"/>
    <pc:docChg chg="undo custSel modSld">
      <pc:chgData name="Megha Sinha" userId="68fd5768-45cd-4244-af17-9bdb49c7711b" providerId="ADAL" clId="{192D68D2-C86C-437A-A085-8179C836E504}" dt="2026-07-28T05:40:13.018" v="1587" actId="1076"/>
      <pc:docMkLst>
        <pc:docMk/>
      </pc:docMkLst>
      <pc:sldChg chg="addSp delSp modSp mod">
        <pc:chgData name="Megha Sinha" userId="68fd5768-45cd-4244-af17-9bdb49c7711b" providerId="ADAL" clId="{192D68D2-C86C-437A-A085-8179C836E504}" dt="2026-07-28T05:39:30.598" v="1518" actId="20577"/>
        <pc:sldMkLst>
          <pc:docMk/>
          <pc:sldMk cId="4216505945" sldId="285"/>
        </pc:sldMkLst>
        <pc:spChg chg="add mod">
          <ac:chgData name="Megha Sinha" userId="68fd5768-45cd-4244-af17-9bdb49c7711b" providerId="ADAL" clId="{192D68D2-C86C-437A-A085-8179C836E504}" dt="2026-07-28T05:35:10.127" v="1331" actId="1076"/>
          <ac:spMkLst>
            <pc:docMk/>
            <pc:sldMk cId="4216505945" sldId="285"/>
            <ac:spMk id="3" creationId="{0D0C1E16-2CDA-EAF7-92E0-7425C3F4EFCB}"/>
          </ac:spMkLst>
        </pc:spChg>
        <pc:spChg chg="add mod">
          <ac:chgData name="Megha Sinha" userId="68fd5768-45cd-4244-af17-9bdb49c7711b" providerId="ADAL" clId="{192D68D2-C86C-437A-A085-8179C836E504}" dt="2026-07-28T05:28:07.393" v="485" actId="20577"/>
          <ac:spMkLst>
            <pc:docMk/>
            <pc:sldMk cId="4216505945" sldId="285"/>
            <ac:spMk id="5" creationId="{34D9EB6B-096F-59CC-EC65-B43E6576F1EA}"/>
          </ac:spMkLst>
        </pc:spChg>
        <pc:spChg chg="add mod">
          <ac:chgData name="Megha Sinha" userId="68fd5768-45cd-4244-af17-9bdb49c7711b" providerId="ADAL" clId="{192D68D2-C86C-437A-A085-8179C836E504}" dt="2026-07-28T05:26:50.130" v="476" actId="1076"/>
          <ac:spMkLst>
            <pc:docMk/>
            <pc:sldMk cId="4216505945" sldId="285"/>
            <ac:spMk id="8" creationId="{F0A10F6D-54CC-8EE8-8106-4F0C4F13890B}"/>
          </ac:spMkLst>
        </pc:spChg>
        <pc:spChg chg="add mod">
          <ac:chgData name="Megha Sinha" userId="68fd5768-45cd-4244-af17-9bdb49c7711b" providerId="ADAL" clId="{192D68D2-C86C-437A-A085-8179C836E504}" dt="2026-07-28T05:37:27.585" v="1412" actId="1076"/>
          <ac:spMkLst>
            <pc:docMk/>
            <pc:sldMk cId="4216505945" sldId="285"/>
            <ac:spMk id="10" creationId="{CC413A4F-5D60-5A4C-5695-D780D33A7158}"/>
          </ac:spMkLst>
        </pc:spChg>
        <pc:spChg chg="add mod">
          <ac:chgData name="Megha Sinha" userId="68fd5768-45cd-4244-af17-9bdb49c7711b" providerId="ADAL" clId="{192D68D2-C86C-437A-A085-8179C836E504}" dt="2026-07-28T05:29:47.043" v="714" actId="20577"/>
          <ac:spMkLst>
            <pc:docMk/>
            <pc:sldMk cId="4216505945" sldId="285"/>
            <ac:spMk id="22" creationId="{9F2F3A92-5D21-495E-D549-261E1AD56DD4}"/>
          </ac:spMkLst>
        </pc:spChg>
        <pc:spChg chg="add mod">
          <ac:chgData name="Megha Sinha" userId="68fd5768-45cd-4244-af17-9bdb49c7711b" providerId="ADAL" clId="{192D68D2-C86C-437A-A085-8179C836E504}" dt="2026-07-28T05:32:59.067" v="1328" actId="20577"/>
          <ac:spMkLst>
            <pc:docMk/>
            <pc:sldMk cId="4216505945" sldId="285"/>
            <ac:spMk id="25" creationId="{D699088D-F373-18F0-0FE8-D7561B73F8FA}"/>
          </ac:spMkLst>
        </pc:spChg>
        <pc:spChg chg="del">
          <ac:chgData name="Megha Sinha" userId="68fd5768-45cd-4244-af17-9bdb49c7711b" providerId="ADAL" clId="{192D68D2-C86C-437A-A085-8179C836E504}" dt="2026-07-28T05:14:12.703" v="30" actId="478"/>
          <ac:spMkLst>
            <pc:docMk/>
            <pc:sldMk cId="4216505945" sldId="285"/>
            <ac:spMk id="27" creationId="{0B961C93-3DEC-9D41-9A87-3D5254E7E2CC}"/>
          </ac:spMkLst>
        </pc:spChg>
        <pc:spChg chg="add mod">
          <ac:chgData name="Megha Sinha" userId="68fd5768-45cd-4244-af17-9bdb49c7711b" providerId="ADAL" clId="{192D68D2-C86C-437A-A085-8179C836E504}" dt="2026-07-28T05:39:30.598" v="1518" actId="20577"/>
          <ac:spMkLst>
            <pc:docMk/>
            <pc:sldMk cId="4216505945" sldId="285"/>
            <ac:spMk id="30" creationId="{3ECFDADB-8AAE-F080-A9B2-A054C55B39DC}"/>
          </ac:spMkLst>
        </pc:spChg>
        <pc:spChg chg="add mod">
          <ac:chgData name="Megha Sinha" userId="68fd5768-45cd-4244-af17-9bdb49c7711b" providerId="ADAL" clId="{192D68D2-C86C-437A-A085-8179C836E504}" dt="2026-07-28T05:35:19.978" v="1343" actId="20577"/>
          <ac:spMkLst>
            <pc:docMk/>
            <pc:sldMk cId="4216505945" sldId="285"/>
            <ac:spMk id="32" creationId="{72713618-374F-1D02-2D44-C76FF7986F82}"/>
          </ac:spMkLst>
        </pc:spChg>
        <pc:spChg chg="add mod">
          <ac:chgData name="Megha Sinha" userId="68fd5768-45cd-4244-af17-9bdb49c7711b" providerId="ADAL" clId="{192D68D2-C86C-437A-A085-8179C836E504}" dt="2026-07-28T05:37:34.884" v="1416" actId="1076"/>
          <ac:spMkLst>
            <pc:docMk/>
            <pc:sldMk cId="4216505945" sldId="285"/>
            <ac:spMk id="35" creationId="{16F89E30-0DF6-CAB2-926A-79A698514D60}"/>
          </ac:spMkLst>
        </pc:spChg>
        <pc:spChg chg="del">
          <ac:chgData name="Megha Sinha" userId="68fd5768-45cd-4244-af17-9bdb49c7711b" providerId="ADAL" clId="{192D68D2-C86C-437A-A085-8179C836E504}" dt="2026-07-28T05:14:12.703" v="30" actId="478"/>
          <ac:spMkLst>
            <pc:docMk/>
            <pc:sldMk cId="4216505945" sldId="285"/>
            <ac:spMk id="46" creationId="{8BE58A2D-5780-83E5-4440-A262CF764EA0}"/>
          </ac:spMkLst>
        </pc:spChg>
        <pc:spChg chg="del">
          <ac:chgData name="Megha Sinha" userId="68fd5768-45cd-4244-af17-9bdb49c7711b" providerId="ADAL" clId="{192D68D2-C86C-437A-A085-8179C836E504}" dt="2026-07-28T05:14:12.703" v="30" actId="478"/>
          <ac:spMkLst>
            <pc:docMk/>
            <pc:sldMk cId="4216505945" sldId="285"/>
            <ac:spMk id="47" creationId="{8E4AE1C3-F327-36A6-484F-76628910F5E6}"/>
          </ac:spMkLst>
        </pc:spChg>
        <pc:spChg chg="del">
          <ac:chgData name="Megha Sinha" userId="68fd5768-45cd-4244-af17-9bdb49c7711b" providerId="ADAL" clId="{192D68D2-C86C-437A-A085-8179C836E504}" dt="2026-07-28T05:14:12.703" v="30" actId="478"/>
          <ac:spMkLst>
            <pc:docMk/>
            <pc:sldMk cId="4216505945" sldId="285"/>
            <ac:spMk id="49" creationId="{7DDBCF22-5233-3EAF-EFF1-ADECC44C540C}"/>
          </ac:spMkLst>
        </pc:spChg>
        <pc:spChg chg="del">
          <ac:chgData name="Megha Sinha" userId="68fd5768-45cd-4244-af17-9bdb49c7711b" providerId="ADAL" clId="{192D68D2-C86C-437A-A085-8179C836E504}" dt="2026-07-28T05:14:12.703" v="30" actId="478"/>
          <ac:spMkLst>
            <pc:docMk/>
            <pc:sldMk cId="4216505945" sldId="285"/>
            <ac:spMk id="50" creationId="{DB13A098-34B6-2D0B-19FA-6859F8CD9177}"/>
          </ac:spMkLst>
        </pc:spChg>
        <pc:spChg chg="del">
          <ac:chgData name="Megha Sinha" userId="68fd5768-45cd-4244-af17-9bdb49c7711b" providerId="ADAL" clId="{192D68D2-C86C-437A-A085-8179C836E504}" dt="2026-07-28T05:14:12.703" v="30" actId="478"/>
          <ac:spMkLst>
            <pc:docMk/>
            <pc:sldMk cId="4216505945" sldId="285"/>
            <ac:spMk id="51" creationId="{1F7FF093-BFC2-92FE-218E-25B2A97C7731}"/>
          </ac:spMkLst>
        </pc:spChg>
        <pc:spChg chg="del">
          <ac:chgData name="Megha Sinha" userId="68fd5768-45cd-4244-af17-9bdb49c7711b" providerId="ADAL" clId="{192D68D2-C86C-437A-A085-8179C836E504}" dt="2026-07-28T05:14:12.703" v="30" actId="478"/>
          <ac:spMkLst>
            <pc:docMk/>
            <pc:sldMk cId="4216505945" sldId="285"/>
            <ac:spMk id="52" creationId="{ADFAE68B-0264-1228-79C0-5E30B4E6E9AF}"/>
          </ac:spMkLst>
        </pc:spChg>
        <pc:spChg chg="del">
          <ac:chgData name="Megha Sinha" userId="68fd5768-45cd-4244-af17-9bdb49c7711b" providerId="ADAL" clId="{192D68D2-C86C-437A-A085-8179C836E504}" dt="2026-07-28T05:14:12.703" v="30" actId="478"/>
          <ac:spMkLst>
            <pc:docMk/>
            <pc:sldMk cId="4216505945" sldId="285"/>
            <ac:spMk id="53" creationId="{3CE6C385-1480-9368-72EE-4BAEBAB42D17}"/>
          </ac:spMkLst>
        </pc:spChg>
        <pc:spChg chg="del">
          <ac:chgData name="Megha Sinha" userId="68fd5768-45cd-4244-af17-9bdb49c7711b" providerId="ADAL" clId="{192D68D2-C86C-437A-A085-8179C836E504}" dt="2026-07-28T05:14:12.703" v="30" actId="478"/>
          <ac:spMkLst>
            <pc:docMk/>
            <pc:sldMk cId="4216505945" sldId="285"/>
            <ac:spMk id="54" creationId="{48853689-B1D6-3F8E-3957-472BF9F7D120}"/>
          </ac:spMkLst>
        </pc:spChg>
        <pc:spChg chg="mod">
          <ac:chgData name="Megha Sinha" userId="68fd5768-45cd-4244-af17-9bdb49c7711b" providerId="ADAL" clId="{192D68D2-C86C-437A-A085-8179C836E504}" dt="2026-07-28T05:37:32.561" v="1415" actId="1076"/>
          <ac:spMkLst>
            <pc:docMk/>
            <pc:sldMk cId="4216505945" sldId="285"/>
            <ac:spMk id="68" creationId="{80DC91E7-9E1D-6598-A613-2BC2B1BCF824}"/>
          </ac:spMkLst>
        </pc:spChg>
        <pc:cxnChg chg="del">
          <ac:chgData name="Megha Sinha" userId="68fd5768-45cd-4244-af17-9bdb49c7711b" providerId="ADAL" clId="{192D68D2-C86C-437A-A085-8179C836E504}" dt="2026-07-28T05:14:12.703" v="30" actId="478"/>
          <ac:cxnSpMkLst>
            <pc:docMk/>
            <pc:sldMk cId="4216505945" sldId="285"/>
            <ac:cxnSpMk id="34" creationId="{10D947F9-797A-BF90-A712-20A4E4790E29}"/>
          </ac:cxnSpMkLst>
        </pc:cxnChg>
      </pc:sldChg>
      <pc:sldChg chg="addSp modSp mod">
        <pc:chgData name="Megha Sinha" userId="68fd5768-45cd-4244-af17-9bdb49c7711b" providerId="ADAL" clId="{192D68D2-C86C-437A-A085-8179C836E504}" dt="2026-07-28T05:40:13.018" v="1587" actId="1076"/>
        <pc:sldMkLst>
          <pc:docMk/>
          <pc:sldMk cId="1439209623" sldId="6285"/>
        </pc:sldMkLst>
        <pc:spChg chg="add mod">
          <ac:chgData name="Megha Sinha" userId="68fd5768-45cd-4244-af17-9bdb49c7711b" providerId="ADAL" clId="{192D68D2-C86C-437A-A085-8179C836E504}" dt="2026-07-28T05:40:13.018" v="1587" actId="1076"/>
          <ac:spMkLst>
            <pc:docMk/>
            <pc:sldMk cId="1439209623" sldId="6285"/>
            <ac:spMk id="2" creationId="{BD939618-D308-47BC-D044-A733E241DCD5}"/>
          </ac:spMkLst>
        </pc:spChg>
        <pc:spChg chg="mod">
          <ac:chgData name="Megha Sinha" userId="68fd5768-45cd-4244-af17-9bdb49c7711b" providerId="ADAL" clId="{192D68D2-C86C-437A-A085-8179C836E504}" dt="2026-07-28T05:13:36.109" v="29" actId="20577"/>
          <ac:spMkLst>
            <pc:docMk/>
            <pc:sldMk cId="1439209623" sldId="6285"/>
            <ac:spMk id="167" creationId="{069AFD7E-F5F0-55DC-78C8-6C95519F37A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4BC41E-EAC0-4D88-BA59-21A53C68F870}"/>
              </a:ext>
            </a:extLst>
          </p:cNvPr>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0B5C4BB-B13C-4942-8E14-023ED14A3DB8}"/>
              </a:ext>
            </a:extLst>
          </p:cNvPr>
          <p:cNvSpPr>
            <a:spLocks noGrp="1"/>
          </p:cNvSpPr>
          <p:nvPr>
            <p:ph type="dt" sz="quarter" idx="1"/>
          </p:nvPr>
        </p:nvSpPr>
        <p:spPr>
          <a:xfrm>
            <a:off x="4022725" y="0"/>
            <a:ext cx="3078163" cy="469900"/>
          </a:xfrm>
          <a:prstGeom prst="rect">
            <a:avLst/>
          </a:prstGeom>
        </p:spPr>
        <p:txBody>
          <a:bodyPr vert="horz" lIns="91440" tIns="45720" rIns="91440" bIns="45720" rtlCol="0"/>
          <a:lstStyle>
            <a:lvl1pPr algn="r">
              <a:defRPr sz="1200"/>
            </a:lvl1pPr>
          </a:lstStyle>
          <a:p>
            <a:fld id="{A6BD5B6C-20AF-4F0F-889A-7AADC7535123}" type="datetime3">
              <a:rPr lang="en-US" smtClean="0"/>
              <a:t>27 July 2026</a:t>
            </a:fld>
            <a:endParaRPr lang="en-US" dirty="0"/>
          </a:p>
        </p:txBody>
      </p:sp>
      <p:sp>
        <p:nvSpPr>
          <p:cNvPr id="4" name="Footer Placeholder 3">
            <a:extLst>
              <a:ext uri="{FF2B5EF4-FFF2-40B4-BE49-F238E27FC236}">
                <a16:creationId xmlns:a16="http://schemas.microsoft.com/office/drawing/2014/main" id="{78221145-1027-4A39-B15A-DD84A26C2039}"/>
              </a:ext>
            </a:extLst>
          </p:cNvPr>
          <p:cNvSpPr>
            <a:spLocks noGrp="1"/>
          </p:cNvSpPr>
          <p:nvPr>
            <p:ph type="ftr" sz="quarter" idx="2"/>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A147719-50F5-4089-8123-86F5AF9C8847}"/>
              </a:ext>
            </a:extLst>
          </p:cNvPr>
          <p:cNvSpPr>
            <a:spLocks noGrp="1"/>
          </p:cNvSpPr>
          <p:nvPr>
            <p:ph type="sldNum" sz="quarter" idx="3"/>
          </p:nvPr>
        </p:nvSpPr>
        <p:spPr>
          <a:xfrm>
            <a:off x="4022725" y="8918575"/>
            <a:ext cx="3078163" cy="469900"/>
          </a:xfrm>
          <a:prstGeom prst="rect">
            <a:avLst/>
          </a:prstGeom>
        </p:spPr>
        <p:txBody>
          <a:bodyPr vert="horz" lIns="91440" tIns="45720" rIns="91440" bIns="45720" rtlCol="0" anchor="b"/>
          <a:lstStyle>
            <a:lvl1pPr algn="r">
              <a:defRPr sz="1200"/>
            </a:lvl1pPr>
          </a:lstStyle>
          <a:p>
            <a:fld id="{D2610F73-99D1-48E7-A408-B5EB5C8393F8}" type="slidenum">
              <a:rPr lang="en-US" smtClean="0"/>
              <a:t>‹#›</a:t>
            </a:fld>
            <a:endParaRPr lang="en-US" dirty="0"/>
          </a:p>
        </p:txBody>
      </p:sp>
    </p:spTree>
    <p:extLst>
      <p:ext uri="{BB962C8B-B14F-4D97-AF65-F5344CB8AC3E}">
        <p14:creationId xmlns:p14="http://schemas.microsoft.com/office/powerpoint/2010/main" val="247319651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14400" tIns="47114" rIns="94229" bIns="47114" rtlCol="0"/>
          <a:lstStyle>
            <a:lvl1pPr algn="l">
              <a:defRPr sz="900">
                <a:latin typeface="+mn-lt"/>
                <a:cs typeface="Arial" panose="020B0604020202020204" pitchFamily="34" charset="0"/>
              </a:defRPr>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14400" bIns="47114" rtlCol="0"/>
          <a:lstStyle>
            <a:lvl1pPr algn="r">
              <a:defRPr sz="900">
                <a:latin typeface="+mn-lt"/>
                <a:cs typeface="Arial" panose="020B0604020202020204" pitchFamily="34" charset="0"/>
              </a:defRPr>
            </a:lvl1pPr>
          </a:lstStyle>
          <a:p>
            <a:fld id="{1DF34805-1F01-4BDA-A8CA-FCEA2B4BC8D0}" type="datetime3">
              <a:rPr lang="en-US" smtClean="0"/>
              <a:pPr/>
              <a:t>27 July 2026</a:t>
            </a:fld>
            <a:endParaRPr lang="en-US"/>
          </a:p>
        </p:txBody>
      </p:sp>
      <p:sp>
        <p:nvSpPr>
          <p:cNvPr id="4" name="Slide Image Placeholder 3"/>
          <p:cNvSpPr>
            <a:spLocks noGrp="1" noRot="1" noChangeAspect="1"/>
          </p:cNvSpPr>
          <p:nvPr>
            <p:ph type="sldImg" idx="2"/>
          </p:nvPr>
        </p:nvSpPr>
        <p:spPr>
          <a:xfrm>
            <a:off x="735013" y="563563"/>
            <a:ext cx="5632450" cy="3168650"/>
          </a:xfrm>
          <a:prstGeom prst="rect">
            <a:avLst/>
          </a:prstGeom>
          <a:noFill/>
          <a:ln w="6350">
            <a:solidFill>
              <a:prstClr val="black"/>
            </a:solidFill>
          </a:ln>
        </p:spPr>
        <p:txBody>
          <a:bodyPr vert="horz" lIns="94229" tIns="47114" rIns="94229" bIns="47114" rtlCol="0" anchor="ctr"/>
          <a:lstStyle/>
          <a:p>
            <a:endParaRPr lang="en-US"/>
          </a:p>
        </p:txBody>
      </p:sp>
      <p:sp>
        <p:nvSpPr>
          <p:cNvPr id="6" name="Footer Placeholder 5"/>
          <p:cNvSpPr>
            <a:spLocks noGrp="1"/>
          </p:cNvSpPr>
          <p:nvPr>
            <p:ph type="ftr" sz="quarter" idx="4"/>
          </p:nvPr>
        </p:nvSpPr>
        <p:spPr>
          <a:xfrm>
            <a:off x="0" y="8917422"/>
            <a:ext cx="3077739" cy="471053"/>
          </a:xfrm>
          <a:prstGeom prst="rect">
            <a:avLst/>
          </a:prstGeom>
        </p:spPr>
        <p:txBody>
          <a:bodyPr vert="horz" lIns="914400" tIns="47114" rIns="94229" bIns="47114" rtlCol="0" anchor="b"/>
          <a:lstStyle>
            <a:lvl1pPr algn="l">
              <a:defRPr sz="900">
                <a:latin typeface="+mn-lt"/>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14400" bIns="47114" rtlCol="0" anchor="b"/>
          <a:lstStyle>
            <a:lvl1pPr algn="r">
              <a:defRPr sz="900">
                <a:latin typeface="+mn-lt"/>
                <a:cs typeface="Arial" panose="020B0604020202020204" pitchFamily="34" charset="0"/>
              </a:defRPr>
            </a:lvl1pPr>
          </a:lstStyle>
          <a:p>
            <a:fld id="{CF5EBCF4-26FC-4F76-8DA1-52FDDC328D44}" type="slidenum">
              <a:rPr lang="en-US" smtClean="0"/>
              <a:pPr/>
              <a:t>‹#›</a:t>
            </a:fld>
            <a:endParaRPr lang="en-US"/>
          </a:p>
        </p:txBody>
      </p:sp>
      <p:sp>
        <p:nvSpPr>
          <p:cNvPr id="9" name="Notes Placeholder 8">
            <a:extLst>
              <a:ext uri="{FF2B5EF4-FFF2-40B4-BE49-F238E27FC236}">
                <a16:creationId xmlns:a16="http://schemas.microsoft.com/office/drawing/2014/main" id="{0CB7C52D-12F1-4B27-95B4-DB01358D59B9}"/>
              </a:ext>
            </a:extLst>
          </p:cNvPr>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0066646"/>
      </p:ext>
    </p:extLst>
  </p:cSld>
  <p:clrMap bg1="lt1" tx1="dk1" bg2="lt2" tx2="dk2" accent1="accent1" accent2="accent2" accent3="accent3" accent4="accent4" accent5="accent5" accent6="accent6" hlink="hlink" folHlink="folHlink"/>
  <p:hf hdr="0" ftr="0"/>
  <p:notesStyle>
    <a:lvl1pPr marL="0" algn="l" defTabSz="914400" rtl="0" eaLnBrk="1" latinLnBrk="0" hangingPunct="1">
      <a:lnSpc>
        <a:spcPct val="100000"/>
      </a:lnSpc>
      <a:spcBef>
        <a:spcPts val="400"/>
      </a:spcBef>
      <a:spcAft>
        <a:spcPts val="400"/>
      </a:spcAft>
      <a:defRPr lang="en-US" sz="1100" kern="1200">
        <a:solidFill>
          <a:schemeClr val="tx1"/>
        </a:solidFill>
        <a:latin typeface="+mn-lt"/>
        <a:ea typeface="+mn-ea"/>
        <a:cs typeface="Arial" panose="020B0604020202020204" pitchFamily="34" charset="0"/>
      </a:defRPr>
    </a:lvl1pPr>
    <a:lvl2pPr marL="171450" indent="-171450" algn="l" defTabSz="914400" rtl="0" eaLnBrk="1" latinLnBrk="0" hangingPunct="1">
      <a:buFont typeface="Wingdings" panose="05000000000000000000" pitchFamily="2" charset="2"/>
      <a:buChar char=""/>
      <a:defRPr lang="en-US" sz="1100" kern="1200">
        <a:solidFill>
          <a:schemeClr val="tx1"/>
        </a:solidFill>
        <a:latin typeface="+mn-lt"/>
        <a:ea typeface="+mn-ea"/>
        <a:cs typeface="+mn-cs"/>
      </a:defRPr>
    </a:lvl2pPr>
    <a:lvl3pPr marL="400050"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3pPr>
    <a:lvl4pPr marL="57943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4pPr>
    <a:lvl5pPr marL="75088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27 July 2026</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1</a:t>
            </a:fld>
            <a:endParaRPr lang="en-US"/>
          </a:p>
        </p:txBody>
      </p:sp>
    </p:spTree>
    <p:extLst>
      <p:ext uri="{BB962C8B-B14F-4D97-AF65-F5344CB8AC3E}">
        <p14:creationId xmlns:p14="http://schemas.microsoft.com/office/powerpoint/2010/main" val="31741063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29756-1DF1-49C7-CD7B-F4818444E2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3BD75-938C-6B98-8AFB-E21239779CB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28A71F1-C1A6-1443-F5B5-A89CE55E6907}"/>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45DADD3D-0A8E-5966-31DC-725428818A91}"/>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27 July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ED932DEF-D00F-27C3-BBD4-DB720C9B1AD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1157509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CE1CA-2B6E-EA4A-A0CD-BA8BCB7BC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A7C165-43B6-2D6E-C398-39592AA305BC}"/>
              </a:ext>
            </a:extLst>
          </p:cNvPr>
          <p:cNvSpPr>
            <a:spLocks noGrp="1" noRot="1" noChangeAspect="1"/>
          </p:cNvSpPr>
          <p:nvPr>
            <p:ph type="sldImg"/>
          </p:nvPr>
        </p:nvSpPr>
        <p:spPr>
          <a:xfrm>
            <a:off x="735013" y="563563"/>
            <a:ext cx="5632450" cy="3168650"/>
          </a:xfrm>
        </p:spPr>
      </p:sp>
      <p:sp>
        <p:nvSpPr>
          <p:cNvPr id="3" name="Notes Placeholder 2">
            <a:extLst>
              <a:ext uri="{FF2B5EF4-FFF2-40B4-BE49-F238E27FC236}">
                <a16:creationId xmlns:a16="http://schemas.microsoft.com/office/drawing/2014/main" id="{79CF7293-E5D5-A442-104D-2FB6689D4778}"/>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04D1B9DD-14F6-2E08-49AA-038C9035ADFD}"/>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 July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B21D950B-FE1C-A4B3-325B-F5C1AD62C1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976035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EDD4758-997E-4F16-97F0-F9BB80987DF2}" type="slidenum">
              <a:rPr lang="en-AU" smtClean="0"/>
              <a:pPr/>
              <a:t>6</a:t>
            </a:fld>
            <a:endParaRPr lang="en-AU" dirty="0"/>
          </a:p>
        </p:txBody>
      </p:sp>
    </p:spTree>
    <p:extLst>
      <p:ext uri="{BB962C8B-B14F-4D97-AF65-F5344CB8AC3E}">
        <p14:creationId xmlns:p14="http://schemas.microsoft.com/office/powerpoint/2010/main" val="3670208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tags" Target="../tags/tag24.xml"/><Relationship Id="rId3" Type="http://schemas.openxmlformats.org/officeDocument/2006/relationships/tags" Target="../tags/tag25.xml"/><Relationship Id="rId4" Type="http://schemas.openxmlformats.org/officeDocument/2006/relationships/tags" Target="../tags/tag26.xml"/><Relationship Id="rId5" Type="http://schemas.openxmlformats.org/officeDocument/2006/relationships/tags" Target="../tags/tag27.xml"/><Relationship Id="rId6" Type="http://schemas.openxmlformats.org/officeDocument/2006/relationships/tags" Target="../tags/tag28.xml"/><Relationship Id="rId7" Type="http://schemas.openxmlformats.org/officeDocument/2006/relationships/tags" Target="../tags/tag29.xml"/><Relationship Id="rId8" Type="http://schemas.openxmlformats.org/officeDocument/2006/relationships/tags" Target="../tags/tag30.xml"/><Relationship Id="rId9" Type="http://schemas.openxmlformats.org/officeDocument/2006/relationships/tags" Target="../tags/tag31.xml"/><Relationship Id="rId10" Type="http://schemas.openxmlformats.org/officeDocument/2006/relationships/slideMaster" Target="../slideMasters/slideMaster1.xml"/><Relationship Id="rId11" Type="http://schemas.openxmlformats.org/officeDocument/2006/relationships/image" Target="../media/image3.jpg"/><Relationship Id="rId12" Type="http://schemas.openxmlformats.org/officeDocument/2006/relationships/image" Target="../media/image4.png"/><Relationship Id="rId13" Type="http://schemas.openxmlformats.org/officeDocument/2006/relationships/oleObject" Target="../embeddings/oleObject2.bin"/><Relationship Id="rId14"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tags" Target="../tags/tag33.xml"/><Relationship Id="rId3" Type="http://schemas.openxmlformats.org/officeDocument/2006/relationships/tags" Target="../tags/tag34.xml"/><Relationship Id="rId4" Type="http://schemas.openxmlformats.org/officeDocument/2006/relationships/tags" Target="../tags/tag35.xml"/><Relationship Id="rId5" Type="http://schemas.openxmlformats.org/officeDocument/2006/relationships/tags" Target="../tags/tag36.xml"/><Relationship Id="rId6" Type="http://schemas.openxmlformats.org/officeDocument/2006/relationships/tags" Target="../tags/tag37.xml"/><Relationship Id="rId7" Type="http://schemas.openxmlformats.org/officeDocument/2006/relationships/tags" Target="../tags/tag38.xml"/><Relationship Id="rId8" Type="http://schemas.openxmlformats.org/officeDocument/2006/relationships/slideMaster" Target="../slideMasters/slideMaster1.xml"/><Relationship Id="rId9" Type="http://schemas.openxmlformats.org/officeDocument/2006/relationships/oleObject" Target="../embeddings/oleObject3.bin"/><Relationship Id="rId10"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tags" Target="../tags/tag40.xml"/><Relationship Id="rId3" Type="http://schemas.openxmlformats.org/officeDocument/2006/relationships/tags" Target="../tags/tag41.xml"/><Relationship Id="rId4" Type="http://schemas.openxmlformats.org/officeDocument/2006/relationships/tags" Target="../tags/tag42.xml"/><Relationship Id="rId5"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tags" Target="../tags/tag44.xml"/><Relationship Id="rId3" Type="http://schemas.openxmlformats.org/officeDocument/2006/relationships/tags" Target="../tags/tag45.xml"/><Relationship Id="rId4" Type="http://schemas.openxmlformats.org/officeDocument/2006/relationships/tags" Target="../tags/tag46.xml"/><Relationship Id="rId5"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47.xml"/><Relationship Id="rId2" Type="http://schemas.openxmlformats.org/officeDocument/2006/relationships/tags" Target="../tags/tag48.xml"/><Relationship Id="rId3" Type="http://schemas.openxmlformats.org/officeDocument/2006/relationships/tags" Target="../tags/tag49.xml"/><Relationship Id="rId4" Type="http://schemas.openxmlformats.org/officeDocument/2006/relationships/tags" Target="../tags/tag50.xml"/><Relationship Id="rId5" Type="http://schemas.openxmlformats.org/officeDocument/2006/relationships/tags" Target="../tags/tag51.xml"/><Relationship Id="rId6" Type="http://schemas.openxmlformats.org/officeDocument/2006/relationships/tags" Target="../tags/tag52.xml"/><Relationship Id="rId7" Type="http://schemas.openxmlformats.org/officeDocument/2006/relationships/slideMaster" Target="../slideMasters/slideMaster1.xml"/><Relationship Id="rId8" Type="http://schemas.openxmlformats.org/officeDocument/2006/relationships/oleObject" Target="../embeddings/oleObject4.bin"/><Relationship Id="rId9" Type="http://schemas.openxmlformats.org/officeDocument/2006/relationships/image" Target="../media/image6.emf"/></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tags" Target="../tags/tag54.xml"/><Relationship Id="rId3" Type="http://schemas.openxmlformats.org/officeDocument/2006/relationships/tags" Target="../tags/tag55.xml"/><Relationship Id="rId4" Type="http://schemas.openxmlformats.org/officeDocument/2006/relationships/tags" Target="../tags/tag56.xml"/><Relationship Id="rId5" Type="http://schemas.openxmlformats.org/officeDocument/2006/relationships/tags" Target="../tags/tag57.xml"/><Relationship Id="rId6" Type="http://schemas.openxmlformats.org/officeDocument/2006/relationships/tags" Target="../tags/tag58.xml"/><Relationship Id="rId7" Type="http://schemas.openxmlformats.org/officeDocument/2006/relationships/tags" Target="../tags/tag59.xml"/><Relationship Id="rId8" Type="http://schemas.openxmlformats.org/officeDocument/2006/relationships/slideMaster" Target="../slideMasters/slideMaster1.xml"/><Relationship Id="rId9" Type="http://schemas.openxmlformats.org/officeDocument/2006/relationships/oleObject" Target="../embeddings/oleObject5.bin"/><Relationship Id="rId10"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60.xml"/><Relationship Id="rId2" Type="http://schemas.openxmlformats.org/officeDocument/2006/relationships/tags" Target="../tags/tag61.xml"/><Relationship Id="rId3" Type="http://schemas.openxmlformats.org/officeDocument/2006/relationships/tags" Target="../tags/tag62.xml"/><Relationship Id="rId4" Type="http://schemas.openxmlformats.org/officeDocument/2006/relationships/tags" Target="../tags/tag63.xml"/><Relationship Id="rId5" Type="http://schemas.openxmlformats.org/officeDocument/2006/relationships/tags" Target="../tags/tag64.xml"/><Relationship Id="rId6" Type="http://schemas.openxmlformats.org/officeDocument/2006/relationships/tags" Target="../tags/tag65.xml"/><Relationship Id="rId7" Type="http://schemas.openxmlformats.org/officeDocument/2006/relationships/tags" Target="../tags/tag66.xml"/><Relationship Id="rId8" Type="http://schemas.openxmlformats.org/officeDocument/2006/relationships/tags" Target="../tags/tag67.xml"/><Relationship Id="rId9" Type="http://schemas.openxmlformats.org/officeDocument/2006/relationships/tags" Target="../tags/tag68.xml"/><Relationship Id="rId10" Type="http://schemas.openxmlformats.org/officeDocument/2006/relationships/slideMaster" Target="../slideMasters/slideMaster1.xml"/><Relationship Id="rId11" Type="http://schemas.openxmlformats.org/officeDocument/2006/relationships/oleObject" Target="../embeddings/oleObject6.bin"/><Relationship Id="rId12"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69.xml"/><Relationship Id="rId2" Type="http://schemas.openxmlformats.org/officeDocument/2006/relationships/tags" Target="../tags/tag70.xml"/><Relationship Id="rId3" Type="http://schemas.openxmlformats.org/officeDocument/2006/relationships/tags" Target="../tags/tag71.xml"/><Relationship Id="rId4" Type="http://schemas.openxmlformats.org/officeDocument/2006/relationships/tags" Target="../tags/tag72.xml"/><Relationship Id="rId5" Type="http://schemas.openxmlformats.org/officeDocument/2006/relationships/tags" Target="../tags/tag73.xml"/><Relationship Id="rId6" Type="http://schemas.openxmlformats.org/officeDocument/2006/relationships/tags" Target="../tags/tag74.xml"/><Relationship Id="rId7" Type="http://schemas.openxmlformats.org/officeDocument/2006/relationships/tags" Target="../tags/tag75.xml"/><Relationship Id="rId8" Type="http://schemas.openxmlformats.org/officeDocument/2006/relationships/tags" Target="../tags/tag76.xml"/><Relationship Id="rId9" Type="http://schemas.openxmlformats.org/officeDocument/2006/relationships/tags" Target="../tags/tag77.xml"/><Relationship Id="rId10" Type="http://schemas.openxmlformats.org/officeDocument/2006/relationships/slideMaster" Target="../slideMasters/slideMaster1.xml"/><Relationship Id="rId11" Type="http://schemas.openxmlformats.org/officeDocument/2006/relationships/oleObject" Target="../embeddings/oleObject7.bin"/><Relationship Id="rId12"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78.xml"/><Relationship Id="rId2" Type="http://schemas.openxmlformats.org/officeDocument/2006/relationships/tags" Target="../tags/tag79.xml"/><Relationship Id="rId3" Type="http://schemas.openxmlformats.org/officeDocument/2006/relationships/tags" Target="../tags/tag80.xml"/><Relationship Id="rId4" Type="http://schemas.openxmlformats.org/officeDocument/2006/relationships/tags" Target="../tags/tag81.xml"/><Relationship Id="rId5" Type="http://schemas.openxmlformats.org/officeDocument/2006/relationships/tags" Target="../tags/tag82.xml"/><Relationship Id="rId6" Type="http://schemas.openxmlformats.org/officeDocument/2006/relationships/tags" Target="../tags/tag83.xml"/><Relationship Id="rId7" Type="http://schemas.openxmlformats.org/officeDocument/2006/relationships/tags" Target="../tags/tag84.xml"/><Relationship Id="rId8" Type="http://schemas.openxmlformats.org/officeDocument/2006/relationships/tags" Target="../tags/tag85.xml"/><Relationship Id="rId9" Type="http://schemas.openxmlformats.org/officeDocument/2006/relationships/tags" Target="../tags/tag86.xml"/><Relationship Id="rId10" Type="http://schemas.openxmlformats.org/officeDocument/2006/relationships/slideMaster" Target="../slideMasters/slideMaster1.xml"/><Relationship Id="rId11" Type="http://schemas.openxmlformats.org/officeDocument/2006/relationships/oleObject" Target="../embeddings/oleObject8.bin"/><Relationship Id="rId12"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tags" Target="../tags/tag88.xml"/><Relationship Id="rId3" Type="http://schemas.openxmlformats.org/officeDocument/2006/relationships/tags" Target="../tags/tag89.xml"/><Relationship Id="rId4" Type="http://schemas.openxmlformats.org/officeDocument/2006/relationships/tags" Target="../tags/tag90.xml"/><Relationship Id="rId5" Type="http://schemas.openxmlformats.org/officeDocument/2006/relationships/tags" Target="../tags/tag91.xml"/><Relationship Id="rId6" Type="http://schemas.openxmlformats.org/officeDocument/2006/relationships/tags" Target="../tags/tag92.xml"/><Relationship Id="rId7" Type="http://schemas.openxmlformats.org/officeDocument/2006/relationships/tags" Target="../tags/tag93.xml"/><Relationship Id="rId8" Type="http://schemas.openxmlformats.org/officeDocument/2006/relationships/tags" Target="../tags/tag94.xml"/><Relationship Id="rId9" Type="http://schemas.openxmlformats.org/officeDocument/2006/relationships/tags" Target="../tags/tag95.xml"/><Relationship Id="rId10" Type="http://schemas.openxmlformats.org/officeDocument/2006/relationships/slideMaster" Target="../slideMasters/slideMaster1.xml"/><Relationship Id="rId11" Type="http://schemas.openxmlformats.org/officeDocument/2006/relationships/oleObject" Target="../embeddings/oleObject9.bin"/><Relationship Id="rId12" Type="http://schemas.openxmlformats.org/officeDocument/2006/relationships/image" Target="../media/image7.emf"/></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96.xml"/><Relationship Id="rId2" Type="http://schemas.openxmlformats.org/officeDocument/2006/relationships/tags" Target="../tags/tag97.xml"/><Relationship Id="rId3" Type="http://schemas.openxmlformats.org/officeDocument/2006/relationships/tags" Target="../tags/tag98.xml"/><Relationship Id="rId4" Type="http://schemas.openxmlformats.org/officeDocument/2006/relationships/tags" Target="../tags/tag99.xml"/><Relationship Id="rId5" Type="http://schemas.openxmlformats.org/officeDocument/2006/relationships/tags" Target="../tags/tag100.xml"/><Relationship Id="rId6" Type="http://schemas.openxmlformats.org/officeDocument/2006/relationships/tags" Target="../tags/tag101.xml"/><Relationship Id="rId7" Type="http://schemas.openxmlformats.org/officeDocument/2006/relationships/tags" Target="../tags/tag102.xml"/><Relationship Id="rId8" Type="http://schemas.openxmlformats.org/officeDocument/2006/relationships/tags" Target="../tags/tag103.xml"/><Relationship Id="rId9" Type="http://schemas.openxmlformats.org/officeDocument/2006/relationships/tags" Target="../tags/tag104.xml"/><Relationship Id="rId10" Type="http://schemas.openxmlformats.org/officeDocument/2006/relationships/slideMaster" Target="../slideMasters/slideMaster1.xml"/><Relationship Id="rId11" Type="http://schemas.openxmlformats.org/officeDocument/2006/relationships/oleObject" Target="../embeddings/oleObject8.bin"/><Relationship Id="rId12"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05.xml"/><Relationship Id="rId2" Type="http://schemas.openxmlformats.org/officeDocument/2006/relationships/tags" Target="../tags/tag106.xml"/><Relationship Id="rId3" Type="http://schemas.openxmlformats.org/officeDocument/2006/relationships/tags" Target="../tags/tag107.xml"/><Relationship Id="rId4" Type="http://schemas.openxmlformats.org/officeDocument/2006/relationships/tags" Target="../tags/tag108.xml"/><Relationship Id="rId5" Type="http://schemas.openxmlformats.org/officeDocument/2006/relationships/tags" Target="../tags/tag109.xml"/><Relationship Id="rId6"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10.xml"/><Relationship Id="rId2" Type="http://schemas.openxmlformats.org/officeDocument/2006/relationships/tags" Target="../tags/tag111.xml"/><Relationship Id="rId3" Type="http://schemas.openxmlformats.org/officeDocument/2006/relationships/tags" Target="../tags/tag112.xml"/><Relationship Id="rId4" Type="http://schemas.openxmlformats.org/officeDocument/2006/relationships/tags" Target="../tags/tag113.xml"/><Relationship Id="rId5"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14.xml"/><Relationship Id="rId2" Type="http://schemas.openxmlformats.org/officeDocument/2006/relationships/tags" Target="../tags/tag115.xml"/><Relationship Id="rId3" Type="http://schemas.openxmlformats.org/officeDocument/2006/relationships/tags" Target="../tags/tag116.xml"/><Relationship Id="rId4" Type="http://schemas.openxmlformats.org/officeDocument/2006/relationships/tags" Target="../tags/tag117.xml"/><Relationship Id="rId5" Type="http://schemas.openxmlformats.org/officeDocument/2006/relationships/slideMaster" Target="../slideMasters/slideMaster1.xml"/><Relationship Id="rId6" Type="http://schemas.openxmlformats.org/officeDocument/2006/relationships/image" Target="../media/image3.jpg"/><Relationship Id="rId7" Type="http://schemas.openxmlformats.org/officeDocument/2006/relationships/oleObject" Target="../embeddings/oleObject10.bin"/><Relationship Id="rId8" Type="http://schemas.openxmlformats.org/officeDocument/2006/relationships/image" Target="../media/image5.emf"/></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18.xml"/><Relationship Id="rId2" Type="http://schemas.openxmlformats.org/officeDocument/2006/relationships/tags" Target="../tags/tag119.xml"/><Relationship Id="rId3" Type="http://schemas.openxmlformats.org/officeDocument/2006/relationships/tags" Target="../tags/tag120.xml"/><Relationship Id="rId4" Type="http://schemas.openxmlformats.org/officeDocument/2006/relationships/tags" Target="../tags/tag121.xml"/><Relationship Id="rId5" Type="http://schemas.openxmlformats.org/officeDocument/2006/relationships/tags" Target="../tags/tag122.xml"/><Relationship Id="rId6" Type="http://schemas.openxmlformats.org/officeDocument/2006/relationships/tags" Target="../tags/tag123.xml"/><Relationship Id="rId7" Type="http://schemas.openxmlformats.org/officeDocument/2006/relationships/tags" Target="../tags/tag124.xml"/><Relationship Id="rId8" Type="http://schemas.openxmlformats.org/officeDocument/2006/relationships/slideMaster" Target="../slideMasters/slideMaster1.xml"/><Relationship Id="rId9" Type="http://schemas.openxmlformats.org/officeDocument/2006/relationships/oleObject" Target="../embeddings/oleObject11.bin"/><Relationship Id="rId10"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25.xml"/><Relationship Id="rId2" Type="http://schemas.openxmlformats.org/officeDocument/2006/relationships/tags" Target="../tags/tag126.xml"/><Relationship Id="rId3" Type="http://schemas.openxmlformats.org/officeDocument/2006/relationships/tags" Target="../tags/tag127.xml"/><Relationship Id="rId4" Type="http://schemas.openxmlformats.org/officeDocument/2006/relationships/tags" Target="../tags/tag128.xml"/><Relationship Id="rId5" Type="http://schemas.openxmlformats.org/officeDocument/2006/relationships/tags" Target="../tags/tag129.xml"/><Relationship Id="rId6" Type="http://schemas.openxmlformats.org/officeDocument/2006/relationships/tags" Target="../tags/tag130.xml"/><Relationship Id="rId7" Type="http://schemas.openxmlformats.org/officeDocument/2006/relationships/tags" Target="../tags/tag131.xml"/><Relationship Id="rId8" Type="http://schemas.openxmlformats.org/officeDocument/2006/relationships/tags" Target="../tags/tag132.xml"/><Relationship Id="rId9" Type="http://schemas.openxmlformats.org/officeDocument/2006/relationships/slideMaster" Target="../slideMasters/slideMaster1.xml"/><Relationship Id="rId10" Type="http://schemas.openxmlformats.org/officeDocument/2006/relationships/oleObject" Target="../embeddings/oleObject12.bin"/><Relationship Id="rId11"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33.xml"/><Relationship Id="rId2" Type="http://schemas.openxmlformats.org/officeDocument/2006/relationships/tags" Target="../tags/tag134.xml"/><Relationship Id="rId3" Type="http://schemas.openxmlformats.org/officeDocument/2006/relationships/tags" Target="../tags/tag135.xml"/><Relationship Id="rId4" Type="http://schemas.openxmlformats.org/officeDocument/2006/relationships/tags" Target="../tags/tag136.xml"/><Relationship Id="rId5" Type="http://schemas.openxmlformats.org/officeDocument/2006/relationships/tags" Target="../tags/tag137.xml"/><Relationship Id="rId6" Type="http://schemas.openxmlformats.org/officeDocument/2006/relationships/tags" Target="../tags/tag138.xml"/><Relationship Id="rId7" Type="http://schemas.openxmlformats.org/officeDocument/2006/relationships/tags" Target="../tags/tag139.xml"/><Relationship Id="rId8" Type="http://schemas.openxmlformats.org/officeDocument/2006/relationships/slideMaster" Target="../slideMasters/slideMaster1.xml"/><Relationship Id="rId9" Type="http://schemas.openxmlformats.org/officeDocument/2006/relationships/oleObject" Target="../embeddings/oleObject3.bin"/><Relationship Id="rId10"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61.xml"/><Relationship Id="rId2" Type="http://schemas.openxmlformats.org/officeDocument/2006/relationships/tags" Target="../tags/tag162.xml"/><Relationship Id="rId3" Type="http://schemas.openxmlformats.org/officeDocument/2006/relationships/tags" Target="../tags/tag163.xml"/><Relationship Id="rId4" Type="http://schemas.openxmlformats.org/officeDocument/2006/relationships/tags" Target="../tags/tag164.xml"/><Relationship Id="rId5" Type="http://schemas.openxmlformats.org/officeDocument/2006/relationships/tags" Target="../tags/tag165.xml"/><Relationship Id="rId6" Type="http://schemas.openxmlformats.org/officeDocument/2006/relationships/tags" Target="../tags/tag166.xml"/><Relationship Id="rId7" Type="http://schemas.openxmlformats.org/officeDocument/2006/relationships/tags" Target="../tags/tag167.xml"/><Relationship Id="rId8" Type="http://schemas.openxmlformats.org/officeDocument/2006/relationships/tags" Target="../tags/tag168.xml"/><Relationship Id="rId9" Type="http://schemas.openxmlformats.org/officeDocument/2006/relationships/tags" Target="../tags/tag169.xml"/><Relationship Id="rId10" Type="http://schemas.openxmlformats.org/officeDocument/2006/relationships/slideMaster" Target="../slideMasters/slideMaster2.xml"/><Relationship Id="rId11" Type="http://schemas.openxmlformats.org/officeDocument/2006/relationships/image" Target="../media/image3.jpg"/><Relationship Id="rId12" Type="http://schemas.openxmlformats.org/officeDocument/2006/relationships/image" Target="../media/image4.png"/><Relationship Id="rId13" Type="http://schemas.openxmlformats.org/officeDocument/2006/relationships/oleObject" Target="../embeddings/oleObject14.bin"/><Relationship Id="rId14" Type="http://schemas.openxmlformats.org/officeDocument/2006/relationships/image" Target="../media/image5.emf"/></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170.xml"/><Relationship Id="rId2" Type="http://schemas.openxmlformats.org/officeDocument/2006/relationships/tags" Target="../tags/tag171.xml"/><Relationship Id="rId3" Type="http://schemas.openxmlformats.org/officeDocument/2006/relationships/tags" Target="../tags/tag172.xml"/><Relationship Id="rId4" Type="http://schemas.openxmlformats.org/officeDocument/2006/relationships/tags" Target="../tags/tag173.xml"/><Relationship Id="rId5" Type="http://schemas.openxmlformats.org/officeDocument/2006/relationships/tags" Target="../tags/tag174.xml"/><Relationship Id="rId6" Type="http://schemas.openxmlformats.org/officeDocument/2006/relationships/tags" Target="../tags/tag175.xml"/><Relationship Id="rId7" Type="http://schemas.openxmlformats.org/officeDocument/2006/relationships/tags" Target="../tags/tag176.xml"/><Relationship Id="rId8" Type="http://schemas.openxmlformats.org/officeDocument/2006/relationships/slideMaster" Target="../slideMasters/slideMaster2.xml"/><Relationship Id="rId9" Type="http://schemas.openxmlformats.org/officeDocument/2006/relationships/oleObject" Target="../embeddings/oleObject15.bin"/><Relationship Id="rId10"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177.xml"/><Relationship Id="rId2" Type="http://schemas.openxmlformats.org/officeDocument/2006/relationships/tags" Target="../tags/tag178.xml"/><Relationship Id="rId3" Type="http://schemas.openxmlformats.org/officeDocument/2006/relationships/tags" Target="../tags/tag179.xml"/><Relationship Id="rId4" Type="http://schemas.openxmlformats.org/officeDocument/2006/relationships/tags" Target="../tags/tag180.xml"/><Relationship Id="rId5"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181.xml"/><Relationship Id="rId2" Type="http://schemas.openxmlformats.org/officeDocument/2006/relationships/tags" Target="../tags/tag182.xml"/><Relationship Id="rId3" Type="http://schemas.openxmlformats.org/officeDocument/2006/relationships/tags" Target="../tags/tag183.xml"/><Relationship Id="rId4" Type="http://schemas.openxmlformats.org/officeDocument/2006/relationships/tags" Target="../tags/tag184.xml"/><Relationship Id="rId5"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185.xml"/><Relationship Id="rId2" Type="http://schemas.openxmlformats.org/officeDocument/2006/relationships/tags" Target="../tags/tag186.xml"/><Relationship Id="rId3" Type="http://schemas.openxmlformats.org/officeDocument/2006/relationships/tags" Target="../tags/tag187.xml"/><Relationship Id="rId4" Type="http://schemas.openxmlformats.org/officeDocument/2006/relationships/tags" Target="../tags/tag188.xml"/><Relationship Id="rId5" Type="http://schemas.openxmlformats.org/officeDocument/2006/relationships/tags" Target="../tags/tag189.xml"/><Relationship Id="rId6" Type="http://schemas.openxmlformats.org/officeDocument/2006/relationships/tags" Target="../tags/tag190.xml"/><Relationship Id="rId7" Type="http://schemas.openxmlformats.org/officeDocument/2006/relationships/slideMaster" Target="../slideMasters/slideMaster2.xml"/><Relationship Id="rId8" Type="http://schemas.openxmlformats.org/officeDocument/2006/relationships/oleObject" Target="../embeddings/oleObject16.bin"/><Relationship Id="rId9" Type="http://schemas.openxmlformats.org/officeDocument/2006/relationships/image" Target="../media/image6.emf"/></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191.xml"/><Relationship Id="rId2" Type="http://schemas.openxmlformats.org/officeDocument/2006/relationships/tags" Target="../tags/tag192.xml"/><Relationship Id="rId3" Type="http://schemas.openxmlformats.org/officeDocument/2006/relationships/tags" Target="../tags/tag193.xml"/><Relationship Id="rId4" Type="http://schemas.openxmlformats.org/officeDocument/2006/relationships/tags" Target="../tags/tag194.xml"/><Relationship Id="rId5" Type="http://schemas.openxmlformats.org/officeDocument/2006/relationships/tags" Target="../tags/tag195.xml"/><Relationship Id="rId6" Type="http://schemas.openxmlformats.org/officeDocument/2006/relationships/tags" Target="../tags/tag196.xml"/><Relationship Id="rId7" Type="http://schemas.openxmlformats.org/officeDocument/2006/relationships/tags" Target="../tags/tag197.xml"/><Relationship Id="rId8" Type="http://schemas.openxmlformats.org/officeDocument/2006/relationships/slideMaster" Target="../slideMasters/slideMaster2.xml"/><Relationship Id="rId9" Type="http://schemas.openxmlformats.org/officeDocument/2006/relationships/oleObject" Target="../embeddings/oleObject17.bin"/><Relationship Id="rId10" Type="http://schemas.openxmlformats.org/officeDocument/2006/relationships/image" Target="../media/image6.emf"/></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198.xml"/><Relationship Id="rId2" Type="http://schemas.openxmlformats.org/officeDocument/2006/relationships/tags" Target="../tags/tag199.xml"/><Relationship Id="rId3" Type="http://schemas.openxmlformats.org/officeDocument/2006/relationships/tags" Target="../tags/tag200.xml"/><Relationship Id="rId4" Type="http://schemas.openxmlformats.org/officeDocument/2006/relationships/tags" Target="../tags/tag201.xml"/><Relationship Id="rId5" Type="http://schemas.openxmlformats.org/officeDocument/2006/relationships/tags" Target="../tags/tag202.xml"/><Relationship Id="rId6" Type="http://schemas.openxmlformats.org/officeDocument/2006/relationships/tags" Target="../tags/tag203.xml"/><Relationship Id="rId7" Type="http://schemas.openxmlformats.org/officeDocument/2006/relationships/tags" Target="../tags/tag204.xml"/><Relationship Id="rId8" Type="http://schemas.openxmlformats.org/officeDocument/2006/relationships/tags" Target="../tags/tag205.xml"/><Relationship Id="rId9" Type="http://schemas.openxmlformats.org/officeDocument/2006/relationships/tags" Target="../tags/tag206.xml"/><Relationship Id="rId10" Type="http://schemas.openxmlformats.org/officeDocument/2006/relationships/slideMaster" Target="../slideMasters/slideMaster2.xml"/><Relationship Id="rId11" Type="http://schemas.openxmlformats.org/officeDocument/2006/relationships/oleObject" Target="../embeddings/oleObject18.bin"/><Relationship Id="rId12"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07.xml"/><Relationship Id="rId2" Type="http://schemas.openxmlformats.org/officeDocument/2006/relationships/tags" Target="../tags/tag208.xml"/><Relationship Id="rId3" Type="http://schemas.openxmlformats.org/officeDocument/2006/relationships/tags" Target="../tags/tag209.xml"/><Relationship Id="rId4" Type="http://schemas.openxmlformats.org/officeDocument/2006/relationships/tags" Target="../tags/tag210.xml"/><Relationship Id="rId5" Type="http://schemas.openxmlformats.org/officeDocument/2006/relationships/tags" Target="../tags/tag211.xml"/><Relationship Id="rId6" Type="http://schemas.openxmlformats.org/officeDocument/2006/relationships/tags" Target="../tags/tag212.xml"/><Relationship Id="rId7" Type="http://schemas.openxmlformats.org/officeDocument/2006/relationships/tags" Target="../tags/tag213.xml"/><Relationship Id="rId8" Type="http://schemas.openxmlformats.org/officeDocument/2006/relationships/tags" Target="../tags/tag214.xml"/><Relationship Id="rId9" Type="http://schemas.openxmlformats.org/officeDocument/2006/relationships/tags" Target="../tags/tag215.xml"/><Relationship Id="rId10" Type="http://schemas.openxmlformats.org/officeDocument/2006/relationships/slideMaster" Target="../slideMasters/slideMaster2.xml"/><Relationship Id="rId11" Type="http://schemas.openxmlformats.org/officeDocument/2006/relationships/oleObject" Target="../embeddings/oleObject19.bin"/><Relationship Id="rId12"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16.xml"/><Relationship Id="rId2" Type="http://schemas.openxmlformats.org/officeDocument/2006/relationships/tags" Target="../tags/tag217.xml"/><Relationship Id="rId3" Type="http://schemas.openxmlformats.org/officeDocument/2006/relationships/tags" Target="../tags/tag218.xml"/><Relationship Id="rId4" Type="http://schemas.openxmlformats.org/officeDocument/2006/relationships/tags" Target="../tags/tag219.xml"/><Relationship Id="rId5" Type="http://schemas.openxmlformats.org/officeDocument/2006/relationships/tags" Target="../tags/tag220.xml"/><Relationship Id="rId6" Type="http://schemas.openxmlformats.org/officeDocument/2006/relationships/tags" Target="../tags/tag221.xml"/><Relationship Id="rId7" Type="http://schemas.openxmlformats.org/officeDocument/2006/relationships/tags" Target="../tags/tag222.xml"/><Relationship Id="rId8" Type="http://schemas.openxmlformats.org/officeDocument/2006/relationships/tags" Target="../tags/tag223.xml"/><Relationship Id="rId9" Type="http://schemas.openxmlformats.org/officeDocument/2006/relationships/tags" Target="../tags/tag224.xml"/><Relationship Id="rId10" Type="http://schemas.openxmlformats.org/officeDocument/2006/relationships/slideMaster" Target="../slideMasters/slideMaster2.xml"/><Relationship Id="rId11" Type="http://schemas.openxmlformats.org/officeDocument/2006/relationships/oleObject" Target="../embeddings/oleObject20.bin"/><Relationship Id="rId12" Type="http://schemas.openxmlformats.org/officeDocument/2006/relationships/image" Target="../media/image9.emf"/></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25.xml"/><Relationship Id="rId2" Type="http://schemas.openxmlformats.org/officeDocument/2006/relationships/tags" Target="../tags/tag226.xml"/><Relationship Id="rId3" Type="http://schemas.openxmlformats.org/officeDocument/2006/relationships/tags" Target="../tags/tag227.xml"/><Relationship Id="rId4" Type="http://schemas.openxmlformats.org/officeDocument/2006/relationships/tags" Target="../tags/tag228.xml"/><Relationship Id="rId5" Type="http://schemas.openxmlformats.org/officeDocument/2006/relationships/tags" Target="../tags/tag229.xml"/><Relationship Id="rId6" Type="http://schemas.openxmlformats.org/officeDocument/2006/relationships/tags" Target="../tags/tag230.xml"/><Relationship Id="rId7" Type="http://schemas.openxmlformats.org/officeDocument/2006/relationships/tags" Target="../tags/tag231.xml"/><Relationship Id="rId8" Type="http://schemas.openxmlformats.org/officeDocument/2006/relationships/tags" Target="../tags/tag232.xml"/><Relationship Id="rId9" Type="http://schemas.openxmlformats.org/officeDocument/2006/relationships/tags" Target="../tags/tag233.xml"/><Relationship Id="rId10" Type="http://schemas.openxmlformats.org/officeDocument/2006/relationships/slideMaster" Target="../slideMasters/slideMaster2.xml"/><Relationship Id="rId11" Type="http://schemas.openxmlformats.org/officeDocument/2006/relationships/oleObject" Target="../embeddings/oleObject21.bin"/><Relationship Id="rId12"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34.xml"/><Relationship Id="rId2" Type="http://schemas.openxmlformats.org/officeDocument/2006/relationships/tags" Target="../tags/tag235.xml"/><Relationship Id="rId3" Type="http://schemas.openxmlformats.org/officeDocument/2006/relationships/tags" Target="../tags/tag236.xml"/><Relationship Id="rId4" Type="http://schemas.openxmlformats.org/officeDocument/2006/relationships/tags" Target="../tags/tag237.xml"/><Relationship Id="rId5" Type="http://schemas.openxmlformats.org/officeDocument/2006/relationships/tags" Target="../tags/tag238.xml"/><Relationship Id="rId6" Type="http://schemas.openxmlformats.org/officeDocument/2006/relationships/tags" Target="../tags/tag239.xml"/><Relationship Id="rId7" Type="http://schemas.openxmlformats.org/officeDocument/2006/relationships/tags" Target="../tags/tag240.xml"/><Relationship Id="rId8" Type="http://schemas.openxmlformats.org/officeDocument/2006/relationships/tags" Target="../tags/tag241.xml"/><Relationship Id="rId9" Type="http://schemas.openxmlformats.org/officeDocument/2006/relationships/tags" Target="../tags/tag242.xml"/><Relationship Id="rId10" Type="http://schemas.openxmlformats.org/officeDocument/2006/relationships/slideMaster" Target="../slideMasters/slideMaster2.xml"/><Relationship Id="rId11" Type="http://schemas.openxmlformats.org/officeDocument/2006/relationships/oleObject" Target="../embeddings/oleObject22.bin"/><Relationship Id="rId12" Type="http://schemas.openxmlformats.org/officeDocument/2006/relationships/image" Target="../media/image9.emf"/></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43.xml"/><Relationship Id="rId2" Type="http://schemas.openxmlformats.org/officeDocument/2006/relationships/tags" Target="../tags/tag244.xml"/><Relationship Id="rId3" Type="http://schemas.openxmlformats.org/officeDocument/2006/relationships/tags" Target="../tags/tag245.xml"/><Relationship Id="rId4" Type="http://schemas.openxmlformats.org/officeDocument/2006/relationships/tags" Target="../tags/tag246.xml"/><Relationship Id="rId5" Type="http://schemas.openxmlformats.org/officeDocument/2006/relationships/tags" Target="../tags/tag247.xml"/><Relationship Id="rId6" Type="http://schemas.openxmlformats.org/officeDocument/2006/relationships/tags" Target="../tags/tag248.xml"/><Relationship Id="rId7" Type="http://schemas.openxmlformats.org/officeDocument/2006/relationships/tags" Target="../tags/tag249.xml"/><Relationship Id="rId8" Type="http://schemas.openxmlformats.org/officeDocument/2006/relationships/tags" Target="../tags/tag250.xml"/><Relationship Id="rId9" Type="http://schemas.openxmlformats.org/officeDocument/2006/relationships/tags" Target="../tags/tag251.xml"/><Relationship Id="rId10" Type="http://schemas.openxmlformats.org/officeDocument/2006/relationships/slideMaster" Target="../slideMasters/slideMaster2.xml"/><Relationship Id="rId11" Type="http://schemas.openxmlformats.org/officeDocument/2006/relationships/oleObject" Target="../embeddings/oleObject23.bin"/><Relationship Id="rId12" Type="http://schemas.openxmlformats.org/officeDocument/2006/relationships/image" Target="../media/image9.emf"/></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252.xml"/><Relationship Id="rId2" Type="http://schemas.openxmlformats.org/officeDocument/2006/relationships/tags" Target="../tags/tag253.xml"/><Relationship Id="rId3" Type="http://schemas.openxmlformats.org/officeDocument/2006/relationships/tags" Target="../tags/tag254.xml"/><Relationship Id="rId4" Type="http://schemas.openxmlformats.org/officeDocument/2006/relationships/tags" Target="../tags/tag255.xml"/><Relationship Id="rId5" Type="http://schemas.openxmlformats.org/officeDocument/2006/relationships/tags" Target="../tags/tag256.xml"/><Relationship Id="rId6" Type="http://schemas.openxmlformats.org/officeDocument/2006/relationships/tags" Target="../tags/tag257.xml"/><Relationship Id="rId7" Type="http://schemas.openxmlformats.org/officeDocument/2006/relationships/tags" Target="../tags/tag258.xml"/><Relationship Id="rId8" Type="http://schemas.openxmlformats.org/officeDocument/2006/relationships/tags" Target="../tags/tag259.xml"/><Relationship Id="rId9" Type="http://schemas.openxmlformats.org/officeDocument/2006/relationships/tags" Target="../tags/tag260.xml"/><Relationship Id="rId10" Type="http://schemas.openxmlformats.org/officeDocument/2006/relationships/slideMaster" Target="../slideMasters/slideMaster2.xml"/><Relationship Id="rId11" Type="http://schemas.openxmlformats.org/officeDocument/2006/relationships/oleObject" Target="../embeddings/oleObject24.bin"/><Relationship Id="rId12"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261.xml"/><Relationship Id="rId2" Type="http://schemas.openxmlformats.org/officeDocument/2006/relationships/tags" Target="../tags/tag262.xml"/><Relationship Id="rId3" Type="http://schemas.openxmlformats.org/officeDocument/2006/relationships/tags" Target="../tags/tag263.xml"/><Relationship Id="rId4" Type="http://schemas.openxmlformats.org/officeDocument/2006/relationships/tags" Target="../tags/tag264.xml"/><Relationship Id="rId5" Type="http://schemas.openxmlformats.org/officeDocument/2006/relationships/tags" Target="../tags/tag265.xml"/><Relationship Id="rId6" Type="http://schemas.openxmlformats.org/officeDocument/2006/relationships/tags" Target="../tags/tag266.xml"/><Relationship Id="rId7" Type="http://schemas.openxmlformats.org/officeDocument/2006/relationships/tags" Target="../tags/tag267.xml"/><Relationship Id="rId8" Type="http://schemas.openxmlformats.org/officeDocument/2006/relationships/tags" Target="../tags/tag268.xml"/><Relationship Id="rId9" Type="http://schemas.openxmlformats.org/officeDocument/2006/relationships/tags" Target="../tags/tag269.xml"/><Relationship Id="rId10" Type="http://schemas.openxmlformats.org/officeDocument/2006/relationships/slideMaster" Target="../slideMasters/slideMaster2.xml"/><Relationship Id="rId11" Type="http://schemas.openxmlformats.org/officeDocument/2006/relationships/oleObject" Target="../embeddings/oleObject25.bin"/><Relationship Id="rId12"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270.xml"/><Relationship Id="rId2" Type="http://schemas.openxmlformats.org/officeDocument/2006/relationships/tags" Target="../tags/tag271.xml"/><Relationship Id="rId3" Type="http://schemas.openxmlformats.org/officeDocument/2006/relationships/tags" Target="../tags/tag272.xml"/><Relationship Id="rId4" Type="http://schemas.openxmlformats.org/officeDocument/2006/relationships/tags" Target="../tags/tag273.xml"/><Relationship Id="rId5" Type="http://schemas.openxmlformats.org/officeDocument/2006/relationships/tags" Target="../tags/tag274.xml"/><Relationship Id="rId6"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275.xml"/><Relationship Id="rId2" Type="http://schemas.openxmlformats.org/officeDocument/2006/relationships/tags" Target="../tags/tag276.xml"/><Relationship Id="rId3" Type="http://schemas.openxmlformats.org/officeDocument/2006/relationships/tags" Target="../tags/tag277.xml"/><Relationship Id="rId4" Type="http://schemas.openxmlformats.org/officeDocument/2006/relationships/tags" Target="../tags/tag278.xml"/><Relationship Id="rId5"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279.xml"/><Relationship Id="rId2" Type="http://schemas.openxmlformats.org/officeDocument/2006/relationships/tags" Target="../tags/tag280.xml"/><Relationship Id="rId3" Type="http://schemas.openxmlformats.org/officeDocument/2006/relationships/tags" Target="../tags/tag281.xml"/><Relationship Id="rId4" Type="http://schemas.openxmlformats.org/officeDocument/2006/relationships/tags" Target="../tags/tag282.xml"/><Relationship Id="rId5" Type="http://schemas.openxmlformats.org/officeDocument/2006/relationships/slideMaster" Target="../slideMasters/slideMaster2.xml"/><Relationship Id="rId6" Type="http://schemas.openxmlformats.org/officeDocument/2006/relationships/image" Target="../media/image3.jpg"/><Relationship Id="rId7" Type="http://schemas.openxmlformats.org/officeDocument/2006/relationships/oleObject" Target="../embeddings/oleObject26.bin"/><Relationship Id="rId8"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FFFFFF"/>
        </a:solidFill>
        <a:effectLst/>
      </p:bgPr>
    </p:bg>
    <p:spTree>
      <p:nvGrpSpPr>
        <p:cNvPr id="1" name=""/>
        <p:cNvGrpSpPr/>
        <p:nvPr/>
      </p:nvGrpSpPr>
      <p:grpSpPr>
        <a:xfrm>
          <a:off x="0" y="0"/>
          <a:ext cx="0" cy="0"/>
          <a:chOff x="0" y="0"/>
          <a:chExt cx="0" cy="0"/>
        </a:xfrm>
      </p:grpSpPr>
      <p:pic>
        <p:nvPicPr>
          <p:cNvPr id="16" name="Background">
            <a:extLst>
              <a:ext uri="{FF2B5EF4-FFF2-40B4-BE49-F238E27FC236}">
                <a16:creationId xmlns:a16="http://schemas.microsoft.com/office/drawing/2014/main" id="{BCFEF986-9186-F0C0-29CC-344333767E31}"/>
              </a:ext>
            </a:extLst>
          </p:cNvPr>
          <p:cNvPicPr>
            <a:picLocks noChangeAspect="1"/>
          </p:cNvPicPr>
          <p:nvPr userDrawn="1">
            <p:custDataLst>
              <p:tags r:id="rId1"/>
            </p:custDataLst>
          </p:nvPr>
        </p:nvPicPr>
        <p:blipFill>
          <a:blip r:embed="rId11"/>
          <a:stretch>
            <a:fillRect/>
          </a:stretch>
        </p:blipFill>
        <p:spPr>
          <a:xfrm>
            <a:off x="0" y="0"/>
            <a:ext cx="12192000" cy="6858000"/>
          </a:xfrm>
          <a:prstGeom prst="rect">
            <a:avLst/>
          </a:prstGeom>
        </p:spPr>
      </p:pic>
      <p:pic>
        <p:nvPicPr>
          <p:cNvPr id="2" name="Partnership">
            <a:extLst>
              <a:ext uri="{FF2B5EF4-FFF2-40B4-BE49-F238E27FC236}">
                <a16:creationId xmlns:a16="http://schemas.microsoft.com/office/drawing/2014/main" id="{52B89695-D141-85AB-BEF2-DAF58FD754EA}"/>
              </a:ext>
            </a:extLst>
          </p:cNvPr>
          <p:cNvPicPr>
            <a:picLocks noChangeAspect="1"/>
          </p:cNvPicPr>
          <p:nvPr userDrawn="1"/>
        </p:nvPicPr>
        <p:blipFill>
          <a:blip r:embed="rId12"/>
          <a:stretch>
            <a:fillRect/>
          </a:stretch>
        </p:blipFill>
        <p:spPr>
          <a:xfrm>
            <a:off x="4238171" y="-8806"/>
            <a:ext cx="7953829" cy="6866806"/>
          </a:xfrm>
          <a:prstGeom prst="rect">
            <a:avLst/>
          </a:prstGeom>
        </p:spPr>
      </p:pic>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2"/>
            </p:custDataLst>
            <p:extLst>
              <p:ext uri="{D42A27DB-BD31-4B8C-83A1-F6EECF244321}">
                <p14:modId xmlns:p14="http://schemas.microsoft.com/office/powerpoint/2010/main" val="1103474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44" imgH="344" progId="TCLayout.ActiveDocument.1">
                  <p:embed/>
                </p:oleObj>
              </mc:Choice>
              <mc:Fallback>
                <p:oleObj name="think-cell Slide" r:id="rId13"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err="1">
              <a:solidFill>
                <a:schemeClr val="bg1"/>
              </a:solidFill>
              <a:latin typeface="Georgia" panose="02040502050405020303" pitchFamily="18" charset="0"/>
              <a:ea typeface="+mj-ea"/>
              <a:cs typeface="+mj-cs"/>
              <a:sym typeface="Georgia" panose="02040502050405020303" pitchFamily="18" charset="0"/>
            </a:endParaRPr>
          </a:p>
        </p:txBody>
      </p:sp>
      <p:grpSp>
        <p:nvGrpSpPr>
          <p:cNvPr id="17" name="logoimage">
            <a:extLst>
              <a:ext uri="{FF2B5EF4-FFF2-40B4-BE49-F238E27FC236}">
                <a16:creationId xmlns:a16="http://schemas.microsoft.com/office/drawing/2014/main" id="{949772D7-BAE9-BB95-C2D5-92588AD0D7EC}"/>
              </a:ext>
            </a:extLst>
          </p:cNvPr>
          <p:cNvGrpSpPr/>
          <p:nvPr userDrawn="1">
            <p:custDataLst>
              <p:tags r:id="rId4"/>
            </p:custDataLst>
          </p:nvPr>
        </p:nvGrpSpPr>
        <p:grpSpPr>
          <a:xfrm>
            <a:off x="551942" y="481160"/>
            <a:ext cx="1893201" cy="585216"/>
            <a:chOff x="551942" y="481160"/>
            <a:chExt cx="1893201" cy="585216"/>
          </a:xfrm>
        </p:grpSpPr>
        <p:sp>
          <p:nvSpPr>
            <p:cNvPr id="5" name="AutoShape 3">
              <a:extLst>
                <a:ext uri="{FF2B5EF4-FFF2-40B4-BE49-F238E27FC236}">
                  <a16:creationId xmlns:a16="http://schemas.microsoft.com/office/drawing/2014/main" id="{1F430752-9F46-430E-93A8-58E8FAF85299}"/>
                </a:ext>
              </a:extLst>
            </p:cNvPr>
            <p:cNvSpPr>
              <a:spLocks noChangeAspect="1" noChangeArrowheads="1" noTextEdit="1"/>
            </p:cNvSpPr>
            <p:nvPr userDrawn="1"/>
          </p:nvSpPr>
          <p:spPr bwMode="black">
            <a:xfrm>
              <a:off x="551942"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6" name="Freeform 5">
              <a:extLst>
                <a:ext uri="{FF2B5EF4-FFF2-40B4-BE49-F238E27FC236}">
                  <a16:creationId xmlns:a16="http://schemas.microsoft.com/office/drawing/2014/main" id="{20C9A1A2-5968-4C0E-9E0B-C061BA0E7F39}"/>
                </a:ext>
              </a:extLst>
            </p:cNvPr>
            <p:cNvSpPr>
              <a:spLocks noEditPoints="1"/>
            </p:cNvSpPr>
            <p:nvPr userDrawn="1"/>
          </p:nvSpPr>
          <p:spPr bwMode="black">
            <a:xfrm>
              <a:off x="551942"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grpSp>
      <p:sp>
        <p:nvSpPr>
          <p:cNvPr id="3" name="ClientLogo">
            <a:extLst>
              <a:ext uri="{FF2B5EF4-FFF2-40B4-BE49-F238E27FC236}">
                <a16:creationId xmlns:a16="http://schemas.microsoft.com/office/drawing/2014/main" id="{0D1A260D-45D1-4D8D-ACC4-246C7DD9AFAD}"/>
              </a:ext>
            </a:extLst>
          </p:cNvPr>
          <p:cNvSpPr>
            <a:spLocks noGrp="1"/>
          </p:cNvSpPr>
          <p:nvPr userDrawn="1">
            <p:ph type="pic" sz="quarter" idx="14" hasCustomPrompt="1"/>
            <p:custDataLst>
              <p:tags r:id="rId5"/>
            </p:custDataLst>
          </p:nvPr>
        </p:nvSpPr>
        <p:spPr>
          <a:xfrm>
            <a:off x="551942" y="4984025"/>
            <a:ext cx="1901952" cy="969264"/>
          </a:xfrm>
          <a:prstGeom prst="rect">
            <a:avLst/>
          </a:prstGeom>
        </p:spPr>
        <p:txBody>
          <a:bodyPr>
            <a:noAutofit/>
          </a:bodyPr>
          <a:lstStyle>
            <a:lvl1pPr algn="ctr">
              <a:defRPr sz="1200">
                <a:solidFill>
                  <a:schemeClr val="tx2"/>
                </a:solidFill>
              </a:defRPr>
            </a:lvl1pPr>
          </a:lstStyle>
          <a:p>
            <a:r>
              <a:rPr lang="en-US" dirty="0"/>
              <a:t>Client 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userDrawn="1">
            <p:ph type="body" sz="quarter" idx="13" hasCustomPrompt="1"/>
            <p:custDataLst>
              <p:tags r:id="rId6"/>
            </p:custDataLst>
          </p:nvPr>
        </p:nvSpPr>
        <p:spPr>
          <a:xfrm>
            <a:off x="554736" y="4510168"/>
            <a:ext cx="6016752" cy="215444"/>
          </a:xfrm>
          <a:prstGeom prst="rect">
            <a:avLst/>
          </a:prstGeom>
        </p:spPr>
        <p:txBody>
          <a:bodyPr wrap="square">
            <a:noAutofit/>
          </a:bodyPr>
          <a:lstStyle>
            <a:lvl1pPr>
              <a:buNone/>
              <a:defRPr sz="1400">
                <a:solidFill>
                  <a:schemeClr val="tx2"/>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Edit date or title/role</a:t>
            </a:r>
          </a:p>
        </p:txBody>
      </p:sp>
      <p:sp>
        <p:nvSpPr>
          <p:cNvPr id="14" name="Subtitle">
            <a:extLst>
              <a:ext uri="{FF2B5EF4-FFF2-40B4-BE49-F238E27FC236}">
                <a16:creationId xmlns:a16="http://schemas.microsoft.com/office/drawing/2014/main" id="{BFC960F1-3A46-4C93-83F3-47AB2EB0D15E}"/>
              </a:ext>
            </a:extLst>
          </p:cNvPr>
          <p:cNvSpPr>
            <a:spLocks noGrp="1"/>
          </p:cNvSpPr>
          <p:nvPr userDrawn="1">
            <p:ph type="subTitle" idx="1"/>
            <p:custDataLst>
              <p:tags r:id="rId7"/>
            </p:custDataLst>
          </p:nvPr>
        </p:nvSpPr>
        <p:spPr>
          <a:xfrm>
            <a:off x="551942" y="4092559"/>
            <a:ext cx="6016752" cy="307777"/>
          </a:xfrm>
          <a:prstGeom prst="rect">
            <a:avLst/>
          </a:prstGeom>
        </p:spPr>
        <p:txBody>
          <a:bodyPr wrap="square">
            <a:sp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Title">
            <a:extLst>
              <a:ext uri="{FF2B5EF4-FFF2-40B4-BE49-F238E27FC236}">
                <a16:creationId xmlns:a16="http://schemas.microsoft.com/office/drawing/2014/main" id="{14DBF1FD-6C25-4E00-ACAB-F60F35C9625C}"/>
              </a:ext>
            </a:extLst>
          </p:cNvPr>
          <p:cNvSpPr>
            <a:spLocks noGrp="1"/>
          </p:cNvSpPr>
          <p:nvPr userDrawn="1">
            <p:ph type="title"/>
            <p:custDataLst>
              <p:tags r:id="rId8"/>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2"/>
                </a:solidFill>
              </a:defRPr>
            </a:lvl1pPr>
          </a:lstStyle>
          <a:p>
            <a:r>
              <a:rPr lang="en-US"/>
              <a:t>Click to edit Master title style</a:t>
            </a:r>
            <a:endParaRPr lang="en-US" dirty="0"/>
          </a:p>
        </p:txBody>
      </p:sp>
      <p:sp>
        <p:nvSpPr>
          <p:cNvPr id="19" name="Disclaimer-English (United States)">
            <a:extLst>
              <a:ext uri="{FF2B5EF4-FFF2-40B4-BE49-F238E27FC236}">
                <a16:creationId xmlns:a16="http://schemas.microsoft.com/office/drawing/2014/main" id="{FB7A54AC-E14F-4BA1-B48F-5284B039668B}"/>
              </a:ext>
            </a:extLst>
          </p:cNvPr>
          <p:cNvSpPr>
            <a:spLocks noChangeArrowheads="1"/>
          </p:cNvSpPr>
          <p:nvPr userDrawn="1">
            <p:custDataLst>
              <p:tags r:id="rId9"/>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750">
                <a:solidFill>
                  <a:schemeClr val="tx2"/>
                </a:solidFill>
                <a:latin typeface="+mn-lt"/>
              </a:rPr>
              <a:t>CONFIDENTIAL AND PROPRIETARY | © 2026 McKinsey &amp; Company. </a:t>
            </a:r>
          </a:p>
          <a:p>
            <a:pPr defTabSz="804863" eaLnBrk="0" hangingPunct="0"/>
            <a:r>
              <a:rPr lang="en-US" sz="750">
                <a:solidFill>
                  <a:schemeClr val="tx2"/>
                </a:solidFill>
                <a:latin typeface="+mn-lt"/>
              </a:rPr>
              <a:t>This material is intended solely for your internal use and any use of this material without specific permission of McKinsey &amp; Company is strictly prohibited. All rights reserved.</a:t>
            </a:r>
            <a:endParaRPr lang="en-US" sz="750" dirty="0">
              <a:solidFill>
                <a:schemeClr val="tx2"/>
              </a:solidFill>
              <a:latin typeface="+mn-lt"/>
            </a:endParaRPr>
          </a:p>
        </p:txBody>
      </p:sp>
    </p:spTree>
    <p:extLst>
      <p:ext uri="{BB962C8B-B14F-4D97-AF65-F5344CB8AC3E}">
        <p14:creationId xmlns:p14="http://schemas.microsoft.com/office/powerpoint/2010/main" val="3543058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9274284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82372"/>
            <a:ext cx="11082528" cy="731520"/>
          </a:xfrm>
        </p:spPr>
        <p:txBody>
          <a:bodyPr/>
          <a:lstStyle/>
          <a:p>
            <a:r>
              <a:rPr lang="en-US"/>
              <a:t>Click to edit Master title style</a:t>
            </a:r>
            <a:endParaRPr lang="en-US" dirty="0"/>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6"/>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
        <p:nvSpPr>
          <p:cNvPr id="12" name="3. Subtitle">
            <a:extLst>
              <a:ext uri="{FF2B5EF4-FFF2-40B4-BE49-F238E27FC236}">
                <a16:creationId xmlns:a16="http://schemas.microsoft.com/office/drawing/2014/main" id="{1EE9FF4B-7331-4DE1-A594-C0C335ED5BE5}"/>
              </a:ext>
            </a:extLst>
          </p:cNvPr>
          <p:cNvSpPr>
            <a:spLocks noGrp="1"/>
          </p:cNvSpPr>
          <p:nvPr>
            <p:ph type="subTitle" idx="1"/>
            <p:custDataLst>
              <p:tags r:id="rId7"/>
            </p:custDataLst>
          </p:nvPr>
        </p:nvSpPr>
        <p:spPr>
          <a:xfrm>
            <a:off x="554736" y="903861"/>
            <a:ext cx="11082528" cy="246221"/>
          </a:xfrm>
        </p:spPr>
        <p:txBody>
          <a:bodyPr anchor="t" anchorCtr="0">
            <a:spAutoFit/>
          </a:bodyPr>
          <a:lstStyle/>
          <a:p>
            <a:r>
              <a:rPr lang="en-US" sz="1600"/>
              <a:t>Click to edit Master subtitle style</a:t>
            </a:r>
            <a:endParaRPr lang="en-US" sz="1600" dirty="0"/>
          </a:p>
        </p:txBody>
      </p:sp>
    </p:spTree>
    <p:extLst>
      <p:ext uri="{BB962C8B-B14F-4D97-AF65-F5344CB8AC3E}">
        <p14:creationId xmlns:p14="http://schemas.microsoft.com/office/powerpoint/2010/main" val="1608224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694944"/>
          </a:xfrm>
          <a:prstGeom prst="rect">
            <a:avLst/>
          </a:prstGeom>
        </p:spPr>
        <p:txBody>
          <a:bodyPr anchor="t">
            <a:noAutofit/>
          </a:bodyPr>
          <a:lstStyle>
            <a:lvl1pPr>
              <a:lnSpc>
                <a:spcPct val="90000"/>
              </a:lnSpc>
              <a:defRPr>
                <a:ln w="6350" cap="flat">
                  <a:noFill/>
                  <a:miter lim="800000"/>
                </a:ln>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8" name="1. On-page tracker">
            <a:extLst>
              <a:ext uri="{FF2B5EF4-FFF2-40B4-BE49-F238E27FC236}">
                <a16:creationId xmlns:a16="http://schemas.microsoft.com/office/drawing/2014/main" id="{2382874E-5BAC-44EB-9C53-2930F0FC66DC}"/>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852498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a:t>Click to edit Master title style</a:t>
            </a:r>
            <a:endParaRPr lang="en-US" dirty="0"/>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7" name="1. On-page tracker">
            <a:extLst>
              <a:ext uri="{FF2B5EF4-FFF2-40B4-BE49-F238E27FC236}">
                <a16:creationId xmlns:a16="http://schemas.microsoft.com/office/drawing/2014/main" id="{2A77292F-0F7C-43B4-9782-AB706C93BD64}"/>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079707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608D4BB-56F5-4BF1-8C9C-8799BAA8CEEB}"/>
              </a:ext>
            </a:extLst>
          </p:cNvPr>
          <p:cNvGraphicFramePr>
            <a:graphicFrameLocks noChangeAspect="1"/>
          </p:cNvGraphicFramePr>
          <p:nvPr userDrawn="1">
            <p:custDataLst>
              <p:tags r:id="rId1"/>
            </p:custDataLst>
            <p:extLst>
              <p:ext uri="{D42A27DB-BD31-4B8C-83A1-F6EECF244321}">
                <p14:modId xmlns:p14="http://schemas.microsoft.com/office/powerpoint/2010/main" val="2703700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6" progId="TCLayout.ActiveDocument.1">
                  <p:embed/>
                </p:oleObj>
              </mc:Choice>
              <mc:Fallback>
                <p:oleObj name="think-cell Slide" r:id="rId8" imgW="473" imgH="476" progId="TCLayout.ActiveDocument.1">
                  <p:embed/>
                  <p:pic>
                    <p:nvPicPr>
                      <p:cNvPr id="3" name="Object 2" hidden="1">
                        <a:extLst>
                          <a:ext uri="{FF2B5EF4-FFF2-40B4-BE49-F238E27FC236}">
                            <a16:creationId xmlns:a16="http://schemas.microsoft.com/office/drawing/2014/main" id="{A608D4BB-56F5-4BF1-8C9C-8799BAA8CEE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288743A-B5B4-4D5C-9D2C-F17D5A50E4BE}"/>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93000"/>
              </a:lnSpc>
              <a:defRPr sz="4400"/>
            </a:lvl1pPr>
          </a:lstStyle>
          <a:p>
            <a:r>
              <a:rPr lang="en-US"/>
              <a:t>Click to edit Master title style</a:t>
            </a:r>
            <a:endParaRPr lang="en-US" dirty="0"/>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07CA98DC-1A07-45D0-A835-AD1606EE7BAE}"/>
              </a:ext>
            </a:extLst>
          </p:cNvPr>
          <p:cNvSpPr>
            <a:spLocks noGrp="1"/>
          </p:cNvSpPr>
          <p:nvPr>
            <p:ph type="body" sz="quarter" idx="17" hasCustomPrompt="1"/>
            <p:custDataLst>
              <p:tags r:id="rId6"/>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497063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CD01A5A-D383-4F62-8841-DD0172530759}"/>
              </a:ext>
            </a:extLst>
          </p:cNvPr>
          <p:cNvGraphicFramePr>
            <a:graphicFrameLocks noChangeAspect="1"/>
          </p:cNvGraphicFramePr>
          <p:nvPr userDrawn="1">
            <p:custDataLst>
              <p:tags r:id="rId1"/>
            </p:custDataLst>
            <p:extLst>
              <p:ext uri="{D42A27DB-BD31-4B8C-83A1-F6EECF244321}">
                <p14:modId xmlns:p14="http://schemas.microsoft.com/office/powerpoint/2010/main" val="31372114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3" name="Object 2" hidden="1">
                        <a:extLst>
                          <a:ext uri="{FF2B5EF4-FFF2-40B4-BE49-F238E27FC236}">
                            <a16:creationId xmlns:a16="http://schemas.microsoft.com/office/drawing/2014/main" id="{2CD01A5A-D383-4F62-8841-DD0172530759}"/>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AC2F000-47EB-4070-866B-EF082C9E102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3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92841"/>
            <a:ext cx="9180576" cy="486608"/>
          </a:xfrm>
          <a:prstGeom prst="rect">
            <a:avLst/>
          </a:prstGeom>
        </p:spPr>
        <p:txBody>
          <a:bodyPr>
            <a:spAutoFit/>
          </a:bodyPr>
          <a:lstStyle>
            <a:lvl1pPr>
              <a:lnSpc>
                <a:spcPct val="93000"/>
              </a:lnSpc>
              <a:defRPr sz="3400"/>
            </a:lvl1pPr>
          </a:lstStyle>
          <a:p>
            <a:r>
              <a:rPr lang="en-US" dirty="0"/>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46221"/>
          </a:xfrm>
        </p:spPr>
        <p:txBody>
          <a:bodyPr wrap="square" anchor="t">
            <a:spAutoFit/>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469A753E-961A-4AC3-B6E0-4407B9A4AF36}"/>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411697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3707799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6FAC554-F995-4246-BE36-413D2200D983}"/>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6"/>
            </p:custDataLst>
          </p:nvPr>
        </p:nvSpPr>
        <p:spPr>
          <a:xfrm>
            <a:off x="554736" y="2744369"/>
            <a:ext cx="2514600" cy="769441"/>
          </a:xfrm>
        </p:spPr>
        <p:txBody>
          <a:bodyPr anchor="b">
            <a:noAutofit/>
          </a:bodyPr>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7"/>
            </p:custDataLst>
          </p:nvPr>
        </p:nvSpPr>
        <p:spPr>
          <a:xfrm>
            <a:off x="554736" y="3659644"/>
            <a:ext cx="2514600" cy="492443"/>
          </a:xfrm>
        </p:spPr>
        <p:txBody>
          <a:bodyPr wrap="square" anchor="t">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5" name="1. On-page tracker">
            <a:extLst>
              <a:ext uri="{FF2B5EF4-FFF2-40B4-BE49-F238E27FC236}">
                <a16:creationId xmlns:a16="http://schemas.microsoft.com/office/drawing/2014/main" id="{2C7757ED-5357-4B01-BB59-15D4406B0FDF}"/>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4189478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2315518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2D2E0F6-5BB5-47A0-8E4A-CD4E6673B19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6"/>
            </p:custDataLst>
          </p:nvPr>
        </p:nvSpPr>
        <p:spPr>
          <a:xfrm>
            <a:off x="554736" y="2744369"/>
            <a:ext cx="3465576" cy="769441"/>
          </a:xfrm>
          <a:prstGeom prst="rect">
            <a:avLst/>
          </a:prstGeom>
        </p:spPr>
        <p:txBody>
          <a:bodyPr wrap="square" anchor="b">
            <a:noAutofit/>
          </a:bodyPr>
          <a:lstStyle>
            <a:lvl1pPr algn="l">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7"/>
            </p:custDataLst>
          </p:nvPr>
        </p:nvSpPr>
        <p:spPr>
          <a:xfrm>
            <a:off x="554735" y="3659644"/>
            <a:ext cx="3465575" cy="246221"/>
          </a:xfrm>
        </p:spPr>
        <p:txBody>
          <a:bodyPr wrap="square" anchor="t">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5" name="1. On-page tracker">
            <a:extLst>
              <a:ext uri="{FF2B5EF4-FFF2-40B4-BE49-F238E27FC236}">
                <a16:creationId xmlns:a16="http://schemas.microsoft.com/office/drawing/2014/main" id="{1ADFA379-EDDB-4C62-A3BB-AC227312C688}"/>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1108990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149784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0" name="1. On-page tracker">
            <a:extLst>
              <a:ext uri="{FF2B5EF4-FFF2-40B4-BE49-F238E27FC236}">
                <a16:creationId xmlns:a16="http://schemas.microsoft.com/office/drawing/2014/main" id="{0E1A178A-6BDC-4A0A-9F92-72F6EB95AD81}"/>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
        <p:nvSpPr>
          <p:cNvPr id="24" name="2. Slide Title">
            <a:extLst>
              <a:ext uri="{FF2B5EF4-FFF2-40B4-BE49-F238E27FC236}">
                <a16:creationId xmlns:a16="http://schemas.microsoft.com/office/drawing/2014/main" id="{06A9E224-CFBD-42B8-A4C0-EFE2C017E523}"/>
              </a:ext>
            </a:extLst>
          </p:cNvPr>
          <p:cNvSpPr>
            <a:spLocks noGrp="1"/>
          </p:cNvSpPr>
          <p:nvPr>
            <p:ph type="title"/>
            <p:custDataLst>
              <p:tags r:id="rId8"/>
            </p:custDataLst>
          </p:nvPr>
        </p:nvSpPr>
        <p:spPr>
          <a:xfrm>
            <a:off x="554736" y="182372"/>
            <a:ext cx="5065776" cy="731520"/>
          </a:xfrm>
        </p:spPr>
        <p:txBody>
          <a:bodyPr/>
          <a:lstStyle/>
          <a:p>
            <a:r>
              <a:rPr lang="en-US"/>
              <a:t>Click to edit Master title style</a:t>
            </a:r>
            <a:endParaRPr lang="en-US" dirty="0"/>
          </a:p>
        </p:txBody>
      </p:sp>
      <p:sp>
        <p:nvSpPr>
          <p:cNvPr id="25" name="3. Subtitle">
            <a:extLst>
              <a:ext uri="{FF2B5EF4-FFF2-40B4-BE49-F238E27FC236}">
                <a16:creationId xmlns:a16="http://schemas.microsoft.com/office/drawing/2014/main" id="{F7FC2EC4-28A5-4B24-B46C-79BCB0964344}"/>
              </a:ext>
            </a:extLst>
          </p:cNvPr>
          <p:cNvSpPr>
            <a:spLocks noGrp="1"/>
          </p:cNvSpPr>
          <p:nvPr>
            <p:ph type="subTitle" idx="1"/>
            <p:custDataLst>
              <p:tags r:id="rId9"/>
            </p:custDataLst>
          </p:nvPr>
        </p:nvSpPr>
        <p:spPr>
          <a:xfrm>
            <a:off x="554736" y="903861"/>
            <a:ext cx="5065776" cy="246221"/>
          </a:xfrm>
        </p:spPr>
        <p:txBody>
          <a:bodyPr anchor="t" anchorCtr="0">
            <a:spAutoFit/>
          </a:bodyPr>
          <a:lstStyle/>
          <a:p>
            <a:r>
              <a:rPr lang="en-US" sz="1600"/>
              <a:t>Click to edit Master subtitle style</a:t>
            </a:r>
            <a:endParaRPr lang="en-US" sz="1600" dirty="0"/>
          </a:p>
        </p:txBody>
      </p:sp>
    </p:spTree>
    <p:extLst>
      <p:ext uri="{BB962C8B-B14F-4D97-AF65-F5344CB8AC3E}">
        <p14:creationId xmlns:p14="http://schemas.microsoft.com/office/powerpoint/2010/main" val="2598664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19312443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72" imgH="588" progId="TCLayout.ActiveDocument.1">
                  <p:embed/>
                </p:oleObj>
              </mc:Choice>
              <mc:Fallback>
                <p:oleObj name="think-cell Slide" r:id="rId11"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8ABD0-305F-4DFC-AC60-1FB7BB16830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5" name="2. Slide Title">
            <a:extLst>
              <a:ext uri="{FF2B5EF4-FFF2-40B4-BE49-F238E27FC236}">
                <a16:creationId xmlns:a16="http://schemas.microsoft.com/office/drawing/2014/main" id="{AA4BE143-5F32-4F04-B536-5DD597732824}"/>
              </a:ext>
            </a:extLst>
          </p:cNvPr>
          <p:cNvSpPr>
            <a:spLocks noGrp="1"/>
          </p:cNvSpPr>
          <p:nvPr>
            <p:ph type="title"/>
            <p:custDataLst>
              <p:tags r:id="rId7"/>
            </p:custDataLst>
          </p:nvPr>
        </p:nvSpPr>
        <p:spPr>
          <a:xfrm>
            <a:off x="554736" y="182372"/>
            <a:ext cx="6967728" cy="731520"/>
          </a:xfrm>
        </p:spPr>
        <p:txBody>
          <a:bodyPr/>
          <a:lstStyle/>
          <a:p>
            <a:r>
              <a:rPr lang="en-US"/>
              <a:t>Click to edit Master title style</a:t>
            </a:r>
            <a:endParaRPr lang="en-US" dirty="0"/>
          </a:p>
        </p:txBody>
      </p:sp>
      <p:sp>
        <p:nvSpPr>
          <p:cNvPr id="26" name="3. Subtitle">
            <a:extLst>
              <a:ext uri="{FF2B5EF4-FFF2-40B4-BE49-F238E27FC236}">
                <a16:creationId xmlns:a16="http://schemas.microsoft.com/office/drawing/2014/main" id="{97E30C8F-A677-42C7-A072-4ACC7DC3D698}"/>
              </a:ext>
            </a:extLst>
          </p:cNvPr>
          <p:cNvSpPr>
            <a:spLocks noGrp="1"/>
          </p:cNvSpPr>
          <p:nvPr>
            <p:ph type="subTitle" idx="1"/>
            <p:custDataLst>
              <p:tags r:id="rId8"/>
            </p:custDataLst>
          </p:nvPr>
        </p:nvSpPr>
        <p:spPr>
          <a:xfrm>
            <a:off x="554736" y="903861"/>
            <a:ext cx="6967728" cy="246221"/>
          </a:xfrm>
        </p:spPr>
        <p:txBody>
          <a:bodyPr anchor="t" anchorCtr="0">
            <a:spAutoFit/>
          </a:bodyPr>
          <a:lstStyle/>
          <a:p>
            <a:r>
              <a:rPr lang="en-US" sz="1600"/>
              <a:t>Click to edit Master subtitle style</a:t>
            </a:r>
            <a:endParaRPr lang="en-US" sz="1600" dirty="0"/>
          </a:p>
        </p:txBody>
      </p:sp>
      <p:sp>
        <p:nvSpPr>
          <p:cNvPr id="19" name="1. On-page tracker">
            <a:extLst>
              <a:ext uri="{FF2B5EF4-FFF2-40B4-BE49-F238E27FC236}">
                <a16:creationId xmlns:a16="http://schemas.microsoft.com/office/drawing/2014/main" id="{288125BB-6CB4-4B7C-8E2B-CB1912430A39}"/>
              </a:ext>
            </a:extLst>
          </p:cNvPr>
          <p:cNvSpPr>
            <a:spLocks noGrp="1"/>
          </p:cNvSpPr>
          <p:nvPr>
            <p:ph type="body" sz="quarter" idx="18" hasCustomPrompt="1"/>
            <p:custDataLst>
              <p:tags r:id="rId9"/>
            </p:custDataLst>
          </p:nvPr>
        </p:nvSpPr>
        <p:spPr>
          <a:xfrm>
            <a:off x="8170323" y="78768"/>
            <a:ext cx="3466941" cy="123111"/>
          </a:xfrm>
        </p:spPr>
        <p:txBody>
          <a:bodyPr wrap="square"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257985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602346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dirty="0" err="1">
              <a:ln>
                <a:noFill/>
              </a:ln>
              <a:solidFill>
                <a:srgbClr val="FFFFFF"/>
              </a:solidFill>
              <a:effectLst/>
              <a:uLnTx/>
              <a:uFillTx/>
              <a:latin typeface="Georgia" panose="02040502050405020303" pitchFamily="18" charset="0"/>
              <a:ea typeface="+mj-ea"/>
              <a:cs typeface="+mj-cs"/>
              <a:sym typeface="Georgia" panose="02040502050405020303" pitchFamily="18"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20" name="1. On-page tracker">
            <a:extLst>
              <a:ext uri="{FF2B5EF4-FFF2-40B4-BE49-F238E27FC236}">
                <a16:creationId xmlns:a16="http://schemas.microsoft.com/office/drawing/2014/main" id="{CA286AFC-8B29-4E70-86B3-6C866D5BEC95}"/>
              </a:ext>
            </a:extLst>
          </p:cNvPr>
          <p:cNvSpPr>
            <a:spLocks noGrp="1"/>
          </p:cNvSpPr>
          <p:nvPr>
            <p:ph type="body" sz="quarter" idx="17" hasCustomPrompt="1"/>
            <p:custDataLst>
              <p:tags r:id="rId7"/>
            </p:custDataLst>
          </p:nvPr>
        </p:nvSpPr>
        <p:spPr>
          <a:xfrm>
            <a:off x="9116813" y="78768"/>
            <a:ext cx="2520451" cy="123111"/>
          </a:xfrm>
        </p:spPr>
        <p:txBody>
          <a:bodyPr wrap="square" anchor="ctr" anchorCtr="0">
            <a:spAutoFit/>
          </a:bodyPr>
          <a:lstStyle>
            <a:lvl1pPr algn="r">
              <a:defRPr sz="800">
                <a:latin typeface="+mn-lt"/>
              </a:defRPr>
            </a:lvl1pPr>
          </a:lstStyle>
          <a:p>
            <a:pPr lvl="0"/>
            <a:r>
              <a:rPr lang="en-US" dirty="0"/>
              <a:t>Chapter › Topic</a:t>
            </a:r>
          </a:p>
        </p:txBody>
      </p:sp>
      <p:sp>
        <p:nvSpPr>
          <p:cNvPr id="21" name="2. Slide Title">
            <a:extLst>
              <a:ext uri="{FF2B5EF4-FFF2-40B4-BE49-F238E27FC236}">
                <a16:creationId xmlns:a16="http://schemas.microsoft.com/office/drawing/2014/main" id="{37073CF3-4B2B-440D-B24E-174E36B7892F}"/>
              </a:ext>
            </a:extLst>
          </p:cNvPr>
          <p:cNvSpPr>
            <a:spLocks noGrp="1"/>
          </p:cNvSpPr>
          <p:nvPr>
            <p:ph type="title"/>
            <p:custDataLst>
              <p:tags r:id="rId8"/>
            </p:custDataLst>
          </p:nvPr>
        </p:nvSpPr>
        <p:spPr>
          <a:xfrm>
            <a:off x="554736" y="182372"/>
            <a:ext cx="7918704" cy="731520"/>
          </a:xfrm>
        </p:spPr>
        <p:txBody>
          <a:bodyPr/>
          <a:lstStyle/>
          <a:p>
            <a:r>
              <a:rPr lang="en-US"/>
              <a:t>Click to edit Master title style</a:t>
            </a:r>
            <a:endParaRPr lang="en-US" dirty="0"/>
          </a:p>
        </p:txBody>
      </p:sp>
      <p:sp>
        <p:nvSpPr>
          <p:cNvPr id="26" name="3. Subtitle">
            <a:extLst>
              <a:ext uri="{FF2B5EF4-FFF2-40B4-BE49-F238E27FC236}">
                <a16:creationId xmlns:a16="http://schemas.microsoft.com/office/drawing/2014/main" id="{61C78DC4-4C20-4AA3-93C4-00442F85A83B}"/>
              </a:ext>
            </a:extLst>
          </p:cNvPr>
          <p:cNvSpPr>
            <a:spLocks noGrp="1"/>
          </p:cNvSpPr>
          <p:nvPr>
            <p:ph type="subTitle" idx="1"/>
            <p:custDataLst>
              <p:tags r:id="rId9"/>
            </p:custDataLst>
          </p:nvPr>
        </p:nvSpPr>
        <p:spPr>
          <a:xfrm>
            <a:off x="554736" y="903861"/>
            <a:ext cx="7918704" cy="246221"/>
          </a:xfrm>
        </p:spPr>
        <p:txBody>
          <a:bodyPr anchor="t" anchorCtr="0">
            <a:spAutoFit/>
          </a:bodyPr>
          <a:lstStyle/>
          <a:p>
            <a:r>
              <a:rPr lang="en-US" sz="1600"/>
              <a:t>Click to edit Master subtitle style</a:t>
            </a:r>
            <a:endParaRPr lang="en-US" sz="1600" dirty="0"/>
          </a:p>
        </p:txBody>
      </p:sp>
    </p:spTree>
    <p:extLst>
      <p:ext uri="{BB962C8B-B14F-4D97-AF65-F5344CB8AC3E}">
        <p14:creationId xmlns:p14="http://schemas.microsoft.com/office/powerpoint/2010/main" val="2083795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US"/>
              <a:t>Click to edit Master title style</a:t>
            </a:r>
            <a:endParaRPr lang="en-US" dirty="0"/>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A91FB312-B423-41B9-AEAA-2BE53183470B}"/>
              </a:ext>
            </a:extLst>
          </p:cNvPr>
          <p:cNvSpPr>
            <a:spLocks noGrp="1"/>
          </p:cNvSpPr>
          <p:nvPr>
            <p:ph type="body" sz="quarter" idx="17" hasCustomPrompt="1"/>
            <p:custDataLst>
              <p:tags r:id="rId5"/>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9774993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sp>
        <p:nvSpPr>
          <p:cNvPr id="8" name="SlideLogoText">
            <a:extLst>
              <a:ext uri="{FF2B5EF4-FFF2-40B4-BE49-F238E27FC236}">
                <a16:creationId xmlns:a16="http://schemas.microsoft.com/office/drawing/2014/main" id="{92A63429-03F1-4595-BAE1-A5F5E74A0DF2}"/>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9AEB01CB-E358-4EC5-960A-ABFC66CD5A21}"/>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86300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7F09DF09-7587-AE72-141E-A41B41F94451}"/>
              </a:ext>
            </a:extLst>
          </p:cNvPr>
          <p:cNvPicPr>
            <a:picLocks noChangeAspect="1"/>
          </p:cNvPicPr>
          <p:nvPr userDrawn="1">
            <p:custDataLst>
              <p:tags r:id="rId1"/>
            </p:custDataLst>
          </p:nvPr>
        </p:nvPicPr>
        <p:blipFill>
          <a:blip r:embed="rId6"/>
          <a:stretch>
            <a:fillRect/>
          </a:stretch>
        </p:blipFill>
        <p:spPr>
          <a:xfrm>
            <a:off x="0" y="0"/>
            <a:ext cx="12192000" cy="6858000"/>
          </a:xfrm>
          <a:prstGeom prst="rect">
            <a:avLst/>
          </a:prstGeom>
        </p:spPr>
      </p:pic>
      <p:graphicFrame>
        <p:nvGraphicFramePr>
          <p:cNvPr id="4" name="Object 3" hidden="1">
            <a:extLst>
              <a:ext uri="{FF2B5EF4-FFF2-40B4-BE49-F238E27FC236}">
                <a16:creationId xmlns:a16="http://schemas.microsoft.com/office/drawing/2014/main" id="{832E4BA7-205B-4431-879A-B60A0FD6D20C}"/>
              </a:ext>
            </a:extLst>
          </p:cNvPr>
          <p:cNvGraphicFramePr>
            <a:graphicFrameLocks noChangeAspect="1"/>
          </p:cNvGraphicFramePr>
          <p:nvPr userDrawn="1">
            <p:custDataLst>
              <p:tags r:id="rId2"/>
            </p:custDataLst>
            <p:extLst>
              <p:ext uri="{D42A27DB-BD31-4B8C-83A1-F6EECF244321}">
                <p14:modId xmlns:p14="http://schemas.microsoft.com/office/powerpoint/2010/main" val="387788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44" imgH="344" progId="TCLayout.ActiveDocument.1">
                  <p:embed/>
                </p:oleObj>
              </mc:Choice>
              <mc:Fallback>
                <p:oleObj name="think-cell Slide" r:id="rId7" imgW="344" imgH="344" progId="TCLayout.ActiveDocument.1">
                  <p:embed/>
                  <p:pic>
                    <p:nvPicPr>
                      <p:cNvPr id="4" name="Object 3" hidden="1">
                        <a:extLst>
                          <a:ext uri="{FF2B5EF4-FFF2-40B4-BE49-F238E27FC236}">
                            <a16:creationId xmlns:a16="http://schemas.microsoft.com/office/drawing/2014/main" id="{832E4BA7-205B-4431-879A-B60A0FD6D20C}"/>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grpSp>
        <p:nvGrpSpPr>
          <p:cNvPr id="11" name="logoimage">
            <a:extLst>
              <a:ext uri="{FF2B5EF4-FFF2-40B4-BE49-F238E27FC236}">
                <a16:creationId xmlns:a16="http://schemas.microsoft.com/office/drawing/2014/main" id="{732728C7-2C89-08A1-41A9-162BDB8C5CB9}"/>
              </a:ext>
            </a:extLst>
          </p:cNvPr>
          <p:cNvGrpSpPr/>
          <p:nvPr userDrawn="1">
            <p:custDataLst>
              <p:tags r:id="rId3"/>
            </p:custDataLst>
          </p:nvPr>
        </p:nvGrpSpPr>
        <p:grpSpPr>
          <a:xfrm>
            <a:off x="549271" y="481160"/>
            <a:ext cx="1893201" cy="585216"/>
            <a:chOff x="549271" y="481160"/>
            <a:chExt cx="1893201" cy="585216"/>
          </a:xfrm>
        </p:grpSpPr>
        <p:sp>
          <p:nvSpPr>
            <p:cNvPr id="14" name="AutoShape 3">
              <a:extLst>
                <a:ext uri="{FF2B5EF4-FFF2-40B4-BE49-F238E27FC236}">
                  <a16:creationId xmlns:a16="http://schemas.microsoft.com/office/drawing/2014/main" id="{DD51008E-BD46-4558-BF00-CDD9F0CE18C6}"/>
                </a:ext>
              </a:extLst>
            </p:cNvPr>
            <p:cNvSpPr>
              <a:spLocks noChangeAspect="1" noChangeArrowheads="1" noTextEdit="1"/>
            </p:cNvSpPr>
            <p:nvPr userDrawn="1"/>
          </p:nvSpPr>
          <p:spPr bwMode="black">
            <a:xfrm>
              <a:off x="549271"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15" name="Freeform 5">
              <a:extLst>
                <a:ext uri="{FF2B5EF4-FFF2-40B4-BE49-F238E27FC236}">
                  <a16:creationId xmlns:a16="http://schemas.microsoft.com/office/drawing/2014/main" id="{FC37904A-905D-4FD7-8DD4-604C419D9AB5}"/>
                </a:ext>
              </a:extLst>
            </p:cNvPr>
            <p:cNvSpPr>
              <a:spLocks noEditPoints="1"/>
            </p:cNvSpPr>
            <p:nvPr userDrawn="1"/>
          </p:nvSpPr>
          <p:spPr bwMode="black">
            <a:xfrm>
              <a:off x="549271"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grpSp>
      <p:sp>
        <p:nvSpPr>
          <p:cNvPr id="8" name="5. Source" hidden="1">
            <a:extLst>
              <a:ext uri="{FF2B5EF4-FFF2-40B4-BE49-F238E27FC236}">
                <a16:creationId xmlns:a16="http://schemas.microsoft.com/office/drawing/2014/main" id="{330AE89A-7771-4A6E-A02D-893DCB66C876}"/>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Tree>
    <p:extLst>
      <p:ext uri="{BB962C8B-B14F-4D97-AF65-F5344CB8AC3E}">
        <p14:creationId xmlns:p14="http://schemas.microsoft.com/office/powerpoint/2010/main" val="466470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72212"/>
            <a:ext cx="11082528" cy="731520"/>
          </a:xfrm>
        </p:spPr>
        <p:txBody>
          <a:bodyPr/>
          <a:lstStyle/>
          <a:p>
            <a:r>
              <a:rPr lang="en-US"/>
              <a:t>Click to edit Master title style</a:t>
            </a:r>
            <a:endParaRPr lang="en-US" dirty="0"/>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884725"/>
            <a:ext cx="110825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1. On-page tracker">
            <a:extLst>
              <a:ext uri="{FF2B5EF4-FFF2-40B4-BE49-F238E27FC236}">
                <a16:creationId xmlns:a16="http://schemas.microsoft.com/office/drawing/2014/main" id="{113DFDDF-7DA2-4E92-8555-8B9DB1295FAA}"/>
              </a:ext>
            </a:extLst>
          </p:cNvPr>
          <p:cNvSpPr>
            <a:spLocks noGrp="1"/>
          </p:cNvSpPr>
          <p:nvPr>
            <p:ph type="body" sz="quarter" idx="16" hasCustomPrompt="1"/>
            <p:custDataLst>
              <p:tags r:id="rId6"/>
            </p:custDataLst>
          </p:nvPr>
        </p:nvSpPr>
        <p:spPr>
          <a:xfrm>
            <a:off x="7159752" y="89320"/>
            <a:ext cx="4480560" cy="123111"/>
          </a:xfrm>
        </p:spPr>
        <p:txBody>
          <a:bodyPr vert="horz" wrap="square" lIns="0" tIns="0" rIns="0" bIns="0" rtlCol="0" anchor="ctr" anchorCtr="0">
            <a:spAutoFit/>
          </a:bodyPr>
          <a:lstStyle>
            <a:lvl1pPr algn="r">
              <a:defRPr lang="en-US" sz="800" dirty="0"/>
            </a:lvl1pPr>
          </a:lstStyle>
          <a:p>
            <a:pPr lvl="0" algn="r"/>
            <a:r>
              <a:rPr lang="en-US" dirty="0"/>
              <a:t>Chapter › Topic</a:t>
            </a: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Tree>
    <p:extLst>
      <p:ext uri="{BB962C8B-B14F-4D97-AF65-F5344CB8AC3E}">
        <p14:creationId xmlns:p14="http://schemas.microsoft.com/office/powerpoint/2010/main" val="31822303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ustomLayouts 7">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919250"/>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408141"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6"/>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7"/>
            </p:custDataLst>
          </p:nvPr>
        </p:nvSpPr>
        <p:spPr>
          <a:xfrm>
            <a:off x="554736" y="172212"/>
            <a:ext cx="11082528" cy="731520"/>
          </a:xfrm>
          <a:prstGeom prst="rect">
            <a:avLst/>
          </a:prstGeom>
        </p:spPr>
        <p:txBody>
          <a:bodyPr vert="horz" wrap="square" lIns="0" tIns="0" rIns="0" bIns="0" rtlCol="0" anchor="b" anchorCtr="0">
            <a:noAutofit/>
          </a:bodyPr>
          <a:lstStyle>
            <a:lvl1pPr>
              <a:defRPr lang="en-US" dirty="0"/>
            </a:lvl1pPr>
          </a:lstStyle>
          <a:p>
            <a:pPr lvl="0"/>
            <a:r>
              <a:rPr lang="en-US"/>
              <a:t>Click to edit Master title style</a:t>
            </a:r>
          </a:p>
        </p:txBody>
      </p:sp>
      <p:sp>
        <p:nvSpPr>
          <p:cNvPr id="4" name="Rectangle 3">
            <a:extLst>
              <a:ext uri="{FF2B5EF4-FFF2-40B4-BE49-F238E27FC236}">
                <a16:creationId xmlns:a16="http://schemas.microsoft.com/office/drawing/2014/main" id="{1E7355CB-F7AB-E068-D8D4-B4B9860698D6}"/>
              </a:ext>
            </a:extLst>
          </p:cNvPr>
          <p:cNvSpPr/>
          <p:nvPr userDrawn="1"/>
        </p:nvSpPr>
        <p:spPr>
          <a:xfrm>
            <a:off x="9477375" y="6381750"/>
            <a:ext cx="1835150" cy="371475"/>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 name="SlideLogoText">
            <a:extLst>
              <a:ext uri="{FF2B5EF4-FFF2-40B4-BE49-F238E27FC236}">
                <a16:creationId xmlns:a16="http://schemas.microsoft.com/office/drawing/2014/main" id="{510CA840-EA93-833E-CB17-6BABBEE6D1FB}"/>
              </a:ext>
            </a:extLst>
          </p:cNvPr>
          <p:cNvSpPr txBox="1"/>
          <p:nvPr userDrawn="1">
            <p:custDataLst>
              <p:tags r:id="rId8"/>
            </p:custDataLst>
          </p:nvPr>
        </p:nvSpPr>
        <p:spPr>
          <a:xfrm>
            <a:off x="9534027" y="6499381"/>
            <a:ext cx="1986121"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err="1">
                <a:solidFill>
                  <a:schemeClr val="tx1"/>
                </a:solidFill>
                <a:latin typeface="+mn-lt"/>
                <a:ea typeface="+mn-ea"/>
                <a:cs typeface="Arial" panose="020B0604020202020204" pitchFamily="34" charset="0"/>
              </a:rPr>
              <a:t>QuantumBlack</a:t>
            </a:r>
            <a:r>
              <a:rPr lang="en-US" sz="900" kern="1200">
                <a:solidFill>
                  <a:schemeClr val="tx1"/>
                </a:solidFill>
                <a:latin typeface="+mn-lt"/>
                <a:ea typeface="+mn-ea"/>
                <a:cs typeface="Arial" panose="020B0604020202020204" pitchFamily="34" charset="0"/>
              </a:rPr>
              <a:t> | McKinsey &amp; Company</a:t>
            </a:r>
          </a:p>
        </p:txBody>
      </p:sp>
    </p:spTree>
    <p:extLst>
      <p:ext uri="{BB962C8B-B14F-4D97-AF65-F5344CB8AC3E}">
        <p14:creationId xmlns:p14="http://schemas.microsoft.com/office/powerpoint/2010/main" val="3106936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Layouts 1">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82372"/>
            <a:ext cx="11082528" cy="731520"/>
          </a:xfrm>
        </p:spPr>
        <p:txBody>
          <a:bodyPr/>
          <a:lstStyle/>
          <a:p>
            <a:r>
              <a:rPr lang="en-US"/>
              <a:t>Click to edit Master title style</a:t>
            </a:r>
            <a:endParaRPr lang="en-US" dirty="0"/>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6"/>
            </p:custDataLst>
          </p:nvPr>
        </p:nvSpPr>
        <p:spPr>
          <a:xfrm>
            <a:off x="7159752" y="78768"/>
            <a:ext cx="4480560" cy="123111"/>
          </a:xfrm>
        </p:spPr>
        <p:txBody>
          <a:bodyPr anchor="ctr" anchorCtr="0">
            <a:spAutoFit/>
          </a:bodyPr>
          <a:lstStyle>
            <a:lvl1pPr algn="r">
              <a:defRPr sz="800">
                <a:latin typeface="+mn-lt"/>
              </a:defRPr>
            </a:lvl1pPr>
          </a:lstStyle>
          <a:p>
            <a:pPr lvl="0"/>
            <a:r>
              <a:rPr lang="en-US" dirty="0"/>
              <a:t>Chapter › Topic</a:t>
            </a:r>
          </a:p>
        </p:txBody>
      </p:sp>
      <p:sp>
        <p:nvSpPr>
          <p:cNvPr id="12" name="3. Subtitle">
            <a:extLst>
              <a:ext uri="{FF2B5EF4-FFF2-40B4-BE49-F238E27FC236}">
                <a16:creationId xmlns:a16="http://schemas.microsoft.com/office/drawing/2014/main" id="{1EE9FF4B-7331-4DE1-A594-C0C335ED5BE5}"/>
              </a:ext>
            </a:extLst>
          </p:cNvPr>
          <p:cNvSpPr>
            <a:spLocks noGrp="1"/>
          </p:cNvSpPr>
          <p:nvPr>
            <p:ph type="subTitle" idx="1"/>
            <p:custDataLst>
              <p:tags r:id="rId7"/>
            </p:custDataLst>
          </p:nvPr>
        </p:nvSpPr>
        <p:spPr>
          <a:xfrm>
            <a:off x="554736" y="903861"/>
            <a:ext cx="11082528" cy="276999"/>
          </a:xfrm>
        </p:spPr>
        <p:txBody>
          <a:bodyPr anchor="ctr" anchorCtr="0"/>
          <a:lstStyle/>
          <a:p>
            <a:r>
              <a:rPr lang="en-US" sz="1600"/>
              <a:t>Click to edit Master subtitle style</a:t>
            </a:r>
            <a:endParaRPr lang="en-US" sz="1600" dirty="0"/>
          </a:p>
        </p:txBody>
      </p:sp>
    </p:spTree>
    <p:extLst>
      <p:ext uri="{BB962C8B-B14F-4D97-AF65-F5344CB8AC3E}">
        <p14:creationId xmlns:p14="http://schemas.microsoft.com/office/powerpoint/2010/main" val="22028671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ontrast Title">
    <p:bg>
      <p:bgPr>
        <a:solidFill>
          <a:srgbClr val="FFFFFF"/>
        </a:solidFill>
        <a:effectLst/>
      </p:bgPr>
    </p:bg>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0E1AA1CA-B589-A148-3F5A-385105B9B6B6}"/>
              </a:ext>
            </a:extLst>
          </p:cNvPr>
          <p:cNvPicPr>
            <a:picLocks noChangeAspect="1"/>
          </p:cNvPicPr>
          <p:nvPr userDrawn="1">
            <p:custDataLst>
              <p:tags r:id="rId1"/>
            </p:custDataLst>
          </p:nvPr>
        </p:nvPicPr>
        <p:blipFill>
          <a:blip r:embed="rId11"/>
          <a:stretch>
            <a:fillRect/>
          </a:stretch>
        </p:blipFill>
        <p:spPr>
          <a:xfrm>
            <a:off x="0" y="0"/>
            <a:ext cx="12192000" cy="6858000"/>
          </a:xfrm>
          <a:prstGeom prst="rect">
            <a:avLst/>
          </a:prstGeom>
        </p:spPr>
      </p:pic>
      <p:pic>
        <p:nvPicPr>
          <p:cNvPr id="4" name="Partnership">
            <a:extLst>
              <a:ext uri="{FF2B5EF4-FFF2-40B4-BE49-F238E27FC236}">
                <a16:creationId xmlns:a16="http://schemas.microsoft.com/office/drawing/2014/main" id="{CBBFD578-F950-EA3D-3920-76D96A09AA53}"/>
              </a:ext>
            </a:extLst>
          </p:cNvPr>
          <p:cNvPicPr>
            <a:picLocks noChangeAspect="1"/>
          </p:cNvPicPr>
          <p:nvPr userDrawn="1"/>
        </p:nvPicPr>
        <p:blipFill>
          <a:blip r:embed="rId12"/>
          <a:stretch>
            <a:fillRect/>
          </a:stretch>
        </p:blipFill>
        <p:spPr>
          <a:xfrm>
            <a:off x="4238171" y="-8806"/>
            <a:ext cx="7953829" cy="6866806"/>
          </a:xfrm>
          <a:prstGeom prst="rect">
            <a:avLst/>
          </a:prstGeom>
        </p:spPr>
      </p:pic>
      <p:graphicFrame>
        <p:nvGraphicFramePr>
          <p:cNvPr id="3" name="Object 2" hidden="1">
            <a:extLst>
              <a:ext uri="{FF2B5EF4-FFF2-40B4-BE49-F238E27FC236}">
                <a16:creationId xmlns:a16="http://schemas.microsoft.com/office/drawing/2014/main" id="{7BEFF58C-83CF-420F-BF45-F188AE9E7308}"/>
              </a:ext>
            </a:extLst>
          </p:cNvPr>
          <p:cNvGraphicFramePr>
            <a:graphicFrameLocks noChangeAspect="1"/>
          </p:cNvGraphicFramePr>
          <p:nvPr userDrawn="1">
            <p:custDataLst>
              <p:tags r:id="rId2"/>
            </p:custDataLst>
            <p:extLst>
              <p:ext uri="{D42A27DB-BD31-4B8C-83A1-F6EECF244321}">
                <p14:modId xmlns:p14="http://schemas.microsoft.com/office/powerpoint/2010/main" val="1340021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44" imgH="344" progId="TCLayout.ActiveDocument.1">
                  <p:embed/>
                </p:oleObj>
              </mc:Choice>
              <mc:Fallback>
                <p:oleObj name="think-cell Slide" r:id="rId13" imgW="344" imgH="344" progId="TCLayout.ActiveDocument.1">
                  <p:embed/>
                  <p:pic>
                    <p:nvPicPr>
                      <p:cNvPr id="3" name="Object 2" hidden="1">
                        <a:extLst>
                          <a:ext uri="{FF2B5EF4-FFF2-40B4-BE49-F238E27FC236}">
                            <a16:creationId xmlns:a16="http://schemas.microsoft.com/office/drawing/2014/main" id="{7BEFF58C-83CF-420F-BF45-F188AE9E7308}"/>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BEC3B16-0840-4135-8BED-D45704C35593}"/>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2" name="ClientLogo">
            <a:extLst>
              <a:ext uri="{FF2B5EF4-FFF2-40B4-BE49-F238E27FC236}">
                <a16:creationId xmlns:a16="http://schemas.microsoft.com/office/drawing/2014/main" id="{5A541723-8353-4CC2-AFDA-19C8B3B786BF}"/>
              </a:ext>
            </a:extLst>
          </p:cNvPr>
          <p:cNvSpPr>
            <a:spLocks noGrp="1"/>
          </p:cNvSpPr>
          <p:nvPr>
            <p:ph type="pic" sz="quarter" idx="14" hasCustomPrompt="1"/>
            <p:custDataLst>
              <p:tags r:id="rId4"/>
            </p:custDataLst>
          </p:nvPr>
        </p:nvSpPr>
        <p:spPr>
          <a:xfrm>
            <a:off x="551942" y="4984025"/>
            <a:ext cx="1901952" cy="969264"/>
          </a:xfrm>
          <a:prstGeom prst="rect">
            <a:avLst/>
          </a:prstGeom>
        </p:spPr>
        <p:txBody>
          <a:bodyPr>
            <a:noAutofit/>
          </a:bodyPr>
          <a:lstStyle>
            <a:lvl1pPr algn="ctr">
              <a:defRPr sz="1200">
                <a:solidFill>
                  <a:schemeClr val="tx1"/>
                </a:solidFill>
              </a:defRPr>
            </a:lvl1pPr>
          </a:lstStyle>
          <a:p>
            <a:r>
              <a:rPr lang="en-US" dirty="0"/>
              <a:t>Client logo goes here.</a:t>
            </a:r>
          </a:p>
        </p:txBody>
      </p:sp>
      <p:sp>
        <p:nvSpPr>
          <p:cNvPr id="13" name="Documenttype">
            <a:extLst>
              <a:ext uri="{FF2B5EF4-FFF2-40B4-BE49-F238E27FC236}">
                <a16:creationId xmlns:a16="http://schemas.microsoft.com/office/drawing/2014/main" id="{A8F38EAB-8863-4F94-ACD0-B6D27373BCC1}"/>
              </a:ext>
            </a:extLst>
          </p:cNvPr>
          <p:cNvSpPr>
            <a:spLocks noGrp="1"/>
          </p:cNvSpPr>
          <p:nvPr>
            <p:ph type="body" sz="quarter" idx="13" hasCustomPrompt="1"/>
            <p:custDataLst>
              <p:tags r:id="rId5"/>
            </p:custDataLst>
          </p:nvPr>
        </p:nvSpPr>
        <p:spPr>
          <a:xfrm>
            <a:off x="551942" y="4510168"/>
            <a:ext cx="6016752" cy="215444"/>
          </a:xfrm>
          <a:prstGeom prst="rect">
            <a:avLst/>
          </a:prstGeom>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Edit date or title/role</a:t>
            </a:r>
          </a:p>
        </p:txBody>
      </p:sp>
      <p:sp>
        <p:nvSpPr>
          <p:cNvPr id="14" name="Subtitle">
            <a:extLst>
              <a:ext uri="{FF2B5EF4-FFF2-40B4-BE49-F238E27FC236}">
                <a16:creationId xmlns:a16="http://schemas.microsoft.com/office/drawing/2014/main" id="{6C219131-971A-4BF6-8DFB-186691126F2C}"/>
              </a:ext>
            </a:extLst>
          </p:cNvPr>
          <p:cNvSpPr>
            <a:spLocks noGrp="1"/>
          </p:cNvSpPr>
          <p:nvPr>
            <p:ph type="subTitle" idx="1"/>
            <p:custDataLst>
              <p:tags r:id="rId6"/>
            </p:custDataLst>
          </p:nvPr>
        </p:nvSpPr>
        <p:spPr>
          <a:xfrm>
            <a:off x="551942" y="4092559"/>
            <a:ext cx="6016752" cy="307777"/>
          </a:xfrm>
          <a:prstGeom prst="rect">
            <a:avLst/>
          </a:prstGeom>
        </p:spPr>
        <p:txBody>
          <a:bodyPr wrap="square">
            <a:sp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1" name="Title">
            <a:extLst>
              <a:ext uri="{FF2B5EF4-FFF2-40B4-BE49-F238E27FC236}">
                <a16:creationId xmlns:a16="http://schemas.microsoft.com/office/drawing/2014/main" id="{B280F3D7-8B5E-4751-907E-C1D9BEBFDCB8}"/>
              </a:ext>
            </a:extLst>
          </p:cNvPr>
          <p:cNvSpPr>
            <a:spLocks noGrp="1"/>
          </p:cNvSpPr>
          <p:nvPr>
            <p:ph type="title"/>
            <p:custDataLst>
              <p:tags r:id="rId7"/>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1"/>
                </a:solidFill>
              </a:defRPr>
            </a:lvl1pPr>
          </a:lstStyle>
          <a:p>
            <a:r>
              <a:rPr lang="en-US" dirty="0"/>
              <a:t>Click to edit Master title style</a:t>
            </a:r>
          </a:p>
        </p:txBody>
      </p:sp>
      <p:sp>
        <p:nvSpPr>
          <p:cNvPr id="25" name="Disclaimer-English (United States)">
            <a:extLst>
              <a:ext uri="{FF2B5EF4-FFF2-40B4-BE49-F238E27FC236}">
                <a16:creationId xmlns:a16="http://schemas.microsoft.com/office/drawing/2014/main" id="{365FDE2E-B4AC-48A0-8D5A-94F648AEA896}"/>
              </a:ext>
            </a:extLst>
          </p:cNvPr>
          <p:cNvSpPr>
            <a:spLocks noChangeArrowheads="1"/>
          </p:cNvSpPr>
          <p:nvPr userDrawn="1">
            <p:custDataLst>
              <p:tags r:id="rId8"/>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750">
                <a:solidFill>
                  <a:schemeClr val="tx1"/>
                </a:solidFill>
                <a:latin typeface="+mn-lt"/>
              </a:rPr>
              <a:t>CONFIDENTIAL AND PROPRIETARY | © 2026 McKinsey &amp; Company. </a:t>
            </a:r>
          </a:p>
          <a:p>
            <a:pPr defTabSz="804863" eaLnBrk="0" hangingPunct="0"/>
            <a:r>
              <a:rPr lang="en-US" sz="750">
                <a:solidFill>
                  <a:schemeClr val="tx1"/>
                </a:solidFill>
                <a:latin typeface="+mn-lt"/>
              </a:rPr>
              <a:t>This material is intended solely for your internal use and any use of this material without specific permission of McKinsey &amp; Company is strictly prohibited. All rights reserved.</a:t>
            </a:r>
            <a:endParaRPr lang="en-US" sz="750" dirty="0">
              <a:solidFill>
                <a:schemeClr val="tx1"/>
              </a:solidFill>
              <a:latin typeface="+mn-lt"/>
            </a:endParaRPr>
          </a:p>
        </p:txBody>
      </p:sp>
      <p:grpSp>
        <p:nvGrpSpPr>
          <p:cNvPr id="11" name="logoimage">
            <a:extLst>
              <a:ext uri="{FF2B5EF4-FFF2-40B4-BE49-F238E27FC236}">
                <a16:creationId xmlns:a16="http://schemas.microsoft.com/office/drawing/2014/main" id="{1CF91F61-1A9C-80E4-FFA2-69DB20BBACC3}"/>
              </a:ext>
            </a:extLst>
          </p:cNvPr>
          <p:cNvGrpSpPr/>
          <p:nvPr userDrawn="1">
            <p:custDataLst>
              <p:tags r:id="rId9"/>
            </p:custDataLst>
          </p:nvPr>
        </p:nvGrpSpPr>
        <p:grpSpPr>
          <a:xfrm>
            <a:off x="551942" y="481160"/>
            <a:ext cx="1893201" cy="585216"/>
            <a:chOff x="551942" y="481160"/>
            <a:chExt cx="1893201" cy="585216"/>
          </a:xfrm>
        </p:grpSpPr>
        <p:sp>
          <p:nvSpPr>
            <p:cNvPr id="18" name="AutoShape 3">
              <a:extLst>
                <a:ext uri="{FF2B5EF4-FFF2-40B4-BE49-F238E27FC236}">
                  <a16:creationId xmlns:a16="http://schemas.microsoft.com/office/drawing/2014/main" id="{E8A472B5-EC20-41F1-91D8-281D2B5D8D1E}"/>
                </a:ext>
              </a:extLst>
            </p:cNvPr>
            <p:cNvSpPr>
              <a:spLocks noChangeAspect="1" noChangeArrowheads="1" noTextEdit="1"/>
            </p:cNvSpPr>
            <p:nvPr userDrawn="1"/>
          </p:nvSpPr>
          <p:spPr bwMode="black">
            <a:xfrm>
              <a:off x="551942"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22" name="Freeform 5">
              <a:extLst>
                <a:ext uri="{FF2B5EF4-FFF2-40B4-BE49-F238E27FC236}">
                  <a16:creationId xmlns:a16="http://schemas.microsoft.com/office/drawing/2014/main" id="{B5153A5B-4B89-4D4A-96F0-F9AFF4E7D0F5}"/>
                </a:ext>
              </a:extLst>
            </p:cNvPr>
            <p:cNvSpPr>
              <a:spLocks noEditPoints="1"/>
            </p:cNvSpPr>
            <p:nvPr userDrawn="1"/>
          </p:nvSpPr>
          <p:spPr bwMode="black">
            <a:xfrm>
              <a:off x="551942"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grpSp>
    </p:spTree>
    <p:extLst>
      <p:ext uri="{BB962C8B-B14F-4D97-AF65-F5344CB8AC3E}">
        <p14:creationId xmlns:p14="http://schemas.microsoft.com/office/powerpoint/2010/main" val="26885933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3530856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95EE31F-4647-48C1-8F33-15A7FC3D359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2" name="2. Slide Title">
            <a:extLst>
              <a:ext uri="{FF2B5EF4-FFF2-40B4-BE49-F238E27FC236}">
                <a16:creationId xmlns:a16="http://schemas.microsoft.com/office/drawing/2014/main" id="{0BDEB94E-58BF-43E2-8FF2-DCDA24AD4E9D}"/>
              </a:ext>
            </a:extLst>
          </p:cNvPr>
          <p:cNvSpPr>
            <a:spLocks noGrp="1"/>
          </p:cNvSpPr>
          <p:nvPr>
            <p:ph type="title"/>
            <p:custDataLst>
              <p:tags r:id="rId5"/>
            </p:custDataLst>
          </p:nvPr>
        </p:nvSpPr>
        <p:spPr>
          <a:xfrm>
            <a:off x="554736" y="182372"/>
            <a:ext cx="11082528" cy="731520"/>
          </a:xfrm>
        </p:spPr>
        <p:txBody>
          <a:bodyPr/>
          <a:lstStyle/>
          <a:p>
            <a:r>
              <a:rPr lang="en-US"/>
              <a:t>Click to edit Master title style</a:t>
            </a:r>
            <a:endParaRPr lang="en-US" dirty="0"/>
          </a:p>
        </p:txBody>
      </p:sp>
      <p:sp>
        <p:nvSpPr>
          <p:cNvPr id="14" name="3. Subtitle">
            <a:extLst>
              <a:ext uri="{FF2B5EF4-FFF2-40B4-BE49-F238E27FC236}">
                <a16:creationId xmlns:a16="http://schemas.microsoft.com/office/drawing/2014/main" id="{A865C2CC-D12C-4517-9906-7CCD161322EB}"/>
              </a:ext>
            </a:extLst>
          </p:cNvPr>
          <p:cNvSpPr>
            <a:spLocks noGrp="1"/>
          </p:cNvSpPr>
          <p:nvPr>
            <p:ph type="subTitle" idx="1"/>
            <p:custDataLst>
              <p:tags r:id="rId6"/>
            </p:custDataLst>
          </p:nvPr>
        </p:nvSpPr>
        <p:spPr>
          <a:xfrm>
            <a:off x="554736" y="903861"/>
            <a:ext cx="11082528" cy="246221"/>
          </a:xfrm>
        </p:spPr>
        <p:txBody>
          <a:bodyPr anchor="t" anchorCtr="0">
            <a:spAutoFit/>
          </a:bodyPr>
          <a:lstStyle/>
          <a:p>
            <a:r>
              <a:rPr lang="en-US" sz="1600" dirty="0"/>
              <a:t>Click to edit Master subtitle style</a:t>
            </a:r>
          </a:p>
        </p:txBody>
      </p:sp>
      <p:sp>
        <p:nvSpPr>
          <p:cNvPr id="17" name="1. On-page tracker">
            <a:extLst>
              <a:ext uri="{FF2B5EF4-FFF2-40B4-BE49-F238E27FC236}">
                <a16:creationId xmlns:a16="http://schemas.microsoft.com/office/drawing/2014/main" id="{FE52895E-A8CE-4207-AC48-2296C3D01401}"/>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8545150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rast Top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861774"/>
          </a:xfrm>
          <a:prstGeom prst="rect">
            <a:avLst/>
          </a:prstGeom>
        </p:spPr>
        <p:txBody>
          <a:bodyPr anchor="t">
            <a:noAutofit/>
          </a:bodyPr>
          <a:lstStyle>
            <a:lvl1pPr>
              <a:defRPr>
                <a:ln w="6350" cap="flat">
                  <a:noFill/>
                  <a:miter lim="800000"/>
                </a:ln>
              </a:defRPr>
            </a:lvl1pPr>
          </a:lstStyle>
          <a:p>
            <a:r>
              <a:rPr lang="en-US" dirty="0"/>
              <a:t>Click to edit Master title style</a:t>
            </a:r>
          </a:p>
        </p:txBody>
      </p:sp>
      <p:sp>
        <p:nvSpPr>
          <p:cNvPr id="4" name="Slide Number">
            <a:extLst>
              <a:ext uri="{FF2B5EF4-FFF2-40B4-BE49-F238E27FC236}">
                <a16:creationId xmlns:a16="http://schemas.microsoft.com/office/drawing/2014/main" id="{E74A6D15-9D93-480F-A207-CA245151AE26}"/>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33F722E2-991C-4728-97C9-8D281DB3C594}"/>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8" name="1. On-page tracker">
            <a:extLst>
              <a:ext uri="{FF2B5EF4-FFF2-40B4-BE49-F238E27FC236}">
                <a16:creationId xmlns:a16="http://schemas.microsoft.com/office/drawing/2014/main" id="{86FA29AF-027A-4D55-B276-E2DD256DB988}"/>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9219664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rast Mid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dirty="0"/>
              <a:t>Click to edit Master title style</a:t>
            </a:r>
          </a:p>
        </p:txBody>
      </p:sp>
      <p:sp>
        <p:nvSpPr>
          <p:cNvPr id="9" name="Slide Number">
            <a:extLst>
              <a:ext uri="{FF2B5EF4-FFF2-40B4-BE49-F238E27FC236}">
                <a16:creationId xmlns:a16="http://schemas.microsoft.com/office/drawing/2014/main" id="{8CFBA6B2-A084-4532-80C0-2629A5553A76}"/>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677DA9EB-F148-4622-AB71-9F38D348578D}"/>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8" name="1. On-page tracker">
            <a:extLst>
              <a:ext uri="{FF2B5EF4-FFF2-40B4-BE49-F238E27FC236}">
                <a16:creationId xmlns:a16="http://schemas.microsoft.com/office/drawing/2014/main" id="{93728AF3-A71A-4C7A-97DE-605BB9E1802D}"/>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5282945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rast 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0A466E0-AD73-4F3A-9B78-5C1BB1238B16}"/>
              </a:ext>
            </a:extLst>
          </p:cNvPr>
          <p:cNvGraphicFramePr>
            <a:graphicFrameLocks noChangeAspect="1"/>
          </p:cNvGraphicFramePr>
          <p:nvPr userDrawn="1">
            <p:custDataLst>
              <p:tags r:id="rId1"/>
            </p:custDataLst>
            <p:extLst>
              <p:ext uri="{D42A27DB-BD31-4B8C-83A1-F6EECF244321}">
                <p14:modId xmlns:p14="http://schemas.microsoft.com/office/powerpoint/2010/main" val="18142986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6" progId="TCLayout.ActiveDocument.1">
                  <p:embed/>
                </p:oleObj>
              </mc:Choice>
              <mc:Fallback>
                <p:oleObj name="think-cell Slide" r:id="rId8" imgW="473" imgH="476" progId="TCLayout.ActiveDocument.1">
                  <p:embed/>
                  <p:pic>
                    <p:nvPicPr>
                      <p:cNvPr id="3" name="Object 2" hidden="1">
                        <a:extLst>
                          <a:ext uri="{FF2B5EF4-FFF2-40B4-BE49-F238E27FC236}">
                            <a16:creationId xmlns:a16="http://schemas.microsoft.com/office/drawing/2014/main" id="{70A466E0-AD73-4F3A-9B78-5C1BB1238B1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52DFA4F-F49F-468D-B19A-F0D9ACACF902}"/>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E222DC4C-FD9F-4495-B0EA-3E6F1E35596A}"/>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93000"/>
              </a:lnSpc>
              <a:defRPr sz="4400"/>
            </a:lvl1pPr>
          </a:lstStyle>
          <a:p>
            <a:r>
              <a:rPr lang="en-US" dirty="0"/>
              <a:t>Click to edit Master title style</a:t>
            </a:r>
          </a:p>
        </p:txBody>
      </p:sp>
      <p:sp>
        <p:nvSpPr>
          <p:cNvPr id="8" name="Slide Number">
            <a:extLst>
              <a:ext uri="{FF2B5EF4-FFF2-40B4-BE49-F238E27FC236}">
                <a16:creationId xmlns:a16="http://schemas.microsoft.com/office/drawing/2014/main" id="{9AC4B822-CA6B-4F05-8715-F74C6D5D34B1}"/>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376B40D-309A-4442-81B2-638CDEBB2F7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54D7CBA4-82F6-465D-A903-99498223AB1A}"/>
              </a:ext>
            </a:extLst>
          </p:cNvPr>
          <p:cNvSpPr>
            <a:spLocks noGrp="1"/>
          </p:cNvSpPr>
          <p:nvPr>
            <p:ph type="body" sz="quarter" idx="17" hasCustomPrompt="1"/>
            <p:custDataLst>
              <p:tags r:id="rId6"/>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7750153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rast 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65A42E5-8A95-48CC-91A7-EC09BEF8D283}"/>
              </a:ext>
            </a:extLst>
          </p:cNvPr>
          <p:cNvGraphicFramePr>
            <a:graphicFrameLocks noChangeAspect="1"/>
          </p:cNvGraphicFramePr>
          <p:nvPr userDrawn="1">
            <p:custDataLst>
              <p:tags r:id="rId1"/>
            </p:custDataLst>
            <p:extLst>
              <p:ext uri="{D42A27DB-BD31-4B8C-83A1-F6EECF244321}">
                <p14:modId xmlns:p14="http://schemas.microsoft.com/office/powerpoint/2010/main" val="41813966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3" name="Object 2" hidden="1">
                        <a:extLst>
                          <a:ext uri="{FF2B5EF4-FFF2-40B4-BE49-F238E27FC236}">
                            <a16:creationId xmlns:a16="http://schemas.microsoft.com/office/drawing/2014/main" id="{965A42E5-8A95-48CC-91A7-EC09BEF8D2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96343A1-B4C8-41A2-9540-F666771DD092}"/>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34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FB296734-15F7-4BDF-BF7F-AD560B3E09D7}"/>
              </a:ext>
            </a:extLst>
          </p:cNvPr>
          <p:cNvSpPr>
            <a:spLocks noGrp="1"/>
          </p:cNvSpPr>
          <p:nvPr>
            <p:ph type="title" hasCustomPrompt="1"/>
            <p:custDataLst>
              <p:tags r:id="rId3"/>
            </p:custDataLst>
          </p:nvPr>
        </p:nvSpPr>
        <p:spPr>
          <a:xfrm>
            <a:off x="1505712" y="3592841"/>
            <a:ext cx="9180576" cy="486608"/>
          </a:xfrm>
          <a:prstGeom prst="rect">
            <a:avLst/>
          </a:prstGeom>
        </p:spPr>
        <p:txBody>
          <a:bodyPr>
            <a:spAutoFit/>
          </a:bodyPr>
          <a:lstStyle>
            <a:lvl1pPr>
              <a:lnSpc>
                <a:spcPct val="93000"/>
              </a:lnSpc>
              <a:defRPr sz="3400"/>
            </a:lvl1pPr>
          </a:lstStyle>
          <a:p>
            <a:r>
              <a:rPr lang="en-US" dirty="0"/>
              <a:t>“Click to add quote</a:t>
            </a:r>
          </a:p>
        </p:txBody>
      </p:sp>
      <p:sp>
        <p:nvSpPr>
          <p:cNvPr id="9" name="3. Subtitle">
            <a:extLst>
              <a:ext uri="{FF2B5EF4-FFF2-40B4-BE49-F238E27FC236}">
                <a16:creationId xmlns:a16="http://schemas.microsoft.com/office/drawing/2014/main" id="{F91EA195-0A6B-4141-BE0A-C29B8632D98B}"/>
              </a:ext>
            </a:extLst>
          </p:cNvPr>
          <p:cNvSpPr>
            <a:spLocks noGrp="1"/>
          </p:cNvSpPr>
          <p:nvPr>
            <p:ph type="subTitle" idx="1" hasCustomPrompt="1"/>
            <p:custDataLst>
              <p:tags r:id="rId4"/>
            </p:custDataLst>
          </p:nvPr>
        </p:nvSpPr>
        <p:spPr>
          <a:xfrm>
            <a:off x="1505712" y="4284630"/>
            <a:ext cx="9180576" cy="246221"/>
          </a:xfrm>
        </p:spPr>
        <p:txBody>
          <a:bodyPr wrap="square" anchor="t">
            <a:spAutoFit/>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quote source</a:t>
            </a:r>
          </a:p>
        </p:txBody>
      </p:sp>
      <p:sp>
        <p:nvSpPr>
          <p:cNvPr id="8" name="Slide Number">
            <a:extLst>
              <a:ext uri="{FF2B5EF4-FFF2-40B4-BE49-F238E27FC236}">
                <a16:creationId xmlns:a16="http://schemas.microsoft.com/office/drawing/2014/main" id="{9A085514-D1F6-4D77-A23F-C5C66C21AB2E}"/>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11" name="5. Source" hidden="1">
            <a:extLst>
              <a:ext uri="{FF2B5EF4-FFF2-40B4-BE49-F238E27FC236}">
                <a16:creationId xmlns:a16="http://schemas.microsoft.com/office/drawing/2014/main" id="{C5FBD0AF-1EDD-41EB-9A6E-173435ADFFE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3" name="1. On-page tracker">
            <a:extLst>
              <a:ext uri="{FF2B5EF4-FFF2-40B4-BE49-F238E27FC236}">
                <a16:creationId xmlns:a16="http://schemas.microsoft.com/office/drawing/2014/main" id="{F4C99502-105F-4A25-9FB4-3478945E9EF7}"/>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3126788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rast 1/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3A3BA4A-22A3-4843-892F-E42C155B4288}"/>
              </a:ext>
            </a:extLst>
          </p:cNvPr>
          <p:cNvGraphicFramePr>
            <a:graphicFrameLocks noChangeAspect="1"/>
          </p:cNvGraphicFramePr>
          <p:nvPr userDrawn="1">
            <p:custDataLst>
              <p:tags r:id="rId1"/>
            </p:custDataLst>
            <p:extLst>
              <p:ext uri="{D42A27DB-BD31-4B8C-83A1-F6EECF244321}">
                <p14:modId xmlns:p14="http://schemas.microsoft.com/office/powerpoint/2010/main" val="42599482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3A3BA4A-22A3-4843-892F-E42C155B4288}"/>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BF2AED7-361B-4221-9AF6-77A108DA0C2B}"/>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7C125983-42A9-42F7-AA00-F56CD87B285E}"/>
              </a:ext>
            </a:extLst>
          </p:cNvPr>
          <p:cNvSpPr>
            <a:spLocks noGrp="1"/>
          </p:cNvSpPr>
          <p:nvPr>
            <p:ph type="title"/>
            <p:custDataLst>
              <p:tags r:id="rId6"/>
            </p:custDataLst>
          </p:nvPr>
        </p:nvSpPr>
        <p:spPr>
          <a:xfrm>
            <a:off x="554736" y="2744369"/>
            <a:ext cx="2514600" cy="769441"/>
          </a:xfrm>
        </p:spPr>
        <p:txBody>
          <a:bodyPr vert="horz" anchor="b">
            <a:noAutofit/>
          </a:bodyPr>
          <a:lstStyle>
            <a:lvl1pPr>
              <a:defRPr>
                <a:solidFill>
                  <a:schemeClr val="bg2"/>
                </a:solidFill>
              </a:defRPr>
            </a:lvl1pPr>
          </a:lstStyle>
          <a:p>
            <a:r>
              <a:rPr lang="en-US" dirty="0"/>
              <a:t>Click to edit Master title</a:t>
            </a:r>
          </a:p>
        </p:txBody>
      </p:sp>
      <p:sp>
        <p:nvSpPr>
          <p:cNvPr id="20" name="3. Subtitle">
            <a:extLst>
              <a:ext uri="{FF2B5EF4-FFF2-40B4-BE49-F238E27FC236}">
                <a16:creationId xmlns:a16="http://schemas.microsoft.com/office/drawing/2014/main" id="{9D41FF9F-DFB7-4DFF-B338-08A2CA649393}"/>
              </a:ext>
            </a:extLst>
          </p:cNvPr>
          <p:cNvSpPr>
            <a:spLocks noGrp="1"/>
          </p:cNvSpPr>
          <p:nvPr>
            <p:ph type="subTitle" idx="1"/>
            <p:custDataLst>
              <p:tags r:id="rId7"/>
            </p:custDataLst>
          </p:nvPr>
        </p:nvSpPr>
        <p:spPr>
          <a:xfrm>
            <a:off x="554736" y="3659644"/>
            <a:ext cx="2514600" cy="492443"/>
          </a:xfrm>
        </p:spPr>
        <p:txBody>
          <a:bodyPr wrap="square" anchor="t">
            <a:spAutoFit/>
          </a:bodyPr>
          <a:lstStyle>
            <a:lvl1pPr marL="0" indent="0" algn="l">
              <a:buNone/>
              <a:defRPr sz="16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21" name="5. Source" hidden="1">
            <a:extLst>
              <a:ext uri="{FF2B5EF4-FFF2-40B4-BE49-F238E27FC236}">
                <a16:creationId xmlns:a16="http://schemas.microsoft.com/office/drawing/2014/main" id="{064AC035-5239-45FF-8383-33CBCD30D33E}"/>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15" name="1. On-page tracker">
            <a:extLst>
              <a:ext uri="{FF2B5EF4-FFF2-40B4-BE49-F238E27FC236}">
                <a16:creationId xmlns:a16="http://schemas.microsoft.com/office/drawing/2014/main" id="{3DF66089-C2CC-4E6A-A7ED-0B333FCF2C47}"/>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9896470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rast 1/3">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6AD2A36-39D2-411F-97A0-A924098965AA}"/>
              </a:ext>
            </a:extLst>
          </p:cNvPr>
          <p:cNvGraphicFramePr>
            <a:graphicFrameLocks noChangeAspect="1"/>
          </p:cNvGraphicFramePr>
          <p:nvPr userDrawn="1">
            <p:custDataLst>
              <p:tags r:id="rId1"/>
            </p:custDataLst>
            <p:extLst>
              <p:ext uri="{D42A27DB-BD31-4B8C-83A1-F6EECF244321}">
                <p14:modId xmlns:p14="http://schemas.microsoft.com/office/powerpoint/2010/main" val="4210378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4" name="Object 3" hidden="1">
                        <a:extLst>
                          <a:ext uri="{FF2B5EF4-FFF2-40B4-BE49-F238E27FC236}">
                            <a16:creationId xmlns:a16="http://schemas.microsoft.com/office/drawing/2014/main" id="{D6AD2A36-39D2-411F-97A0-A924098965A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E67A342-8C8E-4A76-A2F2-1541645630AD}"/>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F2EA5A09-84EC-4368-8C76-0BEA141A4333}"/>
              </a:ext>
            </a:extLst>
          </p:cNvPr>
          <p:cNvSpPr>
            <a:spLocks noGrp="1"/>
          </p:cNvSpPr>
          <p:nvPr>
            <p:ph type="title"/>
            <p:custDataLst>
              <p:tags r:id="rId6"/>
            </p:custDataLst>
          </p:nvPr>
        </p:nvSpPr>
        <p:spPr>
          <a:xfrm>
            <a:off x="554736" y="2744369"/>
            <a:ext cx="3465576" cy="769441"/>
          </a:xfrm>
          <a:prstGeom prst="rect">
            <a:avLst/>
          </a:prstGeom>
        </p:spPr>
        <p:txBody>
          <a:bodyPr vert="horz" wrap="square" anchor="b">
            <a:noAutofit/>
          </a:bodyPr>
          <a:lstStyle>
            <a:lvl1pPr algn="l">
              <a:defRPr>
                <a:solidFill>
                  <a:schemeClr val="bg2"/>
                </a:solidFill>
              </a:defRPr>
            </a:lvl1pPr>
          </a:lstStyle>
          <a:p>
            <a:r>
              <a:rPr lang="en-US" dirty="0"/>
              <a:t>Click to edit Master title style</a:t>
            </a:r>
          </a:p>
        </p:txBody>
      </p:sp>
      <p:sp>
        <p:nvSpPr>
          <p:cNvPr id="21" name="3. Subtitle">
            <a:extLst>
              <a:ext uri="{FF2B5EF4-FFF2-40B4-BE49-F238E27FC236}">
                <a16:creationId xmlns:a16="http://schemas.microsoft.com/office/drawing/2014/main" id="{4BAE0A91-D3D3-4C9A-9F81-3C13D960A341}"/>
              </a:ext>
            </a:extLst>
          </p:cNvPr>
          <p:cNvSpPr>
            <a:spLocks noGrp="1"/>
          </p:cNvSpPr>
          <p:nvPr>
            <p:ph type="subTitle" idx="1"/>
            <p:custDataLst>
              <p:tags r:id="rId7"/>
            </p:custDataLst>
          </p:nvPr>
        </p:nvSpPr>
        <p:spPr>
          <a:xfrm>
            <a:off x="554735" y="3659644"/>
            <a:ext cx="3465575" cy="246221"/>
          </a:xfrm>
        </p:spPr>
        <p:txBody>
          <a:bodyPr wrap="square" anchor="t">
            <a:spAutoFit/>
          </a:bodyPr>
          <a:lstStyle>
            <a:lvl1pPr marL="0" indent="0" algn="l">
              <a:buNone/>
              <a:defRPr sz="16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15" name="5. Source" hidden="1">
            <a:extLst>
              <a:ext uri="{FF2B5EF4-FFF2-40B4-BE49-F238E27FC236}">
                <a16:creationId xmlns:a16="http://schemas.microsoft.com/office/drawing/2014/main" id="{6BA86AD8-0ECF-4EA8-B346-D8EA2716E80C}"/>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19" name="1. On-page tracker">
            <a:extLst>
              <a:ext uri="{FF2B5EF4-FFF2-40B4-BE49-F238E27FC236}">
                <a16:creationId xmlns:a16="http://schemas.microsoft.com/office/drawing/2014/main" id="{EDC5E9D8-BFBA-409D-B6E5-65A580E73B61}"/>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20172942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5793B5E-3475-4FCD-8164-7A168B5C1B4B}"/>
              </a:ext>
            </a:extLst>
          </p:cNvPr>
          <p:cNvGraphicFramePr>
            <a:graphicFrameLocks noChangeAspect="1"/>
          </p:cNvGraphicFramePr>
          <p:nvPr userDrawn="1">
            <p:custDataLst>
              <p:tags r:id="rId1"/>
            </p:custDataLst>
            <p:extLst>
              <p:ext uri="{D42A27DB-BD31-4B8C-83A1-F6EECF244321}">
                <p14:modId xmlns:p14="http://schemas.microsoft.com/office/powerpoint/2010/main" val="2030535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65793B5E-3475-4FCD-8164-7A168B5C1B4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D89D8F9-1075-4B52-8375-8D4A2673D845}"/>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21" name="2. Slide Title">
            <a:extLst>
              <a:ext uri="{FF2B5EF4-FFF2-40B4-BE49-F238E27FC236}">
                <a16:creationId xmlns:a16="http://schemas.microsoft.com/office/drawing/2014/main" id="{DF67D7DC-1A5A-4301-93C0-59BCC9FE6A85}"/>
              </a:ext>
            </a:extLst>
          </p:cNvPr>
          <p:cNvSpPr>
            <a:spLocks noGrp="1"/>
          </p:cNvSpPr>
          <p:nvPr>
            <p:ph type="title"/>
            <p:custDataLst>
              <p:tags r:id="rId7"/>
            </p:custDataLst>
          </p:nvPr>
        </p:nvSpPr>
        <p:spPr>
          <a:xfrm>
            <a:off x="554736" y="182372"/>
            <a:ext cx="5065776" cy="731520"/>
          </a:xfrm>
        </p:spPr>
        <p:txBody>
          <a:bodyPr vert="horz"/>
          <a:lstStyle>
            <a:lvl1pPr>
              <a:defRPr>
                <a:solidFill>
                  <a:schemeClr val="tx2"/>
                </a:solidFill>
              </a:defRPr>
            </a:lvl1pPr>
          </a:lstStyle>
          <a:p>
            <a:r>
              <a:rPr lang="en-US" dirty="0"/>
              <a:t>Click to edit Master title style</a:t>
            </a:r>
          </a:p>
        </p:txBody>
      </p:sp>
      <p:sp>
        <p:nvSpPr>
          <p:cNvPr id="23" name="3. Subtitle">
            <a:extLst>
              <a:ext uri="{FF2B5EF4-FFF2-40B4-BE49-F238E27FC236}">
                <a16:creationId xmlns:a16="http://schemas.microsoft.com/office/drawing/2014/main" id="{08590DB3-FFB4-489D-B120-ADFDC12014DE}"/>
              </a:ext>
            </a:extLst>
          </p:cNvPr>
          <p:cNvSpPr>
            <a:spLocks noGrp="1"/>
          </p:cNvSpPr>
          <p:nvPr>
            <p:ph type="subTitle" idx="1"/>
            <p:custDataLst>
              <p:tags r:id="rId8"/>
            </p:custDataLst>
          </p:nvPr>
        </p:nvSpPr>
        <p:spPr>
          <a:xfrm>
            <a:off x="554736" y="903861"/>
            <a:ext cx="5065776" cy="246221"/>
          </a:xfrm>
        </p:spPr>
        <p:txBody>
          <a:bodyPr anchor="t" anchorCtr="0">
            <a:spAutoFit/>
          </a:bodyPr>
          <a:lstStyle>
            <a:lvl1pPr>
              <a:defRPr>
                <a:solidFill>
                  <a:schemeClr val="tx2"/>
                </a:solidFill>
              </a:defRPr>
            </a:lvl1pPr>
          </a:lstStyle>
          <a:p>
            <a:r>
              <a:rPr lang="en-US" sz="1600" dirty="0"/>
              <a:t>Click to edit Master subtitle style</a:t>
            </a:r>
          </a:p>
        </p:txBody>
      </p:sp>
      <p:sp>
        <p:nvSpPr>
          <p:cNvPr id="24" name="1. On-page tracker">
            <a:extLst>
              <a:ext uri="{FF2B5EF4-FFF2-40B4-BE49-F238E27FC236}">
                <a16:creationId xmlns:a16="http://schemas.microsoft.com/office/drawing/2014/main" id="{CC3A7643-6C17-4DEC-88AD-F79B0F2E7A18}"/>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35185615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65214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783031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bg2"/>
                </a:solidFill>
              </a:rPr>
              <a:t>Source: …</a:t>
            </a:r>
          </a:p>
        </p:txBody>
      </p:sp>
      <p:sp>
        <p:nvSpPr>
          <p:cNvPr id="21" name="2. Slide Title">
            <a:extLst>
              <a:ext uri="{FF2B5EF4-FFF2-40B4-BE49-F238E27FC236}">
                <a16:creationId xmlns:a16="http://schemas.microsoft.com/office/drawing/2014/main" id="{4A5E485D-7560-4AEC-8D55-C1425B9D1F47}"/>
              </a:ext>
            </a:extLst>
          </p:cNvPr>
          <p:cNvSpPr>
            <a:spLocks noGrp="1"/>
          </p:cNvSpPr>
          <p:nvPr>
            <p:ph type="title"/>
            <p:custDataLst>
              <p:tags r:id="rId7"/>
            </p:custDataLst>
          </p:nvPr>
        </p:nvSpPr>
        <p:spPr>
          <a:xfrm>
            <a:off x="554736" y="182372"/>
            <a:ext cx="6967728" cy="731520"/>
          </a:xfrm>
        </p:spPr>
        <p:txBody>
          <a:bodyPr vert="horz"/>
          <a:lstStyle>
            <a:lvl1pPr>
              <a:defRPr>
                <a:solidFill>
                  <a:schemeClr val="tx2"/>
                </a:solidFill>
              </a:defRPr>
            </a:lvl1pPr>
          </a:lstStyle>
          <a:p>
            <a:r>
              <a:rPr lang="en-US"/>
              <a:t>Click to edit Master title style</a:t>
            </a:r>
            <a:endParaRPr lang="en-US" dirty="0"/>
          </a:p>
        </p:txBody>
      </p:sp>
      <p:sp>
        <p:nvSpPr>
          <p:cNvPr id="22" name="3. Subtitle">
            <a:extLst>
              <a:ext uri="{FF2B5EF4-FFF2-40B4-BE49-F238E27FC236}">
                <a16:creationId xmlns:a16="http://schemas.microsoft.com/office/drawing/2014/main" id="{F1301516-07B7-4BE0-9669-E93BD5C22D18}"/>
              </a:ext>
            </a:extLst>
          </p:cNvPr>
          <p:cNvSpPr>
            <a:spLocks noGrp="1"/>
          </p:cNvSpPr>
          <p:nvPr>
            <p:ph type="subTitle" idx="1"/>
            <p:custDataLst>
              <p:tags r:id="rId8"/>
            </p:custDataLst>
          </p:nvPr>
        </p:nvSpPr>
        <p:spPr>
          <a:xfrm>
            <a:off x="554736" y="903861"/>
            <a:ext cx="6967728" cy="246221"/>
          </a:xfrm>
        </p:spPr>
        <p:txBody>
          <a:bodyPr anchor="t" anchorCtr="0">
            <a:spAutoFit/>
          </a:bodyPr>
          <a:lstStyle>
            <a:lvl1pPr>
              <a:defRPr>
                <a:solidFill>
                  <a:schemeClr val="tx2"/>
                </a:solidFill>
              </a:defRPr>
            </a:lvl1pPr>
          </a:lstStyle>
          <a:p>
            <a:r>
              <a:rPr lang="en-US" sz="1600" dirty="0"/>
              <a:t>Click to edit Master subtitle style</a:t>
            </a:r>
          </a:p>
        </p:txBody>
      </p:sp>
      <p:sp>
        <p:nvSpPr>
          <p:cNvPr id="15" name="1. On-page tracker">
            <a:extLst>
              <a:ext uri="{FF2B5EF4-FFF2-40B4-BE49-F238E27FC236}">
                <a16:creationId xmlns:a16="http://schemas.microsoft.com/office/drawing/2014/main" id="{D374A786-7E98-4488-A29B-98B4E357E7B8}"/>
              </a:ext>
            </a:extLst>
          </p:cNvPr>
          <p:cNvSpPr>
            <a:spLocks noGrp="1"/>
          </p:cNvSpPr>
          <p:nvPr>
            <p:ph type="body" sz="quarter" idx="18" hasCustomPrompt="1"/>
            <p:custDataLst>
              <p:tags r:id="rId9"/>
            </p:custDataLst>
          </p:nvPr>
        </p:nvSpPr>
        <p:spPr>
          <a:xfrm>
            <a:off x="8170322" y="78768"/>
            <a:ext cx="3466942" cy="123111"/>
          </a:xfrm>
        </p:spPr>
        <p:txBody>
          <a:bodyPr wrap="square"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14385532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10170600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8F94EA0-F844-4358-BAB1-09AA056D6AC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dirty="0" err="1">
              <a:ln>
                <a:noFill/>
              </a:ln>
              <a:solidFill>
                <a:srgbClr val="051C2C"/>
              </a:solidFill>
              <a:effectLst/>
              <a:uLnTx/>
              <a:uFillTx/>
              <a:latin typeface="Georgia" panose="02040502050405020303" pitchFamily="18" charset="0"/>
              <a:ea typeface="+mj-ea"/>
              <a:cs typeface="+mj-cs"/>
              <a:sym typeface="Georgia" panose="02040502050405020303" pitchFamily="18"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8781416"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21" name="2. Slide Title">
            <a:extLst>
              <a:ext uri="{FF2B5EF4-FFF2-40B4-BE49-F238E27FC236}">
                <a16:creationId xmlns:a16="http://schemas.microsoft.com/office/drawing/2014/main" id="{7387EF73-467A-4B89-B365-A62C8CF7BE39}"/>
              </a:ext>
            </a:extLst>
          </p:cNvPr>
          <p:cNvSpPr>
            <a:spLocks noGrp="1"/>
          </p:cNvSpPr>
          <p:nvPr>
            <p:ph type="title"/>
            <p:custDataLst>
              <p:tags r:id="rId7"/>
            </p:custDataLst>
          </p:nvPr>
        </p:nvSpPr>
        <p:spPr>
          <a:xfrm>
            <a:off x="554736" y="182372"/>
            <a:ext cx="7918704" cy="731520"/>
          </a:xfrm>
        </p:spPr>
        <p:txBody>
          <a:bodyPr vert="horz"/>
          <a:lstStyle>
            <a:lvl1pPr>
              <a:defRPr>
                <a:solidFill>
                  <a:schemeClr val="tx2"/>
                </a:solidFill>
              </a:defRPr>
            </a:lvl1pPr>
          </a:lstStyle>
          <a:p>
            <a:r>
              <a:rPr lang="en-US"/>
              <a:t>Click to edit Master title style</a:t>
            </a:r>
            <a:endParaRPr lang="en-US" dirty="0"/>
          </a:p>
        </p:txBody>
      </p:sp>
      <p:sp>
        <p:nvSpPr>
          <p:cNvPr id="27" name="3. Subtitle">
            <a:extLst>
              <a:ext uri="{FF2B5EF4-FFF2-40B4-BE49-F238E27FC236}">
                <a16:creationId xmlns:a16="http://schemas.microsoft.com/office/drawing/2014/main" id="{274629CD-1AB4-49FA-9F53-76F3C2EB06BF}"/>
              </a:ext>
            </a:extLst>
          </p:cNvPr>
          <p:cNvSpPr>
            <a:spLocks noGrp="1"/>
          </p:cNvSpPr>
          <p:nvPr>
            <p:ph type="subTitle" idx="1"/>
            <p:custDataLst>
              <p:tags r:id="rId8"/>
            </p:custDataLst>
          </p:nvPr>
        </p:nvSpPr>
        <p:spPr>
          <a:xfrm>
            <a:off x="554736" y="903861"/>
            <a:ext cx="7918704" cy="246221"/>
          </a:xfrm>
        </p:spPr>
        <p:txBody>
          <a:bodyPr anchor="t" anchorCtr="0">
            <a:spAutoFit/>
          </a:bodyPr>
          <a:lstStyle>
            <a:lvl1pPr>
              <a:defRPr>
                <a:solidFill>
                  <a:schemeClr val="tx2"/>
                </a:solidFill>
              </a:defRPr>
            </a:lvl1pPr>
          </a:lstStyle>
          <a:p>
            <a:r>
              <a:rPr lang="en-US" sz="1600" dirty="0"/>
              <a:t>Click to edit Master subtitle style</a:t>
            </a:r>
          </a:p>
        </p:txBody>
      </p:sp>
      <p:sp>
        <p:nvSpPr>
          <p:cNvPr id="28" name="1. On-page tracker">
            <a:extLst>
              <a:ext uri="{FF2B5EF4-FFF2-40B4-BE49-F238E27FC236}">
                <a16:creationId xmlns:a16="http://schemas.microsoft.com/office/drawing/2014/main" id="{DF5FDB83-729E-495E-B061-EB75DD93AD7B}"/>
              </a:ext>
            </a:extLst>
          </p:cNvPr>
          <p:cNvSpPr>
            <a:spLocks noGrp="1"/>
          </p:cNvSpPr>
          <p:nvPr>
            <p:ph type="body" sz="quarter" idx="17" hasCustomPrompt="1"/>
            <p:custDataLst>
              <p:tags r:id="rId9"/>
            </p:custDataLst>
          </p:nvPr>
        </p:nvSpPr>
        <p:spPr>
          <a:xfrm>
            <a:off x="9116813" y="78768"/>
            <a:ext cx="2520451" cy="123111"/>
          </a:xfrm>
        </p:spPr>
        <p:txBody>
          <a:bodyPr wrap="square" anchor="ctr" anchorCtr="0">
            <a:spAutoFit/>
          </a:bodyPr>
          <a:lstStyle>
            <a:lvl1pPr algn="r">
              <a:defRPr sz="800">
                <a:latin typeface="+mn-lt"/>
              </a:defRPr>
            </a:lvl1pPr>
          </a:lstStyle>
          <a:p>
            <a:pPr lvl="0"/>
            <a:r>
              <a:rPr lang="en-US" dirty="0"/>
              <a:t>Chapter › Topic</a:t>
            </a:r>
          </a:p>
        </p:txBody>
      </p:sp>
    </p:spTree>
    <p:extLst>
      <p:ext uri="{BB962C8B-B14F-4D97-AF65-F5344CB8AC3E}">
        <p14:creationId xmlns:p14="http://schemas.microsoft.com/office/powerpoint/2010/main" val="18687019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Reverse Contrast 1/2">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B8ACA33-401E-43F4-A170-DD6C5D984D07}"/>
              </a:ext>
            </a:extLst>
          </p:cNvPr>
          <p:cNvGraphicFramePr>
            <a:graphicFrameLocks noChangeAspect="1"/>
          </p:cNvGraphicFramePr>
          <p:nvPr userDrawn="1">
            <p:custDataLst>
              <p:tags r:id="rId1"/>
            </p:custDataLst>
            <p:extLst>
              <p:ext uri="{D42A27DB-BD31-4B8C-83A1-F6EECF244321}">
                <p14:modId xmlns:p14="http://schemas.microsoft.com/office/powerpoint/2010/main" val="189180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4" name="Object 3" hidden="1">
                        <a:extLst>
                          <a:ext uri="{FF2B5EF4-FFF2-40B4-BE49-F238E27FC236}">
                            <a16:creationId xmlns:a16="http://schemas.microsoft.com/office/drawing/2014/main" id="{DB8ACA33-401E-43F4-A170-DD6C5D984D0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4231008-BBCB-47D1-91D5-881CAE172F7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2"/>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tx1"/>
                </a:solidFill>
              </a:rPr>
              <a:t>Source: …</a:t>
            </a:r>
          </a:p>
        </p:txBody>
      </p:sp>
      <p:sp>
        <p:nvSpPr>
          <p:cNvPr id="16" name="2. Slide Title">
            <a:extLst>
              <a:ext uri="{FF2B5EF4-FFF2-40B4-BE49-F238E27FC236}">
                <a16:creationId xmlns:a16="http://schemas.microsoft.com/office/drawing/2014/main" id="{A6572372-0AB1-4E81-BB71-21DAADA26CB0}"/>
              </a:ext>
            </a:extLst>
          </p:cNvPr>
          <p:cNvSpPr>
            <a:spLocks noGrp="1"/>
          </p:cNvSpPr>
          <p:nvPr>
            <p:ph type="title"/>
            <p:custDataLst>
              <p:tags r:id="rId7"/>
            </p:custDataLst>
          </p:nvPr>
        </p:nvSpPr>
        <p:spPr>
          <a:xfrm>
            <a:off x="554736" y="182372"/>
            <a:ext cx="5065776" cy="731520"/>
          </a:xfrm>
        </p:spPr>
        <p:txBody>
          <a:bodyPr vert="horz"/>
          <a:lstStyle>
            <a:lvl1pPr>
              <a:defRPr>
                <a:solidFill>
                  <a:schemeClr val="tx1"/>
                </a:solidFill>
              </a:defRPr>
            </a:lvl1pPr>
          </a:lstStyle>
          <a:p>
            <a:r>
              <a:rPr lang="en-US"/>
              <a:t>Click to edit Master title style</a:t>
            </a:r>
            <a:endParaRPr lang="en-US" dirty="0"/>
          </a:p>
        </p:txBody>
      </p:sp>
      <p:sp>
        <p:nvSpPr>
          <p:cNvPr id="21" name="3. Subtitle">
            <a:extLst>
              <a:ext uri="{FF2B5EF4-FFF2-40B4-BE49-F238E27FC236}">
                <a16:creationId xmlns:a16="http://schemas.microsoft.com/office/drawing/2014/main" id="{ECA9DF7A-E368-4E06-81DB-9573DB7F92EA}"/>
              </a:ext>
            </a:extLst>
          </p:cNvPr>
          <p:cNvSpPr>
            <a:spLocks noGrp="1"/>
          </p:cNvSpPr>
          <p:nvPr>
            <p:ph type="subTitle" idx="1"/>
            <p:custDataLst>
              <p:tags r:id="rId8"/>
            </p:custDataLst>
          </p:nvPr>
        </p:nvSpPr>
        <p:spPr>
          <a:xfrm>
            <a:off x="554736" y="903861"/>
            <a:ext cx="5065776" cy="246221"/>
          </a:xfrm>
        </p:spPr>
        <p:txBody>
          <a:bodyPr anchor="t" anchorCtr="0">
            <a:spAutoFit/>
          </a:bodyPr>
          <a:lstStyle>
            <a:lvl1pPr>
              <a:defRPr>
                <a:solidFill>
                  <a:schemeClr val="tx1"/>
                </a:solidFill>
              </a:defRPr>
            </a:lvl1pPr>
          </a:lstStyle>
          <a:p>
            <a:r>
              <a:rPr lang="en-US" sz="1600" dirty="0"/>
              <a:t>Click to edit Master subtitle style</a:t>
            </a:r>
          </a:p>
        </p:txBody>
      </p:sp>
      <p:sp>
        <p:nvSpPr>
          <p:cNvPr id="24" name="1. On-page tracker">
            <a:extLst>
              <a:ext uri="{FF2B5EF4-FFF2-40B4-BE49-F238E27FC236}">
                <a16:creationId xmlns:a16="http://schemas.microsoft.com/office/drawing/2014/main" id="{0343DE71-74EF-4CF3-AB14-F26D42418051}"/>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solidFill>
                  <a:schemeClr val="tx2"/>
                </a:solidFill>
                <a:latin typeface="+mn-lt"/>
              </a:defRPr>
            </a:lvl1pPr>
          </a:lstStyle>
          <a:p>
            <a:pPr lvl="0"/>
            <a:r>
              <a:rPr lang="en-US" dirty="0"/>
              <a:t>Chapter › Topic</a:t>
            </a:r>
          </a:p>
        </p:txBody>
      </p:sp>
    </p:spTree>
    <p:extLst>
      <p:ext uri="{BB962C8B-B14F-4D97-AF65-F5344CB8AC3E}">
        <p14:creationId xmlns:p14="http://schemas.microsoft.com/office/powerpoint/2010/main" val="27837923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Reverse 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5277506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570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tx1"/>
                </a:solidFill>
              </a:rPr>
              <a:t>Source: …</a:t>
            </a:r>
          </a:p>
        </p:txBody>
      </p:sp>
      <p:sp>
        <p:nvSpPr>
          <p:cNvPr id="21" name="2. Slide Title">
            <a:extLst>
              <a:ext uri="{FF2B5EF4-FFF2-40B4-BE49-F238E27FC236}">
                <a16:creationId xmlns:a16="http://schemas.microsoft.com/office/drawing/2014/main" id="{61BAB226-116B-4061-AAA6-FA0B19E0A17E}"/>
              </a:ext>
            </a:extLst>
          </p:cNvPr>
          <p:cNvSpPr>
            <a:spLocks noGrp="1"/>
          </p:cNvSpPr>
          <p:nvPr>
            <p:ph type="title"/>
            <p:custDataLst>
              <p:tags r:id="rId7"/>
            </p:custDataLst>
          </p:nvPr>
        </p:nvSpPr>
        <p:spPr>
          <a:xfrm>
            <a:off x="554736" y="2743200"/>
            <a:ext cx="3465576" cy="770400"/>
          </a:xfrm>
        </p:spPr>
        <p:txBody>
          <a:bodyPr vert="horz"/>
          <a:lstStyle>
            <a:lvl1pPr>
              <a:defRPr>
                <a:solidFill>
                  <a:schemeClr val="tx1"/>
                </a:solidFill>
              </a:defRPr>
            </a:lvl1pPr>
          </a:lstStyle>
          <a:p>
            <a:r>
              <a:rPr lang="en-US" dirty="0"/>
              <a:t>Click to edit Master title style</a:t>
            </a:r>
          </a:p>
        </p:txBody>
      </p:sp>
      <p:sp>
        <p:nvSpPr>
          <p:cNvPr id="22" name="3. Subtitle">
            <a:extLst>
              <a:ext uri="{FF2B5EF4-FFF2-40B4-BE49-F238E27FC236}">
                <a16:creationId xmlns:a16="http://schemas.microsoft.com/office/drawing/2014/main" id="{901EC9FA-65C7-4AC6-A9AC-B43BD4264291}"/>
              </a:ext>
            </a:extLst>
          </p:cNvPr>
          <p:cNvSpPr>
            <a:spLocks noGrp="1"/>
          </p:cNvSpPr>
          <p:nvPr>
            <p:ph type="subTitle" idx="1"/>
            <p:custDataLst>
              <p:tags r:id="rId8"/>
            </p:custDataLst>
          </p:nvPr>
        </p:nvSpPr>
        <p:spPr>
          <a:xfrm>
            <a:off x="554736" y="3661200"/>
            <a:ext cx="3465576" cy="244800"/>
          </a:xfrm>
        </p:spPr>
        <p:txBody>
          <a:bodyPr anchor="t" anchorCtr="0">
            <a:spAutoFit/>
          </a:bodyPr>
          <a:lstStyle>
            <a:lvl1pPr>
              <a:defRPr>
                <a:solidFill>
                  <a:schemeClr val="tx1"/>
                </a:solidFill>
              </a:defRPr>
            </a:lvl1pPr>
          </a:lstStyle>
          <a:p>
            <a:r>
              <a:rPr lang="en-US" sz="1600" dirty="0"/>
              <a:t>Click to edit Master subtitle style</a:t>
            </a:r>
          </a:p>
        </p:txBody>
      </p:sp>
      <p:sp>
        <p:nvSpPr>
          <p:cNvPr id="23" name="1. On-page tracker">
            <a:extLst>
              <a:ext uri="{FF2B5EF4-FFF2-40B4-BE49-F238E27FC236}">
                <a16:creationId xmlns:a16="http://schemas.microsoft.com/office/drawing/2014/main" id="{A75CDD39-93AC-4160-B69B-06F75E5A85A6}"/>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solidFill>
                  <a:schemeClr val="tx2"/>
                </a:solidFill>
                <a:latin typeface="+mn-lt"/>
              </a:defRPr>
            </a:lvl1pPr>
          </a:lstStyle>
          <a:p>
            <a:pPr lvl="0"/>
            <a:r>
              <a:rPr lang="en-US" dirty="0"/>
              <a:t>Chapter › Topic</a:t>
            </a:r>
          </a:p>
        </p:txBody>
      </p:sp>
    </p:spTree>
    <p:extLst>
      <p:ext uri="{BB962C8B-B14F-4D97-AF65-F5344CB8AC3E}">
        <p14:creationId xmlns:p14="http://schemas.microsoft.com/office/powerpoint/2010/main" val="2879495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Reverse 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34713505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5702"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2"/>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solidFill>
                  <a:schemeClr val="tx1"/>
                </a:solidFill>
              </a:rPr>
              <a:t>Source: …</a:t>
            </a:r>
          </a:p>
        </p:txBody>
      </p:sp>
      <p:sp>
        <p:nvSpPr>
          <p:cNvPr id="24" name="2. Slide Title">
            <a:extLst>
              <a:ext uri="{FF2B5EF4-FFF2-40B4-BE49-F238E27FC236}">
                <a16:creationId xmlns:a16="http://schemas.microsoft.com/office/drawing/2014/main" id="{931FDB32-E5DC-4F7F-A1B1-FB3CC830903E}"/>
              </a:ext>
            </a:extLst>
          </p:cNvPr>
          <p:cNvSpPr>
            <a:spLocks noGrp="1"/>
          </p:cNvSpPr>
          <p:nvPr>
            <p:ph type="title" hasCustomPrompt="1"/>
            <p:custDataLst>
              <p:tags r:id="rId7"/>
            </p:custDataLst>
          </p:nvPr>
        </p:nvSpPr>
        <p:spPr>
          <a:xfrm>
            <a:off x="554736" y="2743200"/>
            <a:ext cx="2514600" cy="770400"/>
          </a:xfrm>
        </p:spPr>
        <p:txBody>
          <a:bodyPr vert="horz"/>
          <a:lstStyle>
            <a:lvl1pPr>
              <a:defRPr>
                <a:solidFill>
                  <a:schemeClr val="tx1"/>
                </a:solidFill>
              </a:defRPr>
            </a:lvl1pPr>
          </a:lstStyle>
          <a:p>
            <a:r>
              <a:rPr lang="en-US" dirty="0"/>
              <a:t>Click to edit title style</a:t>
            </a:r>
          </a:p>
        </p:txBody>
      </p:sp>
      <p:sp>
        <p:nvSpPr>
          <p:cNvPr id="25" name="3. Subtitle">
            <a:extLst>
              <a:ext uri="{FF2B5EF4-FFF2-40B4-BE49-F238E27FC236}">
                <a16:creationId xmlns:a16="http://schemas.microsoft.com/office/drawing/2014/main" id="{04057707-3F89-441E-A13E-6FCB40A78D50}"/>
              </a:ext>
            </a:extLst>
          </p:cNvPr>
          <p:cNvSpPr>
            <a:spLocks noGrp="1"/>
          </p:cNvSpPr>
          <p:nvPr>
            <p:ph type="subTitle" idx="1" hasCustomPrompt="1"/>
            <p:custDataLst>
              <p:tags r:id="rId8"/>
            </p:custDataLst>
          </p:nvPr>
        </p:nvSpPr>
        <p:spPr>
          <a:xfrm>
            <a:off x="554736" y="3661200"/>
            <a:ext cx="2514600" cy="246221"/>
          </a:xfrm>
        </p:spPr>
        <p:txBody>
          <a:bodyPr anchor="t" anchorCtr="0">
            <a:spAutoFit/>
          </a:bodyPr>
          <a:lstStyle>
            <a:lvl1pPr>
              <a:defRPr>
                <a:solidFill>
                  <a:schemeClr val="tx1"/>
                </a:solidFill>
              </a:defRPr>
            </a:lvl1pPr>
          </a:lstStyle>
          <a:p>
            <a:r>
              <a:rPr lang="en-US" sz="1600" dirty="0"/>
              <a:t>Click to edit subtitle style</a:t>
            </a:r>
          </a:p>
        </p:txBody>
      </p:sp>
      <p:sp>
        <p:nvSpPr>
          <p:cNvPr id="26" name="1. On-page tracker">
            <a:extLst>
              <a:ext uri="{FF2B5EF4-FFF2-40B4-BE49-F238E27FC236}">
                <a16:creationId xmlns:a16="http://schemas.microsoft.com/office/drawing/2014/main" id="{95F50EB6-435E-4A8C-B188-9BE2198DB2B9}"/>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solidFill>
                  <a:schemeClr val="tx2"/>
                </a:solidFill>
                <a:latin typeface="+mn-lt"/>
              </a:defRPr>
            </a:lvl1pPr>
          </a:lstStyle>
          <a:p>
            <a:pPr lvl="0"/>
            <a:r>
              <a:rPr lang="en-US" dirty="0"/>
              <a:t>Chapter › Topic</a:t>
            </a:r>
          </a:p>
        </p:txBody>
      </p:sp>
    </p:spTree>
    <p:extLst>
      <p:ext uri="{BB962C8B-B14F-4D97-AF65-F5344CB8AC3E}">
        <p14:creationId xmlns:p14="http://schemas.microsoft.com/office/powerpoint/2010/main" val="13798855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ontrast 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US" dirty="0"/>
              <a:t>Click to edit Master title style</a:t>
            </a:r>
          </a:p>
        </p:txBody>
      </p:sp>
      <p:sp>
        <p:nvSpPr>
          <p:cNvPr id="10" name="5. Source" hidden="1">
            <a:extLst>
              <a:ext uri="{FF2B5EF4-FFF2-40B4-BE49-F238E27FC236}">
                <a16:creationId xmlns:a16="http://schemas.microsoft.com/office/drawing/2014/main" id="{67B1A162-B59D-4B89-B39B-FBDD9E751175}"/>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4511BB28-C86B-4C18-B1A3-EF33CF458B8E}"/>
              </a:ext>
            </a:extLst>
          </p:cNvPr>
          <p:cNvSpPr>
            <a:spLocks noGrp="1"/>
          </p:cNvSpPr>
          <p:nvPr>
            <p:ph type="body" sz="quarter" idx="17" hasCustomPrompt="1"/>
            <p:custDataLst>
              <p:tags r:id="rId5"/>
            </p:custDataLst>
          </p:nvPr>
        </p:nvSpPr>
        <p:spPr>
          <a:xfrm>
            <a:off x="7156704" y="78768"/>
            <a:ext cx="4480560" cy="123111"/>
          </a:xfrm>
        </p:spPr>
        <p:txBody>
          <a:bodyPr anchor="ctr" anchorCtr="0">
            <a:spAutoFit/>
          </a:bodyPr>
          <a:lstStyle>
            <a:lvl1pPr algn="r">
              <a:defRPr sz="800">
                <a:solidFill>
                  <a:schemeClr val="tx1"/>
                </a:solidFill>
                <a:latin typeface="+mn-lt"/>
              </a:defRPr>
            </a:lvl1pPr>
          </a:lstStyle>
          <a:p>
            <a:pPr lvl="0"/>
            <a:r>
              <a:rPr lang="en-US" dirty="0"/>
              <a:t>Chapter › Topic</a:t>
            </a:r>
          </a:p>
        </p:txBody>
      </p:sp>
    </p:spTree>
    <p:extLst>
      <p:ext uri="{BB962C8B-B14F-4D97-AF65-F5344CB8AC3E}">
        <p14:creationId xmlns:p14="http://schemas.microsoft.com/office/powerpoint/2010/main" val="15464079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ontrast Custom">
    <p:spTree>
      <p:nvGrpSpPr>
        <p:cNvPr id="1" name=""/>
        <p:cNvGrpSpPr/>
        <p:nvPr/>
      </p:nvGrpSpPr>
      <p:grpSpPr>
        <a:xfrm>
          <a:off x="0" y="0"/>
          <a:ext cx="0" cy="0"/>
          <a:chOff x="0" y="0"/>
          <a:chExt cx="0" cy="0"/>
        </a:xfrm>
      </p:grpSpPr>
      <p:sp>
        <p:nvSpPr>
          <p:cNvPr id="4" name="SlideLogoText">
            <a:extLst>
              <a:ext uri="{FF2B5EF4-FFF2-40B4-BE49-F238E27FC236}">
                <a16:creationId xmlns:a16="http://schemas.microsoft.com/office/drawing/2014/main" id="{2F705A80-1DB0-43C3-A71A-9587E6BCC3AD}"/>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McKinsey &amp; Company</a:t>
            </a:r>
          </a:p>
        </p:txBody>
      </p:sp>
      <p:sp>
        <p:nvSpPr>
          <p:cNvPr id="5" name="Slide Number">
            <a:extLst>
              <a:ext uri="{FF2B5EF4-FFF2-40B4-BE49-F238E27FC236}">
                <a16:creationId xmlns:a16="http://schemas.microsoft.com/office/drawing/2014/main" id="{4833D5AF-2A75-4978-AA54-00BA594BBA72}"/>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8684DB6-320C-4E95-A29C-791B412C8164}"/>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7" name="1. On-page tracker">
            <a:extLst>
              <a:ext uri="{FF2B5EF4-FFF2-40B4-BE49-F238E27FC236}">
                <a16:creationId xmlns:a16="http://schemas.microsoft.com/office/drawing/2014/main" id="{AD9436C5-E5F5-42BD-9013-D04449180E92}"/>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solidFill>
                  <a:schemeClr val="tx1"/>
                </a:solidFill>
                <a:latin typeface="+mn-lt"/>
              </a:defRPr>
            </a:lvl1pPr>
          </a:lstStyle>
          <a:p>
            <a:pPr lvl="0"/>
            <a:r>
              <a:rPr lang="en-US" dirty="0"/>
              <a:t>Chapter › Topic</a:t>
            </a:r>
          </a:p>
        </p:txBody>
      </p:sp>
    </p:spTree>
    <p:extLst>
      <p:ext uri="{BB962C8B-B14F-4D97-AF65-F5344CB8AC3E}">
        <p14:creationId xmlns:p14="http://schemas.microsoft.com/office/powerpoint/2010/main" val="3196490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Contrast End">
    <p:bg>
      <p:bgPr>
        <a:solidFill>
          <a:srgbClr val="FFFFFF"/>
        </a:solidFill>
        <a:effectLst/>
      </p:bgPr>
    </p:bg>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CA123D5B-74B8-F064-78F4-0D9EDB033343}"/>
              </a:ext>
            </a:extLst>
          </p:cNvPr>
          <p:cNvPicPr>
            <a:picLocks noChangeAspect="1"/>
          </p:cNvPicPr>
          <p:nvPr userDrawn="1">
            <p:custDataLst>
              <p:tags r:id="rId1"/>
            </p:custDataLst>
          </p:nvPr>
        </p:nvPicPr>
        <p:blipFill>
          <a:blip r:embed="rId6"/>
          <a:stretch>
            <a:fillRect/>
          </a:stretch>
        </p:blipFill>
        <p:spPr>
          <a:xfrm>
            <a:off x="0" y="0"/>
            <a:ext cx="12192000" cy="6858000"/>
          </a:xfrm>
          <a:prstGeom prst="rect">
            <a:avLst/>
          </a:prstGeom>
        </p:spPr>
      </p:pic>
      <p:graphicFrame>
        <p:nvGraphicFramePr>
          <p:cNvPr id="2" name="Object 1" hidden="1">
            <a:extLst>
              <a:ext uri="{FF2B5EF4-FFF2-40B4-BE49-F238E27FC236}">
                <a16:creationId xmlns:a16="http://schemas.microsoft.com/office/drawing/2014/main" id="{D491B0EE-37B4-4A8C-9C8F-48909747EA09}"/>
              </a:ext>
            </a:extLst>
          </p:cNvPr>
          <p:cNvGraphicFramePr>
            <a:graphicFrameLocks noChangeAspect="1"/>
          </p:cNvGraphicFramePr>
          <p:nvPr userDrawn="1">
            <p:custDataLst>
              <p:tags r:id="rId2"/>
            </p:custDataLst>
            <p:extLst>
              <p:ext uri="{D42A27DB-BD31-4B8C-83A1-F6EECF244321}">
                <p14:modId xmlns:p14="http://schemas.microsoft.com/office/powerpoint/2010/main" val="1842263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44" imgH="344" progId="TCLayout.ActiveDocument.1">
                  <p:embed/>
                </p:oleObj>
              </mc:Choice>
              <mc:Fallback>
                <p:oleObj name="think-cell Slide" r:id="rId7" imgW="344" imgH="344" progId="TCLayout.ActiveDocument.1">
                  <p:embed/>
                  <p:pic>
                    <p:nvPicPr>
                      <p:cNvPr id="2" name="Object 1" hidden="1">
                        <a:extLst>
                          <a:ext uri="{FF2B5EF4-FFF2-40B4-BE49-F238E27FC236}">
                            <a16:creationId xmlns:a16="http://schemas.microsoft.com/office/drawing/2014/main" id="{D491B0EE-37B4-4A8C-9C8F-48909747EA09}"/>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grpSp>
        <p:nvGrpSpPr>
          <p:cNvPr id="13" name="logoimage">
            <a:extLst>
              <a:ext uri="{FF2B5EF4-FFF2-40B4-BE49-F238E27FC236}">
                <a16:creationId xmlns:a16="http://schemas.microsoft.com/office/drawing/2014/main" id="{AD0997EF-FD61-992F-A8FF-31AE0FC310F2}"/>
              </a:ext>
            </a:extLst>
          </p:cNvPr>
          <p:cNvGrpSpPr/>
          <p:nvPr userDrawn="1">
            <p:custDataLst>
              <p:tags r:id="rId3"/>
            </p:custDataLst>
          </p:nvPr>
        </p:nvGrpSpPr>
        <p:grpSpPr>
          <a:xfrm>
            <a:off x="549271" y="481161"/>
            <a:ext cx="1893202" cy="585216"/>
            <a:chOff x="549271" y="481161"/>
            <a:chExt cx="1893202" cy="585216"/>
          </a:xfrm>
        </p:grpSpPr>
        <p:sp>
          <p:nvSpPr>
            <p:cNvPr id="8" name="AutoShape 3">
              <a:extLst>
                <a:ext uri="{FF2B5EF4-FFF2-40B4-BE49-F238E27FC236}">
                  <a16:creationId xmlns:a16="http://schemas.microsoft.com/office/drawing/2014/main" id="{FD120780-E7D0-42EA-AB5A-363335299EBE}"/>
                </a:ext>
              </a:extLst>
            </p:cNvPr>
            <p:cNvSpPr>
              <a:spLocks noChangeAspect="1" noChangeArrowheads="1" noTextEdit="1"/>
            </p:cNvSpPr>
            <p:nvPr userDrawn="1"/>
          </p:nvSpPr>
          <p:spPr bwMode="black">
            <a:xfrm>
              <a:off x="549271" y="481161"/>
              <a:ext cx="1893202"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9" name="Freeform 5">
              <a:extLst>
                <a:ext uri="{FF2B5EF4-FFF2-40B4-BE49-F238E27FC236}">
                  <a16:creationId xmlns:a16="http://schemas.microsoft.com/office/drawing/2014/main" id="{A9C60168-96E8-4CC3-91EC-B2F7F57959D9}"/>
                </a:ext>
              </a:extLst>
            </p:cNvPr>
            <p:cNvSpPr>
              <a:spLocks noEditPoints="1"/>
            </p:cNvSpPr>
            <p:nvPr userDrawn="1"/>
          </p:nvSpPr>
          <p:spPr bwMode="black">
            <a:xfrm>
              <a:off x="549271" y="481408"/>
              <a:ext cx="1893202"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grpSp>
      <p:sp>
        <p:nvSpPr>
          <p:cNvPr id="10" name="5. Source" hidden="1">
            <a:extLst>
              <a:ext uri="{FF2B5EF4-FFF2-40B4-BE49-F238E27FC236}">
                <a16:creationId xmlns:a16="http://schemas.microsoft.com/office/drawing/2014/main" id="{EED9D83D-9CC3-45F3-876D-CC42BC0B70E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Tree>
    <p:extLst>
      <p:ext uri="{BB962C8B-B14F-4D97-AF65-F5344CB8AC3E}">
        <p14:creationId xmlns:p14="http://schemas.microsoft.com/office/powerpoint/2010/main" val="138970500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tags" Target="../tags/tag2.xml"/><Relationship Id="rId20" Type="http://schemas.openxmlformats.org/officeDocument/2006/relationships/tags" Target="../tags/tag3.xml"/><Relationship Id="rId21" Type="http://schemas.openxmlformats.org/officeDocument/2006/relationships/tags" Target="../tags/tag4.xml"/><Relationship Id="rId22" Type="http://schemas.openxmlformats.org/officeDocument/2006/relationships/tags" Target="../tags/tag5.xml"/><Relationship Id="rId23" Type="http://schemas.openxmlformats.org/officeDocument/2006/relationships/tags" Target="../tags/tag6.xml"/><Relationship Id="rId24" Type="http://schemas.openxmlformats.org/officeDocument/2006/relationships/tags" Target="../tags/tag7.xml"/><Relationship Id="rId25" Type="http://schemas.openxmlformats.org/officeDocument/2006/relationships/tags" Target="../tags/tag8.xml"/><Relationship Id="rId26" Type="http://schemas.openxmlformats.org/officeDocument/2006/relationships/tags" Target="../tags/tag9.xml"/><Relationship Id="rId27" Type="http://schemas.openxmlformats.org/officeDocument/2006/relationships/tags" Target="../tags/tag10.xml"/><Relationship Id="rId28" Type="http://schemas.openxmlformats.org/officeDocument/2006/relationships/tags" Target="../tags/tag11.xml"/><Relationship Id="rId29" Type="http://schemas.openxmlformats.org/officeDocument/2006/relationships/tags" Target="../tags/tag12.xml"/><Relationship Id="rId30" Type="http://schemas.openxmlformats.org/officeDocument/2006/relationships/tags" Target="../tags/tag13.xml"/><Relationship Id="rId31" Type="http://schemas.openxmlformats.org/officeDocument/2006/relationships/tags" Target="../tags/tag14.xml"/><Relationship Id="rId32" Type="http://schemas.openxmlformats.org/officeDocument/2006/relationships/tags" Target="../tags/tag15.xml"/><Relationship Id="rId33" Type="http://schemas.openxmlformats.org/officeDocument/2006/relationships/tags" Target="../tags/tag16.xml"/><Relationship Id="rId34" Type="http://schemas.openxmlformats.org/officeDocument/2006/relationships/tags" Target="../tags/tag17.xml"/><Relationship Id="rId35" Type="http://schemas.openxmlformats.org/officeDocument/2006/relationships/tags" Target="../tags/tag18.xml"/><Relationship Id="rId36" Type="http://schemas.openxmlformats.org/officeDocument/2006/relationships/tags" Target="../tags/tag19.xml"/><Relationship Id="rId37" Type="http://schemas.openxmlformats.org/officeDocument/2006/relationships/tags" Target="../tags/tag20.xml"/><Relationship Id="rId38" Type="http://schemas.openxmlformats.org/officeDocument/2006/relationships/tags" Target="../tags/tag21.xml"/><Relationship Id="rId39" Type="http://schemas.openxmlformats.org/officeDocument/2006/relationships/tags" Target="../tags/tag22.xml"/><Relationship Id="rId40" Type="http://schemas.openxmlformats.org/officeDocument/2006/relationships/oleObject" Target="../embeddings/oleObject1.bin"/><Relationship Id="rId41" Type="http://schemas.openxmlformats.org/officeDocument/2006/relationships/image" Target="../media/image1.emf"/><Relationship Id="rId42"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 Id="rId9" Type="http://schemas.openxmlformats.org/officeDocument/2006/relationships/slideLayout" Target="../slideLayouts/slideLayout26.xml"/><Relationship Id="rId10" Type="http://schemas.openxmlformats.org/officeDocument/2006/relationships/slideLayout" Target="../slideLayouts/slideLayout27.xml"/><Relationship Id="rId11" Type="http://schemas.openxmlformats.org/officeDocument/2006/relationships/slideLayout" Target="../slideLayouts/slideLayout28.xml"/><Relationship Id="rId12" Type="http://schemas.openxmlformats.org/officeDocument/2006/relationships/slideLayout" Target="../slideLayouts/slideLayout29.xml"/><Relationship Id="rId13" Type="http://schemas.openxmlformats.org/officeDocument/2006/relationships/slideLayout" Target="../slideLayouts/slideLayout30.xml"/><Relationship Id="rId14" Type="http://schemas.openxmlformats.org/officeDocument/2006/relationships/slideLayout" Target="../slideLayouts/slideLayout31.xml"/><Relationship Id="rId15" Type="http://schemas.openxmlformats.org/officeDocument/2006/relationships/slideLayout" Target="../slideLayouts/slideLayout32.xml"/><Relationship Id="rId16" Type="http://schemas.openxmlformats.org/officeDocument/2006/relationships/slideLayout" Target="../slideLayouts/slideLayout33.xml"/><Relationship Id="rId17" Type="http://schemas.openxmlformats.org/officeDocument/2006/relationships/slideLayout" Target="../slideLayouts/slideLayout34.xml"/><Relationship Id="rId18" Type="http://schemas.openxmlformats.org/officeDocument/2006/relationships/theme" Target="../theme/theme2.xml"/><Relationship Id="rId19" Type="http://schemas.openxmlformats.org/officeDocument/2006/relationships/tags" Target="../tags/tag140.xml"/><Relationship Id="rId20" Type="http://schemas.openxmlformats.org/officeDocument/2006/relationships/tags" Target="../tags/tag141.xml"/><Relationship Id="rId21" Type="http://schemas.openxmlformats.org/officeDocument/2006/relationships/tags" Target="../tags/tag142.xml"/><Relationship Id="rId22" Type="http://schemas.openxmlformats.org/officeDocument/2006/relationships/tags" Target="../tags/tag143.xml"/><Relationship Id="rId23" Type="http://schemas.openxmlformats.org/officeDocument/2006/relationships/tags" Target="../tags/tag144.xml"/><Relationship Id="rId24" Type="http://schemas.openxmlformats.org/officeDocument/2006/relationships/tags" Target="../tags/tag145.xml"/><Relationship Id="rId25" Type="http://schemas.openxmlformats.org/officeDocument/2006/relationships/tags" Target="../tags/tag146.xml"/><Relationship Id="rId26" Type="http://schemas.openxmlformats.org/officeDocument/2006/relationships/tags" Target="../tags/tag147.xml"/><Relationship Id="rId27" Type="http://schemas.openxmlformats.org/officeDocument/2006/relationships/tags" Target="../tags/tag148.xml"/><Relationship Id="rId28" Type="http://schemas.openxmlformats.org/officeDocument/2006/relationships/tags" Target="../tags/tag149.xml"/><Relationship Id="rId29" Type="http://schemas.openxmlformats.org/officeDocument/2006/relationships/tags" Target="../tags/tag150.xml"/><Relationship Id="rId30" Type="http://schemas.openxmlformats.org/officeDocument/2006/relationships/tags" Target="../tags/tag151.xml"/><Relationship Id="rId31" Type="http://schemas.openxmlformats.org/officeDocument/2006/relationships/tags" Target="../tags/tag152.xml"/><Relationship Id="rId32" Type="http://schemas.openxmlformats.org/officeDocument/2006/relationships/tags" Target="../tags/tag153.xml"/><Relationship Id="rId33" Type="http://schemas.openxmlformats.org/officeDocument/2006/relationships/tags" Target="../tags/tag154.xml"/><Relationship Id="rId34" Type="http://schemas.openxmlformats.org/officeDocument/2006/relationships/tags" Target="../tags/tag155.xml"/><Relationship Id="rId35" Type="http://schemas.openxmlformats.org/officeDocument/2006/relationships/tags" Target="../tags/tag156.xml"/><Relationship Id="rId36" Type="http://schemas.openxmlformats.org/officeDocument/2006/relationships/tags" Target="../tags/tag157.xml"/><Relationship Id="rId37" Type="http://schemas.openxmlformats.org/officeDocument/2006/relationships/tags" Target="../tags/tag158.xml"/><Relationship Id="rId38" Type="http://schemas.openxmlformats.org/officeDocument/2006/relationships/tags" Target="../tags/tag159.xml"/><Relationship Id="rId39" Type="http://schemas.openxmlformats.org/officeDocument/2006/relationships/tags" Target="../tags/tag160.xml"/><Relationship Id="rId40" Type="http://schemas.openxmlformats.org/officeDocument/2006/relationships/oleObject" Target="../embeddings/oleObject13.bin"/><Relationship Id="rId41" Type="http://schemas.openxmlformats.org/officeDocument/2006/relationships/image" Target="../media/image5.emf"/><Relationship Id="rId42" Type="http://schemas.openxmlformats.org/officeDocument/2006/relationships/image" Target="../media/image8.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19"/>
            </p:custDataLst>
            <p:extLst>
              <p:ext uri="{D42A27DB-BD31-4B8C-83A1-F6EECF244321}">
                <p14:modId xmlns:p14="http://schemas.microsoft.com/office/powerpoint/2010/main" val="15842838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0" imgW="413" imgH="416" progId="TCLayout.ActiveDocument.1">
                  <p:embed/>
                </p:oleObj>
              </mc:Choice>
              <mc:Fallback>
                <p:oleObj name="think-cell Slide" r:id="rId40"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userDrawn="1">
            <p:custDataLst>
              <p:tags r:id="rId20"/>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21"/>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McKinsey &amp; Company</a:t>
            </a: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2"/>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3"/>
            </p:custDataLst>
          </p:nvPr>
        </p:nvSpPr>
        <p:spPr>
          <a:xfrm>
            <a:off x="554736" y="172212"/>
            <a:ext cx="11082528" cy="731520"/>
          </a:xfrm>
          <a:prstGeom prst="rect">
            <a:avLst/>
          </a:prstGeom>
        </p:spPr>
        <p:txBody>
          <a:bodyPr vert="horz" wrap="square" lIns="0" tIns="0" rIns="0" bIns="0" rtlCol="0" anchor="b" anchorCtr="0">
            <a:noAutofit/>
          </a:bodyPr>
          <a:lstStyle/>
          <a:p>
            <a:r>
              <a:rPr lang="en-US"/>
              <a:t>Click to edit Master title style</a:t>
            </a:r>
            <a:endParaRPr lang="en-US" dirty="0"/>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6" name="Grid" hidden="1">
            <a:extLst>
              <a:ext uri="{FF2B5EF4-FFF2-40B4-BE49-F238E27FC236}">
                <a16:creationId xmlns:a16="http://schemas.microsoft.com/office/drawing/2014/main" id="{6579EC00-B6CE-6B6A-27BD-68A33477E9F1}"/>
              </a:ext>
            </a:extLst>
          </p:cNvPr>
          <p:cNvPicPr>
            <a:picLocks noChangeAspect="1"/>
          </p:cNvPicPr>
          <p:nvPr userDrawn="1">
            <p:custDataLst>
              <p:tags r:id="rId24"/>
            </p:custDataLst>
          </p:nvPr>
        </p:nvPicPr>
        <p:blipFill>
          <a:blip>
            <a:extLst>
              <a:ext uri="{96DAC541-7B7A-43D3-8B79-37D633B846F1}">
                <asvg:svgBlip xmlns:asvg="http://schemas.microsoft.com/office/drawing/2016/SVG/main" r:embed="rId42"/>
              </a:ext>
            </a:extLst>
          </a:blip>
          <a:stretch>
            <a:fillRect/>
          </a:stretch>
        </p:blipFill>
        <p:spPr>
          <a:xfrm>
            <a:off x="3699" y="0"/>
            <a:ext cx="12184602" cy="6858000"/>
          </a:xfrm>
          <a:prstGeom prst="rect">
            <a:avLst/>
          </a:prstGeom>
        </p:spPr>
      </p:pic>
      <p:grpSp>
        <p:nvGrpSpPr>
          <p:cNvPr id="187" name="LegendBoxes" hidden="1">
            <a:extLst>
              <a:ext uri="{FF2B5EF4-FFF2-40B4-BE49-F238E27FC236}">
                <a16:creationId xmlns:a16="http://schemas.microsoft.com/office/drawing/2014/main" id="{5048A9C9-0655-49B2-A283-6A54678F321B}"/>
              </a:ext>
            </a:extLst>
          </p:cNvPr>
          <p:cNvGrpSpPr/>
          <p:nvPr userDrawn="1"/>
        </p:nvGrpSpPr>
        <p:grpSpPr>
          <a:xfrm>
            <a:off x="10728000" y="4323600"/>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grpSp>
        <p:nvGrpSpPr>
          <p:cNvPr id="4" name="LegendMoons" hidden="1">
            <a:extLst>
              <a:ext uri="{FF2B5EF4-FFF2-40B4-BE49-F238E27FC236}">
                <a16:creationId xmlns:a16="http://schemas.microsoft.com/office/drawing/2014/main" id="{A74D0957-B8E1-0203-5942-B3CDCECEFC07}"/>
              </a:ext>
            </a:extLst>
          </p:cNvPr>
          <p:cNvGrpSpPr/>
          <p:nvPr userDrawn="1"/>
        </p:nvGrpSpPr>
        <p:grpSpPr>
          <a:xfrm>
            <a:off x="10692000" y="1339200"/>
            <a:ext cx="1023616" cy="1731859"/>
            <a:chOff x="7723680" y="1702457"/>
            <a:chExt cx="1023616" cy="1731859"/>
          </a:xfrm>
        </p:grpSpPr>
        <p:sp>
          <p:nvSpPr>
            <p:cNvPr id="5" name="Legend1">
              <a:extLst>
                <a:ext uri="{FF2B5EF4-FFF2-40B4-BE49-F238E27FC236}">
                  <a16:creationId xmlns:a16="http://schemas.microsoft.com/office/drawing/2014/main" id="{A579D789-E781-7373-9902-2ED2044F84A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6" name="Legend2">
              <a:extLst>
                <a:ext uri="{FF2B5EF4-FFF2-40B4-BE49-F238E27FC236}">
                  <a16:creationId xmlns:a16="http://schemas.microsoft.com/office/drawing/2014/main" id="{AE219666-526F-9C6F-0799-DEDE1ED7C6B4}"/>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7" name="Legend3">
              <a:extLst>
                <a:ext uri="{FF2B5EF4-FFF2-40B4-BE49-F238E27FC236}">
                  <a16:creationId xmlns:a16="http://schemas.microsoft.com/office/drawing/2014/main" id="{22CE313E-44F3-0F57-9118-789F5A7E4BE2}"/>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8" name="Legend4">
              <a:extLst>
                <a:ext uri="{FF2B5EF4-FFF2-40B4-BE49-F238E27FC236}">
                  <a16:creationId xmlns:a16="http://schemas.microsoft.com/office/drawing/2014/main" id="{D0B5E1D7-1CD7-D84F-3620-B4FA0EF324DB}"/>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9" name="Legend5">
              <a:extLst>
                <a:ext uri="{FF2B5EF4-FFF2-40B4-BE49-F238E27FC236}">
                  <a16:creationId xmlns:a16="http://schemas.microsoft.com/office/drawing/2014/main" id="{F40C396B-7721-8A80-0BC4-C8F93B6E54CA}"/>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nvGrpSpPr>
            <p:cNvPr id="10" name="MoonLegend1">
              <a:extLst>
                <a:ext uri="{FF2B5EF4-FFF2-40B4-BE49-F238E27FC236}">
                  <a16:creationId xmlns:a16="http://schemas.microsoft.com/office/drawing/2014/main" id="{D19BD4EA-9682-50D3-B979-152445E49E10}"/>
                </a:ext>
              </a:extLst>
            </p:cNvPr>
            <p:cNvGrpSpPr>
              <a:grpSpLocks noChangeAspect="1"/>
            </p:cNvGrpSpPr>
            <p:nvPr>
              <p:custDataLst>
                <p:tags r:id="rId25"/>
              </p:custDataLst>
            </p:nvPr>
          </p:nvGrpSpPr>
          <p:grpSpPr>
            <a:xfrm>
              <a:off x="7723680" y="1702457"/>
              <a:ext cx="228600" cy="228600"/>
              <a:chOff x="762000" y="1270000"/>
              <a:chExt cx="254000" cy="254000"/>
            </a:xfrm>
          </p:grpSpPr>
          <p:sp>
            <p:nvSpPr>
              <p:cNvPr id="24" name="Oval 23">
                <a:extLst>
                  <a:ext uri="{FF2B5EF4-FFF2-40B4-BE49-F238E27FC236}">
                    <a16:creationId xmlns:a16="http://schemas.microsoft.com/office/drawing/2014/main" id="{4A0B6C31-1F56-F41C-44CD-9D5FBF4D0344}"/>
                  </a:ext>
                </a:extLst>
              </p:cNvPr>
              <p:cNvSpPr/>
              <p:nvPr>
                <p:custDataLst>
                  <p:tags r:id="rId38"/>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25" name="Arc 24" hidden="1">
                <a:extLst>
                  <a:ext uri="{FF2B5EF4-FFF2-40B4-BE49-F238E27FC236}">
                    <a16:creationId xmlns:a16="http://schemas.microsoft.com/office/drawing/2014/main" id="{B50CF1FE-8D31-700D-F0C2-ACB607372AE4}"/>
                  </a:ext>
                </a:extLst>
              </p:cNvPr>
              <p:cNvSpPr/>
              <p:nvPr>
                <p:custDataLst>
                  <p:tags r:id="rId39"/>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 name="MoonLegend2">
              <a:extLst>
                <a:ext uri="{FF2B5EF4-FFF2-40B4-BE49-F238E27FC236}">
                  <a16:creationId xmlns:a16="http://schemas.microsoft.com/office/drawing/2014/main" id="{E34FB525-F2A2-061A-A353-799809BF5FC7}"/>
                </a:ext>
              </a:extLst>
            </p:cNvPr>
            <p:cNvGrpSpPr>
              <a:grpSpLocks noChangeAspect="1"/>
            </p:cNvGrpSpPr>
            <p:nvPr>
              <p:custDataLst>
                <p:tags r:id="rId26"/>
              </p:custDataLst>
            </p:nvPr>
          </p:nvGrpSpPr>
          <p:grpSpPr>
            <a:xfrm>
              <a:off x="7723680" y="2078270"/>
              <a:ext cx="228600" cy="228600"/>
              <a:chOff x="762000" y="1270000"/>
              <a:chExt cx="254000" cy="254000"/>
            </a:xfrm>
          </p:grpSpPr>
          <p:sp>
            <p:nvSpPr>
              <p:cNvPr id="22" name="Oval 21">
                <a:extLst>
                  <a:ext uri="{FF2B5EF4-FFF2-40B4-BE49-F238E27FC236}">
                    <a16:creationId xmlns:a16="http://schemas.microsoft.com/office/drawing/2014/main" id="{0DC6EA1B-42E3-0F8A-87FD-05CAF1FDA5FA}"/>
                  </a:ext>
                </a:extLst>
              </p:cNvPr>
              <p:cNvSpPr/>
              <p:nvPr>
                <p:custDataLst>
                  <p:tags r:id="rId36"/>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23" name="Arc 22">
                <a:extLst>
                  <a:ext uri="{FF2B5EF4-FFF2-40B4-BE49-F238E27FC236}">
                    <a16:creationId xmlns:a16="http://schemas.microsoft.com/office/drawing/2014/main" id="{349961EB-4044-DDFA-0CF7-F5D66FDD64FA}"/>
                  </a:ext>
                </a:extLst>
              </p:cNvPr>
              <p:cNvSpPr/>
              <p:nvPr>
                <p:custDataLst>
                  <p:tags r:id="rId37"/>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2" name="MoonLegend3">
              <a:extLst>
                <a:ext uri="{FF2B5EF4-FFF2-40B4-BE49-F238E27FC236}">
                  <a16:creationId xmlns:a16="http://schemas.microsoft.com/office/drawing/2014/main" id="{81D58525-2DB4-58E3-4841-2B88C4F9BBE1}"/>
                </a:ext>
              </a:extLst>
            </p:cNvPr>
            <p:cNvGrpSpPr>
              <a:grpSpLocks noChangeAspect="1"/>
            </p:cNvGrpSpPr>
            <p:nvPr>
              <p:custDataLst>
                <p:tags r:id="rId27"/>
              </p:custDataLst>
            </p:nvPr>
          </p:nvGrpSpPr>
          <p:grpSpPr>
            <a:xfrm>
              <a:off x="7723680" y="2454085"/>
              <a:ext cx="228600" cy="228600"/>
              <a:chOff x="762000" y="1270000"/>
              <a:chExt cx="254000" cy="254000"/>
            </a:xfrm>
          </p:grpSpPr>
          <p:sp>
            <p:nvSpPr>
              <p:cNvPr id="20" name="Oval 19">
                <a:extLst>
                  <a:ext uri="{FF2B5EF4-FFF2-40B4-BE49-F238E27FC236}">
                    <a16:creationId xmlns:a16="http://schemas.microsoft.com/office/drawing/2014/main" id="{6D052903-9CD8-AB5E-E69F-03405F848828}"/>
                  </a:ext>
                </a:extLst>
              </p:cNvPr>
              <p:cNvSpPr/>
              <p:nvPr>
                <p:custDataLst>
                  <p:tags r:id="rId34"/>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21" name="Arc 20">
                <a:extLst>
                  <a:ext uri="{FF2B5EF4-FFF2-40B4-BE49-F238E27FC236}">
                    <a16:creationId xmlns:a16="http://schemas.microsoft.com/office/drawing/2014/main" id="{BB370F7E-886E-6962-667A-24DD8C636B1C}"/>
                  </a:ext>
                </a:extLst>
              </p:cNvPr>
              <p:cNvSpPr/>
              <p:nvPr>
                <p:custDataLst>
                  <p:tags r:id="rId35"/>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 name="MoonLegend4">
              <a:extLst>
                <a:ext uri="{FF2B5EF4-FFF2-40B4-BE49-F238E27FC236}">
                  <a16:creationId xmlns:a16="http://schemas.microsoft.com/office/drawing/2014/main" id="{12DC2918-BD74-B2EB-0BB2-D46E7084496E}"/>
                </a:ext>
              </a:extLst>
            </p:cNvPr>
            <p:cNvGrpSpPr>
              <a:grpSpLocks noChangeAspect="1"/>
            </p:cNvGrpSpPr>
            <p:nvPr>
              <p:custDataLst>
                <p:tags r:id="rId28"/>
              </p:custDataLst>
            </p:nvPr>
          </p:nvGrpSpPr>
          <p:grpSpPr>
            <a:xfrm>
              <a:off x="7723680" y="2829900"/>
              <a:ext cx="228600" cy="228600"/>
              <a:chOff x="762000" y="1270000"/>
              <a:chExt cx="254000" cy="254000"/>
            </a:xfrm>
          </p:grpSpPr>
          <p:sp>
            <p:nvSpPr>
              <p:cNvPr id="18" name="Oval 17">
                <a:extLst>
                  <a:ext uri="{FF2B5EF4-FFF2-40B4-BE49-F238E27FC236}">
                    <a16:creationId xmlns:a16="http://schemas.microsoft.com/office/drawing/2014/main" id="{78309338-2E0C-8EAB-278B-36BB84E8955A}"/>
                  </a:ext>
                </a:extLst>
              </p:cNvPr>
              <p:cNvSpPr/>
              <p:nvPr>
                <p:custDataLst>
                  <p:tags r:id="rId32"/>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9" name="Arc 18">
                <a:extLst>
                  <a:ext uri="{FF2B5EF4-FFF2-40B4-BE49-F238E27FC236}">
                    <a16:creationId xmlns:a16="http://schemas.microsoft.com/office/drawing/2014/main" id="{28AA2C47-9903-4C18-8098-1106BE8B1977}"/>
                  </a:ext>
                </a:extLst>
              </p:cNvPr>
              <p:cNvSpPr/>
              <p:nvPr>
                <p:custDataLst>
                  <p:tags r:id="rId33"/>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 name="MoonLegend5">
              <a:extLst>
                <a:ext uri="{FF2B5EF4-FFF2-40B4-BE49-F238E27FC236}">
                  <a16:creationId xmlns:a16="http://schemas.microsoft.com/office/drawing/2014/main" id="{85016F10-0401-6973-A0D0-23D227FF8FED}"/>
                </a:ext>
              </a:extLst>
            </p:cNvPr>
            <p:cNvGrpSpPr>
              <a:grpSpLocks noChangeAspect="1"/>
            </p:cNvGrpSpPr>
            <p:nvPr>
              <p:custDataLst>
                <p:tags r:id="rId29"/>
              </p:custDataLst>
            </p:nvPr>
          </p:nvGrpSpPr>
          <p:grpSpPr>
            <a:xfrm>
              <a:off x="7723680" y="3205716"/>
              <a:ext cx="228600" cy="228600"/>
              <a:chOff x="762000" y="1270000"/>
              <a:chExt cx="254000" cy="254000"/>
            </a:xfrm>
          </p:grpSpPr>
          <p:sp>
            <p:nvSpPr>
              <p:cNvPr id="15" name="Oval 14">
                <a:extLst>
                  <a:ext uri="{FF2B5EF4-FFF2-40B4-BE49-F238E27FC236}">
                    <a16:creationId xmlns:a16="http://schemas.microsoft.com/office/drawing/2014/main" id="{88041A10-C91C-7EF2-F7EA-D1D0412188C6}"/>
                  </a:ext>
                </a:extLst>
              </p:cNvPr>
              <p:cNvSpPr/>
              <p:nvPr>
                <p:custDataLst>
                  <p:tags r:id="rId30"/>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7" name="Arc 16">
                <a:extLst>
                  <a:ext uri="{FF2B5EF4-FFF2-40B4-BE49-F238E27FC236}">
                    <a16:creationId xmlns:a16="http://schemas.microsoft.com/office/drawing/2014/main" id="{B1A7ADC8-55DF-963B-3C8A-AAB44F2EF672}"/>
                  </a:ext>
                </a:extLst>
              </p:cNvPr>
              <p:cNvSpPr/>
              <p:nvPr>
                <p:custDataLst>
                  <p:tags r:id="rId31"/>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userDrawn="1"/>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Sticker</a:t>
              </a:r>
              <a:endParaRPr lang="en-US" sz="800" baseline="0" dirty="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userDrawn="1"/>
        </p:nvGrpSpPr>
        <p:grpSpPr>
          <a:xfrm>
            <a:off x="10440000" y="3243600"/>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grpSp>
    </p:spTree>
    <p:extLst>
      <p:ext uri="{BB962C8B-B14F-4D97-AF65-F5344CB8AC3E}">
        <p14:creationId xmlns:p14="http://schemas.microsoft.com/office/powerpoint/2010/main" val="2969229741"/>
      </p:ext>
    </p:extLst>
  </p:cSld>
  <p:clrMap bg1="lt1" tx1="dk1" bg2="lt2" tx2="dk2" accent1="accent1" accent2="accent2" accent3="accent3" accent4="accent4" accent5="accent5" accent6="accent6" hlink="hlink" folHlink="folHlink"/>
  <p:sldLayoutIdLst>
    <p:sldLayoutId id="2147483794" r:id="rId1"/>
    <p:sldLayoutId id="2147483654" r:id="rId2"/>
    <p:sldLayoutId id="2147483807" r:id="rId3"/>
    <p:sldLayoutId id="2147483800" r:id="rId4"/>
    <p:sldLayoutId id="2147483659" r:id="rId5"/>
    <p:sldLayoutId id="2147483804" r:id="rId6"/>
    <p:sldLayoutId id="2147483886" r:id="rId7"/>
    <p:sldLayoutId id="2147483887" r:id="rId8"/>
    <p:sldLayoutId id="2147483888" r:id="rId9"/>
    <p:sldLayoutId id="2147483889" r:id="rId10"/>
    <p:sldLayoutId id="2147483890" r:id="rId11"/>
    <p:sldLayoutId id="2147483879" r:id="rId12"/>
    <p:sldLayoutId id="2147483706" r:id="rId13"/>
    <p:sldLayoutId id="2147483718" r:id="rId14"/>
    <p:sldLayoutId id="2147483901" r:id="rId15"/>
    <p:sldLayoutId id="2147483902" r:id="rId16"/>
    <p:sldLayoutId id="2147483903" r:id="rId17"/>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8800E62-ECD5-472D-995B-013B57BB4C07}"/>
              </a:ext>
            </a:extLst>
          </p:cNvPr>
          <p:cNvGraphicFramePr>
            <a:graphicFrameLocks noChangeAspect="1"/>
          </p:cNvGraphicFramePr>
          <p:nvPr userDrawn="1">
            <p:custDataLst>
              <p:tags r:id="rId19"/>
            </p:custDataLst>
            <p:extLst>
              <p:ext uri="{D42A27DB-BD31-4B8C-83A1-F6EECF244321}">
                <p14:modId xmlns:p14="http://schemas.microsoft.com/office/powerpoint/2010/main" val="23644373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0" imgW="344" imgH="344" progId="TCLayout.ActiveDocument.1">
                  <p:embed/>
                </p:oleObj>
              </mc:Choice>
              <mc:Fallback>
                <p:oleObj name="think-cell Slide" r:id="rId40" imgW="344" imgH="344" progId="TCLayout.ActiveDocument.1">
                  <p:embed/>
                  <p:pic>
                    <p:nvPicPr>
                      <p:cNvPr id="3" name="Object 2" hidden="1">
                        <a:extLst>
                          <a:ext uri="{FF2B5EF4-FFF2-40B4-BE49-F238E27FC236}">
                            <a16:creationId xmlns:a16="http://schemas.microsoft.com/office/drawing/2014/main" id="{08800E62-ECD5-472D-995B-013B57BB4C07}"/>
                          </a:ext>
                        </a:extLst>
                      </p:cNvPr>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D1744EB-7E76-4AE2-88F6-C0D4CE03B5BB}"/>
              </a:ext>
            </a:extLst>
          </p:cNvPr>
          <p:cNvSpPr/>
          <p:nvPr userDrawn="1">
            <p:custDataLst>
              <p:tags r:id="rId20"/>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2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53" name="2. Slide Title">
            <a:extLst>
              <a:ext uri="{FF2B5EF4-FFF2-40B4-BE49-F238E27FC236}">
                <a16:creationId xmlns:a16="http://schemas.microsoft.com/office/drawing/2014/main" id="{7C8D601E-A2E1-4979-AE83-B694B9829662}"/>
              </a:ext>
            </a:extLst>
          </p:cNvPr>
          <p:cNvSpPr>
            <a:spLocks noGrp="1"/>
          </p:cNvSpPr>
          <p:nvPr>
            <p:ph type="title"/>
            <p:custDataLst>
              <p:tags r:id="rId22"/>
            </p:custDataLst>
          </p:nvPr>
        </p:nvSpPr>
        <p:spPr>
          <a:xfrm>
            <a:off x="554736" y="172212"/>
            <a:ext cx="11082528" cy="731520"/>
          </a:xfrm>
          <a:prstGeom prst="rect">
            <a:avLst/>
          </a:prstGeom>
        </p:spPr>
        <p:txBody>
          <a:bodyPr vert="horz" wrap="square" lIns="0" tIns="0" rIns="0" bIns="0" rtlCol="0" anchor="b" anchorCtr="0">
            <a:noAutofit/>
          </a:bodyPr>
          <a:lstStyle/>
          <a:p>
            <a:r>
              <a:rPr lang="en-US" dirty="0"/>
              <a:t>Click to edit Master title style</a:t>
            </a:r>
          </a:p>
        </p:txBody>
      </p:sp>
      <p:sp>
        <p:nvSpPr>
          <p:cNvPr id="54" name="Text Placeholder 2">
            <a:extLst>
              <a:ext uri="{FF2B5EF4-FFF2-40B4-BE49-F238E27FC236}">
                <a16:creationId xmlns:a16="http://schemas.microsoft.com/office/drawing/2014/main" id="{6A9C4AD8-E579-4AD3-9B92-5A31AC8DDA01}"/>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5" name="Grid" hidden="1">
            <a:extLst>
              <a:ext uri="{FF2B5EF4-FFF2-40B4-BE49-F238E27FC236}">
                <a16:creationId xmlns:a16="http://schemas.microsoft.com/office/drawing/2014/main" id="{4ADF17BC-6AB0-D905-BDC8-DB658360EB6C}"/>
              </a:ext>
            </a:extLst>
          </p:cNvPr>
          <p:cNvPicPr>
            <a:picLocks noChangeAspect="1"/>
          </p:cNvPicPr>
          <p:nvPr userDrawn="1">
            <p:custDataLst>
              <p:tags r:id="rId23"/>
            </p:custDataLst>
          </p:nvPr>
        </p:nvPicPr>
        <p:blipFill>
          <a:blip>
            <a:extLst>
              <a:ext uri="{96DAC541-7B7A-43D3-8B79-37D633B846F1}">
                <asvg:svgBlip xmlns:asvg="http://schemas.microsoft.com/office/drawing/2016/SVG/main" r:embed="rId42"/>
              </a:ext>
            </a:extLst>
          </a:blip>
          <a:stretch>
            <a:fillRect/>
          </a:stretch>
        </p:blipFill>
        <p:spPr>
          <a:xfrm>
            <a:off x="3699" y="0"/>
            <a:ext cx="12184602" cy="6858000"/>
          </a:xfrm>
          <a:prstGeom prst="rect">
            <a:avLst/>
          </a:prstGeom>
        </p:spPr>
      </p:pic>
      <p:sp>
        <p:nvSpPr>
          <p:cNvPr id="145" name="4. Footnote" hidden="1">
            <a:extLst>
              <a:ext uri="{FF2B5EF4-FFF2-40B4-BE49-F238E27FC236}">
                <a16:creationId xmlns:a16="http://schemas.microsoft.com/office/drawing/2014/main" id="{56E3DC21-21DB-42FE-8721-1BC0E89F13AE}"/>
              </a:ext>
            </a:extLst>
          </p:cNvPr>
          <p:cNvSpPr txBox="1"/>
          <p:nvPr userDrawn="1">
            <p:custDataLst>
              <p:tags r:id="rId24"/>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Footnotes</a:t>
            </a:r>
          </a:p>
        </p:txBody>
      </p:sp>
      <p:grpSp>
        <p:nvGrpSpPr>
          <p:cNvPr id="185" name="LegendBoxes" hidden="1">
            <a:extLst>
              <a:ext uri="{FF2B5EF4-FFF2-40B4-BE49-F238E27FC236}">
                <a16:creationId xmlns:a16="http://schemas.microsoft.com/office/drawing/2014/main" id="{28785628-9685-42DD-85C6-4A7FDEAEB9E4}"/>
              </a:ext>
            </a:extLst>
          </p:cNvPr>
          <p:cNvGrpSpPr/>
          <p:nvPr userDrawn="1"/>
        </p:nvGrpSpPr>
        <p:grpSpPr>
          <a:xfrm>
            <a:off x="10722394" y="4323600"/>
            <a:ext cx="984864" cy="1717282"/>
            <a:chOff x="9585951" y="2980105"/>
            <a:chExt cx="984864" cy="1717282"/>
          </a:xfrm>
        </p:grpSpPr>
        <p:sp>
          <p:nvSpPr>
            <p:cNvPr id="186" name="RectangleLegend1">
              <a:extLst>
                <a:ext uri="{FF2B5EF4-FFF2-40B4-BE49-F238E27FC236}">
                  <a16:creationId xmlns:a16="http://schemas.microsoft.com/office/drawing/2014/main" id="{F6C915EA-5130-4DA7-8B9A-5E522A1DBE2F}"/>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7" name="RectangleLegend2">
              <a:extLst>
                <a:ext uri="{FF2B5EF4-FFF2-40B4-BE49-F238E27FC236}">
                  <a16:creationId xmlns:a16="http://schemas.microsoft.com/office/drawing/2014/main" id="{056BAC0D-94D9-4BAA-A238-909A42CD485B}"/>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8" name="RectangleLegend3">
              <a:extLst>
                <a:ext uri="{FF2B5EF4-FFF2-40B4-BE49-F238E27FC236}">
                  <a16:creationId xmlns:a16="http://schemas.microsoft.com/office/drawing/2014/main" id="{BC7BB400-0474-421B-B1C4-D9D83F8D7025}"/>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4">
              <a:extLst>
                <a:ext uri="{FF2B5EF4-FFF2-40B4-BE49-F238E27FC236}">
                  <a16:creationId xmlns:a16="http://schemas.microsoft.com/office/drawing/2014/main" id="{5D84FBCC-8195-429D-ADA2-ADF26D0822E2}"/>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5">
              <a:extLst>
                <a:ext uri="{FF2B5EF4-FFF2-40B4-BE49-F238E27FC236}">
                  <a16:creationId xmlns:a16="http://schemas.microsoft.com/office/drawing/2014/main" id="{655825D0-671B-44EC-90C5-7913A4E7BAB9}"/>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Legend1">
              <a:extLst>
                <a:ext uri="{FF2B5EF4-FFF2-40B4-BE49-F238E27FC236}">
                  <a16:creationId xmlns:a16="http://schemas.microsoft.com/office/drawing/2014/main" id="{CD018A8B-4FD0-4C99-AA47-D684D1049136}"/>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2" name="Legend2">
              <a:extLst>
                <a:ext uri="{FF2B5EF4-FFF2-40B4-BE49-F238E27FC236}">
                  <a16:creationId xmlns:a16="http://schemas.microsoft.com/office/drawing/2014/main" id="{24E194E3-38A9-4A3A-AEBA-D1DCF1935051}"/>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3" name="Legend3">
              <a:extLst>
                <a:ext uri="{FF2B5EF4-FFF2-40B4-BE49-F238E27FC236}">
                  <a16:creationId xmlns:a16="http://schemas.microsoft.com/office/drawing/2014/main" id="{DCCF084D-A8B2-46B3-BE03-CFDA8E58B2B9}"/>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4" name="Legend4">
              <a:extLst>
                <a:ext uri="{FF2B5EF4-FFF2-40B4-BE49-F238E27FC236}">
                  <a16:creationId xmlns:a16="http://schemas.microsoft.com/office/drawing/2014/main" id="{0E49468C-EFEE-4C9A-BECB-CC10BE34BF4B}"/>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5" name="Legend5">
              <a:extLst>
                <a:ext uri="{FF2B5EF4-FFF2-40B4-BE49-F238E27FC236}">
                  <a16:creationId xmlns:a16="http://schemas.microsoft.com/office/drawing/2014/main" id="{443480AB-89E7-497E-A131-91869590BDB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grpSp>
        <p:nvGrpSpPr>
          <p:cNvPr id="4" name="LegendMoons" hidden="1">
            <a:extLst>
              <a:ext uri="{FF2B5EF4-FFF2-40B4-BE49-F238E27FC236}">
                <a16:creationId xmlns:a16="http://schemas.microsoft.com/office/drawing/2014/main" id="{78CA310D-6D76-F64D-43BD-A9F8058D0B83}"/>
              </a:ext>
            </a:extLst>
          </p:cNvPr>
          <p:cNvGrpSpPr/>
          <p:nvPr userDrawn="1"/>
        </p:nvGrpSpPr>
        <p:grpSpPr>
          <a:xfrm>
            <a:off x="10692000" y="1339200"/>
            <a:ext cx="1023616" cy="1731859"/>
            <a:chOff x="7723680" y="1702457"/>
            <a:chExt cx="1023616" cy="1731859"/>
          </a:xfrm>
        </p:grpSpPr>
        <p:sp>
          <p:nvSpPr>
            <p:cNvPr id="5" name="Legend1">
              <a:extLst>
                <a:ext uri="{FF2B5EF4-FFF2-40B4-BE49-F238E27FC236}">
                  <a16:creationId xmlns:a16="http://schemas.microsoft.com/office/drawing/2014/main" id="{5EB4C1BD-D02B-BD12-5727-6F58C39BD4CB}"/>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6" name="Legend2">
              <a:extLst>
                <a:ext uri="{FF2B5EF4-FFF2-40B4-BE49-F238E27FC236}">
                  <a16:creationId xmlns:a16="http://schemas.microsoft.com/office/drawing/2014/main" id="{760D5CA7-F2EA-45CF-81C8-C3EDA5FA3954}"/>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7" name="Legend3">
              <a:extLst>
                <a:ext uri="{FF2B5EF4-FFF2-40B4-BE49-F238E27FC236}">
                  <a16:creationId xmlns:a16="http://schemas.microsoft.com/office/drawing/2014/main" id="{EB43A491-1FC0-C08D-DC0F-9312F78D3BB5}"/>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8" name="Legend4">
              <a:extLst>
                <a:ext uri="{FF2B5EF4-FFF2-40B4-BE49-F238E27FC236}">
                  <a16:creationId xmlns:a16="http://schemas.microsoft.com/office/drawing/2014/main" id="{41DC0170-C64F-96F4-DD57-F6BBE781B8CA}"/>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9" name="Legend5">
              <a:extLst>
                <a:ext uri="{FF2B5EF4-FFF2-40B4-BE49-F238E27FC236}">
                  <a16:creationId xmlns:a16="http://schemas.microsoft.com/office/drawing/2014/main" id="{7E1C2B9C-8B0A-AC6B-B386-E28E8F253128}"/>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nvGrpSpPr>
            <p:cNvPr id="10" name="MoonLegend1">
              <a:extLst>
                <a:ext uri="{FF2B5EF4-FFF2-40B4-BE49-F238E27FC236}">
                  <a16:creationId xmlns:a16="http://schemas.microsoft.com/office/drawing/2014/main" id="{C1E862B0-BA6B-93BC-31CC-9EDF1CA824BB}"/>
                </a:ext>
              </a:extLst>
            </p:cNvPr>
            <p:cNvGrpSpPr>
              <a:grpSpLocks noChangeAspect="1"/>
            </p:cNvGrpSpPr>
            <p:nvPr>
              <p:custDataLst>
                <p:tags r:id="rId25"/>
              </p:custDataLst>
            </p:nvPr>
          </p:nvGrpSpPr>
          <p:grpSpPr>
            <a:xfrm>
              <a:off x="7723680" y="1702457"/>
              <a:ext cx="228600" cy="228600"/>
              <a:chOff x="762000" y="1270000"/>
              <a:chExt cx="254000" cy="254000"/>
            </a:xfrm>
          </p:grpSpPr>
          <p:sp>
            <p:nvSpPr>
              <p:cNvPr id="23" name="Oval 22">
                <a:extLst>
                  <a:ext uri="{FF2B5EF4-FFF2-40B4-BE49-F238E27FC236}">
                    <a16:creationId xmlns:a16="http://schemas.microsoft.com/office/drawing/2014/main" id="{34A84F48-2944-98CC-156D-EC5FA62990B9}"/>
                  </a:ext>
                </a:extLst>
              </p:cNvPr>
              <p:cNvSpPr/>
              <p:nvPr>
                <p:custDataLst>
                  <p:tags r:id="rId38"/>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24" name="Arc 23" hidden="1">
                <a:extLst>
                  <a:ext uri="{FF2B5EF4-FFF2-40B4-BE49-F238E27FC236}">
                    <a16:creationId xmlns:a16="http://schemas.microsoft.com/office/drawing/2014/main" id="{49AE9D7C-3BC5-C5DD-0AFA-71D915D9D8D1}"/>
                  </a:ext>
                </a:extLst>
              </p:cNvPr>
              <p:cNvSpPr/>
              <p:nvPr>
                <p:custDataLst>
                  <p:tags r:id="rId39"/>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 name="MoonLegend2">
              <a:extLst>
                <a:ext uri="{FF2B5EF4-FFF2-40B4-BE49-F238E27FC236}">
                  <a16:creationId xmlns:a16="http://schemas.microsoft.com/office/drawing/2014/main" id="{3623EFE0-7A55-35A0-763D-A7CCEABC5767}"/>
                </a:ext>
              </a:extLst>
            </p:cNvPr>
            <p:cNvGrpSpPr>
              <a:grpSpLocks noChangeAspect="1"/>
            </p:cNvGrpSpPr>
            <p:nvPr>
              <p:custDataLst>
                <p:tags r:id="rId26"/>
              </p:custDataLst>
            </p:nvPr>
          </p:nvGrpSpPr>
          <p:grpSpPr>
            <a:xfrm>
              <a:off x="7723680" y="2078270"/>
              <a:ext cx="228600" cy="228600"/>
              <a:chOff x="762000" y="1270000"/>
              <a:chExt cx="254000" cy="254000"/>
            </a:xfrm>
          </p:grpSpPr>
          <p:sp>
            <p:nvSpPr>
              <p:cNvPr id="21" name="Oval 20">
                <a:extLst>
                  <a:ext uri="{FF2B5EF4-FFF2-40B4-BE49-F238E27FC236}">
                    <a16:creationId xmlns:a16="http://schemas.microsoft.com/office/drawing/2014/main" id="{FA3B4311-025C-426B-9E06-BDDA476EF4AE}"/>
                  </a:ext>
                </a:extLst>
              </p:cNvPr>
              <p:cNvSpPr/>
              <p:nvPr>
                <p:custDataLst>
                  <p:tags r:id="rId36"/>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22" name="Arc 21">
                <a:extLst>
                  <a:ext uri="{FF2B5EF4-FFF2-40B4-BE49-F238E27FC236}">
                    <a16:creationId xmlns:a16="http://schemas.microsoft.com/office/drawing/2014/main" id="{9ABB8959-417A-20E2-3BFB-820D653F8B1E}"/>
                  </a:ext>
                </a:extLst>
              </p:cNvPr>
              <p:cNvSpPr/>
              <p:nvPr>
                <p:custDataLst>
                  <p:tags r:id="rId37"/>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2" name="MoonLegend3">
              <a:extLst>
                <a:ext uri="{FF2B5EF4-FFF2-40B4-BE49-F238E27FC236}">
                  <a16:creationId xmlns:a16="http://schemas.microsoft.com/office/drawing/2014/main" id="{7A7E4CBF-9B94-C8D7-EF8F-9662FD33055A}"/>
                </a:ext>
              </a:extLst>
            </p:cNvPr>
            <p:cNvGrpSpPr>
              <a:grpSpLocks noChangeAspect="1"/>
            </p:cNvGrpSpPr>
            <p:nvPr>
              <p:custDataLst>
                <p:tags r:id="rId27"/>
              </p:custDataLst>
            </p:nvPr>
          </p:nvGrpSpPr>
          <p:grpSpPr>
            <a:xfrm>
              <a:off x="7723680" y="2454085"/>
              <a:ext cx="228600" cy="228600"/>
              <a:chOff x="762000" y="1270000"/>
              <a:chExt cx="254000" cy="254000"/>
            </a:xfrm>
          </p:grpSpPr>
          <p:sp>
            <p:nvSpPr>
              <p:cNvPr id="19" name="Oval 18">
                <a:extLst>
                  <a:ext uri="{FF2B5EF4-FFF2-40B4-BE49-F238E27FC236}">
                    <a16:creationId xmlns:a16="http://schemas.microsoft.com/office/drawing/2014/main" id="{25A66490-5468-AC46-5ED5-E8212992AFCC}"/>
                  </a:ext>
                </a:extLst>
              </p:cNvPr>
              <p:cNvSpPr/>
              <p:nvPr>
                <p:custDataLst>
                  <p:tags r:id="rId34"/>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20" name="Arc 19">
                <a:extLst>
                  <a:ext uri="{FF2B5EF4-FFF2-40B4-BE49-F238E27FC236}">
                    <a16:creationId xmlns:a16="http://schemas.microsoft.com/office/drawing/2014/main" id="{2164DC02-AF00-DEB2-344B-46D05BDC2865}"/>
                  </a:ext>
                </a:extLst>
              </p:cNvPr>
              <p:cNvSpPr/>
              <p:nvPr>
                <p:custDataLst>
                  <p:tags r:id="rId35"/>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 name="MoonLegend4">
              <a:extLst>
                <a:ext uri="{FF2B5EF4-FFF2-40B4-BE49-F238E27FC236}">
                  <a16:creationId xmlns:a16="http://schemas.microsoft.com/office/drawing/2014/main" id="{37ACCC41-9C6B-7C20-5C62-B34B467FA718}"/>
                </a:ext>
              </a:extLst>
            </p:cNvPr>
            <p:cNvGrpSpPr>
              <a:grpSpLocks noChangeAspect="1"/>
            </p:cNvGrpSpPr>
            <p:nvPr>
              <p:custDataLst>
                <p:tags r:id="rId28"/>
              </p:custDataLst>
            </p:nvPr>
          </p:nvGrpSpPr>
          <p:grpSpPr>
            <a:xfrm>
              <a:off x="7723680" y="2829900"/>
              <a:ext cx="228600" cy="228600"/>
              <a:chOff x="762000" y="1270000"/>
              <a:chExt cx="254000" cy="254000"/>
            </a:xfrm>
          </p:grpSpPr>
          <p:sp>
            <p:nvSpPr>
              <p:cNvPr id="17" name="Oval 16">
                <a:extLst>
                  <a:ext uri="{FF2B5EF4-FFF2-40B4-BE49-F238E27FC236}">
                    <a16:creationId xmlns:a16="http://schemas.microsoft.com/office/drawing/2014/main" id="{14731651-049D-FD74-10A9-3B77CDA9C266}"/>
                  </a:ext>
                </a:extLst>
              </p:cNvPr>
              <p:cNvSpPr/>
              <p:nvPr>
                <p:custDataLst>
                  <p:tags r:id="rId32"/>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8" name="Arc 17">
                <a:extLst>
                  <a:ext uri="{FF2B5EF4-FFF2-40B4-BE49-F238E27FC236}">
                    <a16:creationId xmlns:a16="http://schemas.microsoft.com/office/drawing/2014/main" id="{5AADA01A-6C4E-7E32-6930-9C7BE1CCCDFC}"/>
                  </a:ext>
                </a:extLst>
              </p:cNvPr>
              <p:cNvSpPr/>
              <p:nvPr>
                <p:custDataLst>
                  <p:tags r:id="rId33"/>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 name="MoonLegend5">
              <a:extLst>
                <a:ext uri="{FF2B5EF4-FFF2-40B4-BE49-F238E27FC236}">
                  <a16:creationId xmlns:a16="http://schemas.microsoft.com/office/drawing/2014/main" id="{E9C1FE7B-027B-2A18-4D77-A6B6DC1EDC9F}"/>
                </a:ext>
              </a:extLst>
            </p:cNvPr>
            <p:cNvGrpSpPr>
              <a:grpSpLocks noChangeAspect="1"/>
            </p:cNvGrpSpPr>
            <p:nvPr>
              <p:custDataLst>
                <p:tags r:id="rId29"/>
              </p:custDataLst>
            </p:nvPr>
          </p:nvGrpSpPr>
          <p:grpSpPr>
            <a:xfrm>
              <a:off x="7723680" y="3205716"/>
              <a:ext cx="228600" cy="228600"/>
              <a:chOff x="762000" y="1270000"/>
              <a:chExt cx="254000" cy="254000"/>
            </a:xfrm>
          </p:grpSpPr>
          <p:sp>
            <p:nvSpPr>
              <p:cNvPr id="15" name="Oval 14">
                <a:extLst>
                  <a:ext uri="{FF2B5EF4-FFF2-40B4-BE49-F238E27FC236}">
                    <a16:creationId xmlns:a16="http://schemas.microsoft.com/office/drawing/2014/main" id="{25520F20-D7D9-7F64-BF4E-B26721F00ED8}"/>
                  </a:ext>
                </a:extLst>
              </p:cNvPr>
              <p:cNvSpPr/>
              <p:nvPr>
                <p:custDataLst>
                  <p:tags r:id="rId30"/>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
            <p:nvSpPr>
              <p:cNvPr id="16" name="Arc 15">
                <a:extLst>
                  <a:ext uri="{FF2B5EF4-FFF2-40B4-BE49-F238E27FC236}">
                    <a16:creationId xmlns:a16="http://schemas.microsoft.com/office/drawing/2014/main" id="{1AC3D5E5-FFBA-7695-4382-807739B76632}"/>
                  </a:ext>
                </a:extLst>
              </p:cNvPr>
              <p:cNvSpPr/>
              <p:nvPr>
                <p:custDataLst>
                  <p:tags r:id="rId31"/>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7" name="Sticker" hidden="1">
            <a:extLst>
              <a:ext uri="{FF2B5EF4-FFF2-40B4-BE49-F238E27FC236}">
                <a16:creationId xmlns:a16="http://schemas.microsoft.com/office/drawing/2014/main" id="{174FA759-1A16-45E2-B8DB-6AC61DFC92D4}"/>
              </a:ext>
            </a:extLst>
          </p:cNvPr>
          <p:cNvGrpSpPr>
            <a:grpSpLocks noChangeAspect="1"/>
          </p:cNvGrpSpPr>
          <p:nvPr userDrawn="1"/>
        </p:nvGrpSpPr>
        <p:grpSpPr bwMode="gray">
          <a:xfrm>
            <a:off x="559460" y="1289273"/>
            <a:ext cx="428337" cy="156997"/>
            <a:chOff x="8456447" y="272180"/>
            <a:chExt cx="322188" cy="156966"/>
          </a:xfrm>
        </p:grpSpPr>
        <p:sp>
          <p:nvSpPr>
            <p:cNvPr id="168" name="StickerRectangle">
              <a:extLst>
                <a:ext uri="{FF2B5EF4-FFF2-40B4-BE49-F238E27FC236}">
                  <a16:creationId xmlns:a16="http://schemas.microsoft.com/office/drawing/2014/main" id="{99FB5892-A9FF-4D0E-8661-19A39D5E096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Sticker</a:t>
              </a:r>
              <a:endParaRPr lang="en-US" sz="800" baseline="0" dirty="0">
                <a:solidFill>
                  <a:schemeClr val="tx1"/>
                </a:solidFill>
                <a:latin typeface="+mn-lt"/>
                <a:ea typeface="+mn-ea"/>
              </a:endParaRPr>
            </a:p>
          </p:txBody>
        </p:sp>
        <p:cxnSp>
          <p:nvCxnSpPr>
            <p:cNvPr id="169" name="StickerUnderline">
              <a:extLst>
                <a:ext uri="{FF2B5EF4-FFF2-40B4-BE49-F238E27FC236}">
                  <a16:creationId xmlns:a16="http://schemas.microsoft.com/office/drawing/2014/main" id="{B821CB31-49E5-49E7-966F-3C5449557168}"/>
                </a:ext>
              </a:extLst>
            </p:cNvPr>
            <p:cNvCxnSpPr>
              <a:cxnSpLocks noChangeShapeType="1"/>
              <a:stCxn id="168" idx="4"/>
              <a:endCxn id="168"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44" name="LegendLines" hidden="1">
            <a:extLst>
              <a:ext uri="{FF2B5EF4-FFF2-40B4-BE49-F238E27FC236}">
                <a16:creationId xmlns:a16="http://schemas.microsoft.com/office/drawing/2014/main" id="{96520A0D-E8D0-48B5-8162-BA1976A5C3E1}"/>
              </a:ext>
            </a:extLst>
          </p:cNvPr>
          <p:cNvGrpSpPr/>
          <p:nvPr userDrawn="1"/>
        </p:nvGrpSpPr>
        <p:grpSpPr>
          <a:xfrm>
            <a:off x="10440000" y="3243600"/>
            <a:ext cx="1269335" cy="958286"/>
            <a:chOff x="4372690" y="3739101"/>
            <a:chExt cx="1269335" cy="958286"/>
          </a:xfrm>
        </p:grpSpPr>
        <p:sp>
          <p:nvSpPr>
            <p:cNvPr id="170" name="Legend1">
              <a:extLst>
                <a:ext uri="{FF2B5EF4-FFF2-40B4-BE49-F238E27FC236}">
                  <a16:creationId xmlns:a16="http://schemas.microsoft.com/office/drawing/2014/main" id="{D5E27233-7661-43E0-8C1B-859EBE562598}"/>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71" name="Legend2">
              <a:extLst>
                <a:ext uri="{FF2B5EF4-FFF2-40B4-BE49-F238E27FC236}">
                  <a16:creationId xmlns:a16="http://schemas.microsoft.com/office/drawing/2014/main" id="{215BA769-FC3A-4971-81E8-16C8E7138029}"/>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72" name="Legend3">
              <a:extLst>
                <a:ext uri="{FF2B5EF4-FFF2-40B4-BE49-F238E27FC236}">
                  <a16:creationId xmlns:a16="http://schemas.microsoft.com/office/drawing/2014/main" id="{75880242-A8D7-441D-805E-B817DF5CA854}"/>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73" name="LineLegend3">
              <a:extLst>
                <a:ext uri="{FF2B5EF4-FFF2-40B4-BE49-F238E27FC236}">
                  <a16:creationId xmlns:a16="http://schemas.microsoft.com/office/drawing/2014/main" id="{5C3089E9-5649-4103-BA5F-72175F24BEF8}"/>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74" name="LineLegend2">
              <a:extLst>
                <a:ext uri="{FF2B5EF4-FFF2-40B4-BE49-F238E27FC236}">
                  <a16:creationId xmlns:a16="http://schemas.microsoft.com/office/drawing/2014/main" id="{70A7CFCE-D526-433E-9FBC-6DEF2F5E9EB4}"/>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75" name="LineLegend1">
              <a:extLst>
                <a:ext uri="{FF2B5EF4-FFF2-40B4-BE49-F238E27FC236}">
                  <a16:creationId xmlns:a16="http://schemas.microsoft.com/office/drawing/2014/main" id="{4AD9EC0A-8F45-49FA-BB0F-195682A6F6BE}"/>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grpSp>
    </p:spTree>
    <p:extLst>
      <p:ext uri="{BB962C8B-B14F-4D97-AF65-F5344CB8AC3E}">
        <p14:creationId xmlns:p14="http://schemas.microsoft.com/office/powerpoint/2010/main" val="3386525249"/>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70" r:id="rId5"/>
    <p:sldLayoutId id="2147483871" r:id="rId6"/>
    <p:sldLayoutId id="2147483891" r:id="rId7"/>
    <p:sldLayoutId id="2147483892" r:id="rId8"/>
    <p:sldLayoutId id="2147483893" r:id="rId9"/>
    <p:sldLayoutId id="2147483894" r:id="rId10"/>
    <p:sldLayoutId id="2147483895" r:id="rId11"/>
    <p:sldLayoutId id="2147483896" r:id="rId12"/>
    <p:sldLayoutId id="2147483897" r:id="rId13"/>
    <p:sldLayoutId id="2147483898" r:id="rId14"/>
    <p:sldLayoutId id="2147483880" r:id="rId15"/>
    <p:sldLayoutId id="2147483877" r:id="rId16"/>
    <p:sldLayoutId id="2147483899" r:id="rId17"/>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283.xml"/><Relationship Id="rId2" Type="http://schemas.openxmlformats.org/officeDocument/2006/relationships/tags" Target="../tags/tag284.xml"/><Relationship Id="rId3" Type="http://schemas.openxmlformats.org/officeDocument/2006/relationships/tags" Target="../tags/tag285.xml"/><Relationship Id="rId4" Type="http://schemas.openxmlformats.org/officeDocument/2006/relationships/slideLayout" Target="../slideLayouts/slideLayout1.xml"/><Relationship Id="rId5" Type="http://schemas.openxmlformats.org/officeDocument/2006/relationships/notesSlide" Target="../notesSlides/notesSlide1.xml"/><Relationship Id="rId6" Type="http://schemas.openxmlformats.org/officeDocument/2006/relationships/oleObject" Target="../embeddings/oleObject27.bin"/><Relationship Id="rId7" Type="http://schemas.openxmlformats.org/officeDocument/2006/relationships/image" Target="../media/image7.emf"/></Relationships>
</file>

<file path=ppt/slides/_rels/slide2.xml.rels><?xml version='1.0' encoding='UTF-8' standalone='yes'?>
<Relationships xmlns="http://schemas.openxmlformats.org/package/2006/relationships"><Relationship Id="rId1" Type="http://schemas.openxmlformats.org/officeDocument/2006/relationships/tags" Target="../tags/tag286.xml"/><Relationship Id="rId2" Type="http://schemas.openxmlformats.org/officeDocument/2006/relationships/tags" Target="../tags/tag287.xml"/><Relationship Id="rId3" Type="http://schemas.openxmlformats.org/officeDocument/2006/relationships/tags" Target="../tags/tag288.xml"/><Relationship Id="rId4" Type="http://schemas.openxmlformats.org/officeDocument/2006/relationships/tags" Target="../tags/tag289.xml"/><Relationship Id="rId5" Type="http://schemas.openxmlformats.org/officeDocument/2006/relationships/slideLayout" Target="../slideLayouts/slideLayout2.xml"/><Relationship Id="rId6" Type="http://schemas.openxmlformats.org/officeDocument/2006/relationships/notesSlide" Target="../notesSlides/notesSlide2.xml"/><Relationship Id="rId7" Type="http://schemas.openxmlformats.org/officeDocument/2006/relationships/oleObject" Target="../embeddings/oleObject28.bin"/><Relationship Id="rId8" Type="http://schemas.openxmlformats.org/officeDocument/2006/relationships/image" Target="../media/image10.emf"/></Relationships>
</file>

<file path=ppt/slides/_rels/slide3.xml.rels><?xml version='1.0' encoding='UTF-8' standalone='yes'?>
<Relationships xmlns="http://schemas.openxmlformats.org/package/2006/relationships"><Relationship Id="rId1" Type="http://schemas.openxmlformats.org/officeDocument/2006/relationships/tags" Target="../tags/tag290.xml"/><Relationship Id="rId2" Type="http://schemas.openxmlformats.org/officeDocument/2006/relationships/tags" Target="../tags/tag291.xml"/><Relationship Id="rId3" Type="http://schemas.openxmlformats.org/officeDocument/2006/relationships/tags" Target="../tags/tag292.xml"/><Relationship Id="rId4" Type="http://schemas.openxmlformats.org/officeDocument/2006/relationships/tags" Target="../tags/tag293.xml"/><Relationship Id="rId5" Type="http://schemas.openxmlformats.org/officeDocument/2006/relationships/tags" Target="../tags/tag294.xml"/><Relationship Id="rId6" Type="http://schemas.openxmlformats.org/officeDocument/2006/relationships/tags" Target="../tags/tag295.xml"/><Relationship Id="rId7" Type="http://schemas.openxmlformats.org/officeDocument/2006/relationships/tags" Target="../tags/tag296.xml"/><Relationship Id="rId8" Type="http://schemas.openxmlformats.org/officeDocument/2006/relationships/tags" Target="../tags/tag297.xml"/><Relationship Id="rId9" Type="http://schemas.openxmlformats.org/officeDocument/2006/relationships/tags" Target="../tags/tag298.xml"/><Relationship Id="rId10" Type="http://schemas.openxmlformats.org/officeDocument/2006/relationships/tags" Target="../tags/tag299.xml"/><Relationship Id="rId11" Type="http://schemas.openxmlformats.org/officeDocument/2006/relationships/tags" Target="../tags/tag300.xml"/><Relationship Id="rId12" Type="http://schemas.openxmlformats.org/officeDocument/2006/relationships/tags" Target="../tags/tag301.xml"/><Relationship Id="rId13" Type="http://schemas.openxmlformats.org/officeDocument/2006/relationships/tags" Target="../tags/tag302.xml"/><Relationship Id="rId14" Type="http://schemas.openxmlformats.org/officeDocument/2006/relationships/slideLayout" Target="../slideLayouts/slideLayout2.xml"/><Relationship Id="rId15" Type="http://schemas.openxmlformats.org/officeDocument/2006/relationships/oleObject" Target="../embeddings/oleObject29.bin"/><Relationship Id="rId16" Type="http://schemas.openxmlformats.org/officeDocument/2006/relationships/image" Target="../media/image6.emf"/><Relationship Id="rId17" Type="http://schemas.openxmlformats.org/officeDocument/2006/relationships/image" Target="../media/image11.svg"/><Relationship Id="rId18" Type="http://schemas.openxmlformats.org/officeDocument/2006/relationships/image" Target="../media/image12.svg"/><Relationship Id="rId19" Type="http://schemas.openxmlformats.org/officeDocument/2006/relationships/image" Target="../media/image13.svg"/><Relationship Id="rId20" Type="http://schemas.openxmlformats.org/officeDocument/2006/relationships/image" Target="../media/image14.svg"/><Relationship Id="rId21" Type="http://schemas.openxmlformats.org/officeDocument/2006/relationships/image" Target="../media/image15.svg"/></Relationships>
</file>

<file path=ppt/slides/_rels/slide4.xml.rels><?xml version='1.0' encoding='UTF-8' standalone='yes'?>
<Relationships xmlns="http://schemas.openxmlformats.org/package/2006/relationships"><Relationship Id="rId1" Type="http://schemas.openxmlformats.org/officeDocument/2006/relationships/tags" Target="../tags/tag303.xml"/><Relationship Id="rId2" Type="http://schemas.openxmlformats.org/officeDocument/2006/relationships/tags" Target="../tags/tag304.xml"/><Relationship Id="rId3" Type="http://schemas.openxmlformats.org/officeDocument/2006/relationships/tags" Target="../tags/tag305.xml"/><Relationship Id="rId4" Type="http://schemas.openxmlformats.org/officeDocument/2006/relationships/tags" Target="../tags/tag306.xml"/><Relationship Id="rId5" Type="http://schemas.openxmlformats.org/officeDocument/2006/relationships/tags" Target="../tags/tag307.xml"/><Relationship Id="rId6" Type="http://schemas.openxmlformats.org/officeDocument/2006/relationships/tags" Target="../tags/tag308.xml"/><Relationship Id="rId7" Type="http://schemas.openxmlformats.org/officeDocument/2006/relationships/tags" Target="../tags/tag309.xml"/><Relationship Id="rId8" Type="http://schemas.openxmlformats.org/officeDocument/2006/relationships/tags" Target="../tags/tag310.xml"/><Relationship Id="rId9" Type="http://schemas.openxmlformats.org/officeDocument/2006/relationships/tags" Target="../tags/tag311.xml"/><Relationship Id="rId10" Type="http://schemas.openxmlformats.org/officeDocument/2006/relationships/tags" Target="../tags/tag312.xml"/><Relationship Id="rId11" Type="http://schemas.openxmlformats.org/officeDocument/2006/relationships/tags" Target="../tags/tag313.xml"/><Relationship Id="rId12" Type="http://schemas.openxmlformats.org/officeDocument/2006/relationships/tags" Target="../tags/tag314.xml"/><Relationship Id="rId13" Type="http://schemas.openxmlformats.org/officeDocument/2006/relationships/tags" Target="../tags/tag315.xml"/><Relationship Id="rId14" Type="http://schemas.openxmlformats.org/officeDocument/2006/relationships/tags" Target="../tags/tag316.xml"/><Relationship Id="rId15" Type="http://schemas.openxmlformats.org/officeDocument/2006/relationships/tags" Target="../tags/tag317.xml"/><Relationship Id="rId16" Type="http://schemas.openxmlformats.org/officeDocument/2006/relationships/tags" Target="../tags/tag318.xml"/><Relationship Id="rId17" Type="http://schemas.openxmlformats.org/officeDocument/2006/relationships/tags" Target="../tags/tag319.xml"/><Relationship Id="rId18" Type="http://schemas.openxmlformats.org/officeDocument/2006/relationships/tags" Target="../tags/tag320.xml"/><Relationship Id="rId19" Type="http://schemas.openxmlformats.org/officeDocument/2006/relationships/tags" Target="../tags/tag321.xml"/><Relationship Id="rId20" Type="http://schemas.openxmlformats.org/officeDocument/2006/relationships/tags" Target="../tags/tag322.xml"/><Relationship Id="rId21" Type="http://schemas.openxmlformats.org/officeDocument/2006/relationships/tags" Target="../tags/tag323.xml"/><Relationship Id="rId22" Type="http://schemas.openxmlformats.org/officeDocument/2006/relationships/tags" Target="../tags/tag324.xml"/><Relationship Id="rId23" Type="http://schemas.openxmlformats.org/officeDocument/2006/relationships/tags" Target="../tags/tag325.xml"/><Relationship Id="rId24" Type="http://schemas.openxmlformats.org/officeDocument/2006/relationships/tags" Target="../tags/tag326.xml"/><Relationship Id="rId25" Type="http://schemas.openxmlformats.org/officeDocument/2006/relationships/tags" Target="../tags/tag327.xml"/><Relationship Id="rId26" Type="http://schemas.openxmlformats.org/officeDocument/2006/relationships/tags" Target="../tags/tag328.xml"/><Relationship Id="rId27" Type="http://schemas.openxmlformats.org/officeDocument/2006/relationships/tags" Target="../tags/tag329.xml"/><Relationship Id="rId28" Type="http://schemas.openxmlformats.org/officeDocument/2006/relationships/tags" Target="../tags/tag330.xml"/><Relationship Id="rId29" Type="http://schemas.openxmlformats.org/officeDocument/2006/relationships/tags" Target="../tags/tag331.xml"/><Relationship Id="rId30" Type="http://schemas.openxmlformats.org/officeDocument/2006/relationships/tags" Target="../tags/tag332.xml"/><Relationship Id="rId31" Type="http://schemas.openxmlformats.org/officeDocument/2006/relationships/tags" Target="../tags/tag333.xml"/><Relationship Id="rId32" Type="http://schemas.openxmlformats.org/officeDocument/2006/relationships/tags" Target="../tags/tag334.xml"/><Relationship Id="rId33" Type="http://schemas.openxmlformats.org/officeDocument/2006/relationships/slideLayout" Target="../slideLayouts/slideLayout16.xml"/><Relationship Id="rId34" Type="http://schemas.openxmlformats.org/officeDocument/2006/relationships/notesSlide" Target="../notesSlides/notesSlide3.xml"/><Relationship Id="rId35" Type="http://schemas.openxmlformats.org/officeDocument/2006/relationships/oleObject" Target="../embeddings/oleObject30.bin"/><Relationship Id="rId36" Type="http://schemas.openxmlformats.org/officeDocument/2006/relationships/image" Target="../media/image6.emf"/><Relationship Id="rId37" Type="http://schemas.openxmlformats.org/officeDocument/2006/relationships/image" Target="../media/image16.svg"/><Relationship Id="rId38" Type="http://schemas.openxmlformats.org/officeDocument/2006/relationships/image" Target="../media/image17.svg"/></Relationships>
</file>

<file path=ppt/slides/_rels/slide5.xml.rels><?xml version='1.0' encoding='UTF-8' standalone='yes'?>
<Relationships xmlns="http://schemas.openxmlformats.org/package/2006/relationships"><Relationship Id="rId1" Type="http://schemas.openxmlformats.org/officeDocument/2006/relationships/tags" Target="../tags/tag335.xml"/><Relationship Id="rId2" Type="http://schemas.openxmlformats.org/officeDocument/2006/relationships/tags" Target="../tags/tag336.xml"/><Relationship Id="rId3" Type="http://schemas.openxmlformats.org/officeDocument/2006/relationships/tags" Target="../tags/tag337.xml"/><Relationship Id="rId4" Type="http://schemas.openxmlformats.org/officeDocument/2006/relationships/tags" Target="../tags/tag338.xml"/><Relationship Id="rId5" Type="http://schemas.openxmlformats.org/officeDocument/2006/relationships/slideLayout" Target="../slideLayouts/slideLayout2.xml"/><Relationship Id="rId6" Type="http://schemas.openxmlformats.org/officeDocument/2006/relationships/oleObject" Target="../embeddings/oleObject31.bin"/><Relationship Id="rId7" Type="http://schemas.openxmlformats.org/officeDocument/2006/relationships/image" Target="../media/image10.emf"/></Relationships>
</file>

<file path=ppt/slides/_rels/slide6.xml.rels><?xml version='1.0' encoding='UTF-8' standalone='yes'?>
<Relationships xmlns="http://schemas.openxmlformats.org/package/2006/relationships"><Relationship Id="rId1" Type="http://schemas.openxmlformats.org/officeDocument/2006/relationships/tags" Target="../tags/tag339.xml"/><Relationship Id="rId2" Type="http://schemas.openxmlformats.org/officeDocument/2006/relationships/tags" Target="../tags/tag340.xml"/><Relationship Id="rId3" Type="http://schemas.openxmlformats.org/officeDocument/2006/relationships/tags" Target="../tags/tag341.xml"/><Relationship Id="rId4" Type="http://schemas.openxmlformats.org/officeDocument/2006/relationships/tags" Target="../tags/tag342.xml"/><Relationship Id="rId5" Type="http://schemas.openxmlformats.org/officeDocument/2006/relationships/slideLayout" Target="../slideLayouts/slideLayout2.xml"/><Relationship Id="rId6" Type="http://schemas.openxmlformats.org/officeDocument/2006/relationships/notesSlide" Target="../notesSlides/notesSlide4.xml"/><Relationship Id="rId7" Type="http://schemas.openxmlformats.org/officeDocument/2006/relationships/oleObject" Target="../embeddings/oleObject32.bin"/><Relationship Id="rId8"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8" hidden="1">
            <a:extLst>
              <a:ext uri="{FF2B5EF4-FFF2-40B4-BE49-F238E27FC236}">
                <a16:creationId xmlns:a16="http://schemas.microsoft.com/office/drawing/2014/main" id="{DFC82A3A-0A2D-4C91-9164-E53833C359F6}"/>
              </a:ext>
            </a:extLst>
          </p:cNvPr>
          <p:cNvGraphicFramePr>
            <a:graphicFrameLocks noChangeAspect="1"/>
          </p:cNvGraphicFramePr>
          <p:nvPr>
            <p:custDataLst>
              <p:tags r:id="rId1"/>
            </p:custDataLst>
            <p:extLst>
              <p:ext uri="{D42A27DB-BD31-4B8C-83A1-F6EECF244321}">
                <p14:modId xmlns:p14="http://schemas.microsoft.com/office/powerpoint/2010/main" val="5908630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572" imgH="588" progId="TCLayout.ActiveDocument.1">
                  <p:embed/>
                </p:oleObj>
              </mc:Choice>
              <mc:Fallback>
                <p:oleObj name="think-cell Slide" r:id="rId6" imgW="572" imgH="588" progId="TCLayout.ActiveDocument.1">
                  <p:embed/>
                  <p:pic>
                    <p:nvPicPr>
                      <p:cNvPr id="3" name="Object 8" hidden="1">
                        <a:extLst>
                          <a:ext uri="{FF2B5EF4-FFF2-40B4-BE49-F238E27FC236}">
                            <a16:creationId xmlns:a16="http://schemas.microsoft.com/office/drawing/2014/main" id="{DFC82A3A-0A2D-4C91-9164-E53833C359F6}"/>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7" hidden="1">
            <a:extLst>
              <a:ext uri="{FF2B5EF4-FFF2-40B4-BE49-F238E27FC236}">
                <a16:creationId xmlns:a16="http://schemas.microsoft.com/office/drawing/2014/main" id="{108DE052-9238-470A-B7A3-D8EB461E3CEB}"/>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4400" b="1" dirty="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Picture Placeholder 14">
            <a:extLst>
              <a:ext uri="{FF2B5EF4-FFF2-40B4-BE49-F238E27FC236}">
                <a16:creationId xmlns:a16="http://schemas.microsoft.com/office/drawing/2014/main" id="{AC4C79E0-583C-4EE6-80BA-90735595EFA5}"/>
              </a:ext>
            </a:extLst>
          </p:cNvPr>
          <p:cNvSpPr>
            <a:spLocks noGrp="1"/>
          </p:cNvSpPr>
          <p:nvPr>
            <p:ph type="pic" sz="quarter" idx="14"/>
          </p:nvPr>
        </p:nvSpPr>
        <p:spPr/>
        <p:txBody>
          <a:bodyPr/>
          <a:lstStyle/>
          <a:p>
            <a:endParaRPr lang="en-NZ"/>
          </a:p>
        </p:txBody>
      </p:sp>
      <p:sp>
        <p:nvSpPr>
          <p:cNvPr id="14" name="Text Placeholder 13">
            <a:extLst>
              <a:ext uri="{FF2B5EF4-FFF2-40B4-BE49-F238E27FC236}">
                <a16:creationId xmlns:a16="http://schemas.microsoft.com/office/drawing/2014/main" id="{7835DA42-CBF3-4299-9CD7-2662B8C52E8E}"/>
              </a:ext>
            </a:extLst>
          </p:cNvPr>
          <p:cNvSpPr>
            <a:spLocks noGrp="1"/>
          </p:cNvSpPr>
          <p:nvPr>
            <p:ph type="body" sz="quarter" idx="13"/>
          </p:nvPr>
        </p:nvSpPr>
        <p:spPr/>
        <p:txBody>
          <a:bodyPr/>
          <a:lstStyle/>
          <a:p>
            <a:endParaRPr lang="en-US"/>
          </a:p>
        </p:txBody>
      </p:sp>
      <p:sp>
        <p:nvSpPr>
          <p:cNvPr id="13" name="Subtitle 12">
            <a:extLst>
              <a:ext uri="{FF2B5EF4-FFF2-40B4-BE49-F238E27FC236}">
                <a16:creationId xmlns:a16="http://schemas.microsoft.com/office/drawing/2014/main" id="{507EE703-C870-469C-8AF6-3299EC835F50}"/>
              </a:ext>
            </a:extLst>
          </p:cNvPr>
          <p:cNvSpPr>
            <a:spLocks noGrp="1"/>
          </p:cNvSpPr>
          <p:nvPr>
            <p:ph type="subTitle" idx="1"/>
          </p:nvPr>
        </p:nvSpPr>
        <p:spPr/>
        <p:txBody>
          <a:bodyPr/>
          <a:lstStyle/>
          <a:p>
            <a:endParaRPr lang="en-US" dirty="0"/>
          </a:p>
        </p:txBody>
      </p:sp>
      <p:sp>
        <p:nvSpPr>
          <p:cNvPr id="4" name="Title">
            <a:extLst>
              <a:ext uri="{FF2B5EF4-FFF2-40B4-BE49-F238E27FC236}">
                <a16:creationId xmlns:a16="http://schemas.microsoft.com/office/drawing/2014/main" id="{FA5D4630-F7DD-45DE-8B28-13C4C3DDAD21}"/>
              </a:ext>
            </a:extLst>
          </p:cNvPr>
          <p:cNvSpPr>
            <a:spLocks noGrp="1"/>
          </p:cNvSpPr>
          <p:nvPr>
            <p:ph type="title"/>
            <p:custDataLst>
              <p:tags r:id="rId3"/>
            </p:custDataLst>
          </p:nvPr>
        </p:nvSpPr>
        <p:spPr>
          <a:xfrm>
            <a:off x="551942" y="2049805"/>
            <a:ext cx="6019546" cy="1921708"/>
          </a:xfrm>
        </p:spPr>
        <p:txBody>
          <a:bodyPr vert="horz"/>
          <a:lstStyle/>
          <a:p>
            <a:r>
              <a:rPr lang="en-US" dirty="0"/>
              <a:t>Vanguard- IDP Assessment</a:t>
            </a:r>
          </a:p>
        </p:txBody>
      </p:sp>
    </p:spTree>
    <p:extLst>
      <p:ext uri="{BB962C8B-B14F-4D97-AF65-F5344CB8AC3E}">
        <p14:creationId xmlns:p14="http://schemas.microsoft.com/office/powerpoint/2010/main" val="3095890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3687D-F34F-4403-E441-830F93C837EE}"/>
            </a:ext>
          </a:extLst>
        </p:cNvPr>
        <p:cNvGrpSpPr/>
        <p:nvPr/>
      </p:nvGrpSpPr>
      <p:grpSpPr>
        <a:xfrm>
          <a:off x="0" y="0"/>
          <a:ext cx="0" cy="0"/>
          <a:chOff x="0" y="0"/>
          <a:chExt cx="0" cy="0"/>
        </a:xfrm>
      </p:grpSpPr>
      <p:graphicFrame>
        <p:nvGraphicFramePr>
          <p:cNvPr id="153" name="Object 6" hidden="1">
            <a:extLst>
              <a:ext uri="{FF2B5EF4-FFF2-40B4-BE49-F238E27FC236}">
                <a16:creationId xmlns:a16="http://schemas.microsoft.com/office/drawing/2014/main" id="{567C739A-6929-D9A4-5991-8A1FB00D3585}"/>
              </a:ext>
            </a:extLst>
          </p:cNvPr>
          <p:cNvGraphicFramePr>
            <a:graphicFrameLocks noChangeAspect="1"/>
          </p:cNvGraphicFramePr>
          <p:nvPr>
            <p:custDataLst>
              <p:tags r:id="rId2"/>
            </p:custDataLst>
            <p:extLst>
              <p:ext uri="{D42A27DB-BD31-4B8C-83A1-F6EECF244321}">
                <p14:modId xmlns:p14="http://schemas.microsoft.com/office/powerpoint/2010/main" val="24099447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04" imgH="405" progId="TCLayout.ActiveDocument.1">
                  <p:embed/>
                </p:oleObj>
              </mc:Choice>
              <mc:Fallback>
                <p:oleObj name="think-cell Slide" r:id="rId7" imgW="404" imgH="405" progId="TCLayout.ActiveDocument.1">
                  <p:embed/>
                  <p:pic>
                    <p:nvPicPr>
                      <p:cNvPr id="153" name="Object 6" hidden="1">
                        <a:extLst>
                          <a:ext uri="{FF2B5EF4-FFF2-40B4-BE49-F238E27FC236}">
                            <a16:creationId xmlns:a16="http://schemas.microsoft.com/office/drawing/2014/main" id="{567C739A-6929-D9A4-5991-8A1FB00D3585}"/>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3" name="2. Slide Title">
            <a:extLst>
              <a:ext uri="{FF2B5EF4-FFF2-40B4-BE49-F238E27FC236}">
                <a16:creationId xmlns:a16="http://schemas.microsoft.com/office/drawing/2014/main" id="{ACF3A1A7-0295-BAA1-CA31-435E03D187C2}"/>
              </a:ext>
            </a:extLst>
          </p:cNvPr>
          <p:cNvSpPr>
            <a:spLocks noGrp="1"/>
          </p:cNvSpPr>
          <p:nvPr>
            <p:ph type="title"/>
            <p:custDataLst>
              <p:tags r:id="rId3"/>
            </p:custDataLst>
          </p:nvPr>
        </p:nvSpPr>
        <p:spPr>
          <a:xfrm>
            <a:off x="557784" y="146304"/>
            <a:ext cx="8869680" cy="676656"/>
          </a:xfrm>
          <a:noFill/>
          <a:ln/>
          <a:extLst>
            <a:ext uri="{909E8E84-426E-40DD-AFC4-6F175D3DCCD1}">
              <a14:hiddenFill xmlns:a14="http://schemas.microsoft.com/office/drawing/2010/main">
                <a:solidFill>
                  <a:srgbClr val="FFFFFF"/>
                </a:solidFill>
              </a14:hiddenFill>
            </a:ext>
          </a:extLst>
        </p:spPr>
        <p:txBody>
          <a:bodyPr vert="horz" wrap="square">
            <a:spAutoFit/>
          </a:bodyPr>
          <a:lstStyle/>
          <a:p>
            <a:r>
              <a:rPr sz="2000"/>
              <a:t>An integrated 8-week approach across Technology Productivity and AI-enabled Reimagination</a:t>
            </a:r>
          </a:p>
        </p:txBody>
      </p:sp>
      <p:sp>
        <p:nvSpPr>
          <p:cNvPr id="141" name="Subtitle 140">
            <a:extLst>
              <a:ext uri="{FF2B5EF4-FFF2-40B4-BE49-F238E27FC236}">
                <a16:creationId xmlns:a16="http://schemas.microsoft.com/office/drawing/2014/main" id="{656A1A50-183D-E47B-7FFD-F7437774FD71}"/>
              </a:ext>
            </a:extLst>
          </p:cNvPr>
          <p:cNvSpPr>
            <a:spLocks noGrp="1"/>
          </p:cNvSpPr>
          <p:nvPr>
            <p:ph type="subTitle" idx="1"/>
          </p:nvPr>
        </p:nvSpPr>
        <p:spPr>
          <a:xfrm>
            <a:off x="557784" y="859536"/>
            <a:ext cx="8869680" cy="237744"/>
          </a:xfrm>
          <a:noFill/>
          <a:ln/>
          <a:extLst>
            <a:ext uri="{909E8E84-426E-40DD-AFC4-6F175D3DCCD1}">
              <a14:hiddenFill xmlns:a14="http://schemas.microsoft.com/office/drawing/2010/main">
                <a:solidFill>
                  <a:srgbClr val="FFFFFF"/>
                </a:solidFill>
              </a14:hiddenFill>
            </a:ext>
          </a:extLst>
        </p:spPr>
        <p:txBody>
          <a:bodyPr/>
          <a:lstStyle/>
          <a:p>
            <a:r>
              <a:rPr sz="1100"/>
              <a:t>Two tracks, one fact base: how productive technology is today, and where AI can reshape how the work gets done</a:t>
            </a:r>
          </a:p>
        </p:txBody>
      </p:sp>
      <p:sp>
        <p:nvSpPr>
          <p:cNvPr id="154" name="Rectangle 153"/>
          <p:cNvSpPr/>
          <p:nvPr/>
        </p:nvSpPr>
        <p:spPr>
          <a:xfrm>
            <a:off x="1234440" y="1773936"/>
            <a:ext cx="5120640" cy="4016044"/>
          </a:xfrm>
          <a:prstGeom prst="rect">
            <a:avLst/>
          </a:prstGeom>
          <a:solidFill>
            <a:srgbClr val="F7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1234440" y="1280160"/>
            <a:ext cx="5120640" cy="457200"/>
          </a:xfrm>
          <a:prstGeom prst="rect">
            <a:avLst/>
          </a:prstGeom>
          <a:solidFill>
            <a:srgbClr val="00A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300" b="1" i="0">
                <a:solidFill>
                  <a:srgbClr val="FFFFFF"/>
                </a:solidFill>
                <a:latin typeface="Arial"/>
              </a:rPr>
              <a:t>1. Technology Productivity</a:t>
            </a:r>
          </a:p>
        </p:txBody>
      </p:sp>
      <p:sp>
        <p:nvSpPr>
          <p:cNvPr id="156" name="Rectangle 155"/>
          <p:cNvSpPr/>
          <p:nvPr/>
        </p:nvSpPr>
        <p:spPr>
          <a:xfrm>
            <a:off x="1234440" y="1737360"/>
            <a:ext cx="5120640" cy="50292"/>
          </a:xfrm>
          <a:prstGeom prst="rect">
            <a:avLst/>
          </a:prstGeom>
          <a:solidFill>
            <a:srgbClr val="061F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6519672" y="1773936"/>
            <a:ext cx="5120640" cy="4016044"/>
          </a:xfrm>
          <a:prstGeom prst="rect">
            <a:avLst/>
          </a:prstGeom>
          <a:solidFill>
            <a:srgbClr val="F7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6519672" y="1280160"/>
            <a:ext cx="5120640" cy="457200"/>
          </a:xfrm>
          <a:prstGeom prst="rect">
            <a:avLst/>
          </a:prstGeom>
          <a:solidFill>
            <a:srgbClr val="067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pPr>
            <a:r>
              <a:rPr sz="1300" b="1" i="0">
                <a:solidFill>
                  <a:srgbClr val="FFFFFF"/>
                </a:solidFill>
                <a:latin typeface="Arial"/>
              </a:rPr>
              <a:t>2. AI-enabled Reimagination</a:t>
            </a:r>
          </a:p>
        </p:txBody>
      </p:sp>
      <p:sp>
        <p:nvSpPr>
          <p:cNvPr id="159" name="Rectangle 158"/>
          <p:cNvSpPr/>
          <p:nvPr/>
        </p:nvSpPr>
        <p:spPr>
          <a:xfrm>
            <a:off x="6519672" y="1737360"/>
            <a:ext cx="5120640" cy="50292"/>
          </a:xfrm>
          <a:prstGeom prst="rect">
            <a:avLst/>
          </a:prstGeom>
          <a:solidFill>
            <a:srgbClr val="061F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557784" y="1920240"/>
            <a:ext cx="713232" cy="219456"/>
          </a:xfrm>
          <a:prstGeom prst="rect">
            <a:avLst/>
          </a:prstGeom>
          <a:noFill/>
        </p:spPr>
        <p:txBody>
          <a:bodyPr wrap="square" lIns="0" rIns="0" tIns="0" bIns="0">
            <a:spAutoFit/>
          </a:bodyPr>
          <a:lstStyle/>
          <a:p>
            <a:pPr>
              <a:lnSpc>
                <a:spcPct val="95000"/>
              </a:lnSpc>
            </a:pPr>
            <a:r>
              <a:rPr sz="950" b="1" i="0">
                <a:solidFill>
                  <a:srgbClr val="061F79"/>
                </a:solidFill>
                <a:latin typeface="Arial"/>
              </a:rPr>
              <a:t>Objective</a:t>
            </a:r>
          </a:p>
        </p:txBody>
      </p:sp>
      <p:sp>
        <p:nvSpPr>
          <p:cNvPr id="161" name="TextBox 160"/>
          <p:cNvSpPr txBox="1"/>
          <p:nvPr/>
        </p:nvSpPr>
        <p:spPr>
          <a:xfrm>
            <a:off x="1435608" y="1920240"/>
            <a:ext cx="4718303" cy="596188"/>
          </a:xfrm>
          <a:prstGeom prst="rect">
            <a:avLst/>
          </a:prstGeom>
          <a:noFill/>
        </p:spPr>
        <p:txBody>
          <a:bodyPr wrap="square" lIns="0" rIns="0" tIns="0" bIns="0">
            <a:spAutoFit/>
          </a:bodyPr>
          <a:lstStyle/>
          <a:p>
            <a:pPr>
              <a:lnSpc>
                <a:spcPct val="100000"/>
              </a:lnSpc>
            </a:pPr>
            <a:r>
              <a:rPr sz="900" b="1" i="0">
                <a:solidFill>
                  <a:srgbClr val="061F79"/>
                </a:solidFill>
                <a:latin typeface="Arial"/>
              </a:rPr>
              <a:t>Establish the productivity of every technology dollar spent today,</a:t>
            </a:r>
            <a:r>
              <a:rPr sz="900" b="0" i="0">
                <a:solidFill>
                  <a:srgbClr val="000000"/>
                </a:solidFill>
                <a:latin typeface="Arial"/>
              </a:rPr>
              <a:t> where to cut or rebalance investment to fund the future, and where capabilities stand relative to best in class, producing a holistic set of growth, effectiveness, and efficiency levers rather than a cost exercise alone.</a:t>
            </a:r>
          </a:p>
        </p:txBody>
      </p:sp>
      <p:sp>
        <p:nvSpPr>
          <p:cNvPr id="162" name="TextBox 161"/>
          <p:cNvSpPr txBox="1"/>
          <p:nvPr/>
        </p:nvSpPr>
        <p:spPr>
          <a:xfrm>
            <a:off x="6720840" y="1920240"/>
            <a:ext cx="4718303" cy="596188"/>
          </a:xfrm>
          <a:prstGeom prst="rect">
            <a:avLst/>
          </a:prstGeom>
          <a:noFill/>
        </p:spPr>
        <p:txBody>
          <a:bodyPr wrap="square" lIns="0" rIns="0" tIns="0" bIns="0">
            <a:spAutoFit/>
          </a:bodyPr>
          <a:lstStyle/>
          <a:p>
            <a:pPr>
              <a:lnSpc>
                <a:spcPct val="100000"/>
              </a:lnSpc>
            </a:pPr>
            <a:r>
              <a:rPr sz="900" b="1" i="0">
                <a:solidFill>
                  <a:srgbClr val="061F79"/>
                </a:solidFill>
                <a:latin typeface="Arial"/>
              </a:rPr>
              <a:t>Identify where AI creates the greatest business value across domains,</a:t>
            </a:r>
            <a:r>
              <a:rPr sz="900" b="0" i="0">
                <a:solidFill>
                  <a:srgbClr val="000000"/>
                </a:solidFill>
                <a:latin typeface="Arial"/>
              </a:rPr>
              <a:t> then reimagine the highest-value workflows around people working alongside AI, moving from value at stake sized across the confirmed domains to two reimagined domains with blueprints and a roadmap.</a:t>
            </a:r>
          </a:p>
        </p:txBody>
      </p:sp>
      <p:sp>
        <p:nvSpPr>
          <p:cNvPr id="163" name="TextBox 162"/>
          <p:cNvSpPr txBox="1"/>
          <p:nvPr/>
        </p:nvSpPr>
        <p:spPr>
          <a:xfrm>
            <a:off x="557784" y="2635300"/>
            <a:ext cx="713232" cy="219456"/>
          </a:xfrm>
          <a:prstGeom prst="rect">
            <a:avLst/>
          </a:prstGeom>
          <a:noFill/>
        </p:spPr>
        <p:txBody>
          <a:bodyPr wrap="square" lIns="0" rIns="0" tIns="0" bIns="0">
            <a:spAutoFit/>
          </a:bodyPr>
          <a:lstStyle/>
          <a:p>
            <a:pPr>
              <a:lnSpc>
                <a:spcPct val="95000"/>
              </a:lnSpc>
            </a:pPr>
            <a:r>
              <a:rPr sz="950" b="1" i="0">
                <a:solidFill>
                  <a:srgbClr val="061F79"/>
                </a:solidFill>
                <a:latin typeface="Arial"/>
              </a:rPr>
              <a:t>Approach</a:t>
            </a:r>
          </a:p>
        </p:txBody>
      </p:sp>
      <p:cxnSp>
        <p:nvCxnSpPr>
          <p:cNvPr id="164" name="Connector 163"/>
          <p:cNvCxnSpPr/>
          <p:nvPr/>
        </p:nvCxnSpPr>
        <p:spPr>
          <a:xfrm>
            <a:off x="1435608" y="2557576"/>
            <a:ext cx="471830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6720840" y="2557576"/>
            <a:ext cx="471830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557784" y="2557576"/>
            <a:ext cx="713232"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167" name="TextBox 166"/>
          <p:cNvSpPr txBox="1"/>
          <p:nvPr/>
        </p:nvSpPr>
        <p:spPr>
          <a:xfrm>
            <a:off x="1435608" y="2635300"/>
            <a:ext cx="4718303" cy="263347"/>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1" i="0">
                <a:solidFill>
                  <a:srgbClr val="061F79"/>
                </a:solidFill>
                <a:latin typeface="Arial"/>
              </a:rPr>
              <a:t>Week 0, mobilize and prepare:</a:t>
            </a:r>
            <a:r>
              <a:rPr sz="800" b="0" i="0">
                <a:solidFill>
                  <a:srgbClr val="000000"/>
                </a:solidFill>
                <a:latin typeface="Arial"/>
              </a:rPr>
              <a:t> launch data requests, confirm stakeholders and logistics, finalize surveys, and frame initial hypotheses on where value sits</a:t>
            </a:r>
          </a:p>
        </p:txBody>
      </p:sp>
      <p:sp>
        <p:nvSpPr>
          <p:cNvPr id="168" name="TextBox 167"/>
          <p:cNvSpPr txBox="1"/>
          <p:nvPr/>
        </p:nvSpPr>
        <p:spPr>
          <a:xfrm>
            <a:off x="1435608" y="2953512"/>
            <a:ext cx="4718303" cy="263347"/>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1" i="0">
                <a:solidFill>
                  <a:srgbClr val="061F79"/>
                </a:solidFill>
                <a:latin typeface="Arial"/>
              </a:rPr>
              <a:t>Weeks 1-2, baseline and benchmark:</a:t>
            </a:r>
            <a:r>
              <a:rPr sz="800" b="0" i="0">
                <a:solidFill>
                  <a:srgbClr val="000000"/>
                </a:solidFill>
                <a:latin typeface="Arial"/>
              </a:rPr>
              <a:t> establish spend across applications, infrastructure, cybersecurity, and labor, then benchmark cost, productivity, delivery maturity, and engineering maturity</a:t>
            </a:r>
          </a:p>
        </p:txBody>
      </p:sp>
      <p:sp>
        <p:nvSpPr>
          <p:cNvPr id="169" name="TextBox 168"/>
          <p:cNvSpPr txBox="1"/>
          <p:nvPr/>
        </p:nvSpPr>
        <p:spPr>
          <a:xfrm>
            <a:off x="1435608" y="3271723"/>
            <a:ext cx="4718303" cy="263347"/>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1" i="0">
                <a:solidFill>
                  <a:srgbClr val="061F79"/>
                </a:solidFill>
                <a:latin typeface="Arial"/>
              </a:rPr>
              <a:t>Weeks 3-6, detail the opportunities:</a:t>
            </a:r>
            <a:r>
              <a:rPr sz="800" b="0" i="0">
                <a:solidFill>
                  <a:srgbClr val="000000"/>
                </a:solidFill>
                <a:latin typeface="Arial"/>
              </a:rPr>
              <a:t> deep dives into infrastructure, vendor contracts, developer productivity, and tech debt, pressure tested in 5-10 leadership interviews</a:t>
            </a:r>
          </a:p>
        </p:txBody>
      </p:sp>
      <p:sp>
        <p:nvSpPr>
          <p:cNvPr id="170" name="TextBox 169"/>
          <p:cNvSpPr txBox="1"/>
          <p:nvPr/>
        </p:nvSpPr>
        <p:spPr>
          <a:xfrm>
            <a:off x="1435608" y="3589934"/>
            <a:ext cx="4718303" cy="263347"/>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1" i="0">
                <a:solidFill>
                  <a:srgbClr val="061F79"/>
                </a:solidFill>
                <a:latin typeface="Arial"/>
              </a:rPr>
              <a:t>Weeks 7-8, prioritize and roadmap:</a:t>
            </a:r>
            <a:r>
              <a:rPr sz="800" b="0" i="0">
                <a:solidFill>
                  <a:srgbClr val="000000"/>
                </a:solidFill>
                <a:latin typeface="Arial"/>
              </a:rPr>
              <a:t> shape go-forward initiatives with estimated savings, owners, and implementation implications, and sequence them into a high-level roadmap</a:t>
            </a:r>
          </a:p>
        </p:txBody>
      </p:sp>
      <p:sp>
        <p:nvSpPr>
          <p:cNvPr id="171" name="TextBox 170"/>
          <p:cNvSpPr txBox="1"/>
          <p:nvPr/>
        </p:nvSpPr>
        <p:spPr>
          <a:xfrm>
            <a:off x="6720840" y="2635300"/>
            <a:ext cx="4718303" cy="263347"/>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1" i="0">
                <a:solidFill>
                  <a:srgbClr val="061F79"/>
                </a:solidFill>
                <a:latin typeface="Arial"/>
              </a:rPr>
              <a:t>Week 0, mobilize and prepare:</a:t>
            </a:r>
            <a:r>
              <a:rPr sz="800" b="0" i="0">
                <a:solidFill>
                  <a:srgbClr val="000000"/>
                </a:solidFill>
                <a:latin typeface="Arial"/>
              </a:rPr>
              <a:t> inventory the full set of business domains (e.g., Personal Investor, Personal Wealth) and collect data on headcount, cost, volume, decision points, and hand-offs</a:t>
            </a:r>
          </a:p>
        </p:txBody>
      </p:sp>
      <p:sp>
        <p:nvSpPr>
          <p:cNvPr id="172" name="TextBox 171"/>
          <p:cNvSpPr txBox="1"/>
          <p:nvPr/>
        </p:nvSpPr>
        <p:spPr>
          <a:xfrm>
            <a:off x="6720840" y="2953512"/>
            <a:ext cx="4718303" cy="263347"/>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1" i="0">
                <a:solidFill>
                  <a:srgbClr val="061F79"/>
                </a:solidFill>
                <a:latin typeface="Arial"/>
              </a:rPr>
              <a:t>Weeks 1-2, baseline and size initial value at stake:</a:t>
            </a:r>
            <a:r>
              <a:rPr sz="800" b="0" i="0">
                <a:solidFill>
                  <a:srgbClr val="000000"/>
                </a:solidFill>
                <a:latin typeface="Arial"/>
              </a:rPr>
              <a:t> confirm the domains where material value is at stake, baseline each on process flow, personnel, and performance, and size an initial view by domain</a:t>
            </a:r>
          </a:p>
        </p:txBody>
      </p:sp>
      <p:sp>
        <p:nvSpPr>
          <p:cNvPr id="173" name="TextBox 172"/>
          <p:cNvSpPr txBox="1"/>
          <p:nvPr/>
        </p:nvSpPr>
        <p:spPr>
          <a:xfrm>
            <a:off x="6720840" y="3271723"/>
            <a:ext cx="4718303" cy="263347"/>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1" i="0">
                <a:solidFill>
                  <a:srgbClr val="061F79"/>
                </a:solidFill>
                <a:latin typeface="Arial"/>
              </a:rPr>
              <a:t>Weeks 3-4, prioritize domains:</a:t>
            </a:r>
            <a:r>
              <a:rPr sz="800" b="0" i="0">
                <a:solidFill>
                  <a:srgbClr val="000000"/>
                </a:solidFill>
                <a:latin typeface="Arial"/>
              </a:rPr>
              <a:t> validate the value at stake with business, technology, finance, and corporate functions leaders, then rank domains on value, readiness, and feasibility to select two</a:t>
            </a:r>
          </a:p>
        </p:txBody>
      </p:sp>
      <p:sp>
        <p:nvSpPr>
          <p:cNvPr id="174" name="TextBox 173"/>
          <p:cNvSpPr txBox="1"/>
          <p:nvPr/>
        </p:nvSpPr>
        <p:spPr>
          <a:xfrm>
            <a:off x="6720840" y="3589934"/>
            <a:ext cx="4718303" cy="382219"/>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1" i="0">
                <a:solidFill>
                  <a:srgbClr val="061F79"/>
                </a:solidFill>
                <a:latin typeface="Arial"/>
              </a:rPr>
              <a:t>Weeks 5-8, reimagine the two priority domains:</a:t>
            </a:r>
            <a:r>
              <a:rPr sz="800" b="0" i="0">
                <a:solidFill>
                  <a:srgbClr val="000000"/>
                </a:solidFill>
                <a:latin typeface="Arial"/>
              </a:rPr>
              <a:t> design each future-state journey and the roles of people and AI agents, and set out the talent, operating model, data, technology, and control implications</a:t>
            </a:r>
          </a:p>
        </p:txBody>
      </p:sp>
      <p:sp>
        <p:nvSpPr>
          <p:cNvPr id="175" name="TextBox 174"/>
          <p:cNvSpPr txBox="1"/>
          <p:nvPr/>
        </p:nvSpPr>
        <p:spPr>
          <a:xfrm>
            <a:off x="557784" y="4080052"/>
            <a:ext cx="713232" cy="219456"/>
          </a:xfrm>
          <a:prstGeom prst="rect">
            <a:avLst/>
          </a:prstGeom>
          <a:noFill/>
        </p:spPr>
        <p:txBody>
          <a:bodyPr wrap="square" lIns="0" rIns="0" tIns="0" bIns="0">
            <a:spAutoFit/>
          </a:bodyPr>
          <a:lstStyle/>
          <a:p>
            <a:pPr>
              <a:lnSpc>
                <a:spcPct val="95000"/>
              </a:lnSpc>
            </a:pPr>
            <a:r>
              <a:rPr sz="950" b="1" i="0">
                <a:solidFill>
                  <a:srgbClr val="061F79"/>
                </a:solidFill>
                <a:latin typeface="Arial"/>
              </a:rPr>
              <a:t>Key assets</a:t>
            </a:r>
          </a:p>
        </p:txBody>
      </p:sp>
      <p:cxnSp>
        <p:nvCxnSpPr>
          <p:cNvPr id="176" name="Connector 175"/>
          <p:cNvCxnSpPr/>
          <p:nvPr/>
        </p:nvCxnSpPr>
        <p:spPr>
          <a:xfrm>
            <a:off x="1435608" y="4002328"/>
            <a:ext cx="471830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6720840" y="4002328"/>
            <a:ext cx="471830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557784" y="4002328"/>
            <a:ext cx="713232"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1435608" y="4080052"/>
            <a:ext cx="4718303" cy="144475"/>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1" i="0">
                <a:solidFill>
                  <a:srgbClr val="061F79"/>
                </a:solidFill>
                <a:latin typeface="Arial"/>
              </a:rPr>
              <a:t>Tech Performance Assessment</a:t>
            </a:r>
            <a:r>
              <a:rPr sz="800" b="0" i="0">
                <a:solidFill>
                  <a:srgbClr val="000000"/>
                </a:solidFill>
                <a:latin typeface="Arial"/>
              </a:rPr>
              <a:t>: cost profile and productivity benchmarks</a:t>
            </a:r>
          </a:p>
        </p:txBody>
      </p:sp>
      <p:sp>
        <p:nvSpPr>
          <p:cNvPr id="180" name="TextBox 179"/>
          <p:cNvSpPr txBox="1"/>
          <p:nvPr/>
        </p:nvSpPr>
        <p:spPr>
          <a:xfrm>
            <a:off x="1435608" y="4274820"/>
            <a:ext cx="4718303" cy="144475"/>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1" i="0">
                <a:solidFill>
                  <a:srgbClr val="061F79"/>
                </a:solidFill>
                <a:latin typeface="Arial"/>
              </a:rPr>
              <a:t>Technology Quotient</a:t>
            </a:r>
            <a:r>
              <a:rPr sz="800" b="0" i="0">
                <a:solidFill>
                  <a:srgbClr val="000000"/>
                </a:solidFill>
                <a:latin typeface="Arial"/>
              </a:rPr>
              <a:t>: technology delivery maturity</a:t>
            </a:r>
          </a:p>
        </p:txBody>
      </p:sp>
      <p:sp>
        <p:nvSpPr>
          <p:cNvPr id="181" name="TextBox 180"/>
          <p:cNvSpPr txBox="1"/>
          <p:nvPr/>
        </p:nvSpPr>
        <p:spPr>
          <a:xfrm>
            <a:off x="1435608" y="4469587"/>
            <a:ext cx="4718303" cy="144475"/>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1" i="0">
                <a:solidFill>
                  <a:srgbClr val="061F79"/>
                </a:solidFill>
                <a:latin typeface="Arial"/>
              </a:rPr>
              <a:t>Tech Debt Index</a:t>
            </a:r>
            <a:r>
              <a:rPr sz="800" b="0" i="0">
                <a:solidFill>
                  <a:srgbClr val="000000"/>
                </a:solidFill>
                <a:latin typeface="Arial"/>
              </a:rPr>
              <a:t>: cost and risk of accumulated tech debt</a:t>
            </a:r>
          </a:p>
        </p:txBody>
      </p:sp>
      <p:sp>
        <p:nvSpPr>
          <p:cNvPr id="182" name="TextBox 181"/>
          <p:cNvSpPr txBox="1"/>
          <p:nvPr/>
        </p:nvSpPr>
        <p:spPr>
          <a:xfrm>
            <a:off x="1435608" y="4664354"/>
            <a:ext cx="4718303" cy="144475"/>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1" i="0">
                <a:solidFill>
                  <a:srgbClr val="061F79"/>
                </a:solidFill>
                <a:latin typeface="Arial"/>
              </a:rPr>
              <a:t>Developer Velocity Index</a:t>
            </a:r>
            <a:r>
              <a:rPr sz="800" b="0" i="0">
                <a:solidFill>
                  <a:srgbClr val="000000"/>
                </a:solidFill>
                <a:latin typeface="Arial"/>
              </a:rPr>
              <a:t>: engineering maturity and developer productivity</a:t>
            </a:r>
          </a:p>
        </p:txBody>
      </p:sp>
      <p:sp>
        <p:nvSpPr>
          <p:cNvPr id="183" name="TextBox 182"/>
          <p:cNvSpPr txBox="1"/>
          <p:nvPr/>
        </p:nvSpPr>
        <p:spPr>
          <a:xfrm>
            <a:off x="6720840" y="4080052"/>
            <a:ext cx="4718303" cy="144475"/>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1" i="0">
                <a:solidFill>
                  <a:srgbClr val="061F79"/>
                </a:solidFill>
                <a:latin typeface="Arial"/>
              </a:rPr>
              <a:t>AI value-at-stake sizing tool</a:t>
            </a:r>
            <a:r>
              <a:rPr sz="800" b="0" i="0">
                <a:solidFill>
                  <a:srgbClr val="000000"/>
                </a:solidFill>
                <a:latin typeface="Arial"/>
              </a:rPr>
              <a:t>: bottom-up sizing of AI impact by domain</a:t>
            </a:r>
          </a:p>
        </p:txBody>
      </p:sp>
      <p:sp>
        <p:nvSpPr>
          <p:cNvPr id="184" name="TextBox 183"/>
          <p:cNvSpPr txBox="1"/>
          <p:nvPr/>
        </p:nvSpPr>
        <p:spPr>
          <a:xfrm>
            <a:off x="6720840" y="4274820"/>
            <a:ext cx="4718303" cy="263347"/>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1" i="0">
                <a:solidFill>
                  <a:srgbClr val="061F79"/>
                </a:solidFill>
                <a:latin typeface="Arial"/>
              </a:rPr>
              <a:t>Celonis Process Intelligence</a:t>
            </a:r>
            <a:r>
              <a:rPr sz="800" b="0" i="0">
                <a:solidFill>
                  <a:srgbClr val="000000"/>
                </a:solidFill>
                <a:latin typeface="Arial"/>
              </a:rPr>
              <a:t>: end-to-end visibility into how work flows today, as the base for the redesign</a:t>
            </a:r>
          </a:p>
        </p:txBody>
      </p:sp>
      <p:sp>
        <p:nvSpPr>
          <p:cNvPr id="185" name="TextBox 184"/>
          <p:cNvSpPr txBox="1"/>
          <p:nvPr/>
        </p:nvSpPr>
        <p:spPr>
          <a:xfrm>
            <a:off x="6720840" y="4588459"/>
            <a:ext cx="4718303" cy="144475"/>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1" i="0">
                <a:solidFill>
                  <a:srgbClr val="061F79"/>
                </a:solidFill>
                <a:latin typeface="Arial"/>
              </a:rPr>
              <a:t>McKinsey AI Workflow Library</a:t>
            </a:r>
            <a:r>
              <a:rPr sz="800" b="0" i="0">
                <a:solidFill>
                  <a:srgbClr val="000000"/>
                </a:solidFill>
                <a:latin typeface="Arial"/>
              </a:rPr>
              <a:t>: AI and AI-agent workflow designs already proven by domain</a:t>
            </a:r>
          </a:p>
        </p:txBody>
      </p:sp>
      <p:sp>
        <p:nvSpPr>
          <p:cNvPr id="186" name="TextBox 185"/>
          <p:cNvSpPr txBox="1"/>
          <p:nvPr/>
        </p:nvSpPr>
        <p:spPr>
          <a:xfrm>
            <a:off x="557784" y="4912156"/>
            <a:ext cx="713232" cy="219456"/>
          </a:xfrm>
          <a:prstGeom prst="rect">
            <a:avLst/>
          </a:prstGeom>
          <a:noFill/>
        </p:spPr>
        <p:txBody>
          <a:bodyPr wrap="square" lIns="0" rIns="0" tIns="0" bIns="0">
            <a:spAutoFit/>
          </a:bodyPr>
          <a:lstStyle/>
          <a:p>
            <a:pPr>
              <a:lnSpc>
                <a:spcPct val="95000"/>
              </a:lnSpc>
            </a:pPr>
            <a:r>
              <a:rPr sz="950" b="1" i="0">
                <a:solidFill>
                  <a:srgbClr val="061F79"/>
                </a:solidFill>
                <a:latin typeface="Arial"/>
              </a:rPr>
              <a:t>Outputs</a:t>
            </a:r>
          </a:p>
        </p:txBody>
      </p:sp>
      <p:cxnSp>
        <p:nvCxnSpPr>
          <p:cNvPr id="187" name="Connector 186"/>
          <p:cNvCxnSpPr/>
          <p:nvPr/>
        </p:nvCxnSpPr>
        <p:spPr>
          <a:xfrm>
            <a:off x="1435608" y="4834432"/>
            <a:ext cx="471830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6720840" y="4834432"/>
            <a:ext cx="471830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557784" y="4834432"/>
            <a:ext cx="713232"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190" name="TextBox 189"/>
          <p:cNvSpPr txBox="1"/>
          <p:nvPr/>
        </p:nvSpPr>
        <p:spPr>
          <a:xfrm>
            <a:off x="1435608" y="4912156"/>
            <a:ext cx="4718303" cy="144475"/>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0" i="0">
                <a:solidFill>
                  <a:srgbClr val="000000"/>
                </a:solidFill>
                <a:latin typeface="Arial"/>
              </a:rPr>
              <a:t>Technology spend and productivity baseline, benchmarked against peer and cross-industry sets</a:t>
            </a:r>
          </a:p>
        </p:txBody>
      </p:sp>
      <p:sp>
        <p:nvSpPr>
          <p:cNvPr id="191" name="TextBox 190"/>
          <p:cNvSpPr txBox="1"/>
          <p:nvPr/>
        </p:nvSpPr>
        <p:spPr>
          <a:xfrm>
            <a:off x="1435608" y="5106924"/>
            <a:ext cx="4718303" cy="144475"/>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0" i="0">
                <a:solidFill>
                  <a:srgbClr val="000000"/>
                </a:solidFill>
                <a:latin typeface="Arial"/>
              </a:rPr>
              <a:t>Quantified savings opportunities by area, with the actions required to capture each</a:t>
            </a:r>
          </a:p>
        </p:txBody>
      </p:sp>
      <p:sp>
        <p:nvSpPr>
          <p:cNvPr id="192" name="TextBox 191"/>
          <p:cNvSpPr txBox="1"/>
          <p:nvPr/>
        </p:nvSpPr>
        <p:spPr>
          <a:xfrm>
            <a:off x="1435608" y="5301691"/>
            <a:ext cx="4718303" cy="144475"/>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0" i="0">
                <a:solidFill>
                  <a:srgbClr val="000000"/>
                </a:solidFill>
                <a:latin typeface="Arial"/>
              </a:rPr>
              <a:t>Prioritized initiatives with estimated savings, owners, and implementation implications</a:t>
            </a:r>
          </a:p>
        </p:txBody>
      </p:sp>
      <p:sp>
        <p:nvSpPr>
          <p:cNvPr id="193" name="TextBox 192"/>
          <p:cNvSpPr txBox="1"/>
          <p:nvPr/>
        </p:nvSpPr>
        <p:spPr>
          <a:xfrm>
            <a:off x="1435608" y="5496458"/>
            <a:ext cx="4718303" cy="144475"/>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0" i="0">
                <a:solidFill>
                  <a:srgbClr val="000000"/>
                </a:solidFill>
                <a:latin typeface="Arial"/>
              </a:rPr>
              <a:t>Leadership-aligned high-level roadmap with sequencing and dependencies</a:t>
            </a:r>
          </a:p>
        </p:txBody>
      </p:sp>
      <p:sp>
        <p:nvSpPr>
          <p:cNvPr id="194" name="TextBox 193"/>
          <p:cNvSpPr txBox="1"/>
          <p:nvPr/>
        </p:nvSpPr>
        <p:spPr>
          <a:xfrm>
            <a:off x="6720840" y="4912156"/>
            <a:ext cx="4718303" cy="144475"/>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0" i="0">
                <a:solidFill>
                  <a:srgbClr val="000000"/>
                </a:solidFill>
                <a:latin typeface="Arial"/>
              </a:rPr>
              <a:t>AI value at stake sized across the confirmed set of domains, with a scorecard that ranks them</a:t>
            </a:r>
          </a:p>
        </p:txBody>
      </p:sp>
      <p:sp>
        <p:nvSpPr>
          <p:cNvPr id="195" name="TextBox 194"/>
          <p:cNvSpPr txBox="1"/>
          <p:nvPr/>
        </p:nvSpPr>
        <p:spPr>
          <a:xfrm>
            <a:off x="6720840" y="5106924"/>
            <a:ext cx="4718303" cy="144475"/>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0" i="0">
                <a:solidFill>
                  <a:srgbClr val="000000"/>
                </a:solidFill>
                <a:latin typeface="Arial"/>
              </a:rPr>
              <a:t>Future-state workflow blueprints for the two priority domains, including AI and human roles</a:t>
            </a:r>
          </a:p>
        </p:txBody>
      </p:sp>
      <p:sp>
        <p:nvSpPr>
          <p:cNvPr id="196" name="TextBox 195"/>
          <p:cNvSpPr txBox="1"/>
          <p:nvPr/>
        </p:nvSpPr>
        <p:spPr>
          <a:xfrm>
            <a:off x="6720840" y="5301691"/>
            <a:ext cx="4718303" cy="144475"/>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0" i="0">
                <a:solidFill>
                  <a:srgbClr val="000000"/>
                </a:solidFill>
                <a:latin typeface="Arial"/>
              </a:rPr>
              <a:t>Talent, operating model, data, technology, and control implications</a:t>
            </a:r>
          </a:p>
        </p:txBody>
      </p:sp>
      <p:sp>
        <p:nvSpPr>
          <p:cNvPr id="197" name="TextBox 196"/>
          <p:cNvSpPr txBox="1"/>
          <p:nvPr/>
        </p:nvSpPr>
        <p:spPr>
          <a:xfrm>
            <a:off x="6720840" y="5496458"/>
            <a:ext cx="4718303" cy="144475"/>
          </a:xfrm>
          <a:prstGeom prst="rect">
            <a:avLst/>
          </a:prstGeom>
          <a:noFill/>
        </p:spPr>
        <p:txBody>
          <a:bodyPr wrap="square" lIns="0" rIns="0" tIns="0" bIns="0">
            <a:spAutoFit/>
          </a:bodyPr>
          <a:lstStyle/>
          <a:p>
            <a:pPr marL="82296" indent="-82296">
              <a:lnSpc>
                <a:spcPct val="95000"/>
              </a:lnSpc>
            </a:pPr>
            <a:r>
              <a:rPr sz="800" b="0" i="0">
                <a:solidFill>
                  <a:srgbClr val="000000"/>
                </a:solidFill>
                <a:latin typeface="Arial"/>
              </a:rPr>
              <a:t>• </a:t>
            </a:r>
            <a:r>
              <a:rPr sz="800" b="0" i="0">
                <a:solidFill>
                  <a:srgbClr val="000000"/>
                </a:solidFill>
                <a:latin typeface="Arial"/>
              </a:rPr>
              <a:t>High-level roadmap across the two priority domains, with sequencing and dependencies</a:t>
            </a:r>
          </a:p>
        </p:txBody>
      </p:sp>
      <p:sp>
        <p:nvSpPr>
          <p:cNvPr id="198" name="Rounded Rectangle 197"/>
          <p:cNvSpPr/>
          <p:nvPr/>
        </p:nvSpPr>
        <p:spPr>
          <a:xfrm>
            <a:off x="557784" y="5936284"/>
            <a:ext cx="11082528" cy="402336"/>
          </a:xfrm>
          <a:prstGeom prst="roundRect">
            <a:avLst>
              <a:gd name="adj" fmla="val 20000"/>
            </a:avLst>
          </a:prstGeom>
          <a:solidFill>
            <a:srgbClr val="061F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lnSpc>
                <a:spcPct val="95000"/>
              </a:lnSpc>
            </a:pPr>
            <a:r>
              <a:rPr sz="950" b="0" i="0">
                <a:solidFill>
                  <a:srgbClr val="FFFFFF"/>
                </a:solidFill>
                <a:latin typeface="Arial"/>
              </a:rPr>
              <a:t>Both tracks run over the same 8 weeks against one fact base and a single steering committee, closing in a joint week 8 session that sets out where the value sits and the sequence to capture it</a:t>
            </a:r>
          </a:p>
        </p:txBody>
      </p:sp>
      <p:sp>
        <p:nvSpPr>
          <p:cNvPr id="199" name="ReviewSticky"/>
          <p:cNvSpPr/>
          <p:nvPr/>
        </p:nvSpPr>
        <p:spPr>
          <a:xfrm>
            <a:off x="9555480" y="36576"/>
            <a:ext cx="2606040" cy="1051560"/>
          </a:xfrm>
          <a:prstGeom prst="rect">
            <a:avLst/>
          </a:prstGeom>
          <a:solidFill>
            <a:srgbClr val="FFF1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750" b="0" i="0">
                <a:solidFill>
                  <a:srgbClr val="000000"/>
                </a:solidFill>
                <a:latin typeface="Arial"/>
              </a:rPr>
              <a:t>UPDATED from pages 3-4 as you asked, and sharpened with the Tech IDP language. Each Approach bullet is labelled with the exact phase name and timing from the workplan pages, so p2 and p3/p4 mirror each other line for line. Track 1 objective now leads with the CEO/CXO questions the Tech IDP answers (productivity of the technology dollar, where to rebalance to fund the future, capability standing vs. best in class) plus the 'holistic levers, not cost alone' positioning. Outputs reconciled against what the workplans actually deliver. Assets: added the AI value-at-stake sizing tool (it produces the headline Track 2 output but was missing); SoftwareX deliberately left off since it is not used in the plan.</a:t>
            </a:r>
          </a:p>
        </p:txBody>
      </p:sp>
    </p:spTree>
    <p:custDataLst>
      <p:tags r:id="rId1"/>
    </p:custDataLst>
    <p:extLst>
      <p:ext uri="{BB962C8B-B14F-4D97-AF65-F5344CB8AC3E}">
        <p14:creationId xmlns:p14="http://schemas.microsoft.com/office/powerpoint/2010/main" val="1439209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 name="Object 2" hidden="1">
            <a:extLst>
              <a:ext uri="{FF2B5EF4-FFF2-40B4-BE49-F238E27FC236}">
                <a16:creationId xmlns:a16="http://schemas.microsoft.com/office/drawing/2014/main" id="{838063FF-0F57-B244-099F-2E6FD9CFEEEB}"/>
              </a:ext>
            </a:extLst>
          </p:cNvPr>
          <p:cNvGraphicFramePr>
            <a:graphicFrameLocks noChangeAspect="1"/>
          </p:cNvGraphicFramePr>
          <p:nvPr>
            <p:custDataLst>
              <p:tags r:id="rId1"/>
            </p:custDataLst>
            <p:extLst>
              <p:ext uri="{D42A27DB-BD31-4B8C-83A1-F6EECF244321}">
                <p14:modId xmlns:p14="http://schemas.microsoft.com/office/powerpoint/2010/main" val="5720240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73" imgH="476" progId="TCLayout.ActiveDocument.1">
                  <p:embed/>
                </p:oleObj>
              </mc:Choice>
              <mc:Fallback>
                <p:oleObj name="think-cell Slide" r:id="rId15" imgW="473" imgH="476" progId="TCLayout.ActiveDocument.1">
                  <p:embed/>
                  <p:pic>
                    <p:nvPicPr>
                      <p:cNvPr id="38" name="Object 2" hidden="1">
                        <a:extLst>
                          <a:ext uri="{FF2B5EF4-FFF2-40B4-BE49-F238E27FC236}">
                            <a16:creationId xmlns:a16="http://schemas.microsoft.com/office/drawing/2014/main" id="{838063FF-0F57-B244-099F-2E6FD9CFEEEB}"/>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960EBCDF-B4E1-45C2-AC03-9BB2E2A57C17}"/>
              </a:ext>
            </a:extLst>
          </p:cNvPr>
          <p:cNvSpPr>
            <a:spLocks noGrp="1"/>
          </p:cNvSpPr>
          <p:nvPr>
            <p:ph type="title"/>
          </p:nvPr>
        </p:nvSpPr>
        <p:spPr>
          <a:xfrm>
            <a:off x="480795" y="201168"/>
            <a:ext cx="8869680" cy="749808"/>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pPr marL="342900" indent="-342900">
              <a:buFont typeface="Arial" panose="020B0604020202020204" pitchFamily="34" charset="0"/>
              <a:buNone/>
            </a:pPr>
            <a:r>
              <a:rPr sz="2000"/>
              <a:t>1. Technology Productivity: An 8-week assessment to size and prioritize high-value technology opportunities</a:t>
            </a:r>
            <a:endParaRPr lang="en-GB" dirty="0"/>
          </a:p>
        </p:txBody>
      </p:sp>
      <p:sp>
        <p:nvSpPr>
          <p:cNvPr id="39" name="TextBox 38"/>
          <p:cNvSpPr txBox="1"/>
          <p:nvPr/>
        </p:nvSpPr>
        <p:spPr>
          <a:xfrm>
            <a:off x="557784" y="1005840"/>
            <a:ext cx="8869680" cy="237744"/>
          </a:xfrm>
          <a:prstGeom prst="rect">
            <a:avLst/>
          </a:prstGeom>
          <a:noFill/>
        </p:spPr>
        <p:txBody>
          <a:bodyPr wrap="square" lIns="0" rIns="0" tIns="0" bIns="0">
            <a:spAutoFit/>
          </a:bodyPr>
          <a:lstStyle/>
          <a:p>
            <a:pPr>
              <a:lnSpc>
                <a:spcPct val="100000"/>
              </a:lnSpc>
            </a:pPr>
            <a:r>
              <a:rPr sz="1000" b="0" i="0">
                <a:solidFill>
                  <a:srgbClr val="0679C3"/>
                </a:solidFill>
                <a:latin typeface="Arial"/>
              </a:rPr>
              <a:t>Four phases that establish where technology spend goes today, where savings can be released, and what to launch first</a:t>
            </a:r>
          </a:p>
        </p:txBody>
      </p:sp>
      <p:sp>
        <p:nvSpPr>
          <p:cNvPr id="40" name="Pentagon 39"/>
          <p:cNvSpPr/>
          <p:nvPr/>
        </p:nvSpPr>
        <p:spPr>
          <a:xfrm>
            <a:off x="1453895" y="1335024"/>
            <a:ext cx="2042738" cy="493776"/>
          </a:xfrm>
          <a:prstGeom prst="homePlate">
            <a:avLst>
              <a:gd name="adj" fmla="val 10152"/>
            </a:avLst>
          </a:prstGeom>
          <a:solidFill>
            <a:srgbClr val="7578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lnSpc>
                <a:spcPct val="90000"/>
              </a:lnSpc>
            </a:pPr>
            <a:r>
              <a:rPr sz="950" b="1" i="0">
                <a:solidFill>
                  <a:srgbClr val="FFFFFF"/>
                </a:solidFill>
                <a:latin typeface="Arial"/>
              </a:rPr>
              <a:t>Mobilize and prepare</a:t>
            </a:r>
          </a:p>
          <a:p>
            <a:pPr algn="ctr">
              <a:lnSpc>
                <a:spcPct val="90000"/>
              </a:lnSpc>
            </a:pPr>
            <a:r>
              <a:rPr sz="800" b="0" i="0">
                <a:solidFill>
                  <a:srgbClr val="FFFFFF"/>
                </a:solidFill>
                <a:latin typeface="Arial"/>
              </a:rPr>
              <a:t>Week 0 (before kickoff)</a:t>
            </a:r>
          </a:p>
        </p:txBody>
      </p:sp>
      <p:sp>
        <p:nvSpPr>
          <p:cNvPr id="41" name="Chevron 40"/>
          <p:cNvSpPr/>
          <p:nvPr/>
        </p:nvSpPr>
        <p:spPr>
          <a:xfrm>
            <a:off x="3350330" y="1335024"/>
            <a:ext cx="2594233" cy="493776"/>
          </a:xfrm>
          <a:prstGeom prst="chevron">
            <a:avLst>
              <a:gd name="adj" fmla="val 7994"/>
            </a:avLst>
          </a:prstGeom>
          <a:solidFill>
            <a:srgbClr val="00A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28016" tIns="18288" bIns="18288"/>
          <a:lstStyle/>
          <a:p>
            <a:pPr algn="ctr">
              <a:lnSpc>
                <a:spcPct val="90000"/>
              </a:lnSpc>
            </a:pPr>
            <a:r>
              <a:rPr sz="950" b="1" i="0">
                <a:solidFill>
                  <a:srgbClr val="FFFFFF"/>
                </a:solidFill>
                <a:latin typeface="Arial"/>
              </a:rPr>
              <a:t>Establish spend baseline and compare with benchmarks</a:t>
            </a:r>
          </a:p>
          <a:p>
            <a:pPr algn="ctr">
              <a:lnSpc>
                <a:spcPct val="90000"/>
              </a:lnSpc>
            </a:pPr>
            <a:r>
              <a:rPr sz="800" b="0" i="0">
                <a:solidFill>
                  <a:srgbClr val="FFFFFF"/>
                </a:solidFill>
                <a:latin typeface="Arial"/>
              </a:rPr>
              <a:t>Weeks 1-2</a:t>
            </a:r>
          </a:p>
        </p:txBody>
      </p:sp>
      <p:sp>
        <p:nvSpPr>
          <p:cNvPr id="42" name="Chevron 41"/>
          <p:cNvSpPr/>
          <p:nvPr/>
        </p:nvSpPr>
        <p:spPr>
          <a:xfrm>
            <a:off x="5825692" y="1335024"/>
            <a:ext cx="3514343" cy="493776"/>
          </a:xfrm>
          <a:prstGeom prst="chevron">
            <a:avLst>
              <a:gd name="adj" fmla="val 5901"/>
            </a:avLst>
          </a:prstGeom>
          <a:solidFill>
            <a:srgbClr val="067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28016" tIns="18288" bIns="18288"/>
          <a:lstStyle/>
          <a:p>
            <a:pPr algn="ctr">
              <a:lnSpc>
                <a:spcPct val="90000"/>
              </a:lnSpc>
            </a:pPr>
            <a:r>
              <a:rPr sz="950" b="1" i="0">
                <a:solidFill>
                  <a:srgbClr val="FFFFFF"/>
                </a:solidFill>
                <a:latin typeface="Arial"/>
              </a:rPr>
              <a:t>Identify and detail high-potential areas</a:t>
            </a:r>
          </a:p>
          <a:p>
            <a:pPr algn="ctr">
              <a:lnSpc>
                <a:spcPct val="90000"/>
              </a:lnSpc>
            </a:pPr>
            <a:r>
              <a:rPr sz="800" b="0" i="0">
                <a:solidFill>
                  <a:srgbClr val="FFFFFF"/>
                </a:solidFill>
                <a:latin typeface="Arial"/>
              </a:rPr>
              <a:t>Weeks 3-6</a:t>
            </a:r>
          </a:p>
        </p:txBody>
      </p:sp>
      <p:sp>
        <p:nvSpPr>
          <p:cNvPr id="43" name="Chevron 42"/>
          <p:cNvSpPr/>
          <p:nvPr/>
        </p:nvSpPr>
        <p:spPr>
          <a:xfrm>
            <a:off x="9221164" y="1335024"/>
            <a:ext cx="2510587" cy="493776"/>
          </a:xfrm>
          <a:prstGeom prst="chevron">
            <a:avLst>
              <a:gd name="adj" fmla="val 8260"/>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28016" tIns="18288" bIns="18288"/>
          <a:lstStyle/>
          <a:p>
            <a:pPr algn="ctr">
              <a:lnSpc>
                <a:spcPct val="90000"/>
              </a:lnSpc>
            </a:pPr>
            <a:r>
              <a:rPr sz="950" b="1" i="0">
                <a:solidFill>
                  <a:srgbClr val="FFFFFF"/>
                </a:solidFill>
                <a:latin typeface="Arial"/>
              </a:rPr>
              <a:t>Prioritize initiatives and detail roadmap</a:t>
            </a:r>
          </a:p>
          <a:p>
            <a:pPr algn="ctr">
              <a:lnSpc>
                <a:spcPct val="90000"/>
              </a:lnSpc>
            </a:pPr>
            <a:r>
              <a:rPr sz="800" b="0" i="0">
                <a:solidFill>
                  <a:srgbClr val="FFFFFF"/>
                </a:solidFill>
                <a:latin typeface="Arial"/>
              </a:rPr>
              <a:t>Weeks 7-8</a:t>
            </a:r>
          </a:p>
        </p:txBody>
      </p:sp>
      <p:sp>
        <p:nvSpPr>
          <p:cNvPr id="44" name="TextBox 43"/>
          <p:cNvSpPr txBox="1"/>
          <p:nvPr/>
        </p:nvSpPr>
        <p:spPr>
          <a:xfrm>
            <a:off x="557784" y="2103120"/>
            <a:ext cx="841247" cy="365760"/>
          </a:xfrm>
          <a:prstGeom prst="rect">
            <a:avLst/>
          </a:prstGeom>
          <a:noFill/>
        </p:spPr>
        <p:txBody>
          <a:bodyPr wrap="square" lIns="0" rIns="0" tIns="0" bIns="0">
            <a:spAutoFit/>
          </a:bodyPr>
          <a:lstStyle/>
          <a:p>
            <a:pPr>
              <a:lnSpc>
                <a:spcPct val="95000"/>
              </a:lnSpc>
            </a:pPr>
            <a:r>
              <a:rPr sz="900" b="1" i="0">
                <a:solidFill>
                  <a:srgbClr val="63666A"/>
                </a:solidFill>
                <a:latin typeface="Arial"/>
              </a:rPr>
              <a:t>Activities</a:t>
            </a:r>
          </a:p>
        </p:txBody>
      </p:sp>
      <p:sp>
        <p:nvSpPr>
          <p:cNvPr id="45" name="Oval 44"/>
          <p:cNvSpPr/>
          <p:nvPr/>
        </p:nvSpPr>
        <p:spPr>
          <a:xfrm>
            <a:off x="1453895" y="1965960"/>
            <a:ext cx="237744" cy="237744"/>
          </a:xfrm>
          <a:prstGeom prst="ellipse">
            <a:avLst/>
          </a:prstGeom>
          <a:solidFill>
            <a:srgbClr val="75787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pPr>
            <a:r>
              <a:rPr sz="950" b="1" i="0">
                <a:solidFill>
                  <a:srgbClr val="FFFFFF"/>
                </a:solidFill>
                <a:latin typeface="Arial"/>
              </a:rPr>
              <a:t>1</a:t>
            </a:r>
          </a:p>
        </p:txBody>
      </p:sp>
      <p:sp>
        <p:nvSpPr>
          <p:cNvPr id="46" name="TextBox 45"/>
          <p:cNvSpPr txBox="1"/>
          <p:nvPr/>
        </p:nvSpPr>
        <p:spPr>
          <a:xfrm>
            <a:off x="1453895" y="2286000"/>
            <a:ext cx="1923866" cy="550468"/>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Launch data requests</a:t>
            </a:r>
            <a:r>
              <a:rPr sz="900" b="0" i="0">
                <a:solidFill>
                  <a:srgbClr val="000000"/>
                </a:solidFill>
                <a:latin typeface="Arial"/>
              </a:rPr>
              <a:t> and prepare incoming data for analysis across applications, infrastructure, cybersecurity, and labor</a:t>
            </a:r>
          </a:p>
        </p:txBody>
      </p:sp>
      <p:sp>
        <p:nvSpPr>
          <p:cNvPr id="47" name="TextBox 46"/>
          <p:cNvSpPr txBox="1"/>
          <p:nvPr/>
        </p:nvSpPr>
        <p:spPr>
          <a:xfrm>
            <a:off x="1453895" y="2923336"/>
            <a:ext cx="1923866" cy="550468"/>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Confirm stakeholders and logistics</a:t>
            </a:r>
            <a:r>
              <a:rPr sz="900" b="0" i="0">
                <a:solidFill>
                  <a:srgbClr val="000000"/>
                </a:solidFill>
                <a:latin typeface="Arial"/>
              </a:rPr>
              <a:t>, including meetings, working sessions, workshops, and the steering committee calendar</a:t>
            </a:r>
          </a:p>
        </p:txBody>
      </p:sp>
      <p:sp>
        <p:nvSpPr>
          <p:cNvPr id="48" name="TextBox 47"/>
          <p:cNvSpPr txBox="1"/>
          <p:nvPr/>
        </p:nvSpPr>
        <p:spPr>
          <a:xfrm>
            <a:off x="1453895" y="3560673"/>
            <a:ext cx="1923866" cy="298094"/>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Finalize surveys and respondents</a:t>
            </a:r>
            <a:r>
              <a:rPr sz="900" b="0" i="0">
                <a:solidFill>
                  <a:srgbClr val="000000"/>
                </a:solidFill>
                <a:latin typeface="Arial"/>
              </a:rPr>
              <a:t> and prepare for launch in week 1</a:t>
            </a:r>
          </a:p>
        </p:txBody>
      </p:sp>
      <p:sp>
        <p:nvSpPr>
          <p:cNvPr id="49" name="TextBox 48"/>
          <p:cNvSpPr txBox="1"/>
          <p:nvPr/>
        </p:nvSpPr>
        <p:spPr>
          <a:xfrm>
            <a:off x="1453895" y="3945636"/>
            <a:ext cx="1923866" cy="424281"/>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Develop initial hypotheses</a:t>
            </a:r>
            <a:r>
              <a:rPr sz="900" b="0" i="0">
                <a:solidFill>
                  <a:srgbClr val="000000"/>
                </a:solidFill>
                <a:latin typeface="Arial"/>
              </a:rPr>
              <a:t> on where the highest-value opportunities are most likely to sit</a:t>
            </a:r>
          </a:p>
        </p:txBody>
      </p:sp>
      <p:sp>
        <p:nvSpPr>
          <p:cNvPr id="50" name="Oval 49"/>
          <p:cNvSpPr/>
          <p:nvPr/>
        </p:nvSpPr>
        <p:spPr>
          <a:xfrm>
            <a:off x="3469202" y="1965960"/>
            <a:ext cx="237744" cy="237744"/>
          </a:xfrm>
          <a:prstGeom prst="ellipse">
            <a:avLst/>
          </a:prstGeom>
          <a:solidFill>
            <a:srgbClr val="00A9F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pPr>
            <a:r>
              <a:rPr sz="950" b="1" i="0">
                <a:solidFill>
                  <a:srgbClr val="FFFFFF"/>
                </a:solidFill>
                <a:latin typeface="Arial"/>
              </a:rPr>
              <a:t>2</a:t>
            </a:r>
          </a:p>
        </p:txBody>
      </p:sp>
      <p:sp>
        <p:nvSpPr>
          <p:cNvPr id="51" name="TextBox 50"/>
          <p:cNvSpPr txBox="1"/>
          <p:nvPr/>
        </p:nvSpPr>
        <p:spPr>
          <a:xfrm>
            <a:off x="3469202" y="2286000"/>
            <a:ext cx="2383921" cy="550468"/>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Baseline technology spend</a:t>
            </a:r>
            <a:r>
              <a:rPr sz="900" b="0" i="0">
                <a:solidFill>
                  <a:srgbClr val="000000"/>
                </a:solidFill>
                <a:latin typeface="Arial"/>
              </a:rPr>
              <a:t> across applications, infrastructure, cybersecurity, and labor, at the level of detail needed to see where costs can be reduced</a:t>
            </a:r>
          </a:p>
        </p:txBody>
      </p:sp>
      <p:sp>
        <p:nvSpPr>
          <p:cNvPr id="52" name="TextBox 51"/>
          <p:cNvSpPr txBox="1"/>
          <p:nvPr/>
        </p:nvSpPr>
        <p:spPr>
          <a:xfrm>
            <a:off x="3469202" y="2923336"/>
            <a:ext cx="2383921" cy="424281"/>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Benchmark cost profile and productivity</a:t>
            </a:r>
            <a:r>
              <a:rPr sz="900" b="0" i="0">
                <a:solidFill>
                  <a:srgbClr val="000000"/>
                </a:solidFill>
                <a:latin typeface="Arial"/>
              </a:rPr>
              <a:t> against peer and cross-industry sets (Tech Performance Assessment)</a:t>
            </a:r>
          </a:p>
        </p:txBody>
      </p:sp>
      <p:sp>
        <p:nvSpPr>
          <p:cNvPr id="53" name="TextBox 52"/>
          <p:cNvSpPr txBox="1"/>
          <p:nvPr/>
        </p:nvSpPr>
        <p:spPr>
          <a:xfrm>
            <a:off x="3469202" y="3434486"/>
            <a:ext cx="2383921" cy="424281"/>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Assess delivery and engineering maturity</a:t>
            </a:r>
            <a:r>
              <a:rPr sz="900" b="0" i="0">
                <a:solidFill>
                  <a:srgbClr val="000000"/>
                </a:solidFill>
                <a:latin typeface="Arial"/>
              </a:rPr>
              <a:t> using the Technology Quotient and the Developer Velocity Index</a:t>
            </a:r>
          </a:p>
        </p:txBody>
      </p:sp>
      <p:sp>
        <p:nvSpPr>
          <p:cNvPr id="54" name="TextBox 53"/>
          <p:cNvSpPr txBox="1"/>
          <p:nvPr/>
        </p:nvSpPr>
        <p:spPr>
          <a:xfrm>
            <a:off x="3469202" y="3945636"/>
            <a:ext cx="2383921" cy="550468"/>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Hold working sessions with technology leaders</a:t>
            </a:r>
            <a:r>
              <a:rPr sz="900" b="0" i="0">
                <a:solidFill>
                  <a:srgbClr val="000000"/>
                </a:solidFill>
                <a:latin typeface="Arial"/>
              </a:rPr>
              <a:t> to share and refine the benchmark results, and build early hypotheses on gaps and value at stake</a:t>
            </a:r>
          </a:p>
        </p:txBody>
      </p:sp>
      <p:sp>
        <p:nvSpPr>
          <p:cNvPr id="55" name="Oval 54"/>
          <p:cNvSpPr/>
          <p:nvPr/>
        </p:nvSpPr>
        <p:spPr>
          <a:xfrm>
            <a:off x="5944564" y="1965960"/>
            <a:ext cx="237744" cy="237744"/>
          </a:xfrm>
          <a:prstGeom prst="ellipse">
            <a:avLst/>
          </a:prstGeom>
          <a:solidFill>
            <a:srgbClr val="0679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pPr>
            <a:r>
              <a:rPr sz="950" b="1" i="0">
                <a:solidFill>
                  <a:srgbClr val="FFFFFF"/>
                </a:solidFill>
                <a:latin typeface="Arial"/>
              </a:rPr>
              <a:t>3</a:t>
            </a:r>
          </a:p>
        </p:txBody>
      </p:sp>
      <p:sp>
        <p:nvSpPr>
          <p:cNvPr id="56" name="TextBox 55"/>
          <p:cNvSpPr txBox="1"/>
          <p:nvPr/>
        </p:nvSpPr>
        <p:spPr>
          <a:xfrm>
            <a:off x="5944564" y="2286000"/>
            <a:ext cx="3304031" cy="550468"/>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Run detailed analyses to optimize spend</a:t>
            </a:r>
            <a:r>
              <a:rPr sz="900" b="0" i="0">
                <a:solidFill>
                  <a:srgbClr val="000000"/>
                </a:solidFill>
                <a:latin typeface="Arial"/>
              </a:rPr>
              <a:t> and conduct deep dives into all high-potential areas, e.g., infrastructure spend, vendor spend via line-by-line contract reviews, and developer productivity</a:t>
            </a:r>
          </a:p>
        </p:txBody>
      </p:sp>
      <p:sp>
        <p:nvSpPr>
          <p:cNvPr id="57" name="TextBox 56"/>
          <p:cNvSpPr txBox="1"/>
          <p:nvPr/>
        </p:nvSpPr>
        <p:spPr>
          <a:xfrm>
            <a:off x="5944564" y="2923336"/>
            <a:ext cx="3304031" cy="424281"/>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Assess tech debt using the Tech Debt Index</a:t>
            </a:r>
            <a:r>
              <a:rPr sz="900" b="0" i="0">
                <a:solidFill>
                  <a:srgbClr val="000000"/>
                </a:solidFill>
                <a:latin typeface="Arial"/>
              </a:rPr>
              <a:t> to identify where accumulated debt most constrains delivery speed and resilience</a:t>
            </a:r>
          </a:p>
        </p:txBody>
      </p:sp>
      <p:sp>
        <p:nvSpPr>
          <p:cNvPr id="58" name="TextBox 57"/>
          <p:cNvSpPr txBox="1"/>
          <p:nvPr/>
        </p:nvSpPr>
        <p:spPr>
          <a:xfrm>
            <a:off x="5944564" y="3434486"/>
            <a:ext cx="3304031" cy="298094"/>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Conduct 5-10 interviews</a:t>
            </a:r>
            <a:r>
              <a:rPr sz="900" b="0" i="0">
                <a:solidFill>
                  <a:srgbClr val="000000"/>
                </a:solidFill>
                <a:latin typeface="Arial"/>
              </a:rPr>
              <a:t> with business and technology leaders to pressure test the opportunity areas</a:t>
            </a:r>
          </a:p>
        </p:txBody>
      </p:sp>
      <p:sp>
        <p:nvSpPr>
          <p:cNvPr id="59" name="TextBox 58"/>
          <p:cNvSpPr txBox="1"/>
          <p:nvPr/>
        </p:nvSpPr>
        <p:spPr>
          <a:xfrm>
            <a:off x="5944564" y="3819448"/>
            <a:ext cx="3304031" cy="298094"/>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Size each opportunity</a:t>
            </a:r>
            <a:r>
              <a:rPr sz="900" b="0" i="0">
                <a:solidFill>
                  <a:srgbClr val="000000"/>
                </a:solidFill>
                <a:latin typeface="Arial"/>
              </a:rPr>
              <a:t> against the share of spend we can realistically address, with the actions required to capture it</a:t>
            </a:r>
          </a:p>
        </p:txBody>
      </p:sp>
      <p:sp>
        <p:nvSpPr>
          <p:cNvPr id="60" name="Oval 59"/>
          <p:cNvSpPr/>
          <p:nvPr/>
        </p:nvSpPr>
        <p:spPr>
          <a:xfrm>
            <a:off x="9340036" y="1965960"/>
            <a:ext cx="237744" cy="237744"/>
          </a:xfrm>
          <a:prstGeom prst="ellipse">
            <a:avLst/>
          </a:prstGeom>
          <a:solidFill>
            <a:srgbClr val="2251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pPr>
            <a:r>
              <a:rPr sz="950" b="1" i="0">
                <a:solidFill>
                  <a:srgbClr val="FFFFFF"/>
                </a:solidFill>
                <a:latin typeface="Arial"/>
              </a:rPr>
              <a:t>4</a:t>
            </a:r>
          </a:p>
        </p:txBody>
      </p:sp>
      <p:sp>
        <p:nvSpPr>
          <p:cNvPr id="61" name="TextBox 60"/>
          <p:cNvSpPr txBox="1"/>
          <p:nvPr/>
        </p:nvSpPr>
        <p:spPr>
          <a:xfrm>
            <a:off x="9340036" y="2286000"/>
            <a:ext cx="2300275" cy="424281"/>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Shape recommendations into go-forward initiatives</a:t>
            </a:r>
            <a:r>
              <a:rPr sz="900" b="0" i="0">
                <a:solidFill>
                  <a:srgbClr val="000000"/>
                </a:solidFill>
                <a:latin typeface="Arial"/>
              </a:rPr>
              <a:t> prioritized on value at stake and ease of delivery</a:t>
            </a:r>
          </a:p>
        </p:txBody>
      </p:sp>
      <p:sp>
        <p:nvSpPr>
          <p:cNvPr id="62" name="TextBox 61"/>
          <p:cNvSpPr txBox="1"/>
          <p:nvPr/>
        </p:nvSpPr>
        <p:spPr>
          <a:xfrm>
            <a:off x="9340036" y="2797149"/>
            <a:ext cx="2300275" cy="550468"/>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Detail the initiative plan</a:t>
            </a:r>
            <a:r>
              <a:rPr sz="900" b="0" i="0">
                <a:solidFill>
                  <a:srgbClr val="000000"/>
                </a:solidFill>
                <a:latin typeface="Arial"/>
              </a:rPr>
              <a:t>, capturing initiatives to launch, estimated savings, potential owners, and high-level implementation implications (e.g., tooling)</a:t>
            </a:r>
          </a:p>
        </p:txBody>
      </p:sp>
      <p:sp>
        <p:nvSpPr>
          <p:cNvPr id="63" name="TextBox 62"/>
          <p:cNvSpPr txBox="1"/>
          <p:nvPr/>
        </p:nvSpPr>
        <p:spPr>
          <a:xfrm>
            <a:off x="9340036" y="3434486"/>
            <a:ext cx="2300275" cy="424281"/>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Develop a high-level roadmap</a:t>
            </a:r>
            <a:r>
              <a:rPr sz="900" b="0" i="0">
                <a:solidFill>
                  <a:srgbClr val="000000"/>
                </a:solidFill>
                <a:latin typeface="Arial"/>
              </a:rPr>
              <a:t>, setting out sequencing and dependencies across initiatives</a:t>
            </a:r>
          </a:p>
        </p:txBody>
      </p:sp>
      <p:sp>
        <p:nvSpPr>
          <p:cNvPr id="64" name="TextBox 63"/>
          <p:cNvSpPr txBox="1"/>
          <p:nvPr/>
        </p:nvSpPr>
        <p:spPr>
          <a:xfrm>
            <a:off x="9340036" y="3945636"/>
            <a:ext cx="2300275" cy="550468"/>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Align leadership across both tracks</a:t>
            </a:r>
            <a:r>
              <a:rPr sz="900" b="0" i="0">
                <a:solidFill>
                  <a:srgbClr val="000000"/>
                </a:solidFill>
                <a:latin typeface="Arial"/>
              </a:rPr>
              <a:t>, confirming owners, immediate actions, and how these technology initiatives sequence with the Track 2 domain work</a:t>
            </a:r>
          </a:p>
        </p:txBody>
      </p:sp>
      <p:sp>
        <p:nvSpPr>
          <p:cNvPr id="65" name="Rectangle 64"/>
          <p:cNvSpPr/>
          <p:nvPr/>
        </p:nvSpPr>
        <p:spPr>
          <a:xfrm>
            <a:off x="557784" y="4820716"/>
            <a:ext cx="11082528" cy="731519"/>
          </a:xfrm>
          <a:prstGeom prst="rect">
            <a:avLst/>
          </a:prstGeom>
          <a:solidFill>
            <a:srgbClr val="EF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30936" y="5085892"/>
            <a:ext cx="804672" cy="219456"/>
          </a:xfrm>
          <a:prstGeom prst="rect">
            <a:avLst/>
          </a:prstGeom>
          <a:noFill/>
        </p:spPr>
        <p:txBody>
          <a:bodyPr wrap="square" lIns="0" rIns="0" tIns="0" bIns="0">
            <a:spAutoFit/>
          </a:bodyPr>
          <a:lstStyle/>
          <a:p>
            <a:pPr>
              <a:lnSpc>
                <a:spcPct val="100000"/>
              </a:lnSpc>
            </a:pPr>
            <a:r>
              <a:rPr sz="900" b="1" i="0">
                <a:solidFill>
                  <a:srgbClr val="061F79"/>
                </a:solidFill>
                <a:latin typeface="Arial"/>
              </a:rPr>
              <a:t>Deliverables</a:t>
            </a:r>
          </a:p>
        </p:txBody>
      </p:sp>
      <p:sp>
        <p:nvSpPr>
          <p:cNvPr id="67" name="Rectangle 66"/>
          <p:cNvSpPr/>
          <p:nvPr/>
        </p:nvSpPr>
        <p:spPr>
          <a:xfrm>
            <a:off x="1362455" y="4884724"/>
            <a:ext cx="41148" cy="603503"/>
          </a:xfrm>
          <a:prstGeom prst="rect">
            <a:avLst/>
          </a:prstGeom>
          <a:solidFill>
            <a:srgbClr val="7578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453895" y="4921300"/>
            <a:ext cx="1923866" cy="548639"/>
          </a:xfrm>
          <a:prstGeom prst="rect">
            <a:avLst/>
          </a:prstGeom>
          <a:noFill/>
        </p:spPr>
        <p:txBody>
          <a:bodyPr wrap="square" lIns="0" rIns="0" tIns="0" bIns="0">
            <a:spAutoFit/>
          </a:bodyPr>
          <a:lstStyle/>
          <a:p>
            <a:pPr>
              <a:lnSpc>
                <a:spcPct val="95000"/>
              </a:lnSpc>
            </a:pPr>
            <a:r>
              <a:rPr sz="850" b="0" i="0">
                <a:solidFill>
                  <a:srgbClr val="000000"/>
                </a:solidFill>
                <a:latin typeface="Arial"/>
              </a:rPr>
              <a:t>Kickoff pack: data request list, stakeholder and meeting map, survey launch plan, and initial hypotheses</a:t>
            </a:r>
          </a:p>
        </p:txBody>
      </p:sp>
      <p:sp>
        <p:nvSpPr>
          <p:cNvPr id="69" name="Rectangle 68"/>
          <p:cNvSpPr/>
          <p:nvPr/>
        </p:nvSpPr>
        <p:spPr>
          <a:xfrm>
            <a:off x="3377762" y="4884724"/>
            <a:ext cx="41148" cy="603503"/>
          </a:xfrm>
          <a:prstGeom prst="rect">
            <a:avLst/>
          </a:prstGeom>
          <a:solidFill>
            <a:srgbClr val="00A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469202" y="4921300"/>
            <a:ext cx="2383921" cy="548639"/>
          </a:xfrm>
          <a:prstGeom prst="rect">
            <a:avLst/>
          </a:prstGeom>
          <a:noFill/>
        </p:spPr>
        <p:txBody>
          <a:bodyPr wrap="square" lIns="0" rIns="0" tIns="0" bIns="0">
            <a:spAutoFit/>
          </a:bodyPr>
          <a:lstStyle/>
          <a:p>
            <a:pPr>
              <a:lnSpc>
                <a:spcPct val="95000"/>
              </a:lnSpc>
            </a:pPr>
            <a:r>
              <a:rPr sz="850" b="0" i="0">
                <a:solidFill>
                  <a:srgbClr val="000000"/>
                </a:solidFill>
                <a:latin typeface="Arial"/>
              </a:rPr>
              <a:t>Technology spend and productivity baseline, benchmarked against peer and cross-industry sets</a:t>
            </a:r>
          </a:p>
        </p:txBody>
      </p:sp>
      <p:sp>
        <p:nvSpPr>
          <p:cNvPr id="71" name="Rectangle 70"/>
          <p:cNvSpPr/>
          <p:nvPr/>
        </p:nvSpPr>
        <p:spPr>
          <a:xfrm>
            <a:off x="5853124" y="4884724"/>
            <a:ext cx="41148" cy="603503"/>
          </a:xfrm>
          <a:prstGeom prst="rect">
            <a:avLst/>
          </a:prstGeom>
          <a:solidFill>
            <a:srgbClr val="0679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944564" y="4921300"/>
            <a:ext cx="3304031" cy="548639"/>
          </a:xfrm>
          <a:prstGeom prst="rect">
            <a:avLst/>
          </a:prstGeom>
          <a:noFill/>
        </p:spPr>
        <p:txBody>
          <a:bodyPr wrap="square" lIns="0" rIns="0" tIns="0" bIns="0">
            <a:spAutoFit/>
          </a:bodyPr>
          <a:lstStyle/>
          <a:p>
            <a:pPr>
              <a:lnSpc>
                <a:spcPct val="95000"/>
              </a:lnSpc>
            </a:pPr>
            <a:r>
              <a:rPr sz="850" b="0" i="0">
                <a:solidFill>
                  <a:srgbClr val="000000"/>
                </a:solidFill>
                <a:latin typeface="Arial"/>
              </a:rPr>
              <a:t>Quantified savings opportunities by area, supported by deep-dive analyses and leadership input</a:t>
            </a:r>
          </a:p>
        </p:txBody>
      </p:sp>
      <p:sp>
        <p:nvSpPr>
          <p:cNvPr id="73" name="Rectangle 72"/>
          <p:cNvSpPr/>
          <p:nvPr/>
        </p:nvSpPr>
        <p:spPr>
          <a:xfrm>
            <a:off x="9248596" y="4884724"/>
            <a:ext cx="41148" cy="603503"/>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340036" y="4921300"/>
            <a:ext cx="2300275" cy="548639"/>
          </a:xfrm>
          <a:prstGeom prst="rect">
            <a:avLst/>
          </a:prstGeom>
          <a:noFill/>
        </p:spPr>
        <p:txBody>
          <a:bodyPr wrap="square" lIns="0" rIns="0" tIns="0" bIns="0">
            <a:spAutoFit/>
          </a:bodyPr>
          <a:lstStyle/>
          <a:p>
            <a:pPr>
              <a:lnSpc>
                <a:spcPct val="95000"/>
              </a:lnSpc>
            </a:pPr>
            <a:r>
              <a:rPr sz="850" b="0" i="0">
                <a:solidFill>
                  <a:srgbClr val="000000"/>
                </a:solidFill>
                <a:latin typeface="Arial"/>
              </a:rPr>
              <a:t>Prioritized initiative plan and leadership-aligned high-level roadmap with sequencing, dependencies, and owners</a:t>
            </a:r>
          </a:p>
        </p:txBody>
      </p:sp>
      <p:cxnSp>
        <p:nvCxnSpPr>
          <p:cNvPr id="75" name="Connector 74"/>
          <p:cNvCxnSpPr/>
          <p:nvPr/>
        </p:nvCxnSpPr>
        <p:spPr>
          <a:xfrm>
            <a:off x="557784" y="5698540"/>
            <a:ext cx="1108252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557784" y="5762548"/>
            <a:ext cx="11082528" cy="219456"/>
          </a:xfrm>
          <a:prstGeom prst="rect">
            <a:avLst/>
          </a:prstGeom>
          <a:noFill/>
        </p:spPr>
        <p:txBody>
          <a:bodyPr wrap="square" lIns="0" rIns="0" tIns="0" bIns="0">
            <a:spAutoFit/>
          </a:bodyPr>
          <a:lstStyle/>
          <a:p>
            <a:pPr>
              <a:lnSpc>
                <a:spcPct val="95000"/>
              </a:lnSpc>
            </a:pPr>
            <a:r>
              <a:rPr sz="800" b="0" i="1">
                <a:solidFill>
                  <a:srgbClr val="63666A"/>
                </a:solidFill>
                <a:latin typeface="Arial"/>
              </a:rPr>
              <a:t>Governance: steering committee meets every two weeks to review progress, align on direction, and remove roadblocks, closing with a joint leadership session across both tracks in week 8</a:t>
            </a:r>
          </a:p>
        </p:txBody>
      </p:sp>
      <p:sp>
        <p:nvSpPr>
          <p:cNvPr id="77" name="ReviewSticky"/>
          <p:cNvSpPr/>
          <p:nvPr/>
        </p:nvSpPr>
        <p:spPr>
          <a:xfrm>
            <a:off x="9555480" y="36576"/>
            <a:ext cx="2606040" cy="960120"/>
          </a:xfrm>
          <a:prstGeom prst="rect">
            <a:avLst/>
          </a:prstGeom>
          <a:solidFill>
            <a:srgbClr val="FFF1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750" b="0" i="0">
                <a:solidFill>
                  <a:srgbClr val="000000"/>
                </a:solidFill>
                <a:latin typeface="Arial"/>
              </a:rPr>
              <a:t>REBUILT as a visual workplan (Cetera p30 style: numbered phase chevrons, matching activity columns, deliverables strip). Your sticky activities are all here, all 22 of them. TO CONFIRM: (1) prep labelled 'Week 0 (before kickoff)' so the 8-week clock still reads true; (2) 'steercos' rendered as 'steering committee' for the client, same fortnightly cadence as the original page; (3) the Tech Debt Index deep dive in wks 3-6 is not in your sticky, added because it is already a listed asset on p2, say the word and it goes; (4) 'contract teardowns' rendered as 'line-by-line contract reviews' for client readability. Your 'high-level' qualifier on the roadmap and implementation implications is kept.</a:t>
            </a:r>
          </a:p>
        </p:txBody>
      </p:sp>
    </p:spTree>
    <p:extLst>
      <p:ext uri="{BB962C8B-B14F-4D97-AF65-F5344CB8AC3E}">
        <p14:creationId xmlns:p14="http://schemas.microsoft.com/office/powerpoint/2010/main" val="2698258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8F3F0-C2D5-59D0-1FC8-CF1768E2F74C}"/>
            </a:ext>
          </a:extLst>
        </p:cNvPr>
        <p:cNvGrpSpPr/>
        <p:nvPr/>
      </p:nvGrpSpPr>
      <p:grpSpPr>
        <a:xfrm>
          <a:off x="0" y="0"/>
          <a:ext cx="0" cy="0"/>
          <a:chOff x="0" y="0"/>
          <a:chExt cx="0" cy="0"/>
        </a:xfrm>
      </p:grpSpPr>
      <p:graphicFrame>
        <p:nvGraphicFramePr>
          <p:cNvPr id="6" name="Object 6" hidden="1">
            <a:extLst>
              <a:ext uri="{FF2B5EF4-FFF2-40B4-BE49-F238E27FC236}">
                <a16:creationId xmlns:a16="http://schemas.microsoft.com/office/drawing/2014/main" id="{8E554088-8E29-F800-9BDA-CB3C1ECBE4D9}"/>
              </a:ext>
            </a:extLst>
          </p:cNvPr>
          <p:cNvGraphicFramePr>
            <a:graphicFrameLocks noChangeAspect="1"/>
          </p:cNvGraphicFramePr>
          <p:nvPr>
            <p:custDataLst>
              <p:tags r:id="rId2"/>
            </p:custDataLst>
            <p:extLst>
              <p:ext uri="{D42A27DB-BD31-4B8C-83A1-F6EECF244321}">
                <p14:modId xmlns:p14="http://schemas.microsoft.com/office/powerpoint/2010/main" val="16910635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5" imgW="592" imgH="595" progId="TCLayout.ActiveDocument.1">
                  <p:embed/>
                </p:oleObj>
              </mc:Choice>
              <mc:Fallback>
                <p:oleObj name="think-cell Slide" r:id="rId35" imgW="592" imgH="595" progId="TCLayout.ActiveDocument.1">
                  <p:embed/>
                  <p:pic>
                    <p:nvPicPr>
                      <p:cNvPr id="6" name="Object 6" hidden="1">
                        <a:extLst>
                          <a:ext uri="{FF2B5EF4-FFF2-40B4-BE49-F238E27FC236}">
                            <a16:creationId xmlns:a16="http://schemas.microsoft.com/office/drawing/2014/main" id="{8E554088-8E29-F800-9BDA-CB3C1ECBE4D9}"/>
                          </a:ext>
                        </a:extLst>
                      </p:cNvPr>
                      <p:cNvPicPr/>
                      <p:nvPr/>
                    </p:nvPicPr>
                    <p:blipFill>
                      <a:blip r:embed="rId36"/>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C7ED5BD6-5875-8032-EE3D-06E56D5964E5}"/>
              </a:ext>
            </a:extLst>
          </p:cNvPr>
          <p:cNvSpPr>
            <a:spLocks noGrp="1"/>
          </p:cNvSpPr>
          <p:nvPr>
            <p:ph type="title"/>
            <p:custDataLst>
              <p:tags r:id="rId3"/>
            </p:custDataLst>
          </p:nvPr>
        </p:nvSpPr>
        <p:spPr>
          <a:xfrm>
            <a:off x="512066" y="201168"/>
            <a:ext cx="8869680" cy="749808"/>
          </a:xfrm>
          <a:noFill/>
          <a:ln/>
          <a:extLst>
            <a:ext uri="{909E8E84-426E-40DD-AFC4-6F175D3DCCD1}">
              <a14:hiddenFill xmlns:a14="http://schemas.microsoft.com/office/drawing/2010/main">
                <a:solidFill>
                  <a:srgbClr val="FFFFFF"/>
                </a:solidFill>
              </a14:hiddenFill>
            </a:ext>
          </a:extLst>
        </p:spPr>
        <p:txBody>
          <a:bodyPr vert="horz" wrap="square">
            <a:spAutoFit/>
          </a:bodyPr>
          <a:lstStyle/>
          <a:p>
            <a:pPr>
              <a:buNone/>
            </a:pPr>
            <a:r>
              <a:rPr sz="2000"/>
              <a:t>2. AI-enabled Reimagination: An 8-week approach to size AI value and reimagine two priority domains</a:t>
            </a:r>
            <a:endParaRPr lang="en-US" dirty="0"/>
          </a:p>
        </p:txBody>
      </p:sp>
      <p:sp>
        <p:nvSpPr>
          <p:cNvPr id="7" name="TextBox 6"/>
          <p:cNvSpPr txBox="1"/>
          <p:nvPr/>
        </p:nvSpPr>
        <p:spPr>
          <a:xfrm>
            <a:off x="557784" y="1005840"/>
            <a:ext cx="8869680" cy="237744"/>
          </a:xfrm>
          <a:prstGeom prst="rect">
            <a:avLst/>
          </a:prstGeom>
          <a:noFill/>
        </p:spPr>
        <p:txBody>
          <a:bodyPr wrap="square" lIns="0" rIns="0" tIns="0" bIns="0">
            <a:spAutoFit/>
          </a:bodyPr>
          <a:lstStyle/>
          <a:p>
            <a:pPr>
              <a:lnSpc>
                <a:spcPct val="100000"/>
              </a:lnSpc>
            </a:pPr>
            <a:r>
              <a:rPr sz="1000" b="0" i="0">
                <a:solidFill>
                  <a:srgbClr val="0679C3"/>
                </a:solidFill>
                <a:latin typeface="Arial"/>
              </a:rPr>
              <a:t>Five phases that size the value at stake across the confirmed set of domains, prioritize them, then reimagine the top two end to end</a:t>
            </a:r>
          </a:p>
        </p:txBody>
      </p:sp>
      <p:sp>
        <p:nvSpPr>
          <p:cNvPr id="8" name="Pentagon 7"/>
          <p:cNvSpPr/>
          <p:nvPr/>
        </p:nvSpPr>
        <p:spPr>
          <a:xfrm>
            <a:off x="1453895" y="1335024"/>
            <a:ext cx="1869583" cy="493776"/>
          </a:xfrm>
          <a:prstGeom prst="homePlate">
            <a:avLst>
              <a:gd name="adj" fmla="val 11092"/>
            </a:avLst>
          </a:prstGeom>
          <a:solidFill>
            <a:srgbClr val="7578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lnSpc>
                <a:spcPct val="90000"/>
              </a:lnSpc>
            </a:pPr>
            <a:r>
              <a:rPr sz="950" b="1" i="0">
                <a:solidFill>
                  <a:srgbClr val="FFFFFF"/>
                </a:solidFill>
                <a:latin typeface="Arial"/>
              </a:rPr>
              <a:t>Mobilize and prepare</a:t>
            </a:r>
          </a:p>
          <a:p>
            <a:pPr algn="ctr">
              <a:lnSpc>
                <a:spcPct val="90000"/>
              </a:lnSpc>
            </a:pPr>
            <a:r>
              <a:rPr sz="800" b="0" i="0">
                <a:solidFill>
                  <a:srgbClr val="FFFFFF"/>
                </a:solidFill>
                <a:latin typeface="Arial"/>
              </a:rPr>
              <a:t>Week 0 (before kickoff)</a:t>
            </a:r>
          </a:p>
        </p:txBody>
      </p:sp>
      <p:sp>
        <p:nvSpPr>
          <p:cNvPr id="9" name="Chevron 8"/>
          <p:cNvSpPr/>
          <p:nvPr/>
        </p:nvSpPr>
        <p:spPr>
          <a:xfrm>
            <a:off x="3177175" y="1335024"/>
            <a:ext cx="2227798" cy="493776"/>
          </a:xfrm>
          <a:prstGeom prst="chevron">
            <a:avLst>
              <a:gd name="adj" fmla="val 9309"/>
            </a:avLst>
          </a:prstGeom>
          <a:solidFill>
            <a:srgbClr val="00A9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28016" tIns="18288" bIns="18288"/>
          <a:lstStyle/>
          <a:p>
            <a:pPr algn="ctr">
              <a:lnSpc>
                <a:spcPct val="90000"/>
              </a:lnSpc>
            </a:pPr>
            <a:r>
              <a:rPr sz="950" b="1" i="0">
                <a:solidFill>
                  <a:srgbClr val="FFFFFF"/>
                </a:solidFill>
                <a:latin typeface="Arial"/>
              </a:rPr>
              <a:t>Establish baseline and size initial value at stake</a:t>
            </a:r>
          </a:p>
          <a:p>
            <a:pPr algn="ctr">
              <a:lnSpc>
                <a:spcPct val="90000"/>
              </a:lnSpc>
            </a:pPr>
            <a:r>
              <a:rPr sz="800" b="0" i="0">
                <a:solidFill>
                  <a:srgbClr val="FFFFFF"/>
                </a:solidFill>
                <a:latin typeface="Arial"/>
              </a:rPr>
              <a:t>Weeks 1-2</a:t>
            </a:r>
          </a:p>
        </p:txBody>
      </p:sp>
      <p:sp>
        <p:nvSpPr>
          <p:cNvPr id="10" name="Chevron 9"/>
          <p:cNvSpPr/>
          <p:nvPr/>
        </p:nvSpPr>
        <p:spPr>
          <a:xfrm>
            <a:off x="5286101" y="1335024"/>
            <a:ext cx="2227798" cy="493776"/>
          </a:xfrm>
          <a:prstGeom prst="chevron">
            <a:avLst>
              <a:gd name="adj" fmla="val 9309"/>
            </a:avLst>
          </a:prstGeom>
          <a:solidFill>
            <a:srgbClr val="067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28016" tIns="18288" bIns="18288"/>
          <a:lstStyle/>
          <a:p>
            <a:pPr algn="ctr">
              <a:lnSpc>
                <a:spcPct val="90000"/>
              </a:lnSpc>
            </a:pPr>
            <a:r>
              <a:rPr sz="950" b="1" i="0">
                <a:solidFill>
                  <a:srgbClr val="FFFFFF"/>
                </a:solidFill>
                <a:latin typeface="Arial"/>
              </a:rPr>
              <a:t>Refine impact potential and prioritize domains</a:t>
            </a:r>
          </a:p>
          <a:p>
            <a:pPr algn="ctr">
              <a:lnSpc>
                <a:spcPct val="90000"/>
              </a:lnSpc>
            </a:pPr>
            <a:r>
              <a:rPr sz="800" b="0" i="0">
                <a:solidFill>
                  <a:srgbClr val="FFFFFF"/>
                </a:solidFill>
                <a:latin typeface="Arial"/>
              </a:rPr>
              <a:t>Weeks 3-4</a:t>
            </a:r>
          </a:p>
        </p:txBody>
      </p:sp>
      <p:sp>
        <p:nvSpPr>
          <p:cNvPr id="11" name="Chevron 10"/>
          <p:cNvSpPr/>
          <p:nvPr/>
        </p:nvSpPr>
        <p:spPr>
          <a:xfrm>
            <a:off x="7395027" y="1335024"/>
            <a:ext cx="2227798" cy="493776"/>
          </a:xfrm>
          <a:prstGeom prst="chevron">
            <a:avLst>
              <a:gd name="adj" fmla="val 9309"/>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28016" tIns="18288" bIns="18288"/>
          <a:lstStyle/>
          <a:p>
            <a:pPr algn="ctr">
              <a:lnSpc>
                <a:spcPct val="90000"/>
              </a:lnSpc>
            </a:pPr>
            <a:r>
              <a:rPr sz="950" b="1" i="0">
                <a:solidFill>
                  <a:srgbClr val="FFFFFF"/>
                </a:solidFill>
                <a:latin typeface="Arial"/>
              </a:rPr>
              <a:t>Reimagine priority domain 1</a:t>
            </a:r>
          </a:p>
          <a:p>
            <a:pPr algn="ctr">
              <a:lnSpc>
                <a:spcPct val="90000"/>
              </a:lnSpc>
            </a:pPr>
            <a:r>
              <a:rPr sz="800" b="0" i="0">
                <a:solidFill>
                  <a:srgbClr val="FFFFFF"/>
                </a:solidFill>
                <a:latin typeface="Arial"/>
              </a:rPr>
              <a:t>Weeks 5-6</a:t>
            </a:r>
          </a:p>
        </p:txBody>
      </p:sp>
      <p:sp>
        <p:nvSpPr>
          <p:cNvPr id="12" name="Chevron 11"/>
          <p:cNvSpPr/>
          <p:nvPr/>
        </p:nvSpPr>
        <p:spPr>
          <a:xfrm>
            <a:off x="9503953" y="1335024"/>
            <a:ext cx="2227798" cy="493776"/>
          </a:xfrm>
          <a:prstGeom prst="chevron">
            <a:avLst>
              <a:gd name="adj" fmla="val 9309"/>
            </a:avLst>
          </a:prstGeom>
          <a:solidFill>
            <a:srgbClr val="061F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28016" tIns="18288" bIns="18288"/>
          <a:lstStyle/>
          <a:p>
            <a:pPr algn="ctr">
              <a:lnSpc>
                <a:spcPct val="90000"/>
              </a:lnSpc>
            </a:pPr>
            <a:r>
              <a:rPr sz="950" b="1" i="0">
                <a:solidFill>
                  <a:srgbClr val="FFFFFF"/>
                </a:solidFill>
                <a:latin typeface="Arial"/>
              </a:rPr>
              <a:t>Reimagine priority domain 2 and consolidate</a:t>
            </a:r>
          </a:p>
          <a:p>
            <a:pPr algn="ctr">
              <a:lnSpc>
                <a:spcPct val="90000"/>
              </a:lnSpc>
            </a:pPr>
            <a:r>
              <a:rPr sz="800" b="0" i="0">
                <a:solidFill>
                  <a:srgbClr val="FFFFFF"/>
                </a:solidFill>
                <a:latin typeface="Arial"/>
              </a:rPr>
              <a:t>Weeks 7-8</a:t>
            </a:r>
          </a:p>
        </p:txBody>
      </p:sp>
      <p:sp>
        <p:nvSpPr>
          <p:cNvPr id="13" name="TextBox 12"/>
          <p:cNvSpPr txBox="1"/>
          <p:nvPr/>
        </p:nvSpPr>
        <p:spPr>
          <a:xfrm>
            <a:off x="557784" y="2103120"/>
            <a:ext cx="841247" cy="365760"/>
          </a:xfrm>
          <a:prstGeom prst="rect">
            <a:avLst/>
          </a:prstGeom>
          <a:noFill/>
        </p:spPr>
        <p:txBody>
          <a:bodyPr wrap="square" lIns="0" rIns="0" tIns="0" bIns="0">
            <a:spAutoFit/>
          </a:bodyPr>
          <a:lstStyle/>
          <a:p>
            <a:pPr>
              <a:lnSpc>
                <a:spcPct val="95000"/>
              </a:lnSpc>
            </a:pPr>
            <a:r>
              <a:rPr sz="900" b="1" i="0">
                <a:solidFill>
                  <a:srgbClr val="63666A"/>
                </a:solidFill>
                <a:latin typeface="Arial"/>
              </a:rPr>
              <a:t>Activities</a:t>
            </a:r>
          </a:p>
        </p:txBody>
      </p:sp>
      <p:sp>
        <p:nvSpPr>
          <p:cNvPr id="14" name="Oval 13"/>
          <p:cNvSpPr/>
          <p:nvPr/>
        </p:nvSpPr>
        <p:spPr>
          <a:xfrm>
            <a:off x="1453895" y="1965960"/>
            <a:ext cx="237744" cy="237744"/>
          </a:xfrm>
          <a:prstGeom prst="ellipse">
            <a:avLst/>
          </a:prstGeom>
          <a:solidFill>
            <a:srgbClr val="75787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pPr>
            <a:r>
              <a:rPr sz="950" b="1" i="0">
                <a:solidFill>
                  <a:srgbClr val="FFFFFF"/>
                </a:solidFill>
                <a:latin typeface="Arial"/>
              </a:rPr>
              <a:t>1</a:t>
            </a:r>
          </a:p>
        </p:txBody>
      </p:sp>
      <p:sp>
        <p:nvSpPr>
          <p:cNvPr id="15" name="TextBox 14"/>
          <p:cNvSpPr txBox="1"/>
          <p:nvPr/>
        </p:nvSpPr>
        <p:spPr>
          <a:xfrm>
            <a:off x="1453895" y="2286000"/>
            <a:ext cx="1750711" cy="676656"/>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Inventory the business domains</a:t>
            </a:r>
            <a:r>
              <a:rPr sz="900" b="0" i="0">
                <a:solidFill>
                  <a:srgbClr val="000000"/>
                </a:solidFill>
                <a:latin typeface="Arial"/>
              </a:rPr>
              <a:t> to define the full set for impact sizing and prioritization (e.g., Personal Investor, Personal Wealth)</a:t>
            </a:r>
          </a:p>
        </p:txBody>
      </p:sp>
      <p:sp>
        <p:nvSpPr>
          <p:cNvPr id="16" name="TextBox 15"/>
          <p:cNvSpPr txBox="1"/>
          <p:nvPr/>
        </p:nvSpPr>
        <p:spPr>
          <a:xfrm>
            <a:off x="1453895" y="3049524"/>
            <a:ext cx="1750711" cy="550468"/>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Collect available domain data</a:t>
            </a:r>
            <a:r>
              <a:rPr sz="900" b="0" i="0">
                <a:solidFill>
                  <a:srgbClr val="000000"/>
                </a:solidFill>
                <a:latin typeface="Arial"/>
              </a:rPr>
              <a:t>, e.g., workforce and headcount, cost, volume, decision points, and hand-offs between people</a:t>
            </a:r>
          </a:p>
        </p:txBody>
      </p:sp>
      <p:sp>
        <p:nvSpPr>
          <p:cNvPr id="17" name="TextBox 16"/>
          <p:cNvSpPr txBox="1"/>
          <p:nvPr/>
        </p:nvSpPr>
        <p:spPr>
          <a:xfrm>
            <a:off x="1453895" y="3686860"/>
            <a:ext cx="1750711" cy="676656"/>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Confirm stakeholders and logistics</a:t>
            </a:r>
            <a:r>
              <a:rPr sz="900" b="0" i="0">
                <a:solidFill>
                  <a:srgbClr val="000000"/>
                </a:solidFill>
                <a:latin typeface="Arial"/>
              </a:rPr>
              <a:t> establishing the calendar for meetings, workshops, and the steering committee</a:t>
            </a:r>
          </a:p>
        </p:txBody>
      </p:sp>
      <p:sp>
        <p:nvSpPr>
          <p:cNvPr id="18" name="Oval 17"/>
          <p:cNvSpPr/>
          <p:nvPr/>
        </p:nvSpPr>
        <p:spPr>
          <a:xfrm>
            <a:off x="3296047" y="1965960"/>
            <a:ext cx="237744" cy="237744"/>
          </a:xfrm>
          <a:prstGeom prst="ellipse">
            <a:avLst/>
          </a:prstGeom>
          <a:solidFill>
            <a:srgbClr val="00A9F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pPr>
            <a:r>
              <a:rPr sz="950" b="1" i="0">
                <a:solidFill>
                  <a:srgbClr val="FFFFFF"/>
                </a:solidFill>
                <a:latin typeface="Arial"/>
              </a:rPr>
              <a:t>2</a:t>
            </a:r>
          </a:p>
        </p:txBody>
      </p:sp>
      <p:sp>
        <p:nvSpPr>
          <p:cNvPr id="19" name="TextBox 18"/>
          <p:cNvSpPr txBox="1"/>
          <p:nvPr/>
        </p:nvSpPr>
        <p:spPr>
          <a:xfrm>
            <a:off x="3296047" y="2286000"/>
            <a:ext cx="2017486" cy="550468"/>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Confirm the domains in scope</a:t>
            </a:r>
            <a:r>
              <a:rPr sz="900" b="0" i="0">
                <a:solidFill>
                  <a:srgbClr val="000000"/>
                </a:solidFill>
                <a:latin typeface="Arial"/>
              </a:rPr>
              <a:t> where material value is at stake, anchored in strategic priorities and value pools</a:t>
            </a:r>
          </a:p>
        </p:txBody>
      </p:sp>
      <p:sp>
        <p:nvSpPr>
          <p:cNvPr id="20" name="TextBox 19"/>
          <p:cNvSpPr txBox="1"/>
          <p:nvPr/>
        </p:nvSpPr>
        <p:spPr>
          <a:xfrm>
            <a:off x="3296047" y="2923336"/>
            <a:ext cx="2017486" cy="676656"/>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Build a detailed baseline per domain</a:t>
            </a:r>
            <a:r>
              <a:rPr sz="900" b="0" i="0">
                <a:solidFill>
                  <a:srgbClr val="000000"/>
                </a:solidFill>
                <a:latin typeface="Arial"/>
              </a:rPr>
              <a:t>, covering process flow, personnel, and performance (e.g., FTE utilization, service level attainment)</a:t>
            </a:r>
          </a:p>
        </p:txBody>
      </p:sp>
      <p:sp>
        <p:nvSpPr>
          <p:cNvPr id="21" name="TextBox 20"/>
          <p:cNvSpPr txBox="1"/>
          <p:nvPr/>
        </p:nvSpPr>
        <p:spPr>
          <a:xfrm>
            <a:off x="3296047" y="3686860"/>
            <a:ext cx="2017486" cy="424281"/>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Size the AI value at stake</a:t>
            </a:r>
            <a:r>
              <a:rPr sz="900" b="0" i="0">
                <a:solidFill>
                  <a:srgbClr val="000000"/>
                </a:solidFill>
                <a:latin typeface="Arial"/>
              </a:rPr>
              <a:t>, using our sizing tool to produce an initial view by domain</a:t>
            </a:r>
          </a:p>
        </p:txBody>
      </p:sp>
      <p:sp>
        <p:nvSpPr>
          <p:cNvPr id="22" name="Oval 21"/>
          <p:cNvSpPr/>
          <p:nvPr/>
        </p:nvSpPr>
        <p:spPr>
          <a:xfrm>
            <a:off x="5404973" y="1965960"/>
            <a:ext cx="237744" cy="237744"/>
          </a:xfrm>
          <a:prstGeom prst="ellipse">
            <a:avLst/>
          </a:prstGeom>
          <a:solidFill>
            <a:srgbClr val="0679C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pPr>
            <a:r>
              <a:rPr sz="950" b="1" i="0">
                <a:solidFill>
                  <a:srgbClr val="FFFFFF"/>
                </a:solidFill>
                <a:latin typeface="Arial"/>
              </a:rPr>
              <a:t>3</a:t>
            </a:r>
          </a:p>
        </p:txBody>
      </p:sp>
      <p:sp>
        <p:nvSpPr>
          <p:cNvPr id="23" name="TextBox 22"/>
          <p:cNvSpPr txBox="1"/>
          <p:nvPr/>
        </p:nvSpPr>
        <p:spPr>
          <a:xfrm>
            <a:off x="5404973" y="2286000"/>
            <a:ext cx="2017486" cy="676656"/>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Validate the value at stake</a:t>
            </a:r>
            <a:r>
              <a:rPr sz="900" b="0" i="0">
                <a:solidFill>
                  <a:srgbClr val="000000"/>
                </a:solidFill>
                <a:latin typeface="Arial"/>
              </a:rPr>
              <a:t> in working sessions with business, technology, finance, and corporate functions leaders to review and refine the estimates</a:t>
            </a:r>
          </a:p>
        </p:txBody>
      </p:sp>
      <p:sp>
        <p:nvSpPr>
          <p:cNvPr id="24" name="TextBox 23"/>
          <p:cNvSpPr txBox="1"/>
          <p:nvPr/>
        </p:nvSpPr>
        <p:spPr>
          <a:xfrm>
            <a:off x="5404973" y="3049524"/>
            <a:ext cx="2017486" cy="676656"/>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Build the prioritization framework</a:t>
            </a:r>
            <a:r>
              <a:rPr sz="900" b="0" i="0">
                <a:solidFill>
                  <a:srgbClr val="000000"/>
                </a:solidFill>
                <a:latin typeface="Arial"/>
              </a:rPr>
              <a:t> across value potential (cost), strategic readiness (data, talent), and feasibility (decision complexity and judgment, risk and regulatory scrutiny)</a:t>
            </a:r>
          </a:p>
        </p:txBody>
      </p:sp>
      <p:sp>
        <p:nvSpPr>
          <p:cNvPr id="25" name="TextBox 24"/>
          <p:cNvSpPr txBox="1"/>
          <p:nvPr/>
        </p:nvSpPr>
        <p:spPr>
          <a:xfrm>
            <a:off x="5404973" y="3813048"/>
            <a:ext cx="2017486" cy="802843"/>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Score the confirmed domains against the criteria</a:t>
            </a:r>
            <a:r>
              <a:rPr sz="900" b="0" i="0">
                <a:solidFill>
                  <a:srgbClr val="000000"/>
                </a:solidFill>
                <a:latin typeface="Arial"/>
              </a:rPr>
              <a:t> to produce a heatmap scorecard that ranks them and selects the two priority domains, and secure process data access so reimagination can begin in week 5</a:t>
            </a:r>
          </a:p>
        </p:txBody>
      </p:sp>
      <p:sp>
        <p:nvSpPr>
          <p:cNvPr id="26" name="Oval 25"/>
          <p:cNvSpPr/>
          <p:nvPr/>
        </p:nvSpPr>
        <p:spPr>
          <a:xfrm>
            <a:off x="7513899" y="1965960"/>
            <a:ext cx="237744" cy="237744"/>
          </a:xfrm>
          <a:prstGeom prst="ellipse">
            <a:avLst/>
          </a:prstGeom>
          <a:solidFill>
            <a:srgbClr val="2251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pPr>
            <a:r>
              <a:rPr sz="950" b="1" i="0">
                <a:solidFill>
                  <a:srgbClr val="FFFFFF"/>
                </a:solidFill>
                <a:latin typeface="Arial"/>
              </a:rPr>
              <a:t>4</a:t>
            </a:r>
          </a:p>
        </p:txBody>
      </p:sp>
      <p:sp>
        <p:nvSpPr>
          <p:cNvPr id="27" name="TextBox 26"/>
          <p:cNvSpPr txBox="1"/>
          <p:nvPr/>
        </p:nvSpPr>
        <p:spPr>
          <a:xfrm>
            <a:off x="7513899" y="2286000"/>
            <a:ext cx="2017486" cy="929030"/>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Reimagine the end-to-end process</a:t>
            </a:r>
            <a:r>
              <a:rPr sz="900" b="0" i="0">
                <a:solidFill>
                  <a:srgbClr val="000000"/>
                </a:solidFill>
                <a:latin typeface="Arial"/>
              </a:rPr>
              <a:t> using Celonis Process Intelligence and the McKinsey AI Workflow Library to define the future-state journey, AI and non-AI solutions, the roles of people and AI agents, and how exceptions are handled</a:t>
            </a:r>
          </a:p>
        </p:txBody>
      </p:sp>
      <p:sp>
        <p:nvSpPr>
          <p:cNvPr id="28" name="TextBox 27"/>
          <p:cNvSpPr txBox="1"/>
          <p:nvPr/>
        </p:nvSpPr>
        <p:spPr>
          <a:xfrm>
            <a:off x="7513899" y="3301898"/>
            <a:ext cx="2017486" cy="550468"/>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Refine the blueprint</a:t>
            </a:r>
            <a:r>
              <a:rPr sz="900" b="0" i="0">
                <a:solidFill>
                  <a:srgbClr val="000000"/>
                </a:solidFill>
                <a:latin typeface="Arial"/>
              </a:rPr>
              <a:t> in workshops with business leaders and subject matter experts to pressure test and finalize the design</a:t>
            </a:r>
          </a:p>
        </p:txBody>
      </p:sp>
      <p:sp>
        <p:nvSpPr>
          <p:cNvPr id="29" name="TextBox 28"/>
          <p:cNvSpPr txBox="1"/>
          <p:nvPr/>
        </p:nvSpPr>
        <p:spPr>
          <a:xfrm>
            <a:off x="7513899" y="3939235"/>
            <a:ext cx="2017486" cy="550468"/>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Define the supporting implications</a:t>
            </a:r>
            <a:r>
              <a:rPr sz="900" b="0" i="0">
                <a:solidFill>
                  <a:srgbClr val="000000"/>
                </a:solidFill>
                <a:latin typeface="Arial"/>
              </a:rPr>
              <a:t>, setting out the talent, operating model, data, technology, and control requirements</a:t>
            </a:r>
          </a:p>
        </p:txBody>
      </p:sp>
      <p:sp>
        <p:nvSpPr>
          <p:cNvPr id="30" name="Oval 29"/>
          <p:cNvSpPr/>
          <p:nvPr/>
        </p:nvSpPr>
        <p:spPr>
          <a:xfrm>
            <a:off x="9622825" y="1965960"/>
            <a:ext cx="237744" cy="237744"/>
          </a:xfrm>
          <a:prstGeom prst="ellipse">
            <a:avLst/>
          </a:prstGeom>
          <a:solidFill>
            <a:srgbClr val="061F7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0000"/>
              </a:lnSpc>
            </a:pPr>
            <a:r>
              <a:rPr sz="950" b="1" i="0">
                <a:solidFill>
                  <a:srgbClr val="FFFFFF"/>
                </a:solidFill>
                <a:latin typeface="Arial"/>
              </a:rPr>
              <a:t>5</a:t>
            </a:r>
          </a:p>
        </p:txBody>
      </p:sp>
      <p:sp>
        <p:nvSpPr>
          <p:cNvPr id="31" name="TextBox 30"/>
          <p:cNvSpPr txBox="1"/>
          <p:nvPr/>
        </p:nvSpPr>
        <p:spPr>
          <a:xfrm>
            <a:off x="9622825" y="2286000"/>
            <a:ext cx="2017486" cy="929030"/>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Reimagine the second domain end to end</a:t>
            </a:r>
            <a:r>
              <a:rPr sz="900" b="0" i="0">
                <a:solidFill>
                  <a:srgbClr val="000000"/>
                </a:solidFill>
                <a:latin typeface="Arial"/>
              </a:rPr>
              <a:t>, running the same Celonis-enabled approach to define the future-state journey, AI and non-AI solutions, the roles of people and AI agents, and how exceptions are handled</a:t>
            </a:r>
          </a:p>
        </p:txBody>
      </p:sp>
      <p:sp>
        <p:nvSpPr>
          <p:cNvPr id="32" name="TextBox 31"/>
          <p:cNvSpPr txBox="1"/>
          <p:nvPr/>
        </p:nvSpPr>
        <p:spPr>
          <a:xfrm>
            <a:off x="9622825" y="3301898"/>
            <a:ext cx="2017486" cy="676656"/>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Finalize the second blueprint</a:t>
            </a:r>
            <a:r>
              <a:rPr sz="900" b="0" i="0">
                <a:solidFill>
                  <a:srgbClr val="000000"/>
                </a:solidFill>
                <a:latin typeface="Arial"/>
              </a:rPr>
              <a:t> in workshops with business leaders and subject matter experts, then define the talent, operating model, data, technology, and control implications</a:t>
            </a:r>
          </a:p>
        </p:txBody>
      </p:sp>
      <p:sp>
        <p:nvSpPr>
          <p:cNvPr id="33" name="TextBox 32"/>
          <p:cNvSpPr txBox="1"/>
          <p:nvPr/>
        </p:nvSpPr>
        <p:spPr>
          <a:xfrm>
            <a:off x="9622825" y="4065422"/>
            <a:ext cx="2017486" cy="802843"/>
          </a:xfrm>
          <a:prstGeom prst="rect">
            <a:avLst/>
          </a:prstGeom>
          <a:noFill/>
        </p:spPr>
        <p:txBody>
          <a:bodyPr wrap="square" lIns="0" rIns="0" tIns="0" bIns="0">
            <a:spAutoFit/>
          </a:bodyPr>
          <a:lstStyle/>
          <a:p>
            <a:pPr marL="82296" indent="-82296">
              <a:lnSpc>
                <a:spcPct val="92000"/>
              </a:lnSpc>
            </a:pPr>
            <a:r>
              <a:rPr sz="900" b="0" i="0">
                <a:solidFill>
                  <a:srgbClr val="000000"/>
                </a:solidFill>
                <a:latin typeface="Arial"/>
              </a:rPr>
              <a:t>• </a:t>
            </a:r>
            <a:r>
              <a:rPr sz="900" b="1" i="0">
                <a:solidFill>
                  <a:srgbClr val="061F79"/>
                </a:solidFill>
                <a:latin typeface="Arial"/>
              </a:rPr>
              <a:t>Consolidate across both domains</a:t>
            </a:r>
            <a:r>
              <a:rPr sz="900" b="0" i="0">
                <a:solidFill>
                  <a:srgbClr val="000000"/>
                </a:solidFill>
                <a:latin typeface="Arial"/>
              </a:rPr>
              <a:t>, identifying reusable workflow components and shared data, technology, and control needs, and sequencing the domain work against the Track 1 initiatives it depends on</a:t>
            </a:r>
          </a:p>
        </p:txBody>
      </p:sp>
      <p:sp>
        <p:nvSpPr>
          <p:cNvPr id="34" name="Rectangle 33"/>
          <p:cNvSpPr/>
          <p:nvPr/>
        </p:nvSpPr>
        <p:spPr>
          <a:xfrm>
            <a:off x="557784" y="5192877"/>
            <a:ext cx="11082528" cy="731519"/>
          </a:xfrm>
          <a:prstGeom prst="rect">
            <a:avLst/>
          </a:prstGeom>
          <a:solidFill>
            <a:srgbClr val="EFF6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 y="5458053"/>
            <a:ext cx="804672" cy="219456"/>
          </a:xfrm>
          <a:prstGeom prst="rect">
            <a:avLst/>
          </a:prstGeom>
          <a:noFill/>
        </p:spPr>
        <p:txBody>
          <a:bodyPr wrap="square" lIns="0" rIns="0" tIns="0" bIns="0">
            <a:spAutoFit/>
          </a:bodyPr>
          <a:lstStyle/>
          <a:p>
            <a:pPr>
              <a:lnSpc>
                <a:spcPct val="100000"/>
              </a:lnSpc>
            </a:pPr>
            <a:r>
              <a:rPr sz="900" b="1" i="0">
                <a:solidFill>
                  <a:srgbClr val="061F79"/>
                </a:solidFill>
                <a:latin typeface="Arial"/>
              </a:rPr>
              <a:t>Deliverables</a:t>
            </a:r>
          </a:p>
        </p:txBody>
      </p:sp>
      <p:sp>
        <p:nvSpPr>
          <p:cNvPr id="36" name="Rectangle 35"/>
          <p:cNvSpPr/>
          <p:nvPr/>
        </p:nvSpPr>
        <p:spPr>
          <a:xfrm>
            <a:off x="1362455" y="5256885"/>
            <a:ext cx="41148" cy="603503"/>
          </a:xfrm>
          <a:prstGeom prst="rect">
            <a:avLst/>
          </a:prstGeom>
          <a:solidFill>
            <a:srgbClr val="7578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453895" y="5293461"/>
            <a:ext cx="1750711" cy="548639"/>
          </a:xfrm>
          <a:prstGeom prst="rect">
            <a:avLst/>
          </a:prstGeom>
          <a:noFill/>
        </p:spPr>
        <p:txBody>
          <a:bodyPr wrap="square" lIns="0" rIns="0" tIns="0" bIns="0">
            <a:spAutoFit/>
          </a:bodyPr>
          <a:lstStyle/>
          <a:p>
            <a:pPr>
              <a:lnSpc>
                <a:spcPct val="95000"/>
              </a:lnSpc>
            </a:pPr>
            <a:r>
              <a:rPr sz="850" b="0" i="0">
                <a:solidFill>
                  <a:srgbClr val="000000"/>
                </a:solidFill>
                <a:latin typeface="Arial"/>
              </a:rPr>
              <a:t>Domain inventory and data request pack, with confirmed stakeholder map and workshop calendar</a:t>
            </a:r>
          </a:p>
        </p:txBody>
      </p:sp>
      <p:sp>
        <p:nvSpPr>
          <p:cNvPr id="38" name="Rectangle 37"/>
          <p:cNvSpPr/>
          <p:nvPr/>
        </p:nvSpPr>
        <p:spPr>
          <a:xfrm>
            <a:off x="3204607" y="5256885"/>
            <a:ext cx="41148" cy="603503"/>
          </a:xfrm>
          <a:prstGeom prst="rect">
            <a:avLst/>
          </a:prstGeom>
          <a:solidFill>
            <a:srgbClr val="00A9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96047" y="5293461"/>
            <a:ext cx="2017486" cy="548639"/>
          </a:xfrm>
          <a:prstGeom prst="rect">
            <a:avLst/>
          </a:prstGeom>
          <a:noFill/>
        </p:spPr>
        <p:txBody>
          <a:bodyPr wrap="square" lIns="0" rIns="0" tIns="0" bIns="0">
            <a:spAutoFit/>
          </a:bodyPr>
          <a:lstStyle/>
          <a:p>
            <a:pPr>
              <a:lnSpc>
                <a:spcPct val="95000"/>
              </a:lnSpc>
            </a:pPr>
            <a:r>
              <a:rPr sz="850" b="0" i="0">
                <a:solidFill>
                  <a:srgbClr val="000000"/>
                </a:solidFill>
                <a:latin typeface="Arial"/>
              </a:rPr>
              <a:t>Detailed baseline by domain and an initial view of AI value at stake across the confirmed set</a:t>
            </a:r>
          </a:p>
        </p:txBody>
      </p:sp>
      <p:sp>
        <p:nvSpPr>
          <p:cNvPr id="40" name="Rectangle 39"/>
          <p:cNvSpPr/>
          <p:nvPr/>
        </p:nvSpPr>
        <p:spPr>
          <a:xfrm>
            <a:off x="5313533" y="5256885"/>
            <a:ext cx="41148" cy="603503"/>
          </a:xfrm>
          <a:prstGeom prst="rect">
            <a:avLst/>
          </a:prstGeom>
          <a:solidFill>
            <a:srgbClr val="0679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04973" y="5293461"/>
            <a:ext cx="2017486" cy="548639"/>
          </a:xfrm>
          <a:prstGeom prst="rect">
            <a:avLst/>
          </a:prstGeom>
          <a:noFill/>
        </p:spPr>
        <p:txBody>
          <a:bodyPr wrap="square" lIns="0" rIns="0" tIns="0" bIns="0">
            <a:spAutoFit/>
          </a:bodyPr>
          <a:lstStyle/>
          <a:p>
            <a:pPr>
              <a:lnSpc>
                <a:spcPct val="95000"/>
              </a:lnSpc>
            </a:pPr>
            <a:r>
              <a:rPr sz="850" b="0" i="0">
                <a:solidFill>
                  <a:srgbClr val="000000"/>
                </a:solidFill>
                <a:latin typeface="Arial"/>
              </a:rPr>
              <a:t>Heatmap scorecard ranking the confirmed domains, with the two priority domains selected</a:t>
            </a:r>
          </a:p>
        </p:txBody>
      </p:sp>
      <p:sp>
        <p:nvSpPr>
          <p:cNvPr id="42" name="Rectangle 41"/>
          <p:cNvSpPr/>
          <p:nvPr/>
        </p:nvSpPr>
        <p:spPr>
          <a:xfrm>
            <a:off x="7422459" y="5256885"/>
            <a:ext cx="41148" cy="603503"/>
          </a:xfrm>
          <a:prstGeom prst="rect">
            <a:avLst/>
          </a:prstGeom>
          <a:solidFill>
            <a:srgbClr val="225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13899" y="5293461"/>
            <a:ext cx="2017486" cy="548639"/>
          </a:xfrm>
          <a:prstGeom prst="rect">
            <a:avLst/>
          </a:prstGeom>
          <a:noFill/>
        </p:spPr>
        <p:txBody>
          <a:bodyPr wrap="square" lIns="0" rIns="0" tIns="0" bIns="0">
            <a:spAutoFit/>
          </a:bodyPr>
          <a:lstStyle/>
          <a:p>
            <a:pPr>
              <a:lnSpc>
                <a:spcPct val="95000"/>
              </a:lnSpc>
            </a:pPr>
            <a:r>
              <a:rPr sz="850" b="0" i="0">
                <a:solidFill>
                  <a:srgbClr val="000000"/>
                </a:solidFill>
                <a:latin typeface="Arial"/>
              </a:rPr>
              <a:t>Future-state blueprint for domain 1, with talent, operating model, data, technology, and control implications</a:t>
            </a:r>
          </a:p>
        </p:txBody>
      </p:sp>
      <p:sp>
        <p:nvSpPr>
          <p:cNvPr id="44" name="Rectangle 43"/>
          <p:cNvSpPr/>
          <p:nvPr/>
        </p:nvSpPr>
        <p:spPr>
          <a:xfrm>
            <a:off x="9531385" y="5256885"/>
            <a:ext cx="41148" cy="603503"/>
          </a:xfrm>
          <a:prstGeom prst="rect">
            <a:avLst/>
          </a:prstGeom>
          <a:solidFill>
            <a:srgbClr val="061F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622825" y="5293461"/>
            <a:ext cx="2017486" cy="548639"/>
          </a:xfrm>
          <a:prstGeom prst="rect">
            <a:avLst/>
          </a:prstGeom>
          <a:noFill/>
        </p:spPr>
        <p:txBody>
          <a:bodyPr wrap="square" lIns="0" rIns="0" tIns="0" bIns="0">
            <a:spAutoFit/>
          </a:bodyPr>
          <a:lstStyle/>
          <a:p>
            <a:pPr>
              <a:lnSpc>
                <a:spcPct val="95000"/>
              </a:lnSpc>
            </a:pPr>
            <a:r>
              <a:rPr sz="850" b="0" i="0">
                <a:solidFill>
                  <a:srgbClr val="000000"/>
                </a:solidFill>
                <a:latin typeface="Arial"/>
              </a:rPr>
              <a:t>Future-state blueprint for domain 2 and a high-level roadmap across both domains</a:t>
            </a:r>
          </a:p>
        </p:txBody>
      </p:sp>
      <p:cxnSp>
        <p:nvCxnSpPr>
          <p:cNvPr id="46" name="Connector 45"/>
          <p:cNvCxnSpPr/>
          <p:nvPr/>
        </p:nvCxnSpPr>
        <p:spPr>
          <a:xfrm>
            <a:off x="557784" y="6070701"/>
            <a:ext cx="1108252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57784" y="6134709"/>
            <a:ext cx="11082528" cy="219456"/>
          </a:xfrm>
          <a:prstGeom prst="rect">
            <a:avLst/>
          </a:prstGeom>
          <a:noFill/>
        </p:spPr>
        <p:txBody>
          <a:bodyPr wrap="square" lIns="0" rIns="0" tIns="0" bIns="0">
            <a:spAutoFit/>
          </a:bodyPr>
          <a:lstStyle/>
          <a:p>
            <a:pPr>
              <a:lnSpc>
                <a:spcPct val="95000"/>
              </a:lnSpc>
            </a:pPr>
            <a:r>
              <a:rPr sz="800" b="0" i="1">
                <a:solidFill>
                  <a:srgbClr val="63666A"/>
                </a:solidFill>
                <a:latin typeface="Arial"/>
              </a:rPr>
              <a:t>Governance: steering committee meets every two weeks to review progress, align on direction, and remove roadblocks, closing with a joint leadership session across both tracks in week 8</a:t>
            </a:r>
          </a:p>
        </p:txBody>
      </p:sp>
      <p:sp>
        <p:nvSpPr>
          <p:cNvPr id="48" name="ReviewSticky"/>
          <p:cNvSpPr/>
          <p:nvPr/>
        </p:nvSpPr>
        <p:spPr>
          <a:xfrm>
            <a:off x="9555480" y="36576"/>
            <a:ext cx="2606040" cy="960120"/>
          </a:xfrm>
          <a:prstGeom prst="rect">
            <a:avLst/>
          </a:prstGeom>
          <a:solidFill>
            <a:srgbClr val="FFF1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750" b="0" i="0">
                <a:solidFill>
                  <a:srgbClr val="000000"/>
                </a:solidFill>
                <a:latin typeface="Arial"/>
              </a:rPr>
              <a:t>REBUILT to your five phases with all 12 of your sticky activities. TO CONFIRM: (1) your wks 3-4 sticky says the scorecard 'identifies 1-2' domains, but wks 5-6 and 7-8 are both allocated to reimagination, so the page commits to two throughout. Say the word if you want the 1-2 optionality back. (2) Added a half-line in wks 3-4 to secure process data access, since Celonis needs system access before wk 5. (3) 'AA tool' rendered as 'AI value-at-stake sizing tool'. (4) 'controls' restored to the implications list (it was on the original p2). (5) 'human and agent roles' rewritten as 'the roles of people and AI agents' so nobody at Vanguard reads 'agent' as a service agent. Sizing is scoped to the confirmed set of domains, not every domain, and the roadmap is 'high-level' to match your Track 1 wording.</a:t>
            </a:r>
          </a:p>
        </p:txBody>
      </p:sp>
    </p:spTree>
    <p:custDataLst>
      <p:tags r:id="rId1"/>
    </p:custDataLst>
    <p:extLst>
      <p:ext uri="{BB962C8B-B14F-4D97-AF65-F5344CB8AC3E}">
        <p14:creationId xmlns:p14="http://schemas.microsoft.com/office/powerpoint/2010/main" val="4216505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33880F2-5A64-1892-7732-2D1106AAA628}"/>
              </a:ext>
            </a:extLst>
          </p:cNvPr>
          <p:cNvGraphicFramePr>
            <a:graphicFrameLocks noChangeAspect="1"/>
          </p:cNvGraphicFramePr>
          <p:nvPr>
            <p:custDataLst>
              <p:tags r:id="rId1"/>
            </p:custDataLst>
            <p:extLst>
              <p:ext uri="{D42A27DB-BD31-4B8C-83A1-F6EECF244321}">
                <p14:modId xmlns:p14="http://schemas.microsoft.com/office/powerpoint/2010/main" val="10511448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04" imgH="405" progId="TCLayout.ActiveDocument.1">
                  <p:embed/>
                </p:oleObj>
              </mc:Choice>
              <mc:Fallback>
                <p:oleObj name="think-cell Slide" r:id="rId6" imgW="404" imgH="405" progId="TCLayout.ActiveDocument.1">
                  <p:embed/>
                  <p:pic>
                    <p:nvPicPr>
                      <p:cNvPr id="5" name="think-cell data - do not delete" hidden="1">
                        <a:extLst>
                          <a:ext uri="{FF2B5EF4-FFF2-40B4-BE49-F238E27FC236}">
                            <a16:creationId xmlns:a16="http://schemas.microsoft.com/office/drawing/2014/main" id="{933880F2-5A64-1892-7732-2D1106AAA62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AE51FEBE-C711-3058-FF0E-B1639DA5E77D}"/>
              </a:ext>
            </a:extLst>
          </p:cNvPr>
          <p:cNvSpPr>
            <a:spLocks noGrp="1"/>
          </p:cNvSpPr>
          <p:nvPr>
            <p:ph type="title"/>
            <p:custDataLst>
              <p:tags r:id="rId2"/>
            </p:custDataLst>
          </p:nvPr>
        </p:nvSpPr>
        <p:spPr/>
        <p:txBody>
          <a:bodyPr vert="horz"/>
          <a:lstStyle/>
          <a:p>
            <a:r>
              <a:rPr lang="en-US" dirty="0"/>
              <a:t>Appendix</a:t>
            </a:r>
          </a:p>
        </p:txBody>
      </p:sp>
      <p:sp>
        <p:nvSpPr>
          <p:cNvPr id="3" name="1. On-page tracker">
            <a:extLst>
              <a:ext uri="{FF2B5EF4-FFF2-40B4-BE49-F238E27FC236}">
                <a16:creationId xmlns:a16="http://schemas.microsoft.com/office/drawing/2014/main" id="{4EB1EC15-6FC1-34F0-7575-F85F3FF835E2}"/>
              </a:ext>
            </a:extLst>
          </p:cNvPr>
          <p:cNvSpPr>
            <a:spLocks noGrp="1"/>
          </p:cNvSpPr>
          <p:nvPr>
            <p:ph type="body" sz="quarter" idx="17"/>
            <p:custDataLst>
              <p:tags r:id="rId3"/>
            </p:custDataLst>
          </p:nvPr>
        </p:nvSpPr>
        <p:spPr/>
        <p:txBody>
          <a:bodyPr/>
          <a:lstStyle/>
          <a:p>
            <a:endParaRPr lang="en-US"/>
          </a:p>
        </p:txBody>
      </p:sp>
      <p:sp>
        <p:nvSpPr>
          <p:cNvPr id="4" name="3. Subtitle">
            <a:extLst>
              <a:ext uri="{FF2B5EF4-FFF2-40B4-BE49-F238E27FC236}">
                <a16:creationId xmlns:a16="http://schemas.microsoft.com/office/drawing/2014/main" id="{278FE724-B5DA-3952-5233-060361364ACD}"/>
              </a:ext>
            </a:extLst>
          </p:cNvPr>
          <p:cNvSpPr>
            <a:spLocks noGrp="1"/>
          </p:cNvSpPr>
          <p:nvPr>
            <p:ph type="subTitle" idx="1"/>
            <p:custDataLst>
              <p:tags r:id="rId4"/>
            </p:custDataLst>
          </p:nvPr>
        </p:nvSpPr>
        <p:spPr/>
        <p:txBody>
          <a:bodyPr/>
          <a:lstStyle/>
          <a:p>
            <a:endParaRPr lang="en-US"/>
          </a:p>
        </p:txBody>
      </p:sp>
    </p:spTree>
    <p:extLst>
      <p:ext uri="{BB962C8B-B14F-4D97-AF65-F5344CB8AC3E}">
        <p14:creationId xmlns:p14="http://schemas.microsoft.com/office/powerpoint/2010/main" val="642403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5A0F2A11-D17C-4CC8-A86B-A77F3540938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6" progId="TCLayout.ActiveDocument.1">
                  <p:embed/>
                </p:oleObj>
              </mc:Choice>
              <mc:Fallback>
                <p:oleObj name="think-cell Slide" r:id="rId7" imgW="395" imgH="396" progId="TCLayout.ActiveDocument.1">
                  <p:embed/>
                  <p:pic>
                    <p:nvPicPr>
                      <p:cNvPr id="6" name="Object 2" hidden="1">
                        <a:extLst>
                          <a:ext uri="{FF2B5EF4-FFF2-40B4-BE49-F238E27FC236}">
                            <a16:creationId xmlns:a16="http://schemas.microsoft.com/office/drawing/2014/main" id="{5A0F2A11-D17C-4CC8-A86B-A77F35409380}"/>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549E1095-9094-45A4-855A-ABFE3F732686}"/>
              </a:ext>
            </a:extLst>
          </p:cNvPr>
          <p:cNvSpPr>
            <a:spLocks noGrp="1"/>
          </p:cNvSpPr>
          <p:nvPr>
            <p:ph type="title"/>
            <p:custDataLst>
              <p:tags r:id="rId2"/>
            </p:custDataLst>
          </p:nvPr>
        </p:nvSpPr>
        <p:spPr>
          <a:xfrm>
            <a:off x="554736" y="91312"/>
            <a:ext cx="11082528" cy="1073371"/>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AU" dirty="0"/>
              <a:t>We deployed the Tech Performance assessment framework to cover all the important aspects within IT, then focused on client-relevant areas</a:t>
            </a:r>
          </a:p>
        </p:txBody>
      </p:sp>
      <p:sp>
        <p:nvSpPr>
          <p:cNvPr id="5" name="RectangleLegend1">
            <a:extLst>
              <a:ext uri="{FF2B5EF4-FFF2-40B4-BE49-F238E27FC236}">
                <a16:creationId xmlns:a16="http://schemas.microsoft.com/office/drawing/2014/main" id="{418AF7DA-1DB2-96C3-6F97-CE1109E5BC32}"/>
              </a:ext>
            </a:extLst>
          </p:cNvPr>
          <p:cNvSpPr/>
          <p:nvPr/>
        </p:nvSpPr>
        <p:spPr>
          <a:xfrm>
            <a:off x="7147001" y="1834384"/>
            <a:ext cx="2642457" cy="4215794"/>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100" b="0" i="0" u="none" strike="noStrike" kern="1200" cap="none" spc="0" normalizeH="0" baseline="0" noProof="0" dirty="0">
              <a:ln>
                <a:noFill/>
              </a:ln>
              <a:solidFill>
                <a:srgbClr val="FFFFFF"/>
              </a:solidFill>
              <a:effectLst/>
              <a:uLnTx/>
              <a:uFillTx/>
              <a:latin typeface="Arial"/>
              <a:ea typeface="+mn-ea"/>
              <a:cs typeface="+mn-cs"/>
            </a:endParaRPr>
          </a:p>
        </p:txBody>
      </p:sp>
      <p:sp>
        <p:nvSpPr>
          <p:cNvPr id="4" name="RectangleLegend1">
            <a:extLst>
              <a:ext uri="{FF2B5EF4-FFF2-40B4-BE49-F238E27FC236}">
                <a16:creationId xmlns:a16="http://schemas.microsoft.com/office/drawing/2014/main" id="{653905DF-EDCE-7768-D14F-15E51732D62E}"/>
              </a:ext>
            </a:extLst>
          </p:cNvPr>
          <p:cNvSpPr/>
          <p:nvPr/>
        </p:nvSpPr>
        <p:spPr>
          <a:xfrm>
            <a:off x="549845" y="1834384"/>
            <a:ext cx="4506483" cy="4215795"/>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100" b="0" i="0" u="none" strike="noStrike" kern="1200" cap="none" spc="0" normalizeH="0" baseline="0" noProof="0" dirty="0">
              <a:ln>
                <a:noFill/>
              </a:ln>
              <a:solidFill>
                <a:srgbClr val="FFFFFF"/>
              </a:solidFill>
              <a:effectLst/>
              <a:uLnTx/>
              <a:uFillTx/>
              <a:latin typeface="Arial"/>
              <a:ea typeface="+mn-ea"/>
              <a:cs typeface="+mn-cs"/>
            </a:endParaRPr>
          </a:p>
        </p:txBody>
      </p:sp>
      <p:sp>
        <p:nvSpPr>
          <p:cNvPr id="224" name="TextBox 223">
            <a:extLst>
              <a:ext uri="{FF2B5EF4-FFF2-40B4-BE49-F238E27FC236}">
                <a16:creationId xmlns:a16="http://schemas.microsoft.com/office/drawing/2014/main" id="{2D31C6E1-F8EB-4E32-ADE4-F0EDF8E88499}"/>
              </a:ext>
            </a:extLst>
          </p:cNvPr>
          <p:cNvSpPr txBox="1"/>
          <p:nvPr/>
        </p:nvSpPr>
        <p:spPr>
          <a:xfrm>
            <a:off x="554736" y="1605571"/>
            <a:ext cx="6373073" cy="184666"/>
          </a:xfrm>
          <a:prstGeom prst="rect">
            <a:avLst/>
          </a:prstGeom>
          <a:noFill/>
          <a:ln w="6350">
            <a:noFill/>
            <a:miter lim="800000"/>
          </a:ln>
        </p:spPr>
        <p:txBody>
          <a:bodyPr wrap="square" lIns="0" tIns="0" rIns="0" bIns="0" anchor="b">
            <a:spAutoFit/>
          </a:bodyPr>
          <a:lstStyle/>
          <a:p>
            <a:pPr marL="0" marR="0" lvl="0" indent="0" algn="l" defTabSz="914400" eaLnBrk="1" fontAlgn="auto" latinLnBrk="0" hangingPunct="1">
              <a:lnSpc>
                <a:spcPct val="100000"/>
              </a:lnSpc>
              <a:spcBef>
                <a:spcPct val="0"/>
              </a:spcBef>
              <a:spcAft>
                <a:spcPct val="0"/>
              </a:spcAft>
              <a:buClrTx/>
              <a:buSzTx/>
              <a:buFontTx/>
              <a:buNone/>
              <a:defRPr/>
            </a:pPr>
            <a:r>
              <a:rPr kumimoji="0" lang="en-AU" sz="1200" b="1" i="0" u="none" strike="noStrike" kern="1200" cap="none" spc="0" normalizeH="0" baseline="0" noProof="0" dirty="0">
                <a:ln>
                  <a:noFill/>
                </a:ln>
                <a:solidFill>
                  <a:srgbClr val="000000"/>
                </a:solidFill>
                <a:effectLst/>
                <a:uLnTx/>
                <a:uFillTx/>
                <a:ea typeface="Calibri" panose="020F0502020204030204" pitchFamily="34" charset="0"/>
                <a:cs typeface="+mn-cs"/>
              </a:rPr>
              <a:t>Tower view </a:t>
            </a:r>
            <a:r>
              <a:rPr kumimoji="0" lang="en-AU" sz="1200" b="0" i="0" u="none" strike="noStrike" kern="1200" cap="none" spc="0" normalizeH="0" baseline="0" noProof="0" dirty="0">
                <a:ln>
                  <a:noFill/>
                </a:ln>
                <a:solidFill>
                  <a:srgbClr val="000000"/>
                </a:solidFill>
                <a:effectLst/>
                <a:uLnTx/>
                <a:uFillTx/>
                <a:ea typeface="Calibri" panose="020F0502020204030204" pitchFamily="34" charset="0"/>
                <a:cs typeface="+mn-cs"/>
              </a:rPr>
              <a:t>(Spend, and FTEs)</a:t>
            </a:r>
          </a:p>
        </p:txBody>
      </p:sp>
      <p:sp>
        <p:nvSpPr>
          <p:cNvPr id="225" name="TextBox 224">
            <a:extLst>
              <a:ext uri="{FF2B5EF4-FFF2-40B4-BE49-F238E27FC236}">
                <a16:creationId xmlns:a16="http://schemas.microsoft.com/office/drawing/2014/main" id="{9563BAE7-1D43-4FF9-BE81-60A2D0AEC0BA}"/>
              </a:ext>
            </a:extLst>
          </p:cNvPr>
          <p:cNvSpPr txBox="1"/>
          <p:nvPr/>
        </p:nvSpPr>
        <p:spPr>
          <a:xfrm>
            <a:off x="7182333" y="1605571"/>
            <a:ext cx="4454931" cy="184666"/>
          </a:xfrm>
          <a:prstGeom prst="rect">
            <a:avLst/>
          </a:prstGeom>
          <a:noFill/>
          <a:ln w="6350">
            <a:noFill/>
            <a:miter lim="800000"/>
          </a:ln>
        </p:spPr>
        <p:txBody>
          <a:bodyPr wrap="square" lIns="0" tIns="0" rIns="0" bIns="0" anchor="b">
            <a:spAutoFit/>
          </a:bodyPr>
          <a:lstStyle/>
          <a:p>
            <a:pPr marL="0" marR="0" lvl="0" indent="0" algn="l" defTabSz="914400" eaLnBrk="1" fontAlgn="auto" latinLnBrk="0" hangingPunct="1">
              <a:lnSpc>
                <a:spcPct val="100000"/>
              </a:lnSpc>
              <a:spcBef>
                <a:spcPct val="0"/>
              </a:spcBef>
              <a:spcAft>
                <a:spcPct val="0"/>
              </a:spcAft>
              <a:buClrTx/>
              <a:buSzTx/>
              <a:buFontTx/>
              <a:buNone/>
              <a:defRPr/>
            </a:pPr>
            <a:r>
              <a:rPr kumimoji="0" lang="en-AU" sz="1200" b="1" i="0" u="none" strike="noStrike" kern="1200" cap="none" spc="0" normalizeH="0" baseline="0" noProof="0" dirty="0">
                <a:ln>
                  <a:noFill/>
                </a:ln>
                <a:solidFill>
                  <a:srgbClr val="000000"/>
                </a:solidFill>
                <a:effectLst/>
                <a:uLnTx/>
                <a:uFillTx/>
                <a:ea typeface="Calibri" panose="020F0502020204030204" pitchFamily="34" charset="0"/>
                <a:cs typeface="+mn-cs"/>
              </a:rPr>
              <a:t>Category view</a:t>
            </a:r>
            <a:r>
              <a:rPr kumimoji="0" lang="en-AU" sz="1200" i="0" u="none" strike="noStrike" kern="1200" cap="none" spc="0" normalizeH="0" baseline="0" noProof="0" dirty="0">
                <a:ln>
                  <a:noFill/>
                </a:ln>
                <a:solidFill>
                  <a:srgbClr val="000000"/>
                </a:solidFill>
                <a:effectLst/>
                <a:uLnTx/>
                <a:uFillTx/>
                <a:ea typeface="Calibri" panose="020F0502020204030204" pitchFamily="34" charset="0"/>
                <a:cs typeface="+mn-cs"/>
              </a:rPr>
              <a:t> (Spend)</a:t>
            </a:r>
          </a:p>
        </p:txBody>
      </p:sp>
      <p:cxnSp>
        <p:nvCxnSpPr>
          <p:cNvPr id="17" name="Straight Connector 16">
            <a:extLst>
              <a:ext uri="{FF2B5EF4-FFF2-40B4-BE49-F238E27FC236}">
                <a16:creationId xmlns:a16="http://schemas.microsoft.com/office/drawing/2014/main" id="{582928B2-3413-40C3-A948-F2F5791907FE}"/>
              </a:ext>
            </a:extLst>
          </p:cNvPr>
          <p:cNvCxnSpPr>
            <a:cxnSpLocks/>
          </p:cNvCxnSpPr>
          <p:nvPr/>
        </p:nvCxnSpPr>
        <p:spPr>
          <a:xfrm>
            <a:off x="7046935" y="1581150"/>
            <a:ext cx="0" cy="4449226"/>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40" name="TextBox 139">
            <a:extLst>
              <a:ext uri="{FF2B5EF4-FFF2-40B4-BE49-F238E27FC236}">
                <a16:creationId xmlns:a16="http://schemas.microsoft.com/office/drawing/2014/main" id="{64EA61A5-F4F6-4CFF-BB88-3CB6DEF015FE}"/>
              </a:ext>
            </a:extLst>
          </p:cNvPr>
          <p:cNvSpPr txBox="1"/>
          <p:nvPr/>
        </p:nvSpPr>
        <p:spPr>
          <a:xfrm>
            <a:off x="1722767" y="6047856"/>
            <a:ext cx="851623" cy="215444"/>
          </a:xfrm>
          <a:prstGeom prst="rect">
            <a:avLst/>
          </a:prstGeom>
          <a:noFill/>
          <a:ln w="6350">
            <a:noFill/>
            <a:miter lim="800000"/>
          </a:ln>
        </p:spPr>
        <p:txBody>
          <a:bodyPr wrap="square" lIns="0" tIns="0" rIns="0" bIns="0">
            <a:spAutoFit/>
          </a:bodyPr>
          <a:lstStyle/>
          <a:p>
            <a:pPr marL="0" marR="0" lvl="0" indent="0" algn="ctr" defTabSz="914400" eaLnBrk="1" fontAlgn="auto" latinLnBrk="0" hangingPunct="1">
              <a:lnSpc>
                <a:spcPct val="100000"/>
              </a:lnSpc>
              <a:spcBef>
                <a:spcPct val="0"/>
              </a:spcBef>
              <a:spcAft>
                <a:spcPct val="0"/>
              </a:spcAft>
              <a:buClrTx/>
              <a:buSzTx/>
              <a:buFontTx/>
              <a:buNone/>
              <a:defRPr/>
            </a:pPr>
            <a:r>
              <a:rPr kumimoji="0" lang="en-AU" sz="1400" b="1" i="0" u="none" strike="noStrike" kern="1200" cap="none" spc="0" normalizeH="0" baseline="0" noProof="0">
                <a:ln>
                  <a:noFill/>
                </a:ln>
                <a:solidFill>
                  <a:srgbClr val="000000"/>
                </a:solidFill>
                <a:effectLst/>
                <a:uLnTx/>
                <a:uFillTx/>
                <a:latin typeface="Arial"/>
                <a:ea typeface="Calibri" panose="020F0502020204030204" pitchFamily="34" charset="0"/>
                <a:cs typeface="+mn-cs"/>
              </a:rPr>
              <a:t>L0</a:t>
            </a:r>
            <a:endParaRPr kumimoji="0" lang="en-AU" sz="1400" b="0" i="0" u="none" strike="noStrike" kern="1200" cap="none" spc="0" normalizeH="0" baseline="0" noProof="0" dirty="0">
              <a:ln>
                <a:noFill/>
              </a:ln>
              <a:solidFill>
                <a:srgbClr val="000000"/>
              </a:solidFill>
              <a:effectLst/>
              <a:uLnTx/>
              <a:uFillTx/>
              <a:latin typeface="Arial"/>
              <a:ea typeface="Calibri" panose="020F0502020204030204" pitchFamily="34" charset="0"/>
              <a:cs typeface="+mn-cs"/>
            </a:endParaRPr>
          </a:p>
        </p:txBody>
      </p:sp>
      <p:sp>
        <p:nvSpPr>
          <p:cNvPr id="143" name="TextBox 142">
            <a:extLst>
              <a:ext uri="{FF2B5EF4-FFF2-40B4-BE49-F238E27FC236}">
                <a16:creationId xmlns:a16="http://schemas.microsoft.com/office/drawing/2014/main" id="{A7F848B3-6097-4F2B-AFA8-07A7C21DA7A0}"/>
              </a:ext>
            </a:extLst>
          </p:cNvPr>
          <p:cNvSpPr txBox="1"/>
          <p:nvPr/>
        </p:nvSpPr>
        <p:spPr>
          <a:xfrm>
            <a:off x="3408654" y="6047856"/>
            <a:ext cx="851623" cy="215444"/>
          </a:xfrm>
          <a:prstGeom prst="rect">
            <a:avLst/>
          </a:prstGeom>
          <a:noFill/>
          <a:ln w="6350">
            <a:noFill/>
            <a:miter lim="800000"/>
          </a:ln>
        </p:spPr>
        <p:txBody>
          <a:bodyPr wrap="square" lIns="0" tIns="0" rIns="0" bIns="0">
            <a:spAutoFit/>
          </a:bodyPr>
          <a:lstStyle/>
          <a:p>
            <a:pPr marL="0" marR="0" lvl="0" indent="0" algn="ctr" defTabSz="914400" eaLnBrk="1" fontAlgn="auto" latinLnBrk="0" hangingPunct="1">
              <a:lnSpc>
                <a:spcPct val="100000"/>
              </a:lnSpc>
              <a:spcBef>
                <a:spcPct val="0"/>
              </a:spcBef>
              <a:spcAft>
                <a:spcPct val="0"/>
              </a:spcAft>
              <a:buClrTx/>
              <a:buSzTx/>
              <a:buFontTx/>
              <a:buNone/>
              <a:defRPr/>
            </a:pPr>
            <a:r>
              <a:rPr kumimoji="0" lang="en-AU" sz="1400" b="1" i="0" u="none" strike="noStrike" kern="1200" cap="none" spc="0" normalizeH="0" baseline="0" noProof="0">
                <a:ln>
                  <a:noFill/>
                </a:ln>
                <a:solidFill>
                  <a:srgbClr val="000000"/>
                </a:solidFill>
                <a:effectLst/>
                <a:uLnTx/>
                <a:uFillTx/>
                <a:latin typeface="Arial"/>
                <a:ea typeface="Calibri" panose="020F0502020204030204" pitchFamily="34" charset="0"/>
                <a:cs typeface="+mn-cs"/>
              </a:rPr>
              <a:t>L1</a:t>
            </a:r>
            <a:endParaRPr kumimoji="0" lang="en-AU" sz="1400" b="0" i="0" u="none" strike="noStrike" kern="1200" cap="none" spc="0" normalizeH="0" baseline="0" noProof="0" dirty="0">
              <a:ln>
                <a:noFill/>
              </a:ln>
              <a:solidFill>
                <a:srgbClr val="000000"/>
              </a:solidFill>
              <a:effectLst/>
              <a:uLnTx/>
              <a:uFillTx/>
              <a:latin typeface="Arial"/>
              <a:ea typeface="Calibri" panose="020F0502020204030204" pitchFamily="34" charset="0"/>
              <a:cs typeface="+mn-cs"/>
            </a:endParaRPr>
          </a:p>
        </p:txBody>
      </p:sp>
      <p:sp>
        <p:nvSpPr>
          <p:cNvPr id="148" name="TextBox 147">
            <a:extLst>
              <a:ext uri="{FF2B5EF4-FFF2-40B4-BE49-F238E27FC236}">
                <a16:creationId xmlns:a16="http://schemas.microsoft.com/office/drawing/2014/main" id="{42E70960-14BC-43F3-8377-4810712E9536}"/>
              </a:ext>
            </a:extLst>
          </p:cNvPr>
          <p:cNvSpPr txBox="1"/>
          <p:nvPr/>
        </p:nvSpPr>
        <p:spPr>
          <a:xfrm>
            <a:off x="5719346" y="6047856"/>
            <a:ext cx="851623" cy="215444"/>
          </a:xfrm>
          <a:prstGeom prst="rect">
            <a:avLst/>
          </a:prstGeom>
          <a:noFill/>
          <a:ln w="6350">
            <a:noFill/>
            <a:miter lim="800000"/>
          </a:ln>
        </p:spPr>
        <p:txBody>
          <a:bodyPr wrap="square" lIns="0" tIns="0" rIns="0" bIns="0">
            <a:spAutoFit/>
          </a:bodyPr>
          <a:lstStyle/>
          <a:p>
            <a:pPr marL="0" marR="0" lvl="0" indent="0" algn="ctr" defTabSz="914400" eaLnBrk="1" fontAlgn="auto" latinLnBrk="0" hangingPunct="1">
              <a:lnSpc>
                <a:spcPct val="100000"/>
              </a:lnSpc>
              <a:spcBef>
                <a:spcPct val="0"/>
              </a:spcBef>
              <a:spcAft>
                <a:spcPct val="0"/>
              </a:spcAft>
              <a:buClrTx/>
              <a:buSzTx/>
              <a:buFontTx/>
              <a:buNone/>
              <a:defRPr/>
            </a:pPr>
            <a:r>
              <a:rPr kumimoji="0" lang="en-AU" sz="1400" b="1" i="0" u="none" strike="noStrike" kern="1200" cap="none" spc="0" normalizeH="0" baseline="0" noProof="0">
                <a:ln>
                  <a:noFill/>
                </a:ln>
                <a:solidFill>
                  <a:srgbClr val="000000"/>
                </a:solidFill>
                <a:effectLst/>
                <a:uLnTx/>
                <a:uFillTx/>
                <a:latin typeface="Arial"/>
                <a:ea typeface="Calibri" panose="020F0502020204030204" pitchFamily="34" charset="0"/>
                <a:cs typeface="+mn-cs"/>
              </a:rPr>
              <a:t>L2</a:t>
            </a:r>
            <a:endParaRPr kumimoji="0" lang="en-AU" sz="1400" b="0" i="0" u="none" strike="noStrike" kern="1200" cap="none" spc="0" normalizeH="0" baseline="0" noProof="0" dirty="0">
              <a:ln>
                <a:noFill/>
              </a:ln>
              <a:solidFill>
                <a:srgbClr val="000000"/>
              </a:solidFill>
              <a:effectLst/>
              <a:uLnTx/>
              <a:uFillTx/>
              <a:latin typeface="Arial"/>
              <a:ea typeface="Calibri" panose="020F0502020204030204" pitchFamily="34" charset="0"/>
              <a:cs typeface="+mn-cs"/>
            </a:endParaRPr>
          </a:p>
        </p:txBody>
      </p:sp>
      <p:sp>
        <p:nvSpPr>
          <p:cNvPr id="8" name="Rectangle 7">
            <a:extLst>
              <a:ext uri="{FF2B5EF4-FFF2-40B4-BE49-F238E27FC236}">
                <a16:creationId xmlns:a16="http://schemas.microsoft.com/office/drawing/2014/main" id="{DC8777C7-C614-45FB-AD70-ED2853958A99}"/>
              </a:ext>
            </a:extLst>
          </p:cNvPr>
          <p:cNvSpPr/>
          <p:nvPr/>
        </p:nvSpPr>
        <p:spPr>
          <a:xfrm>
            <a:off x="1715573" y="2086673"/>
            <a:ext cx="885827" cy="264756"/>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Applications</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9" name="Rectangle 8">
            <a:extLst>
              <a:ext uri="{FF2B5EF4-FFF2-40B4-BE49-F238E27FC236}">
                <a16:creationId xmlns:a16="http://schemas.microsoft.com/office/drawing/2014/main" id="{4FC9E3EF-3BB9-4510-9379-12A1733EB112}"/>
              </a:ext>
            </a:extLst>
          </p:cNvPr>
          <p:cNvSpPr/>
          <p:nvPr/>
        </p:nvSpPr>
        <p:spPr>
          <a:xfrm>
            <a:off x="1715573" y="3815850"/>
            <a:ext cx="885827" cy="264756"/>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dirty="0">
                <a:ln>
                  <a:noFill/>
                </a:ln>
                <a:solidFill>
                  <a:schemeClr val="tx1"/>
                </a:solidFill>
                <a:effectLst/>
                <a:uLnTx/>
                <a:uFillTx/>
                <a:latin typeface="Arial"/>
                <a:ea typeface="+mn-ea"/>
                <a:cs typeface="+mn-cs"/>
              </a:rPr>
              <a:t>Infrastructure</a:t>
            </a:r>
          </a:p>
        </p:txBody>
      </p:sp>
      <p:sp>
        <p:nvSpPr>
          <p:cNvPr id="10" name="Rectangle 9">
            <a:extLst>
              <a:ext uri="{FF2B5EF4-FFF2-40B4-BE49-F238E27FC236}">
                <a16:creationId xmlns:a16="http://schemas.microsoft.com/office/drawing/2014/main" id="{8E08EA3D-9CD3-47DD-A931-4A6024AF4D6D}"/>
              </a:ext>
            </a:extLst>
          </p:cNvPr>
          <p:cNvSpPr/>
          <p:nvPr/>
        </p:nvSpPr>
        <p:spPr>
          <a:xfrm>
            <a:off x="1715572" y="4894182"/>
            <a:ext cx="3120606" cy="264756"/>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Cybersecurity</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7CF1C4C7-0C7A-493C-A6E8-2CD891F48640}"/>
              </a:ext>
            </a:extLst>
          </p:cNvPr>
          <p:cNvSpPr/>
          <p:nvPr/>
        </p:nvSpPr>
        <p:spPr>
          <a:xfrm>
            <a:off x="1715577" y="2655991"/>
            <a:ext cx="3120602" cy="264756"/>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dirty="0">
                <a:ln>
                  <a:noFill/>
                </a:ln>
                <a:solidFill>
                  <a:schemeClr val="tx1"/>
                </a:solidFill>
                <a:effectLst/>
                <a:uLnTx/>
                <a:uFillTx/>
                <a:latin typeface="Arial"/>
                <a:ea typeface="+mn-ea"/>
                <a:cs typeface="+mn-cs"/>
              </a:rPr>
              <a:t>Data &amp; Analytics </a:t>
            </a:r>
          </a:p>
        </p:txBody>
      </p:sp>
      <p:sp>
        <p:nvSpPr>
          <p:cNvPr id="12" name="Rectangle 11">
            <a:extLst>
              <a:ext uri="{FF2B5EF4-FFF2-40B4-BE49-F238E27FC236}">
                <a16:creationId xmlns:a16="http://schemas.microsoft.com/office/drawing/2014/main" id="{26CE5317-B86B-48A0-862C-82DAC746D34C}"/>
              </a:ext>
            </a:extLst>
          </p:cNvPr>
          <p:cNvSpPr/>
          <p:nvPr/>
        </p:nvSpPr>
        <p:spPr>
          <a:xfrm>
            <a:off x="1715572" y="5567791"/>
            <a:ext cx="3120602" cy="317073"/>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Management</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cxnSp>
        <p:nvCxnSpPr>
          <p:cNvPr id="29" name="Straight Connector 28">
            <a:extLst>
              <a:ext uri="{FF2B5EF4-FFF2-40B4-BE49-F238E27FC236}">
                <a16:creationId xmlns:a16="http://schemas.microsoft.com/office/drawing/2014/main" id="{D0F44857-8CF6-4303-8FBB-CE4E0C0509EB}"/>
              </a:ext>
            </a:extLst>
          </p:cNvPr>
          <p:cNvCxnSpPr>
            <a:stCxn id="10" idx="1"/>
            <a:endCxn id="13" idx="3"/>
          </p:cNvCxnSpPr>
          <p:nvPr/>
        </p:nvCxnSpPr>
        <p:spPr>
          <a:xfrm rot="10800000">
            <a:off x="1275678" y="3948230"/>
            <a:ext cx="439895" cy="1078331"/>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184C54F4-F347-43BF-9C05-E00434796990}"/>
              </a:ext>
            </a:extLst>
          </p:cNvPr>
          <p:cNvSpPr/>
          <p:nvPr/>
        </p:nvSpPr>
        <p:spPr>
          <a:xfrm>
            <a:off x="3185643" y="2220285"/>
            <a:ext cx="1650535" cy="264756"/>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Business Operations Applications</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34" name="Rectangle 33">
            <a:extLst>
              <a:ext uri="{FF2B5EF4-FFF2-40B4-BE49-F238E27FC236}">
                <a16:creationId xmlns:a16="http://schemas.microsoft.com/office/drawing/2014/main" id="{8AB864B9-E7FC-46CC-9D4D-86365E8107C0}"/>
              </a:ext>
            </a:extLst>
          </p:cNvPr>
          <p:cNvSpPr/>
          <p:nvPr/>
        </p:nvSpPr>
        <p:spPr>
          <a:xfrm>
            <a:off x="3185643" y="1908303"/>
            <a:ext cx="1650535" cy="267111"/>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Corporate Functions Applications</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39" name="Rectangle 38">
            <a:extLst>
              <a:ext uri="{FF2B5EF4-FFF2-40B4-BE49-F238E27FC236}">
                <a16:creationId xmlns:a16="http://schemas.microsoft.com/office/drawing/2014/main" id="{79EE5139-C126-40DA-A6B7-A6022440EE0B}"/>
              </a:ext>
            </a:extLst>
          </p:cNvPr>
          <p:cNvSpPr/>
          <p:nvPr/>
        </p:nvSpPr>
        <p:spPr>
          <a:xfrm>
            <a:off x="3185643" y="3631251"/>
            <a:ext cx="1650535" cy="264756"/>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End User Services</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41" name="Rectangle 40">
            <a:extLst>
              <a:ext uri="{FF2B5EF4-FFF2-40B4-BE49-F238E27FC236}">
                <a16:creationId xmlns:a16="http://schemas.microsoft.com/office/drawing/2014/main" id="{67F9A763-F69F-411F-9113-68AC47500A84}"/>
              </a:ext>
            </a:extLst>
          </p:cNvPr>
          <p:cNvSpPr/>
          <p:nvPr/>
        </p:nvSpPr>
        <p:spPr>
          <a:xfrm>
            <a:off x="3185643" y="4002325"/>
            <a:ext cx="1650535" cy="264756"/>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Network and Telecom</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42" name="Rectangle 41">
            <a:extLst>
              <a:ext uri="{FF2B5EF4-FFF2-40B4-BE49-F238E27FC236}">
                <a16:creationId xmlns:a16="http://schemas.microsoft.com/office/drawing/2014/main" id="{5888DFBE-B52D-4F52-A8D0-A9167ED1D164}"/>
              </a:ext>
            </a:extLst>
          </p:cNvPr>
          <p:cNvSpPr/>
          <p:nvPr/>
        </p:nvSpPr>
        <p:spPr>
          <a:xfrm>
            <a:off x="3185643" y="3210390"/>
            <a:ext cx="1650535" cy="264756"/>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Hosting &amp; Compute</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3" name="Rectangle 12">
            <a:extLst>
              <a:ext uri="{FF2B5EF4-FFF2-40B4-BE49-F238E27FC236}">
                <a16:creationId xmlns:a16="http://schemas.microsoft.com/office/drawing/2014/main" id="{208B2523-3675-46C2-8A32-D6F134E175B8}"/>
              </a:ext>
            </a:extLst>
          </p:cNvPr>
          <p:cNvSpPr/>
          <p:nvPr/>
        </p:nvSpPr>
        <p:spPr>
          <a:xfrm>
            <a:off x="554736" y="3744304"/>
            <a:ext cx="720941" cy="407849"/>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b="1" i="0" u="none" strike="noStrike" kern="1200" cap="none" spc="0" normalizeH="0" baseline="0" noProof="0">
                <a:ln>
                  <a:noFill/>
                </a:ln>
                <a:solidFill>
                  <a:schemeClr val="tx1"/>
                </a:solidFill>
                <a:effectLst/>
                <a:uLnTx/>
                <a:uFillTx/>
                <a:latin typeface="Arial"/>
                <a:ea typeface="+mn-ea"/>
                <a:cs typeface="+mn-cs"/>
              </a:rPr>
              <a:t>IT Spend/ FTEs</a:t>
            </a:r>
            <a:endParaRPr kumimoji="0" lang="en-AU" sz="800" b="1" i="0" u="none" strike="noStrike" kern="1200" cap="none" spc="0" normalizeH="0" baseline="0" noProof="0" dirty="0">
              <a:ln>
                <a:noFill/>
              </a:ln>
              <a:solidFill>
                <a:schemeClr val="tx1"/>
              </a:solidFill>
              <a:effectLst/>
              <a:uLnTx/>
              <a:uFillTx/>
              <a:latin typeface="Arial"/>
              <a:ea typeface="+mn-ea"/>
              <a:cs typeface="+mn-cs"/>
            </a:endParaRPr>
          </a:p>
        </p:txBody>
      </p:sp>
      <p:cxnSp>
        <p:nvCxnSpPr>
          <p:cNvPr id="50" name="Straight Connector 49">
            <a:extLst>
              <a:ext uri="{FF2B5EF4-FFF2-40B4-BE49-F238E27FC236}">
                <a16:creationId xmlns:a16="http://schemas.microsoft.com/office/drawing/2014/main" id="{DAF0EA07-78F4-456F-A39A-8C3E1E807A12}"/>
              </a:ext>
            </a:extLst>
          </p:cNvPr>
          <p:cNvCxnSpPr>
            <a:stCxn id="162" idx="1"/>
            <a:endCxn id="10" idx="3"/>
          </p:cNvCxnSpPr>
          <p:nvPr/>
        </p:nvCxnSpPr>
        <p:spPr>
          <a:xfrm flipH="1" flipV="1">
            <a:off x="4836178" y="5026560"/>
            <a:ext cx="542601" cy="1"/>
          </a:xfrm>
          <a:prstGeom prst="line">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F6020149-5DEC-4F02-B200-4226497A2F18}"/>
              </a:ext>
            </a:extLst>
          </p:cNvPr>
          <p:cNvSpPr/>
          <p:nvPr/>
        </p:nvSpPr>
        <p:spPr>
          <a:xfrm>
            <a:off x="5374023" y="1910658"/>
            <a:ext cx="1549030" cy="119894"/>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Run</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67" name="Rectangle 66">
            <a:extLst>
              <a:ext uri="{FF2B5EF4-FFF2-40B4-BE49-F238E27FC236}">
                <a16:creationId xmlns:a16="http://schemas.microsoft.com/office/drawing/2014/main" id="{44212EAE-BA69-4134-B642-AF2F449A6F51}"/>
              </a:ext>
            </a:extLst>
          </p:cNvPr>
          <p:cNvSpPr/>
          <p:nvPr/>
        </p:nvSpPr>
        <p:spPr>
          <a:xfrm>
            <a:off x="5374023" y="2063843"/>
            <a:ext cx="1549030" cy="119894"/>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Change</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77" name="Rectangle 76">
            <a:extLst>
              <a:ext uri="{FF2B5EF4-FFF2-40B4-BE49-F238E27FC236}">
                <a16:creationId xmlns:a16="http://schemas.microsoft.com/office/drawing/2014/main" id="{CD8322A0-D6B3-4C21-B1C2-3FAFEC9E24C2}"/>
              </a:ext>
            </a:extLst>
          </p:cNvPr>
          <p:cNvSpPr/>
          <p:nvPr/>
        </p:nvSpPr>
        <p:spPr>
          <a:xfrm>
            <a:off x="5374023" y="2217028"/>
            <a:ext cx="1549030" cy="119894"/>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Run</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78" name="Rectangle 77">
            <a:extLst>
              <a:ext uri="{FF2B5EF4-FFF2-40B4-BE49-F238E27FC236}">
                <a16:creationId xmlns:a16="http://schemas.microsoft.com/office/drawing/2014/main" id="{A58CF4FA-0A80-445B-9A25-775A3074E2F7}"/>
              </a:ext>
            </a:extLst>
          </p:cNvPr>
          <p:cNvSpPr/>
          <p:nvPr/>
        </p:nvSpPr>
        <p:spPr>
          <a:xfrm>
            <a:off x="5374023" y="2370214"/>
            <a:ext cx="1549030" cy="119894"/>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Change</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96" name="Rectangle 95">
            <a:extLst>
              <a:ext uri="{FF2B5EF4-FFF2-40B4-BE49-F238E27FC236}">
                <a16:creationId xmlns:a16="http://schemas.microsoft.com/office/drawing/2014/main" id="{A766F0B4-5508-4C8D-AC03-D130FAD70DB3}"/>
              </a:ext>
            </a:extLst>
          </p:cNvPr>
          <p:cNvSpPr/>
          <p:nvPr/>
        </p:nvSpPr>
        <p:spPr>
          <a:xfrm>
            <a:off x="5378779" y="5720041"/>
            <a:ext cx="1532758" cy="128543"/>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Support functions</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97" name="Rectangle 96">
            <a:extLst>
              <a:ext uri="{FF2B5EF4-FFF2-40B4-BE49-F238E27FC236}">
                <a16:creationId xmlns:a16="http://schemas.microsoft.com/office/drawing/2014/main" id="{CDDC5023-B57F-47C6-AE91-24E6EEF22284}"/>
              </a:ext>
            </a:extLst>
          </p:cNvPr>
          <p:cNvSpPr/>
          <p:nvPr/>
        </p:nvSpPr>
        <p:spPr>
          <a:xfrm>
            <a:off x="5378779" y="5882317"/>
            <a:ext cx="1532758" cy="128543"/>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Enterprise Architecture</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02" name="Rectangle 101">
            <a:extLst>
              <a:ext uri="{FF2B5EF4-FFF2-40B4-BE49-F238E27FC236}">
                <a16:creationId xmlns:a16="http://schemas.microsoft.com/office/drawing/2014/main" id="{5DD4716B-FFF6-40E6-8D0C-329EF2EB3126}"/>
              </a:ext>
            </a:extLst>
          </p:cNvPr>
          <p:cNvSpPr/>
          <p:nvPr/>
        </p:nvSpPr>
        <p:spPr>
          <a:xfrm>
            <a:off x="5378779" y="5395489"/>
            <a:ext cx="1532758" cy="128543"/>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Governance</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03" name="Rectangle 102">
            <a:extLst>
              <a:ext uri="{FF2B5EF4-FFF2-40B4-BE49-F238E27FC236}">
                <a16:creationId xmlns:a16="http://schemas.microsoft.com/office/drawing/2014/main" id="{0E1A2DCB-D3C2-43C1-836C-0CF6678867C5}"/>
              </a:ext>
            </a:extLst>
          </p:cNvPr>
          <p:cNvSpPr/>
          <p:nvPr/>
        </p:nvSpPr>
        <p:spPr>
          <a:xfrm>
            <a:off x="5378779" y="5557765"/>
            <a:ext cx="1532758" cy="128543"/>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Vendor management</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04" name="Rectangle 103">
            <a:extLst>
              <a:ext uri="{FF2B5EF4-FFF2-40B4-BE49-F238E27FC236}">
                <a16:creationId xmlns:a16="http://schemas.microsoft.com/office/drawing/2014/main" id="{A25B533E-0FEB-4F99-BE99-812951B3660E}"/>
              </a:ext>
            </a:extLst>
          </p:cNvPr>
          <p:cNvSpPr/>
          <p:nvPr/>
        </p:nvSpPr>
        <p:spPr>
          <a:xfrm>
            <a:off x="5374616" y="3027252"/>
            <a:ext cx="1549030" cy="119894"/>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On Premise Hosting</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05" name="Rectangle 104">
            <a:extLst>
              <a:ext uri="{FF2B5EF4-FFF2-40B4-BE49-F238E27FC236}">
                <a16:creationId xmlns:a16="http://schemas.microsoft.com/office/drawing/2014/main" id="{9C672E04-B515-4FA6-A4EE-082E6F3876D2}"/>
              </a:ext>
            </a:extLst>
          </p:cNvPr>
          <p:cNvSpPr/>
          <p:nvPr/>
        </p:nvSpPr>
        <p:spPr>
          <a:xfrm>
            <a:off x="5374616" y="3182230"/>
            <a:ext cx="1549030" cy="119894"/>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lang="en-AU" sz="800">
                <a:solidFill>
                  <a:schemeClr val="tx1"/>
                </a:solidFill>
                <a:latin typeface="Arial"/>
              </a:rPr>
              <a:t>On-Cloud Hosting</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06" name="Rectangle 105">
            <a:extLst>
              <a:ext uri="{FF2B5EF4-FFF2-40B4-BE49-F238E27FC236}">
                <a16:creationId xmlns:a16="http://schemas.microsoft.com/office/drawing/2014/main" id="{A43F1602-1642-4AF3-A1D6-113E98AEA50C}"/>
              </a:ext>
            </a:extLst>
          </p:cNvPr>
          <p:cNvSpPr/>
          <p:nvPr/>
        </p:nvSpPr>
        <p:spPr>
          <a:xfrm>
            <a:off x="5374616" y="3337209"/>
            <a:ext cx="1549030" cy="119894"/>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DevOps</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09" name="Rectangle 108">
            <a:extLst>
              <a:ext uri="{FF2B5EF4-FFF2-40B4-BE49-F238E27FC236}">
                <a16:creationId xmlns:a16="http://schemas.microsoft.com/office/drawing/2014/main" id="{A35EBC97-AA2D-45CC-8E5D-52E67D082FE5}"/>
              </a:ext>
            </a:extLst>
          </p:cNvPr>
          <p:cNvSpPr/>
          <p:nvPr/>
        </p:nvSpPr>
        <p:spPr>
          <a:xfrm>
            <a:off x="5374616" y="3492188"/>
            <a:ext cx="1549030" cy="119894"/>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Service Management</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cxnSp>
        <p:nvCxnSpPr>
          <p:cNvPr id="124" name="Straight Connector 123">
            <a:extLst>
              <a:ext uri="{FF2B5EF4-FFF2-40B4-BE49-F238E27FC236}">
                <a16:creationId xmlns:a16="http://schemas.microsoft.com/office/drawing/2014/main" id="{85E9BA4B-9347-478D-9782-4E781230456D}"/>
              </a:ext>
            </a:extLst>
          </p:cNvPr>
          <p:cNvCxnSpPr/>
          <p:nvPr/>
        </p:nvCxnSpPr>
        <p:spPr>
          <a:xfrm flipH="1">
            <a:off x="5137940" y="3106062"/>
            <a:ext cx="234646" cy="23"/>
          </a:xfrm>
          <a:prstGeom prst="line">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D51440E5-BBB9-49B0-871F-5075EE3FFF09}"/>
              </a:ext>
            </a:extLst>
          </p:cNvPr>
          <p:cNvCxnSpPr/>
          <p:nvPr/>
        </p:nvCxnSpPr>
        <p:spPr>
          <a:xfrm flipH="1">
            <a:off x="5137940" y="3569050"/>
            <a:ext cx="234646" cy="23"/>
          </a:xfrm>
          <a:prstGeom prst="line">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D454C640-1A69-435B-AEE5-2CC388B1BC16}"/>
              </a:ext>
            </a:extLst>
          </p:cNvPr>
          <p:cNvCxnSpPr/>
          <p:nvPr/>
        </p:nvCxnSpPr>
        <p:spPr>
          <a:xfrm flipH="1">
            <a:off x="4836178" y="3343531"/>
            <a:ext cx="301762" cy="0"/>
          </a:xfrm>
          <a:prstGeom prst="line">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EDC0F433-ABF0-4FBA-8A9F-5629EDC2EC5D}"/>
              </a:ext>
            </a:extLst>
          </p:cNvPr>
          <p:cNvCxnSpPr/>
          <p:nvPr/>
        </p:nvCxnSpPr>
        <p:spPr>
          <a:xfrm flipH="1">
            <a:off x="5137940" y="3401246"/>
            <a:ext cx="234646" cy="23"/>
          </a:xfrm>
          <a:prstGeom prst="line">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8BC0A82A-568D-41AE-9B76-9E7F0C587130}"/>
              </a:ext>
            </a:extLst>
          </p:cNvPr>
          <p:cNvCxnSpPr>
            <a:stCxn id="31" idx="3"/>
            <a:endCxn id="77" idx="1"/>
          </p:cNvCxnSpPr>
          <p:nvPr/>
        </p:nvCxnSpPr>
        <p:spPr>
          <a:xfrm flipV="1">
            <a:off x="4836178" y="2276976"/>
            <a:ext cx="537844" cy="75688"/>
          </a:xfrm>
          <a:prstGeom prst="bentConnector3">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9" name="Connector: Elbow 158">
            <a:extLst>
              <a:ext uri="{FF2B5EF4-FFF2-40B4-BE49-F238E27FC236}">
                <a16:creationId xmlns:a16="http://schemas.microsoft.com/office/drawing/2014/main" id="{1AC0CCC3-5EBE-4FA1-AE5E-AB11D250541E}"/>
              </a:ext>
            </a:extLst>
          </p:cNvPr>
          <p:cNvCxnSpPr>
            <a:stCxn id="31" idx="3"/>
            <a:endCxn id="78" idx="1"/>
          </p:cNvCxnSpPr>
          <p:nvPr/>
        </p:nvCxnSpPr>
        <p:spPr>
          <a:xfrm>
            <a:off x="4836178" y="2352663"/>
            <a:ext cx="537844" cy="77497"/>
          </a:xfrm>
          <a:prstGeom prst="bentConnector3">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3" name="Rectangle 132">
            <a:extLst>
              <a:ext uri="{FF2B5EF4-FFF2-40B4-BE49-F238E27FC236}">
                <a16:creationId xmlns:a16="http://schemas.microsoft.com/office/drawing/2014/main" id="{70EB36D8-A2D6-40C9-9AA1-D14FBFD9303A}"/>
              </a:ext>
            </a:extLst>
          </p:cNvPr>
          <p:cNvSpPr/>
          <p:nvPr/>
        </p:nvSpPr>
        <p:spPr>
          <a:xfrm>
            <a:off x="3185643" y="4445377"/>
            <a:ext cx="3738630" cy="212254"/>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lang="en-AU" sz="800">
                <a:solidFill>
                  <a:schemeClr val="tx1"/>
                </a:solidFill>
                <a:latin typeface="Arial"/>
              </a:rPr>
              <a:t>Application Operations</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62" name="Rectangle 161">
            <a:extLst>
              <a:ext uri="{FF2B5EF4-FFF2-40B4-BE49-F238E27FC236}">
                <a16:creationId xmlns:a16="http://schemas.microsoft.com/office/drawing/2014/main" id="{75DF452D-12E3-438D-820D-259E9543BB93}"/>
              </a:ext>
            </a:extLst>
          </p:cNvPr>
          <p:cNvSpPr/>
          <p:nvPr/>
        </p:nvSpPr>
        <p:spPr>
          <a:xfrm>
            <a:off x="5378779" y="4691365"/>
            <a:ext cx="1549030" cy="670391"/>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spcBef>
                <a:spcPts val="300"/>
              </a:spcBef>
              <a:spcAft>
                <a:spcPts val="300"/>
              </a:spcAft>
              <a:buClr>
                <a:schemeClr val="tx1"/>
              </a:buClr>
              <a:defRPr/>
            </a:pPr>
            <a:r>
              <a:rPr kumimoji="0" lang="en-AU" sz="800" i="0" u="none" strike="noStrike" kern="1200" cap="none" spc="0" normalizeH="0" baseline="0" noProof="0">
                <a:ln>
                  <a:noFill/>
                </a:ln>
                <a:solidFill>
                  <a:schemeClr val="tx1"/>
                </a:solidFill>
                <a:effectLst/>
                <a:uLnTx/>
                <a:uFillTx/>
                <a:latin typeface="Arial"/>
                <a:ea typeface="+mn-ea"/>
                <a:cs typeface="+mn-cs"/>
              </a:rPr>
              <a:t>Including spend for Identify, Protect, Detect, Respond, Recover, and Govern</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63" name="Rectangle 162">
            <a:extLst>
              <a:ext uri="{FF2B5EF4-FFF2-40B4-BE49-F238E27FC236}">
                <a16:creationId xmlns:a16="http://schemas.microsoft.com/office/drawing/2014/main" id="{90BE03B6-5A11-4D27-9134-09A3F6908411}"/>
              </a:ext>
            </a:extLst>
          </p:cNvPr>
          <p:cNvSpPr/>
          <p:nvPr/>
        </p:nvSpPr>
        <p:spPr>
          <a:xfrm>
            <a:off x="5374023" y="2872273"/>
            <a:ext cx="1549030" cy="119894"/>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Data Platform &amp; Tools</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72" name="Rectangle 171">
            <a:extLst>
              <a:ext uri="{FF2B5EF4-FFF2-40B4-BE49-F238E27FC236}">
                <a16:creationId xmlns:a16="http://schemas.microsoft.com/office/drawing/2014/main" id="{2556D16A-0BD7-4AF7-A6C1-C5D1C859B33F}"/>
              </a:ext>
            </a:extLst>
          </p:cNvPr>
          <p:cNvSpPr/>
          <p:nvPr/>
        </p:nvSpPr>
        <p:spPr>
          <a:xfrm>
            <a:off x="5374023" y="2567701"/>
            <a:ext cx="1549030" cy="269488"/>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Data Governance &amp; Architecture</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cxnSp>
        <p:nvCxnSpPr>
          <p:cNvPr id="7" name="Connector: Elbow 6">
            <a:extLst>
              <a:ext uri="{FF2B5EF4-FFF2-40B4-BE49-F238E27FC236}">
                <a16:creationId xmlns:a16="http://schemas.microsoft.com/office/drawing/2014/main" id="{E1678C08-135F-4F3E-BFD2-64C4FFDB8C7D}"/>
              </a:ext>
            </a:extLst>
          </p:cNvPr>
          <p:cNvCxnSpPr>
            <a:stCxn id="13" idx="3"/>
            <a:endCxn id="8" idx="1"/>
          </p:cNvCxnSpPr>
          <p:nvPr/>
        </p:nvCxnSpPr>
        <p:spPr>
          <a:xfrm flipV="1">
            <a:off x="1275677" y="2219051"/>
            <a:ext cx="439896" cy="1729178"/>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6" name="Connector: Elbow 135">
            <a:extLst>
              <a:ext uri="{FF2B5EF4-FFF2-40B4-BE49-F238E27FC236}">
                <a16:creationId xmlns:a16="http://schemas.microsoft.com/office/drawing/2014/main" id="{69E6E0C6-9A47-45D8-B6DF-A68CA68A0073}"/>
              </a:ext>
            </a:extLst>
          </p:cNvPr>
          <p:cNvCxnSpPr>
            <a:stCxn id="13" idx="3"/>
            <a:endCxn id="12" idx="1"/>
          </p:cNvCxnSpPr>
          <p:nvPr/>
        </p:nvCxnSpPr>
        <p:spPr>
          <a:xfrm>
            <a:off x="1275677" y="3948229"/>
            <a:ext cx="439895" cy="1778099"/>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13E3DD38-62CB-47F4-9E95-B17DDA03DDB2}"/>
              </a:ext>
            </a:extLst>
          </p:cNvPr>
          <p:cNvCxnSpPr>
            <a:stCxn id="34" idx="3"/>
            <a:endCxn id="66" idx="1"/>
          </p:cNvCxnSpPr>
          <p:nvPr/>
        </p:nvCxnSpPr>
        <p:spPr>
          <a:xfrm flipV="1">
            <a:off x="4836178" y="1970606"/>
            <a:ext cx="537844" cy="71254"/>
          </a:xfrm>
          <a:prstGeom prst="bentConnector3">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7" name="Connector: Elbow 146">
            <a:extLst>
              <a:ext uri="{FF2B5EF4-FFF2-40B4-BE49-F238E27FC236}">
                <a16:creationId xmlns:a16="http://schemas.microsoft.com/office/drawing/2014/main" id="{22A239B8-52A2-4ED7-AC8F-4D907E022657}"/>
              </a:ext>
            </a:extLst>
          </p:cNvPr>
          <p:cNvCxnSpPr/>
          <p:nvPr/>
        </p:nvCxnSpPr>
        <p:spPr>
          <a:xfrm>
            <a:off x="4836178" y="2037990"/>
            <a:ext cx="537844" cy="70494"/>
          </a:xfrm>
          <a:prstGeom prst="bentConnector3">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103FCE79-272F-4EDB-A38B-7F804BBD3F57}"/>
              </a:ext>
            </a:extLst>
          </p:cNvPr>
          <p:cNvCxnSpPr/>
          <p:nvPr/>
        </p:nvCxnSpPr>
        <p:spPr>
          <a:xfrm flipH="1" flipV="1">
            <a:off x="5137940" y="3108090"/>
            <a:ext cx="0" cy="460960"/>
          </a:xfrm>
          <a:prstGeom prst="line">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3CC55E1D-D7C6-4E73-A168-72F00C15013D}"/>
              </a:ext>
            </a:extLst>
          </p:cNvPr>
          <p:cNvCxnSpPr/>
          <p:nvPr/>
        </p:nvCxnSpPr>
        <p:spPr>
          <a:xfrm flipH="1">
            <a:off x="5137940" y="3264129"/>
            <a:ext cx="234646" cy="23"/>
          </a:xfrm>
          <a:prstGeom prst="line">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4D628F85-D1F8-4A2F-832F-513469396454}"/>
              </a:ext>
            </a:extLst>
          </p:cNvPr>
          <p:cNvCxnSpPr>
            <a:stCxn id="9" idx="3"/>
            <a:endCxn id="42" idx="1"/>
          </p:cNvCxnSpPr>
          <p:nvPr/>
        </p:nvCxnSpPr>
        <p:spPr>
          <a:xfrm flipV="1">
            <a:off x="2601400" y="3342768"/>
            <a:ext cx="584243" cy="605460"/>
          </a:xfrm>
          <a:prstGeom prst="bentConnector3">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5" name="Connector: Elbow 164">
            <a:extLst>
              <a:ext uri="{FF2B5EF4-FFF2-40B4-BE49-F238E27FC236}">
                <a16:creationId xmlns:a16="http://schemas.microsoft.com/office/drawing/2014/main" id="{DDFAD0D1-412F-47B0-B95E-CC130FB45DD6}"/>
              </a:ext>
            </a:extLst>
          </p:cNvPr>
          <p:cNvCxnSpPr>
            <a:stCxn id="9" idx="3"/>
            <a:endCxn id="41" idx="1"/>
          </p:cNvCxnSpPr>
          <p:nvPr/>
        </p:nvCxnSpPr>
        <p:spPr>
          <a:xfrm>
            <a:off x="2601400" y="3948228"/>
            <a:ext cx="584243" cy="186475"/>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77B94473-75F9-4D85-88D1-6B2995CA8F1D}"/>
              </a:ext>
            </a:extLst>
          </p:cNvPr>
          <p:cNvCxnSpPr>
            <a:stCxn id="13" idx="3"/>
            <a:endCxn id="9" idx="1"/>
          </p:cNvCxnSpPr>
          <p:nvPr/>
        </p:nvCxnSpPr>
        <p:spPr>
          <a:xfrm flipV="1">
            <a:off x="1275677" y="3948228"/>
            <a:ext cx="439896" cy="1"/>
          </a:xfrm>
          <a:prstGeom prst="straightConnector1">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4" name="Connector: Elbow 133">
            <a:extLst>
              <a:ext uri="{FF2B5EF4-FFF2-40B4-BE49-F238E27FC236}">
                <a16:creationId xmlns:a16="http://schemas.microsoft.com/office/drawing/2014/main" id="{AD4B0547-D050-4A90-8F04-8D11CB9A213C}"/>
              </a:ext>
            </a:extLst>
          </p:cNvPr>
          <p:cNvCxnSpPr>
            <a:stCxn id="9" idx="3"/>
            <a:endCxn id="133" idx="1"/>
          </p:cNvCxnSpPr>
          <p:nvPr/>
        </p:nvCxnSpPr>
        <p:spPr>
          <a:xfrm>
            <a:off x="2601400" y="3948228"/>
            <a:ext cx="584243" cy="603276"/>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5" name="Connector: Elbow 134">
            <a:extLst>
              <a:ext uri="{FF2B5EF4-FFF2-40B4-BE49-F238E27FC236}">
                <a16:creationId xmlns:a16="http://schemas.microsoft.com/office/drawing/2014/main" id="{130422A7-F465-4738-B5B6-CBF4C01658B9}"/>
              </a:ext>
            </a:extLst>
          </p:cNvPr>
          <p:cNvCxnSpPr>
            <a:stCxn id="9" idx="3"/>
            <a:endCxn id="39" idx="1"/>
          </p:cNvCxnSpPr>
          <p:nvPr/>
        </p:nvCxnSpPr>
        <p:spPr>
          <a:xfrm flipV="1">
            <a:off x="2601400" y="3763629"/>
            <a:ext cx="584243" cy="184599"/>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5" name="Connector: Elbow 144">
            <a:extLst>
              <a:ext uri="{FF2B5EF4-FFF2-40B4-BE49-F238E27FC236}">
                <a16:creationId xmlns:a16="http://schemas.microsoft.com/office/drawing/2014/main" id="{5FE02AC5-A5CB-4816-9A35-ECD7A9495984}"/>
              </a:ext>
            </a:extLst>
          </p:cNvPr>
          <p:cNvCxnSpPr>
            <a:stCxn id="8" idx="3"/>
            <a:endCxn id="31" idx="1"/>
          </p:cNvCxnSpPr>
          <p:nvPr/>
        </p:nvCxnSpPr>
        <p:spPr>
          <a:xfrm>
            <a:off x="2601400" y="2219050"/>
            <a:ext cx="584243" cy="133613"/>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6" name="Connector: Elbow 145">
            <a:extLst>
              <a:ext uri="{FF2B5EF4-FFF2-40B4-BE49-F238E27FC236}">
                <a16:creationId xmlns:a16="http://schemas.microsoft.com/office/drawing/2014/main" id="{4F5C0CDE-F35D-4110-B13E-FE1A4089296A}"/>
              </a:ext>
            </a:extLst>
          </p:cNvPr>
          <p:cNvCxnSpPr>
            <a:stCxn id="8" idx="3"/>
            <a:endCxn id="34" idx="1"/>
          </p:cNvCxnSpPr>
          <p:nvPr/>
        </p:nvCxnSpPr>
        <p:spPr>
          <a:xfrm flipV="1">
            <a:off x="2601400" y="2041859"/>
            <a:ext cx="584243" cy="177192"/>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1" name="Connector: Elbow 80">
            <a:extLst>
              <a:ext uri="{FF2B5EF4-FFF2-40B4-BE49-F238E27FC236}">
                <a16:creationId xmlns:a16="http://schemas.microsoft.com/office/drawing/2014/main" id="{7B99DE18-3327-421C-B804-CAA3725B7E7C}"/>
              </a:ext>
            </a:extLst>
          </p:cNvPr>
          <p:cNvCxnSpPr>
            <a:stCxn id="102" idx="1"/>
            <a:endCxn id="12" idx="3"/>
          </p:cNvCxnSpPr>
          <p:nvPr/>
        </p:nvCxnSpPr>
        <p:spPr>
          <a:xfrm rot="10800000" flipV="1">
            <a:off x="4836175" y="5459760"/>
            <a:ext cx="542605" cy="266567"/>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8" name="Connector: Elbow 197">
            <a:extLst>
              <a:ext uri="{FF2B5EF4-FFF2-40B4-BE49-F238E27FC236}">
                <a16:creationId xmlns:a16="http://schemas.microsoft.com/office/drawing/2014/main" id="{FC8F1594-19BA-4833-BA3E-77C45D3518F7}"/>
              </a:ext>
            </a:extLst>
          </p:cNvPr>
          <p:cNvCxnSpPr>
            <a:stCxn id="97" idx="1"/>
            <a:endCxn id="12" idx="3"/>
          </p:cNvCxnSpPr>
          <p:nvPr/>
        </p:nvCxnSpPr>
        <p:spPr>
          <a:xfrm rot="10800000">
            <a:off x="4836175" y="5726328"/>
            <a:ext cx="542605" cy="220261"/>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4" name="Connector: Elbow 203">
            <a:extLst>
              <a:ext uri="{FF2B5EF4-FFF2-40B4-BE49-F238E27FC236}">
                <a16:creationId xmlns:a16="http://schemas.microsoft.com/office/drawing/2014/main" id="{A7C50C22-E157-4EEA-AF94-E8704546299A}"/>
              </a:ext>
            </a:extLst>
          </p:cNvPr>
          <p:cNvCxnSpPr>
            <a:stCxn id="96" idx="1"/>
            <a:endCxn id="12" idx="3"/>
          </p:cNvCxnSpPr>
          <p:nvPr/>
        </p:nvCxnSpPr>
        <p:spPr>
          <a:xfrm rot="10800000">
            <a:off x="4836175" y="5726329"/>
            <a:ext cx="542605" cy="57985"/>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06" name="Connector: Elbow 205">
            <a:extLst>
              <a:ext uri="{FF2B5EF4-FFF2-40B4-BE49-F238E27FC236}">
                <a16:creationId xmlns:a16="http://schemas.microsoft.com/office/drawing/2014/main" id="{42D2440F-2997-4641-A0AF-A9D38B4DDF7B}"/>
              </a:ext>
            </a:extLst>
          </p:cNvPr>
          <p:cNvCxnSpPr>
            <a:stCxn id="103" idx="1"/>
            <a:endCxn id="12" idx="3"/>
          </p:cNvCxnSpPr>
          <p:nvPr/>
        </p:nvCxnSpPr>
        <p:spPr>
          <a:xfrm rot="10800000" flipV="1">
            <a:off x="4836175" y="5622037"/>
            <a:ext cx="542605" cy="104291"/>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23062B53-7CA7-4721-9A8C-36C4DA474AF7}"/>
              </a:ext>
            </a:extLst>
          </p:cNvPr>
          <p:cNvCxnSpPr>
            <a:stCxn id="11" idx="3"/>
            <a:endCxn id="172" idx="1"/>
          </p:cNvCxnSpPr>
          <p:nvPr/>
        </p:nvCxnSpPr>
        <p:spPr>
          <a:xfrm flipV="1">
            <a:off x="4836178" y="2702445"/>
            <a:ext cx="537844" cy="85924"/>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8" name="Connector: Elbow 137">
            <a:extLst>
              <a:ext uri="{FF2B5EF4-FFF2-40B4-BE49-F238E27FC236}">
                <a16:creationId xmlns:a16="http://schemas.microsoft.com/office/drawing/2014/main" id="{A45AA984-68F1-47A6-8258-05C35527B16E}"/>
              </a:ext>
            </a:extLst>
          </p:cNvPr>
          <p:cNvCxnSpPr>
            <a:stCxn id="13" idx="3"/>
            <a:endCxn id="11" idx="1"/>
          </p:cNvCxnSpPr>
          <p:nvPr/>
        </p:nvCxnSpPr>
        <p:spPr>
          <a:xfrm flipV="1">
            <a:off x="1275677" y="2788369"/>
            <a:ext cx="439900" cy="1159860"/>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7" name="Rectangle 166">
            <a:extLst>
              <a:ext uri="{FF2B5EF4-FFF2-40B4-BE49-F238E27FC236}">
                <a16:creationId xmlns:a16="http://schemas.microsoft.com/office/drawing/2014/main" id="{7E323161-42FA-4E9D-AB1C-A3C015887FC6}"/>
              </a:ext>
            </a:extLst>
          </p:cNvPr>
          <p:cNvSpPr/>
          <p:nvPr/>
        </p:nvSpPr>
        <p:spPr>
          <a:xfrm>
            <a:off x="5378779" y="3647167"/>
            <a:ext cx="1549030" cy="119894"/>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Helpdesk</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68" name="Rectangle 167">
            <a:extLst>
              <a:ext uri="{FF2B5EF4-FFF2-40B4-BE49-F238E27FC236}">
                <a16:creationId xmlns:a16="http://schemas.microsoft.com/office/drawing/2014/main" id="{C454A380-7AF4-4BCE-BD29-6DF58C177372}"/>
              </a:ext>
            </a:extLst>
          </p:cNvPr>
          <p:cNvSpPr/>
          <p:nvPr/>
        </p:nvSpPr>
        <p:spPr>
          <a:xfrm>
            <a:off x="5378779" y="3802146"/>
            <a:ext cx="1549030" cy="119894"/>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End User Computing </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cxnSp>
        <p:nvCxnSpPr>
          <p:cNvPr id="169" name="Connector: Elbow 168">
            <a:extLst>
              <a:ext uri="{FF2B5EF4-FFF2-40B4-BE49-F238E27FC236}">
                <a16:creationId xmlns:a16="http://schemas.microsoft.com/office/drawing/2014/main" id="{D8D3FB5A-52A6-4D23-A852-792305FFD45D}"/>
              </a:ext>
            </a:extLst>
          </p:cNvPr>
          <p:cNvCxnSpPr>
            <a:stCxn id="39" idx="3"/>
            <a:endCxn id="167" idx="1"/>
          </p:cNvCxnSpPr>
          <p:nvPr/>
        </p:nvCxnSpPr>
        <p:spPr>
          <a:xfrm flipV="1">
            <a:off x="4836178" y="3707114"/>
            <a:ext cx="542600" cy="56515"/>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3" name="Connector: Elbow 172">
            <a:extLst>
              <a:ext uri="{FF2B5EF4-FFF2-40B4-BE49-F238E27FC236}">
                <a16:creationId xmlns:a16="http://schemas.microsoft.com/office/drawing/2014/main" id="{2538B336-4B10-46D5-BB11-173CA8CB6849}"/>
              </a:ext>
            </a:extLst>
          </p:cNvPr>
          <p:cNvCxnSpPr>
            <a:stCxn id="39" idx="3"/>
            <a:endCxn id="168" idx="1"/>
          </p:cNvCxnSpPr>
          <p:nvPr/>
        </p:nvCxnSpPr>
        <p:spPr>
          <a:xfrm>
            <a:off x="4836178" y="3763629"/>
            <a:ext cx="542600" cy="98464"/>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4E41E9C2-5308-4C2F-8751-CC86B1A1D95D}"/>
              </a:ext>
            </a:extLst>
          </p:cNvPr>
          <p:cNvSpPr/>
          <p:nvPr/>
        </p:nvSpPr>
        <p:spPr>
          <a:xfrm>
            <a:off x="5375243" y="3957125"/>
            <a:ext cx="1549030" cy="119894"/>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LAN</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78" name="Rectangle 177">
            <a:extLst>
              <a:ext uri="{FF2B5EF4-FFF2-40B4-BE49-F238E27FC236}">
                <a16:creationId xmlns:a16="http://schemas.microsoft.com/office/drawing/2014/main" id="{A9060093-97A3-4AD0-A010-75EBD65BDAB6}"/>
              </a:ext>
            </a:extLst>
          </p:cNvPr>
          <p:cNvSpPr/>
          <p:nvPr/>
        </p:nvSpPr>
        <p:spPr>
          <a:xfrm>
            <a:off x="5375243" y="4112104"/>
            <a:ext cx="1549030" cy="119894"/>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WAN</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79" name="Rectangle 178">
            <a:extLst>
              <a:ext uri="{FF2B5EF4-FFF2-40B4-BE49-F238E27FC236}">
                <a16:creationId xmlns:a16="http://schemas.microsoft.com/office/drawing/2014/main" id="{83AE55C1-21AD-4B77-ACEE-8C6190CB8809}"/>
              </a:ext>
            </a:extLst>
          </p:cNvPr>
          <p:cNvSpPr/>
          <p:nvPr/>
        </p:nvSpPr>
        <p:spPr>
          <a:xfrm>
            <a:off x="5378779" y="4267081"/>
            <a:ext cx="1549030" cy="119894"/>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Mobile</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cxnSp>
        <p:nvCxnSpPr>
          <p:cNvPr id="180" name="Connector: Elbow 179">
            <a:extLst>
              <a:ext uri="{FF2B5EF4-FFF2-40B4-BE49-F238E27FC236}">
                <a16:creationId xmlns:a16="http://schemas.microsoft.com/office/drawing/2014/main" id="{824F993B-725D-407B-8565-AA9AC1B09046}"/>
              </a:ext>
            </a:extLst>
          </p:cNvPr>
          <p:cNvCxnSpPr>
            <a:stCxn id="41" idx="3"/>
            <a:endCxn id="177" idx="1"/>
          </p:cNvCxnSpPr>
          <p:nvPr/>
        </p:nvCxnSpPr>
        <p:spPr>
          <a:xfrm flipV="1">
            <a:off x="4836178" y="4017071"/>
            <a:ext cx="539065" cy="117632"/>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3" name="Connector: Elbow 182">
            <a:extLst>
              <a:ext uri="{FF2B5EF4-FFF2-40B4-BE49-F238E27FC236}">
                <a16:creationId xmlns:a16="http://schemas.microsoft.com/office/drawing/2014/main" id="{8517A3E9-2D15-477E-A1E0-57B47E15D918}"/>
              </a:ext>
            </a:extLst>
          </p:cNvPr>
          <p:cNvCxnSpPr>
            <a:stCxn id="41" idx="3"/>
            <a:endCxn id="178" idx="1"/>
          </p:cNvCxnSpPr>
          <p:nvPr/>
        </p:nvCxnSpPr>
        <p:spPr>
          <a:xfrm>
            <a:off x="4836178" y="4134703"/>
            <a:ext cx="539065" cy="37347"/>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7" name="Connector: Elbow 186">
            <a:extLst>
              <a:ext uri="{FF2B5EF4-FFF2-40B4-BE49-F238E27FC236}">
                <a16:creationId xmlns:a16="http://schemas.microsoft.com/office/drawing/2014/main" id="{17E522AC-BF27-4225-A732-1F828AC553BB}"/>
              </a:ext>
            </a:extLst>
          </p:cNvPr>
          <p:cNvCxnSpPr>
            <a:stCxn id="41" idx="3"/>
            <a:endCxn id="179" idx="1"/>
          </p:cNvCxnSpPr>
          <p:nvPr/>
        </p:nvCxnSpPr>
        <p:spPr>
          <a:xfrm>
            <a:off x="4836178" y="4134703"/>
            <a:ext cx="542600" cy="192325"/>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4" name="Connector: Elbow 193">
            <a:extLst>
              <a:ext uri="{FF2B5EF4-FFF2-40B4-BE49-F238E27FC236}">
                <a16:creationId xmlns:a16="http://schemas.microsoft.com/office/drawing/2014/main" id="{144AC542-B33B-473F-B747-3A61D6A02DB1}"/>
              </a:ext>
            </a:extLst>
          </p:cNvPr>
          <p:cNvCxnSpPr>
            <a:stCxn id="11" idx="3"/>
            <a:endCxn id="163" idx="1"/>
          </p:cNvCxnSpPr>
          <p:nvPr/>
        </p:nvCxnSpPr>
        <p:spPr>
          <a:xfrm>
            <a:off x="4836178" y="2788369"/>
            <a:ext cx="537844" cy="143851"/>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2" name="Rectangle 91">
            <a:extLst>
              <a:ext uri="{FF2B5EF4-FFF2-40B4-BE49-F238E27FC236}">
                <a16:creationId xmlns:a16="http://schemas.microsoft.com/office/drawing/2014/main" id="{001919FC-EBBD-4AD1-B2E1-D880974C23D6}"/>
              </a:ext>
            </a:extLst>
          </p:cNvPr>
          <p:cNvSpPr/>
          <p:nvPr/>
        </p:nvSpPr>
        <p:spPr>
          <a:xfrm>
            <a:off x="8550535" y="1915021"/>
            <a:ext cx="1153918" cy="303262"/>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Hardware</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93" name="Rectangle 92">
            <a:extLst>
              <a:ext uri="{FF2B5EF4-FFF2-40B4-BE49-F238E27FC236}">
                <a16:creationId xmlns:a16="http://schemas.microsoft.com/office/drawing/2014/main" id="{D94FD909-AACE-48B3-BAF5-9BF6CED72B5B}"/>
              </a:ext>
            </a:extLst>
          </p:cNvPr>
          <p:cNvSpPr/>
          <p:nvPr/>
        </p:nvSpPr>
        <p:spPr>
          <a:xfrm>
            <a:off x="8550535" y="3327988"/>
            <a:ext cx="1153918" cy="303262"/>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Internal Labor</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94" name="Rectangle 93">
            <a:extLst>
              <a:ext uri="{FF2B5EF4-FFF2-40B4-BE49-F238E27FC236}">
                <a16:creationId xmlns:a16="http://schemas.microsoft.com/office/drawing/2014/main" id="{18E81651-2BD0-4F9A-AD0A-61F0DBF4A5BB}"/>
              </a:ext>
            </a:extLst>
          </p:cNvPr>
          <p:cNvSpPr/>
          <p:nvPr/>
        </p:nvSpPr>
        <p:spPr>
          <a:xfrm>
            <a:off x="8550535" y="4135732"/>
            <a:ext cx="1153918" cy="303262"/>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External Contractors</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95" name="Rectangle 94">
            <a:extLst>
              <a:ext uri="{FF2B5EF4-FFF2-40B4-BE49-F238E27FC236}">
                <a16:creationId xmlns:a16="http://schemas.microsoft.com/office/drawing/2014/main" id="{3E796FA4-240D-4B3C-8387-FF1B8F12B240}"/>
              </a:ext>
            </a:extLst>
          </p:cNvPr>
          <p:cNvSpPr/>
          <p:nvPr/>
        </p:nvSpPr>
        <p:spPr>
          <a:xfrm>
            <a:off x="8550535" y="2499116"/>
            <a:ext cx="1153918" cy="303262"/>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Software</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98" name="Rectangle 97">
            <a:extLst>
              <a:ext uri="{FF2B5EF4-FFF2-40B4-BE49-F238E27FC236}">
                <a16:creationId xmlns:a16="http://schemas.microsoft.com/office/drawing/2014/main" id="{5FD33CA4-9FC7-439D-9340-FD83361B5AAF}"/>
              </a:ext>
            </a:extLst>
          </p:cNvPr>
          <p:cNvSpPr/>
          <p:nvPr/>
        </p:nvSpPr>
        <p:spPr>
          <a:xfrm>
            <a:off x="8550535" y="5151648"/>
            <a:ext cx="1153918" cy="303262"/>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Services</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cxnSp>
        <p:nvCxnSpPr>
          <p:cNvPr id="99" name="Straight Connector 122">
            <a:extLst>
              <a:ext uri="{FF2B5EF4-FFF2-40B4-BE49-F238E27FC236}">
                <a16:creationId xmlns:a16="http://schemas.microsoft.com/office/drawing/2014/main" id="{B5564641-FF5D-4C4D-9228-B7E288104936}"/>
              </a:ext>
            </a:extLst>
          </p:cNvPr>
          <p:cNvCxnSpPr>
            <a:stCxn id="92" idx="1"/>
            <a:endCxn id="110" idx="3"/>
          </p:cNvCxnSpPr>
          <p:nvPr/>
        </p:nvCxnSpPr>
        <p:spPr>
          <a:xfrm rot="10800000" flipV="1">
            <a:off x="8033957" y="2066652"/>
            <a:ext cx="516579" cy="1870798"/>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0" name="Straight Connector 125">
            <a:extLst>
              <a:ext uri="{FF2B5EF4-FFF2-40B4-BE49-F238E27FC236}">
                <a16:creationId xmlns:a16="http://schemas.microsoft.com/office/drawing/2014/main" id="{DD5AD648-1A6B-457C-B04A-5BCAEFC72C17}"/>
              </a:ext>
            </a:extLst>
          </p:cNvPr>
          <p:cNvCxnSpPr>
            <a:stCxn id="93" idx="1"/>
            <a:endCxn id="110" idx="3"/>
          </p:cNvCxnSpPr>
          <p:nvPr/>
        </p:nvCxnSpPr>
        <p:spPr>
          <a:xfrm rot="10800000" flipV="1">
            <a:off x="8033957" y="3479618"/>
            <a:ext cx="516579" cy="457831"/>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1" name="Straight Connector 126">
            <a:extLst>
              <a:ext uri="{FF2B5EF4-FFF2-40B4-BE49-F238E27FC236}">
                <a16:creationId xmlns:a16="http://schemas.microsoft.com/office/drawing/2014/main" id="{DAE67013-B3DE-4879-B057-5A19EAE1238C}"/>
              </a:ext>
            </a:extLst>
          </p:cNvPr>
          <p:cNvCxnSpPr>
            <a:stCxn id="95" idx="1"/>
            <a:endCxn id="110" idx="3"/>
          </p:cNvCxnSpPr>
          <p:nvPr/>
        </p:nvCxnSpPr>
        <p:spPr>
          <a:xfrm rot="10800000" flipV="1">
            <a:off x="8033957" y="2650746"/>
            <a:ext cx="516579" cy="1286703"/>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7" name="Straight Connector 128">
            <a:extLst>
              <a:ext uri="{FF2B5EF4-FFF2-40B4-BE49-F238E27FC236}">
                <a16:creationId xmlns:a16="http://schemas.microsoft.com/office/drawing/2014/main" id="{9A0CC4F5-3FE3-4CEE-8B54-A3C3D2D1084A}"/>
              </a:ext>
            </a:extLst>
          </p:cNvPr>
          <p:cNvCxnSpPr>
            <a:stCxn id="113" idx="1"/>
            <a:endCxn id="110" idx="3"/>
          </p:cNvCxnSpPr>
          <p:nvPr/>
        </p:nvCxnSpPr>
        <p:spPr>
          <a:xfrm rot="10800000">
            <a:off x="8033957" y="3937450"/>
            <a:ext cx="516579" cy="1870798"/>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8" name="Straight Connector 216">
            <a:extLst>
              <a:ext uri="{FF2B5EF4-FFF2-40B4-BE49-F238E27FC236}">
                <a16:creationId xmlns:a16="http://schemas.microsoft.com/office/drawing/2014/main" id="{F612D805-5DE9-481D-9791-598BA8D743A1}"/>
              </a:ext>
            </a:extLst>
          </p:cNvPr>
          <p:cNvCxnSpPr>
            <a:stCxn id="94" idx="1"/>
            <a:endCxn id="110" idx="3"/>
          </p:cNvCxnSpPr>
          <p:nvPr/>
        </p:nvCxnSpPr>
        <p:spPr>
          <a:xfrm rot="10800000">
            <a:off x="8033957" y="3937451"/>
            <a:ext cx="516579" cy="349913"/>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0" name="Rectangle 109">
            <a:extLst>
              <a:ext uri="{FF2B5EF4-FFF2-40B4-BE49-F238E27FC236}">
                <a16:creationId xmlns:a16="http://schemas.microsoft.com/office/drawing/2014/main" id="{53DB318F-E584-467F-BD67-B46E4EFBA8CD}"/>
              </a:ext>
            </a:extLst>
          </p:cNvPr>
          <p:cNvSpPr/>
          <p:nvPr/>
        </p:nvSpPr>
        <p:spPr>
          <a:xfrm>
            <a:off x="7182333" y="3778214"/>
            <a:ext cx="851623" cy="318471"/>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IT Spend</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13" name="Rectangle 112">
            <a:extLst>
              <a:ext uri="{FF2B5EF4-FFF2-40B4-BE49-F238E27FC236}">
                <a16:creationId xmlns:a16="http://schemas.microsoft.com/office/drawing/2014/main" id="{5FAFE831-8116-4EC0-B1A8-5F597E9A2058}"/>
              </a:ext>
            </a:extLst>
          </p:cNvPr>
          <p:cNvSpPr/>
          <p:nvPr/>
        </p:nvSpPr>
        <p:spPr>
          <a:xfrm>
            <a:off x="8550535" y="5656617"/>
            <a:ext cx="1153918" cy="303262"/>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Other categories</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16" name="Rectangle 115">
            <a:extLst>
              <a:ext uri="{FF2B5EF4-FFF2-40B4-BE49-F238E27FC236}">
                <a16:creationId xmlns:a16="http://schemas.microsoft.com/office/drawing/2014/main" id="{7DE03F76-0735-4F87-A7A4-ADE8C44F1D90}"/>
              </a:ext>
            </a:extLst>
          </p:cNvPr>
          <p:cNvSpPr/>
          <p:nvPr/>
        </p:nvSpPr>
        <p:spPr>
          <a:xfrm>
            <a:off x="10068394" y="2267072"/>
            <a:ext cx="1568869" cy="316058"/>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SaaS</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17" name="Rectangle 116">
            <a:extLst>
              <a:ext uri="{FF2B5EF4-FFF2-40B4-BE49-F238E27FC236}">
                <a16:creationId xmlns:a16="http://schemas.microsoft.com/office/drawing/2014/main" id="{58CEDF81-00D6-4E3E-85D1-8246AF290D87}"/>
              </a:ext>
            </a:extLst>
          </p:cNvPr>
          <p:cNvSpPr/>
          <p:nvPr/>
        </p:nvSpPr>
        <p:spPr>
          <a:xfrm>
            <a:off x="10068395" y="2688945"/>
            <a:ext cx="1568869" cy="316058"/>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Non-SaaS Software</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cxnSp>
        <p:nvCxnSpPr>
          <p:cNvPr id="118" name="Straight Connector 122">
            <a:extLst>
              <a:ext uri="{FF2B5EF4-FFF2-40B4-BE49-F238E27FC236}">
                <a16:creationId xmlns:a16="http://schemas.microsoft.com/office/drawing/2014/main" id="{EB2BAFE9-D7E4-43AB-AA94-844DEB1A238F}"/>
              </a:ext>
            </a:extLst>
          </p:cNvPr>
          <p:cNvCxnSpPr>
            <a:stCxn id="95" idx="3"/>
            <a:endCxn id="116" idx="1"/>
          </p:cNvCxnSpPr>
          <p:nvPr/>
        </p:nvCxnSpPr>
        <p:spPr>
          <a:xfrm flipV="1">
            <a:off x="9704453" y="2425101"/>
            <a:ext cx="363941" cy="225646"/>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9" name="Straight Connector 122">
            <a:extLst>
              <a:ext uri="{FF2B5EF4-FFF2-40B4-BE49-F238E27FC236}">
                <a16:creationId xmlns:a16="http://schemas.microsoft.com/office/drawing/2014/main" id="{3DA92992-0B78-4F56-84A5-4114B883D48C}"/>
              </a:ext>
            </a:extLst>
          </p:cNvPr>
          <p:cNvCxnSpPr>
            <a:stCxn id="95" idx="3"/>
            <a:endCxn id="117" idx="1"/>
          </p:cNvCxnSpPr>
          <p:nvPr/>
        </p:nvCxnSpPr>
        <p:spPr>
          <a:xfrm>
            <a:off x="9704453" y="2650747"/>
            <a:ext cx="363942" cy="196227"/>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5E257731-A678-4B24-9091-FC9250B0826B}"/>
              </a:ext>
            </a:extLst>
          </p:cNvPr>
          <p:cNvSpPr/>
          <p:nvPr/>
        </p:nvSpPr>
        <p:spPr>
          <a:xfrm>
            <a:off x="10068393" y="3111366"/>
            <a:ext cx="1568869" cy="316058"/>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High-Cost Location Internal Labor</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31" name="Rectangle 130">
            <a:extLst>
              <a:ext uri="{FF2B5EF4-FFF2-40B4-BE49-F238E27FC236}">
                <a16:creationId xmlns:a16="http://schemas.microsoft.com/office/drawing/2014/main" id="{FA7D2CD6-C563-4028-9654-265501B7D31A}"/>
              </a:ext>
            </a:extLst>
          </p:cNvPr>
          <p:cNvSpPr/>
          <p:nvPr/>
        </p:nvSpPr>
        <p:spPr>
          <a:xfrm>
            <a:off x="10068394" y="3541621"/>
            <a:ext cx="1568869" cy="316058"/>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Low-Cost Location Internal Labor</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cxnSp>
        <p:nvCxnSpPr>
          <p:cNvPr id="137" name="Straight Connector 122">
            <a:extLst>
              <a:ext uri="{FF2B5EF4-FFF2-40B4-BE49-F238E27FC236}">
                <a16:creationId xmlns:a16="http://schemas.microsoft.com/office/drawing/2014/main" id="{77EB5154-F3A5-41FD-B00E-1EC9CABA7A33}"/>
              </a:ext>
            </a:extLst>
          </p:cNvPr>
          <p:cNvCxnSpPr>
            <a:stCxn id="93" idx="3"/>
            <a:endCxn id="131" idx="1"/>
          </p:cNvCxnSpPr>
          <p:nvPr/>
        </p:nvCxnSpPr>
        <p:spPr>
          <a:xfrm>
            <a:off x="9704453" y="3479619"/>
            <a:ext cx="363941" cy="220030"/>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9" name="Straight Connector 122">
            <a:extLst>
              <a:ext uri="{FF2B5EF4-FFF2-40B4-BE49-F238E27FC236}">
                <a16:creationId xmlns:a16="http://schemas.microsoft.com/office/drawing/2014/main" id="{A773802F-0305-4447-857F-EC35758E8BAB}"/>
              </a:ext>
            </a:extLst>
          </p:cNvPr>
          <p:cNvCxnSpPr>
            <a:stCxn id="93" idx="3"/>
            <a:endCxn id="125" idx="1"/>
          </p:cNvCxnSpPr>
          <p:nvPr/>
        </p:nvCxnSpPr>
        <p:spPr>
          <a:xfrm flipV="1">
            <a:off x="9704453" y="3269395"/>
            <a:ext cx="363940" cy="210224"/>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41" name="Rectangle 140">
            <a:extLst>
              <a:ext uri="{FF2B5EF4-FFF2-40B4-BE49-F238E27FC236}">
                <a16:creationId xmlns:a16="http://schemas.microsoft.com/office/drawing/2014/main" id="{CEC7A335-0277-4A29-A985-95DB3D8D5797}"/>
              </a:ext>
            </a:extLst>
          </p:cNvPr>
          <p:cNvSpPr/>
          <p:nvPr/>
        </p:nvSpPr>
        <p:spPr>
          <a:xfrm>
            <a:off x="10068393" y="3928041"/>
            <a:ext cx="1568869" cy="316058"/>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High-Cost Location External Contractors</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42" name="Rectangle 141">
            <a:extLst>
              <a:ext uri="{FF2B5EF4-FFF2-40B4-BE49-F238E27FC236}">
                <a16:creationId xmlns:a16="http://schemas.microsoft.com/office/drawing/2014/main" id="{8B1B32C6-5499-4EFC-890E-09B46536C11F}"/>
              </a:ext>
            </a:extLst>
          </p:cNvPr>
          <p:cNvSpPr/>
          <p:nvPr/>
        </p:nvSpPr>
        <p:spPr>
          <a:xfrm>
            <a:off x="10068394" y="4319049"/>
            <a:ext cx="1568869" cy="316058"/>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Low-Cost Location External Contractors</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cxnSp>
        <p:nvCxnSpPr>
          <p:cNvPr id="144" name="Straight Connector 122">
            <a:extLst>
              <a:ext uri="{FF2B5EF4-FFF2-40B4-BE49-F238E27FC236}">
                <a16:creationId xmlns:a16="http://schemas.microsoft.com/office/drawing/2014/main" id="{280EC990-A8BC-40F5-87FA-0A05FF2F260D}"/>
              </a:ext>
            </a:extLst>
          </p:cNvPr>
          <p:cNvCxnSpPr>
            <a:stCxn id="94" idx="3"/>
            <a:endCxn id="142" idx="1"/>
          </p:cNvCxnSpPr>
          <p:nvPr/>
        </p:nvCxnSpPr>
        <p:spPr>
          <a:xfrm>
            <a:off x="9704453" y="4287363"/>
            <a:ext cx="363941" cy="189714"/>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9" name="Straight Connector 122">
            <a:extLst>
              <a:ext uri="{FF2B5EF4-FFF2-40B4-BE49-F238E27FC236}">
                <a16:creationId xmlns:a16="http://schemas.microsoft.com/office/drawing/2014/main" id="{5B2599E8-5ED2-4F43-A437-63C268D1F3A8}"/>
              </a:ext>
            </a:extLst>
          </p:cNvPr>
          <p:cNvCxnSpPr>
            <a:stCxn id="94" idx="3"/>
            <a:endCxn id="141" idx="1"/>
          </p:cNvCxnSpPr>
          <p:nvPr/>
        </p:nvCxnSpPr>
        <p:spPr>
          <a:xfrm flipV="1">
            <a:off x="9704453" y="4086071"/>
            <a:ext cx="363940" cy="201293"/>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51" name="Rectangle 150">
            <a:extLst>
              <a:ext uri="{FF2B5EF4-FFF2-40B4-BE49-F238E27FC236}">
                <a16:creationId xmlns:a16="http://schemas.microsoft.com/office/drawing/2014/main" id="{C3DEF44C-6336-451A-A20B-A3BC423B3D64}"/>
              </a:ext>
            </a:extLst>
          </p:cNvPr>
          <p:cNvSpPr/>
          <p:nvPr/>
        </p:nvSpPr>
        <p:spPr>
          <a:xfrm>
            <a:off x="10068393" y="4705469"/>
            <a:ext cx="1568869" cy="316058"/>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Managed Services</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52" name="Rectangle 151">
            <a:extLst>
              <a:ext uri="{FF2B5EF4-FFF2-40B4-BE49-F238E27FC236}">
                <a16:creationId xmlns:a16="http://schemas.microsoft.com/office/drawing/2014/main" id="{0329303B-D8E3-47DA-A38E-F0F2460E8C04}"/>
              </a:ext>
            </a:extLst>
          </p:cNvPr>
          <p:cNvSpPr/>
          <p:nvPr/>
        </p:nvSpPr>
        <p:spPr>
          <a:xfrm>
            <a:off x="10068393" y="5144332"/>
            <a:ext cx="1568869" cy="316058"/>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Cloud non-SaaS Services</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sp>
        <p:nvSpPr>
          <p:cNvPr id="153" name="Rectangle 152">
            <a:extLst>
              <a:ext uri="{FF2B5EF4-FFF2-40B4-BE49-F238E27FC236}">
                <a16:creationId xmlns:a16="http://schemas.microsoft.com/office/drawing/2014/main" id="{5C2BA75B-6669-4AFD-91DA-FF9B72360D77}"/>
              </a:ext>
            </a:extLst>
          </p:cNvPr>
          <p:cNvSpPr/>
          <p:nvPr/>
        </p:nvSpPr>
        <p:spPr>
          <a:xfrm>
            <a:off x="10068393" y="5583195"/>
            <a:ext cx="1568869" cy="316058"/>
          </a:xfrm>
          <a:prstGeom prst="rect">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
                <a:schemeClr val="tx1"/>
              </a:buClr>
              <a:buSzTx/>
              <a:buFontTx/>
              <a:buNone/>
              <a:defRPr/>
            </a:pPr>
            <a:r>
              <a:rPr kumimoji="0" lang="en-AU" sz="800" i="0" u="none" strike="noStrike" kern="1200" cap="none" spc="0" normalizeH="0" baseline="0" noProof="0">
                <a:ln>
                  <a:noFill/>
                </a:ln>
                <a:solidFill>
                  <a:schemeClr val="tx1"/>
                </a:solidFill>
                <a:effectLst/>
                <a:uLnTx/>
                <a:uFillTx/>
                <a:latin typeface="Arial"/>
                <a:ea typeface="+mn-ea"/>
                <a:cs typeface="+mn-cs"/>
              </a:rPr>
              <a:t>Data &amp; Voice Services</a:t>
            </a:r>
            <a:endParaRPr kumimoji="0" lang="en-AU" sz="800" i="0" u="none" strike="noStrike" kern="1200" cap="none" spc="0" normalizeH="0" baseline="0" noProof="0" dirty="0">
              <a:ln>
                <a:noFill/>
              </a:ln>
              <a:solidFill>
                <a:schemeClr val="tx1"/>
              </a:solidFill>
              <a:effectLst/>
              <a:uLnTx/>
              <a:uFillTx/>
              <a:latin typeface="Arial"/>
              <a:ea typeface="+mn-ea"/>
              <a:cs typeface="+mn-cs"/>
            </a:endParaRPr>
          </a:p>
        </p:txBody>
      </p:sp>
      <p:cxnSp>
        <p:nvCxnSpPr>
          <p:cNvPr id="154" name="Straight Connector 122">
            <a:extLst>
              <a:ext uri="{FF2B5EF4-FFF2-40B4-BE49-F238E27FC236}">
                <a16:creationId xmlns:a16="http://schemas.microsoft.com/office/drawing/2014/main" id="{F7623280-58D7-473E-9524-44D1CD989CF7}"/>
              </a:ext>
            </a:extLst>
          </p:cNvPr>
          <p:cNvCxnSpPr>
            <a:stCxn id="98" idx="3"/>
            <a:endCxn id="151" idx="1"/>
          </p:cNvCxnSpPr>
          <p:nvPr/>
        </p:nvCxnSpPr>
        <p:spPr>
          <a:xfrm flipV="1">
            <a:off x="9704453" y="4863499"/>
            <a:ext cx="363940" cy="439780"/>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6" name="Straight Connector 122">
            <a:extLst>
              <a:ext uri="{FF2B5EF4-FFF2-40B4-BE49-F238E27FC236}">
                <a16:creationId xmlns:a16="http://schemas.microsoft.com/office/drawing/2014/main" id="{8010F3B4-7072-442E-AD3D-C491FEF9C8E3}"/>
              </a:ext>
            </a:extLst>
          </p:cNvPr>
          <p:cNvCxnSpPr>
            <a:stCxn id="98" idx="3"/>
            <a:endCxn id="152" idx="1"/>
          </p:cNvCxnSpPr>
          <p:nvPr/>
        </p:nvCxnSpPr>
        <p:spPr>
          <a:xfrm flipV="1">
            <a:off x="9704453" y="5302362"/>
            <a:ext cx="363940" cy="917"/>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8" name="Straight Connector 122">
            <a:extLst>
              <a:ext uri="{FF2B5EF4-FFF2-40B4-BE49-F238E27FC236}">
                <a16:creationId xmlns:a16="http://schemas.microsoft.com/office/drawing/2014/main" id="{B010224E-04E0-4721-96E1-63DDEC093CB7}"/>
              </a:ext>
            </a:extLst>
          </p:cNvPr>
          <p:cNvCxnSpPr>
            <a:stCxn id="98" idx="3"/>
            <a:endCxn id="153" idx="1"/>
          </p:cNvCxnSpPr>
          <p:nvPr/>
        </p:nvCxnSpPr>
        <p:spPr>
          <a:xfrm>
            <a:off x="9704453" y="5303279"/>
            <a:ext cx="363940" cy="437946"/>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4" name="Straight Connector 128">
            <a:extLst>
              <a:ext uri="{FF2B5EF4-FFF2-40B4-BE49-F238E27FC236}">
                <a16:creationId xmlns:a16="http://schemas.microsoft.com/office/drawing/2014/main" id="{78127A22-6BFC-45C7-A976-8A794D1ACD46}"/>
              </a:ext>
            </a:extLst>
          </p:cNvPr>
          <p:cNvCxnSpPr>
            <a:stCxn id="98" idx="1"/>
            <a:endCxn id="110" idx="3"/>
          </p:cNvCxnSpPr>
          <p:nvPr/>
        </p:nvCxnSpPr>
        <p:spPr>
          <a:xfrm rot="10800000">
            <a:off x="8033957" y="3937451"/>
            <a:ext cx="516579" cy="1365829"/>
          </a:xfrm>
          <a:prstGeom prst="bentConnector3">
            <a:avLst>
              <a:gd name="adj1" fmla="val 50000"/>
            </a:avLst>
          </a:prstGeom>
          <a:ln w="635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4" name="5. Source">
            <a:extLst>
              <a:ext uri="{FF2B5EF4-FFF2-40B4-BE49-F238E27FC236}">
                <a16:creationId xmlns:a16="http://schemas.microsoft.com/office/drawing/2014/main" id="{4E17C990-F4D3-42D3-9037-7A2FACB1C31C}"/>
              </a:ext>
            </a:extLst>
          </p:cNvPr>
          <p:cNvSpPr>
            <a:spLocks noChangeArrowheads="1"/>
          </p:cNvSpPr>
          <p:nvPr>
            <p:custDataLst>
              <p:tags r:id="rId3"/>
            </p:custDataLst>
          </p:nvPr>
        </p:nvSpPr>
        <p:spPr bwMode="auto">
          <a:xfrm>
            <a:off x="554735" y="6501669"/>
            <a:ext cx="7277861" cy="123111"/>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wrap="square" lIns="0" tIns="0" rIns="0" bIns="0" anchor="t" anchorCtr="0">
            <a:spAutoFit/>
          </a:bodyPr>
          <a:lstStyle/>
          <a:p>
            <a:pPr defTabSz="913526">
              <a:tabLst>
                <a:tab pos="416270" algn="l"/>
              </a:tabLst>
            </a:pPr>
            <a:r>
              <a:rPr lang="en-AU" sz="800" dirty="0"/>
              <a:t>Source: McKinsey Tech Performance Diagnostic 2024</a:t>
            </a:r>
          </a:p>
        </p:txBody>
      </p:sp>
      <p:grpSp>
        <p:nvGrpSpPr>
          <p:cNvPr id="14" name="LegendBoxes">
            <a:extLst>
              <a:ext uri="{FF2B5EF4-FFF2-40B4-BE49-F238E27FC236}">
                <a16:creationId xmlns:a16="http://schemas.microsoft.com/office/drawing/2014/main" id="{CB617B3E-53A1-3B54-AD71-E09745F7A3E6}"/>
              </a:ext>
            </a:extLst>
          </p:cNvPr>
          <p:cNvGrpSpPr/>
          <p:nvPr/>
        </p:nvGrpSpPr>
        <p:grpSpPr>
          <a:xfrm>
            <a:off x="9666964" y="1274696"/>
            <a:ext cx="1956537" cy="172729"/>
            <a:chOff x="10836070" y="4365057"/>
            <a:chExt cx="1956537" cy="172729"/>
          </a:xfrm>
        </p:grpSpPr>
        <p:sp>
          <p:nvSpPr>
            <p:cNvPr id="19" name="RectangleLegend1">
              <a:extLst>
                <a:ext uri="{FF2B5EF4-FFF2-40B4-BE49-F238E27FC236}">
                  <a16:creationId xmlns:a16="http://schemas.microsoft.com/office/drawing/2014/main" id="{5F309A54-7A94-06C9-FE47-24433B500C04}"/>
                </a:ext>
              </a:extLst>
            </p:cNvPr>
            <p:cNvSpPr/>
            <p:nvPr/>
          </p:nvSpPr>
          <p:spPr>
            <a:xfrm>
              <a:off x="10836070" y="4365057"/>
              <a:ext cx="172729" cy="172729"/>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100" b="0" i="0" u="none" strike="noStrike" kern="1200" cap="none" spc="0" normalizeH="0" baseline="0" noProof="0" dirty="0">
                <a:ln>
                  <a:noFill/>
                </a:ln>
                <a:solidFill>
                  <a:schemeClr val="tx1"/>
                </a:solidFill>
                <a:effectLst/>
                <a:uLnTx/>
                <a:uFillTx/>
                <a:latin typeface="Arial"/>
                <a:ea typeface="+mn-ea"/>
                <a:cs typeface="+mn-cs"/>
              </a:endParaRPr>
            </a:p>
          </p:txBody>
        </p:sp>
        <p:sp>
          <p:nvSpPr>
            <p:cNvPr id="20" name="Legend1">
              <a:extLst>
                <a:ext uri="{FF2B5EF4-FFF2-40B4-BE49-F238E27FC236}">
                  <a16:creationId xmlns:a16="http://schemas.microsoft.com/office/drawing/2014/main" id="{5F8D096E-5291-74EE-0364-61FC96ED1C8A}"/>
                </a:ext>
              </a:extLst>
            </p:cNvPr>
            <p:cNvSpPr txBox="1"/>
            <p:nvPr/>
          </p:nvSpPr>
          <p:spPr>
            <a:xfrm>
              <a:off x="11048540" y="4382172"/>
              <a:ext cx="1744067" cy="138499"/>
            </a:xfrm>
            <a:prstGeom prst="rect">
              <a:avLst/>
            </a:prstGeom>
            <a:noFill/>
            <a:ln>
              <a:noFill/>
              <a:miter lim="800000"/>
            </a:ln>
          </p:spPr>
          <p:txBody>
            <a:bodyPr wrap="none" lIns="0" tIns="0" rIns="0" bIns="0" rtlCol="0" anchor="t" anchorCtr="0">
              <a:spAutoFit/>
            </a:bodyPr>
            <a:lstStyle/>
            <a:p>
              <a:pPr marL="0" marR="0" lvl="0" indent="0" algn="l" defTabSz="914400" eaLnBrk="1" fontAlgn="auto" latinLnBrk="0" hangingPunct="1">
                <a:lnSpc>
                  <a:spcPct val="100000"/>
                </a:lnSpc>
                <a:spcBef>
                  <a:spcPts val="0"/>
                </a:spcBef>
                <a:spcAft>
                  <a:spcPts val="600"/>
                </a:spcAft>
                <a:buClrTx/>
                <a:buSzTx/>
                <a:buFontTx/>
                <a:buNone/>
                <a:tabLst/>
                <a:defRPr/>
              </a:pPr>
              <a:r>
                <a:rPr kumimoji="0" lang="en-AU" sz="900" b="0" i="0" u="none" strike="noStrike" kern="1200" cap="none" spc="0" normalizeH="0" baseline="0" noProof="0" dirty="0">
                  <a:ln>
                    <a:noFill/>
                  </a:ln>
                  <a:effectLst/>
                  <a:uLnTx/>
                  <a:uFillTx/>
                  <a:latin typeface="Arial"/>
                  <a:ea typeface="+mn-ea"/>
                  <a:cs typeface="+mn-cs"/>
                </a:rPr>
                <a:t>Focus of the exercise at the Client</a:t>
              </a:r>
            </a:p>
          </p:txBody>
        </p:sp>
      </p:grpSp>
      <p:sp>
        <p:nvSpPr>
          <p:cNvPr id="21" name="3. Subtitle">
            <a:extLst>
              <a:ext uri="{FF2B5EF4-FFF2-40B4-BE49-F238E27FC236}">
                <a16:creationId xmlns:a16="http://schemas.microsoft.com/office/drawing/2014/main" id="{08D315EA-403B-9FEC-C10D-CB9804C1D738}"/>
              </a:ext>
            </a:extLst>
          </p:cNvPr>
          <p:cNvSpPr>
            <a:spLocks noGrp="1"/>
          </p:cNvSpPr>
          <p:nvPr>
            <p:ph type="subTitle" idx="1"/>
            <p:custDataLst>
              <p:tags r:id="rId4"/>
            </p:custDataLst>
          </p:nvPr>
        </p:nvSpPr>
        <p:spPr>
          <a:xfrm>
            <a:off x="554736" y="1207760"/>
            <a:ext cx="11082528" cy="246221"/>
          </a:xfrm>
          <a:noFill/>
          <a:ln/>
          <a:extLst>
            <a:ext uri="{909E8E84-426E-40DD-AFC4-6F175D3DCCD1}">
              <a14:hiddenFill xmlns:a14="http://schemas.microsoft.com/office/drawing/2010/main">
                <a:solidFill>
                  <a:srgbClr val="FFFFFF"/>
                </a:solidFill>
              </a14:hiddenFill>
            </a:ext>
          </a:extLst>
        </p:spPr>
        <p:txBody>
          <a:bodyPr wrap="square" anchor="ctr" anchorCtr="0">
            <a:spAutoFit/>
          </a:bodyPr>
          <a:lstStyle/>
          <a:p>
            <a:r>
              <a:rPr lang="en-AU" dirty="0"/>
              <a:t>Illustration of technology spend taxonomy</a:t>
            </a:r>
          </a:p>
        </p:txBody>
      </p:sp>
    </p:spTree>
    <p:extLst>
      <p:ext uri="{BB962C8B-B14F-4D97-AF65-F5344CB8AC3E}">
        <p14:creationId xmlns:p14="http://schemas.microsoft.com/office/powerpoint/2010/main" val="32248742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c90ee1e1-c015-415f-8aa1-dd21303cc84c"/>
  <p:tag name="NEWVI" val="true"/>
  <p:tag name="TEMPLATELASTEDITTED" val="2019-02-25 12:05 PM"/>
  <p:tag name="TEMPLATECREATED" val="2019-02-27 01:18 PM"/>
  <p:tag name="TEMPLATEVERSION" val="3"/>
  <p:tag name="BLUEONEFOURTHTITLEFONTCOLORFIXED" val="true"/>
  <p:tag name="DARKLAYOUTNAMESCHANGEDTOCONTRAST" val="true"/>
  <p:tag name="THINKCELLUNDODONOTDELETE" val="0"/>
  <p:tag name="TEMPLATELASTEDITED" val="2024-05-30 01:34 PM"/>
  <p:tag name="THINKCELLPRESENTATIONDONOTDELETE" val="&lt;?xml version=&quot;1.0&quot; encoding=&quot;UTF-16&quot; standalone=&quot;yes&quot;?&gt;&lt;root reqver=&quot;28224&quot;&gt;&lt;version val=&quot;3590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1-%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 name="LINKEDPICTURESLINKREMOVED" val="Tru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5.xml><?xml version="1.0" encoding="utf-8"?>
<p:tagLst xmlns:a="http://schemas.openxmlformats.org/drawingml/2006/main" xmlns:r="http://schemas.openxmlformats.org/officeDocument/2006/relationships" xmlns:p="http://schemas.openxmlformats.org/presentationml/2006/main">
  <p:tag name="SHAPENAME" val="4. Footnote"/>
</p:tagLst>
</file>

<file path=ppt/tags/tag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xml><?xml version="1.0" encoding="utf-8"?>
<p:tagLst xmlns:a="http://schemas.openxmlformats.org/drawingml/2006/main" xmlns:r="http://schemas.openxmlformats.org/officeDocument/2006/relationships" xmlns:p="http://schemas.openxmlformats.org/presentationml/2006/main">
  <p:tag name="SHAPENAME" val="Grid"/>
</p:tagLst>
</file>

<file path=ppt/tags/tag8.xml><?xml version="1.0" encoding="utf-8"?>
<p:tagLst xmlns:a="http://schemas.openxmlformats.org/drawingml/2006/main" xmlns:r="http://schemas.openxmlformats.org/officeDocument/2006/relationships" xmlns:p="http://schemas.openxmlformats.org/presentationml/2006/main">
  <p:tag name="NAME" val="Moon"/>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NAME" val="Moon"/>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ANGLE" val="5"/>
</p:tagLst>
</file>

<file path=ppt/tags/tag14.xml><?xml version="1.0" encoding="utf-8"?>
<p:tagLst xmlns:a="http://schemas.openxmlformats.org/drawingml/2006/main" xmlns:r="http://schemas.openxmlformats.org/officeDocument/2006/relationships" xmlns:p="http://schemas.openxmlformats.org/presentationml/2006/main">
  <p:tag name="ANGLE" val="5"/>
</p:tagLst>
</file>

<file path=ppt/tags/tag15.xml><?xml version="1.0" encoding="utf-8"?>
<p:tagLst xmlns:a="http://schemas.openxmlformats.org/drawingml/2006/main" xmlns:r="http://schemas.openxmlformats.org/officeDocument/2006/relationships" xmlns:p="http://schemas.openxmlformats.org/presentationml/2006/main">
  <p:tag name="ANGLE" val="4"/>
</p:tagLst>
</file>

<file path=ppt/tags/tag16.xml><?xml version="1.0" encoding="utf-8"?>
<p:tagLst xmlns:a="http://schemas.openxmlformats.org/drawingml/2006/main" xmlns:r="http://schemas.openxmlformats.org/officeDocument/2006/relationships" xmlns:p="http://schemas.openxmlformats.org/presentationml/2006/main">
  <p:tag name="ANGLE" val="4"/>
</p:tagLst>
</file>

<file path=ppt/tags/tag17.xml><?xml version="1.0" encoding="utf-8"?>
<p:tagLst xmlns:a="http://schemas.openxmlformats.org/drawingml/2006/main" xmlns:r="http://schemas.openxmlformats.org/officeDocument/2006/relationships" xmlns:p="http://schemas.openxmlformats.org/presentationml/2006/main">
  <p:tag name="ANGLE" val="3"/>
</p:tagLst>
</file>

<file path=ppt/tags/tag18.xml><?xml version="1.0" encoding="utf-8"?>
<p:tagLst xmlns:a="http://schemas.openxmlformats.org/drawingml/2006/main" xmlns:r="http://schemas.openxmlformats.org/officeDocument/2006/relationships" xmlns:p="http://schemas.openxmlformats.org/presentationml/2006/main">
  <p:tag name="ANGLE" val="3"/>
</p:tagLst>
</file>

<file path=ppt/tags/tag19.xml><?xml version="1.0" encoding="utf-8"?>
<p:tagLst xmlns:a="http://schemas.openxmlformats.org/drawingml/2006/main" xmlns:r="http://schemas.openxmlformats.org/officeDocument/2006/relationships" xmlns:p="http://schemas.openxmlformats.org/presentationml/2006/main">
  <p:tag name="ANGLE" val="2"/>
</p:tagLst>
</file>

<file path=ppt/tags/tag20.xml><?xml version="1.0" encoding="utf-8"?>
<p:tagLst xmlns:a="http://schemas.openxmlformats.org/drawingml/2006/main" xmlns:r="http://schemas.openxmlformats.org/officeDocument/2006/relationships" xmlns:p="http://schemas.openxmlformats.org/presentationml/2006/main">
  <p:tag name="ANGLE" val="2"/>
</p:tagLst>
</file>

<file path=ppt/tags/tag21.xml><?xml version="1.0" encoding="utf-8"?>
<p:tagLst xmlns:a="http://schemas.openxmlformats.org/drawingml/2006/main" xmlns:r="http://schemas.openxmlformats.org/officeDocument/2006/relationships" xmlns:p="http://schemas.openxmlformats.org/presentationml/2006/main">
  <p:tag name="ANGLE" val="1"/>
</p:tagLst>
</file>

<file path=ppt/tags/tag22.xml><?xml version="1.0" encoding="utf-8"?>
<p:tagLst xmlns:a="http://schemas.openxmlformats.org/drawingml/2006/main" xmlns:r="http://schemas.openxmlformats.org/officeDocument/2006/relationships" xmlns:p="http://schemas.openxmlformats.org/presentationml/2006/main">
  <p:tag name="ANGLE" val="1"/>
</p:tagLst>
</file>

<file path=ppt/tags/tag23.xml><?xml version="1.0" encoding="utf-8"?>
<p:tagLst xmlns:a="http://schemas.openxmlformats.org/drawingml/2006/main" xmlns:r="http://schemas.openxmlformats.org/officeDocument/2006/relationships" xmlns:p="http://schemas.openxmlformats.org/presentationml/2006/main">
  <p:tag name="BACKGROUNDCOLOR" val="med"/>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6.xml><?xml version="1.0" encoding="utf-8"?>
<p:tagLst xmlns:a="http://schemas.openxmlformats.org/drawingml/2006/main" xmlns:r="http://schemas.openxmlformats.org/officeDocument/2006/relationships" xmlns:p="http://schemas.openxmlformats.org/presentationml/2006/main">
  <p:tag name="NAME" val="_new_logoimage"/>
</p:tagLst>
</file>

<file path=ppt/tags/tag27.xml><?xml version="1.0" encoding="utf-8"?>
<p:tagLst xmlns:a="http://schemas.openxmlformats.org/drawingml/2006/main" xmlns:r="http://schemas.openxmlformats.org/officeDocument/2006/relationships" xmlns:p="http://schemas.openxmlformats.org/presentationml/2006/main">
  <p:tag name="SHAPENAME" val="ClientLogo"/>
</p:tagLst>
</file>

<file path=ppt/tags/tag28.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9.xml><?xml version="1.0" encoding="utf-8"?>
<p:tagLst xmlns:a="http://schemas.openxmlformats.org/drawingml/2006/main" xmlns:r="http://schemas.openxmlformats.org/officeDocument/2006/relationships" xmlns:p="http://schemas.openxmlformats.org/presentationml/2006/main">
  <p:tag name="SHAPENAME" val="Subtitle"/>
</p:tagLst>
</file>

<file path=ppt/tags/tag30.xml><?xml version="1.0" encoding="utf-8"?>
<p:tagLst xmlns:a="http://schemas.openxmlformats.org/drawingml/2006/main" xmlns:r="http://schemas.openxmlformats.org/officeDocument/2006/relationships" xmlns:p="http://schemas.openxmlformats.org/presentationml/2006/main">
  <p:tag name="SHAPENAME" val="Title"/>
</p:tagLst>
</file>

<file path=ppt/tags/tag31.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6.xml><?xml version="1.0" encoding="utf-8"?>
<p:tagLst xmlns:a="http://schemas.openxmlformats.org/drawingml/2006/main" xmlns:r="http://schemas.openxmlformats.org/officeDocument/2006/relationships" xmlns:p="http://schemas.openxmlformats.org/presentationml/2006/main">
  <p:tag name="SHAPENAME" val="5. Source"/>
</p:tagLst>
</file>

<file path=ppt/tags/tag3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8.xml><?xml version="1.0" encoding="utf-8"?>
<p:tagLst xmlns:a="http://schemas.openxmlformats.org/drawingml/2006/main" xmlns:r="http://schemas.openxmlformats.org/officeDocument/2006/relationships" xmlns:p="http://schemas.openxmlformats.org/presentationml/2006/main">
  <p:tag name="SHAPENAME" val="3. Subtitle"/>
</p:tagLst>
</file>

<file path=ppt/tags/tag3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1.xml><?xml version="1.0" encoding="utf-8"?>
<p:tagLst xmlns:a="http://schemas.openxmlformats.org/drawingml/2006/main" xmlns:r="http://schemas.openxmlformats.org/officeDocument/2006/relationships" xmlns:p="http://schemas.openxmlformats.org/presentationml/2006/main">
  <p:tag name="SHAPENAME" val="5. Source"/>
</p:tagLst>
</file>

<file path=ppt/tags/tag4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5.xml><?xml version="1.0" encoding="utf-8"?>
<p:tagLst xmlns:a="http://schemas.openxmlformats.org/drawingml/2006/main" xmlns:r="http://schemas.openxmlformats.org/officeDocument/2006/relationships" xmlns:p="http://schemas.openxmlformats.org/presentationml/2006/main">
  <p:tag name="SHAPENAME" val="5. Source"/>
</p:tagLst>
</file>

<file path=ppt/tags/tag4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unuZ.dr0dtPKYSWmGw_6Yg"/>
</p:tagLst>
</file>

<file path=ppt/tags/tag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1.xml><?xml version="1.0" encoding="utf-8"?>
<p:tagLst xmlns:a="http://schemas.openxmlformats.org/drawingml/2006/main" xmlns:r="http://schemas.openxmlformats.org/officeDocument/2006/relationships" xmlns:p="http://schemas.openxmlformats.org/presentationml/2006/main">
  <p:tag name="SHAPENAME" val="5. Source"/>
</p:tagLst>
</file>

<file path=ppt/tags/tag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rUQibaDMIQaIJXCExx3CSg"/>
</p:tagLst>
</file>

<file path=ppt/tags/tag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6.xml><?xml version="1.0" encoding="utf-8"?>
<p:tagLst xmlns:a="http://schemas.openxmlformats.org/drawingml/2006/main" xmlns:r="http://schemas.openxmlformats.org/officeDocument/2006/relationships" xmlns:p="http://schemas.openxmlformats.org/presentationml/2006/main">
  <p:tag name="SHAPENAME" val="3. Subtitle"/>
</p:tagLst>
</file>

<file path=ppt/tags/tag5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8.xml><?xml version="1.0" encoding="utf-8"?>
<p:tagLst xmlns:a="http://schemas.openxmlformats.org/drawingml/2006/main" xmlns:r="http://schemas.openxmlformats.org/officeDocument/2006/relationships" xmlns:p="http://schemas.openxmlformats.org/presentationml/2006/main">
  <p:tag name="SHAPENAME" val="5. Source"/>
</p:tagLst>
</file>

<file path=ppt/tags/tag5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6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6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6.xml><?xml version="1.0" encoding="utf-8"?>
<p:tagLst xmlns:a="http://schemas.openxmlformats.org/drawingml/2006/main" xmlns:r="http://schemas.openxmlformats.org/officeDocument/2006/relationships" xmlns:p="http://schemas.openxmlformats.org/presentationml/2006/main">
  <p:tag name="SHAPENAME" val="3. Subtitle"/>
</p:tagLst>
</file>

<file path=ppt/tags/tag67.xml><?xml version="1.0" encoding="utf-8"?>
<p:tagLst xmlns:a="http://schemas.openxmlformats.org/drawingml/2006/main" xmlns:r="http://schemas.openxmlformats.org/officeDocument/2006/relationships" xmlns:p="http://schemas.openxmlformats.org/presentationml/2006/main">
  <p:tag name="SHAPENAME" val="5. Source"/>
</p:tagLst>
</file>

<file path=ppt/tags/tag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7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xml><?xml version="1.0" encoding="utf-8"?>
<p:tagLst xmlns:a="http://schemas.openxmlformats.org/drawingml/2006/main" xmlns:r="http://schemas.openxmlformats.org/officeDocument/2006/relationships" xmlns:p="http://schemas.openxmlformats.org/presentationml/2006/main">
  <p:tag name="SHAPENAME" val="3. Subtitle"/>
</p:tagLst>
</file>

<file path=ppt/tags/tag76.xml><?xml version="1.0" encoding="utf-8"?>
<p:tagLst xmlns:a="http://schemas.openxmlformats.org/drawingml/2006/main" xmlns:r="http://schemas.openxmlformats.org/officeDocument/2006/relationships" xmlns:p="http://schemas.openxmlformats.org/presentationml/2006/main">
  <p:tag name="SHAPENAME" val="5. Source"/>
</p:tagLst>
</file>

<file path=ppt/tags/tag7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8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8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3.xml><?xml version="1.0" encoding="utf-8"?>
<p:tagLst xmlns:a="http://schemas.openxmlformats.org/drawingml/2006/main" xmlns:r="http://schemas.openxmlformats.org/officeDocument/2006/relationships" xmlns:p="http://schemas.openxmlformats.org/presentationml/2006/main">
  <p:tag name="SHAPENAME" val="5. Source"/>
</p:tagLst>
</file>

<file path=ppt/tags/tag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6.xml><?xml version="1.0" encoding="utf-8"?>
<p:tagLst xmlns:a="http://schemas.openxmlformats.org/drawingml/2006/main" xmlns:r="http://schemas.openxmlformats.org/officeDocument/2006/relationships" xmlns:p="http://schemas.openxmlformats.org/presentationml/2006/main">
  <p:tag name="SHAPENAME" val="3. Subtitl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8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2.xml><?xml version="1.0" encoding="utf-8"?>
<p:tagLst xmlns:a="http://schemas.openxmlformats.org/drawingml/2006/main" xmlns:r="http://schemas.openxmlformats.org/officeDocument/2006/relationships" xmlns:p="http://schemas.openxmlformats.org/presentationml/2006/main">
  <p:tag name="SHAPENAME" val="5. Source"/>
</p:tagLst>
</file>

<file path=ppt/tags/tag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4.xml><?xml version="1.0" encoding="utf-8"?>
<p:tagLst xmlns:a="http://schemas.openxmlformats.org/drawingml/2006/main" xmlns:r="http://schemas.openxmlformats.org/officeDocument/2006/relationships" xmlns:p="http://schemas.openxmlformats.org/presentationml/2006/main">
  <p:tag name="SHAPENAME" val="3. Subtitle"/>
</p:tagLst>
</file>

<file path=ppt/tags/tag9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9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1.xml><?xml version="1.0" encoding="utf-8"?>
<p:tagLst xmlns:a="http://schemas.openxmlformats.org/drawingml/2006/main" xmlns:r="http://schemas.openxmlformats.org/officeDocument/2006/relationships" xmlns:p="http://schemas.openxmlformats.org/presentationml/2006/main">
  <p:tag name="SHAPENAME" val="5. Source"/>
</p:tagLst>
</file>

<file path=ppt/tags/tag1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8.xml><?xml version="1.0" encoding="utf-8"?>
<p:tagLst xmlns:a="http://schemas.openxmlformats.org/drawingml/2006/main" xmlns:r="http://schemas.openxmlformats.org/officeDocument/2006/relationships" xmlns:p="http://schemas.openxmlformats.org/presentationml/2006/main">
  <p:tag name="SHAPENAME" val="5. Source"/>
</p:tagLst>
</file>

<file path=ppt/tags/tag10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1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2.xml><?xml version="1.0" encoding="utf-8"?>
<p:tagLst xmlns:a="http://schemas.openxmlformats.org/drawingml/2006/main" xmlns:r="http://schemas.openxmlformats.org/officeDocument/2006/relationships" xmlns:p="http://schemas.openxmlformats.org/presentationml/2006/main">
  <p:tag name="SHAPENAME" val="5. Source"/>
</p:tagLst>
</file>

<file path=ppt/tags/tag11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4.xml><?xml version="1.0" encoding="utf-8"?>
<p:tagLst xmlns:a="http://schemas.openxmlformats.org/drawingml/2006/main" xmlns:r="http://schemas.openxmlformats.org/officeDocument/2006/relationships" xmlns:p="http://schemas.openxmlformats.org/presentationml/2006/main">
  <p:tag name="BACKGROUNDCOLOR" val="med"/>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NAME" val="_new_logoimage"/>
</p:tagLst>
</file>

<file path=ppt/tags/tag117.xml><?xml version="1.0" encoding="utf-8"?>
<p:tagLst xmlns:a="http://schemas.openxmlformats.org/drawingml/2006/main" xmlns:r="http://schemas.openxmlformats.org/officeDocument/2006/relationships" xmlns:p="http://schemas.openxmlformats.org/presentationml/2006/main">
  <p:tag name="SHAPENAME" val="5. Sourc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2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4.xml><?xml version="1.0" encoding="utf-8"?>
<p:tagLst xmlns:a="http://schemas.openxmlformats.org/drawingml/2006/main" xmlns:r="http://schemas.openxmlformats.org/officeDocument/2006/relationships" xmlns:p="http://schemas.openxmlformats.org/presentationml/2006/main">
  <p:tag name="SHAPENAME" val="5. Sourc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12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9.xml><?xml version="1.0" encoding="utf-8"?>
<p:tagLst xmlns:a="http://schemas.openxmlformats.org/drawingml/2006/main" xmlns:r="http://schemas.openxmlformats.org/officeDocument/2006/relationships" xmlns:p="http://schemas.openxmlformats.org/presentationml/2006/main">
  <p:tag name="SHAPENAME" val="5. Source"/>
</p:tagLst>
</file>

<file path=ppt/tags/tag13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3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7.xml><?xml version="1.0" encoding="utf-8"?>
<p:tagLst xmlns:a="http://schemas.openxmlformats.org/drawingml/2006/main" xmlns:r="http://schemas.openxmlformats.org/officeDocument/2006/relationships" xmlns:p="http://schemas.openxmlformats.org/presentationml/2006/main">
  <p:tag name="SHAPENAME" val="5. Source"/>
</p:tagLst>
</file>

<file path=ppt/tags/tag13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20sklhGDg_J5JkHAJOV5JQ"/>
</p:tagLst>
</file>

<file path=ppt/tags/tag14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4.xml><?xml version="1.0" encoding="utf-8"?>
<p:tagLst xmlns:a="http://schemas.openxmlformats.org/drawingml/2006/main" xmlns:r="http://schemas.openxmlformats.org/officeDocument/2006/relationships" xmlns:p="http://schemas.openxmlformats.org/presentationml/2006/main">
  <p:tag name="SHAPENAME" val="Grid"/>
</p:tagLst>
</file>

<file path=ppt/tags/tag145.xml><?xml version="1.0" encoding="utf-8"?>
<p:tagLst xmlns:a="http://schemas.openxmlformats.org/drawingml/2006/main" xmlns:r="http://schemas.openxmlformats.org/officeDocument/2006/relationships" xmlns:p="http://schemas.openxmlformats.org/presentationml/2006/main">
  <p:tag name="SHAPENAME" val="4. Footnote"/>
</p:tagLst>
</file>

<file path=ppt/tags/tag146.xml><?xml version="1.0" encoding="utf-8"?>
<p:tagLst xmlns:a="http://schemas.openxmlformats.org/drawingml/2006/main" xmlns:r="http://schemas.openxmlformats.org/officeDocument/2006/relationships" xmlns:p="http://schemas.openxmlformats.org/presentationml/2006/main">
  <p:tag name="NAME" val="Moon"/>
</p:tagLst>
</file>

<file path=ppt/tags/tag147.xml><?xml version="1.0" encoding="utf-8"?>
<p:tagLst xmlns:a="http://schemas.openxmlformats.org/drawingml/2006/main" xmlns:r="http://schemas.openxmlformats.org/officeDocument/2006/relationships" xmlns:p="http://schemas.openxmlformats.org/presentationml/2006/main">
  <p:tag name="NAME" val="Moon"/>
</p:tagLst>
</file>

<file path=ppt/tags/tag148.xml><?xml version="1.0" encoding="utf-8"?>
<p:tagLst xmlns:a="http://schemas.openxmlformats.org/drawingml/2006/main" xmlns:r="http://schemas.openxmlformats.org/officeDocument/2006/relationships" xmlns:p="http://schemas.openxmlformats.org/presentationml/2006/main">
  <p:tag name="NAME" val="Moon"/>
</p:tagLst>
</file>

<file path=ppt/tags/tag149.xml><?xml version="1.0" encoding="utf-8"?>
<p:tagLst xmlns:a="http://schemas.openxmlformats.org/drawingml/2006/main" xmlns:r="http://schemas.openxmlformats.org/officeDocument/2006/relationships" xmlns:p="http://schemas.openxmlformats.org/presentationml/2006/main">
  <p:tag name="NAME" val="Moon"/>
</p:tagLst>
</file>

<file path=ppt/tags/tag150.xml><?xml version="1.0" encoding="utf-8"?>
<p:tagLst xmlns:a="http://schemas.openxmlformats.org/drawingml/2006/main" xmlns:r="http://schemas.openxmlformats.org/officeDocument/2006/relationships" xmlns:p="http://schemas.openxmlformats.org/presentationml/2006/main">
  <p:tag name="NAME" val="Moon"/>
</p:tagLst>
</file>

<file path=ppt/tags/tag151.xml><?xml version="1.0" encoding="utf-8"?>
<p:tagLst xmlns:a="http://schemas.openxmlformats.org/drawingml/2006/main" xmlns:r="http://schemas.openxmlformats.org/officeDocument/2006/relationships" xmlns:p="http://schemas.openxmlformats.org/presentationml/2006/main">
  <p:tag name="ANGLE" val="5"/>
</p:tagLst>
</file>

<file path=ppt/tags/tag152.xml><?xml version="1.0" encoding="utf-8"?>
<p:tagLst xmlns:a="http://schemas.openxmlformats.org/drawingml/2006/main" xmlns:r="http://schemas.openxmlformats.org/officeDocument/2006/relationships" xmlns:p="http://schemas.openxmlformats.org/presentationml/2006/main">
  <p:tag name="ANGLE" val="5"/>
</p:tagLst>
</file>

<file path=ppt/tags/tag153.xml><?xml version="1.0" encoding="utf-8"?>
<p:tagLst xmlns:a="http://schemas.openxmlformats.org/drawingml/2006/main" xmlns:r="http://schemas.openxmlformats.org/officeDocument/2006/relationships" xmlns:p="http://schemas.openxmlformats.org/presentationml/2006/main">
  <p:tag name="ANGLE" val="4"/>
</p:tagLst>
</file>

<file path=ppt/tags/tag154.xml><?xml version="1.0" encoding="utf-8"?>
<p:tagLst xmlns:a="http://schemas.openxmlformats.org/drawingml/2006/main" xmlns:r="http://schemas.openxmlformats.org/officeDocument/2006/relationships" xmlns:p="http://schemas.openxmlformats.org/presentationml/2006/main">
  <p:tag name="ANGLE" val="4"/>
</p:tagLst>
</file>

<file path=ppt/tags/tag155.xml><?xml version="1.0" encoding="utf-8"?>
<p:tagLst xmlns:a="http://schemas.openxmlformats.org/drawingml/2006/main" xmlns:r="http://schemas.openxmlformats.org/officeDocument/2006/relationships" xmlns:p="http://schemas.openxmlformats.org/presentationml/2006/main">
  <p:tag name="ANGLE" val="3"/>
</p:tagLst>
</file>

<file path=ppt/tags/tag156.xml><?xml version="1.0" encoding="utf-8"?>
<p:tagLst xmlns:a="http://schemas.openxmlformats.org/drawingml/2006/main" xmlns:r="http://schemas.openxmlformats.org/officeDocument/2006/relationships" xmlns:p="http://schemas.openxmlformats.org/presentationml/2006/main">
  <p:tag name="ANGLE" val="3"/>
</p:tagLst>
</file>

<file path=ppt/tags/tag157.xml><?xml version="1.0" encoding="utf-8"?>
<p:tagLst xmlns:a="http://schemas.openxmlformats.org/drawingml/2006/main" xmlns:r="http://schemas.openxmlformats.org/officeDocument/2006/relationships" xmlns:p="http://schemas.openxmlformats.org/presentationml/2006/main">
  <p:tag name="ANGLE" val="2"/>
</p:tagLst>
</file>

<file path=ppt/tags/tag158.xml><?xml version="1.0" encoding="utf-8"?>
<p:tagLst xmlns:a="http://schemas.openxmlformats.org/drawingml/2006/main" xmlns:r="http://schemas.openxmlformats.org/officeDocument/2006/relationships" xmlns:p="http://schemas.openxmlformats.org/presentationml/2006/main">
  <p:tag name="ANGLE" val="2"/>
</p:tagLst>
</file>

<file path=ppt/tags/tag159.xml><?xml version="1.0" encoding="utf-8"?>
<p:tagLst xmlns:a="http://schemas.openxmlformats.org/drawingml/2006/main" xmlns:r="http://schemas.openxmlformats.org/officeDocument/2006/relationships" xmlns:p="http://schemas.openxmlformats.org/presentationml/2006/main">
  <p:tag name="ANGLE" val="1"/>
</p:tagLst>
</file>

<file path=ppt/tags/tag160.xml><?xml version="1.0" encoding="utf-8"?>
<p:tagLst xmlns:a="http://schemas.openxmlformats.org/drawingml/2006/main" xmlns:r="http://schemas.openxmlformats.org/officeDocument/2006/relationships" xmlns:p="http://schemas.openxmlformats.org/presentationml/2006/main">
  <p:tag name="ANGLE" val="1"/>
</p:tagLst>
</file>

<file path=ppt/tags/tag161.xml><?xml version="1.0" encoding="utf-8"?>
<p:tagLst xmlns:a="http://schemas.openxmlformats.org/drawingml/2006/main" xmlns:r="http://schemas.openxmlformats.org/officeDocument/2006/relationships" xmlns:p="http://schemas.openxmlformats.org/presentationml/2006/main">
  <p:tag name="BACKGROUNDCOLOR" val="med"/>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Kcd9z.T0ityQiOhevFTgFQ"/>
</p:tagLst>
</file>

<file path=ppt/tags/tag164.xml><?xml version="1.0" encoding="utf-8"?>
<p:tagLst xmlns:a="http://schemas.openxmlformats.org/drawingml/2006/main" xmlns:r="http://schemas.openxmlformats.org/officeDocument/2006/relationships" xmlns:p="http://schemas.openxmlformats.org/presentationml/2006/main">
  <p:tag name="SHAPENAME" val="ClientLogo"/>
</p:tagLst>
</file>

<file path=ppt/tags/tag165.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66.xml><?xml version="1.0" encoding="utf-8"?>
<p:tagLst xmlns:a="http://schemas.openxmlformats.org/drawingml/2006/main" xmlns:r="http://schemas.openxmlformats.org/officeDocument/2006/relationships" xmlns:p="http://schemas.openxmlformats.org/presentationml/2006/main">
  <p:tag name="SHAPENAME" val="Subtitle"/>
</p:tagLst>
</file>

<file path=ppt/tags/tag167.xml><?xml version="1.0" encoding="utf-8"?>
<p:tagLst xmlns:a="http://schemas.openxmlformats.org/drawingml/2006/main" xmlns:r="http://schemas.openxmlformats.org/officeDocument/2006/relationships" xmlns:p="http://schemas.openxmlformats.org/presentationml/2006/main">
  <p:tag name="SHAPENAME" val="Title"/>
</p:tagLst>
</file>

<file path=ppt/tags/tag168.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69.xml><?xml version="1.0" encoding="utf-8"?>
<p:tagLst xmlns:a="http://schemas.openxmlformats.org/drawingml/2006/main" xmlns:r="http://schemas.openxmlformats.org/officeDocument/2006/relationships" xmlns:p="http://schemas.openxmlformats.org/presentationml/2006/main">
  <p:tag name="NAME" val="_new_logoimag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ZkG5iHMTSC2mGhtG.mpRUA"/>
</p:tagLst>
</file>

<file path=ppt/tags/tag17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3.xml><?xml version="1.0" encoding="utf-8"?>
<p:tagLst xmlns:a="http://schemas.openxmlformats.org/drawingml/2006/main" xmlns:r="http://schemas.openxmlformats.org/officeDocument/2006/relationships" xmlns:p="http://schemas.openxmlformats.org/presentationml/2006/main">
  <p:tag name="SHAPENAME" val="5. Source"/>
</p:tagLst>
</file>

<file path=ppt/tags/tag17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9.xml><?xml version="1.0" encoding="utf-8"?>
<p:tagLst xmlns:a="http://schemas.openxmlformats.org/drawingml/2006/main" xmlns:r="http://schemas.openxmlformats.org/officeDocument/2006/relationships" xmlns:p="http://schemas.openxmlformats.org/presentationml/2006/main">
  <p:tag name="SHAPENAME" val="5. Source"/>
</p:tagLst>
</file>

<file path=ppt/tags/tag18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3.xml><?xml version="1.0" encoding="utf-8"?>
<p:tagLst xmlns:a="http://schemas.openxmlformats.org/drawingml/2006/main" xmlns:r="http://schemas.openxmlformats.org/officeDocument/2006/relationships" xmlns:p="http://schemas.openxmlformats.org/presentationml/2006/main">
  <p:tag name="SHAPENAME" val="5. Source"/>
</p:tagLst>
</file>

<file path=ppt/tags/tag1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zsZQyKFgCFD5XAZPv3AWBQ"/>
</p:tagLst>
</file>

<file path=ppt/tags/tag18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9.xml><?xml version="1.0" encoding="utf-8"?>
<p:tagLst xmlns:a="http://schemas.openxmlformats.org/drawingml/2006/main" xmlns:r="http://schemas.openxmlformats.org/officeDocument/2006/relationships" xmlns:p="http://schemas.openxmlformats.org/presentationml/2006/main">
  <p:tag name="SHAPENAME" val="5. Source"/>
</p:tagLst>
</file>

<file path=ppt/tags/tag19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Yh.LyJP9Ef7CM8T6PUBqdw"/>
</p:tagLst>
</file>

<file path=ppt/tags/tag1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9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6.xml><?xml version="1.0" encoding="utf-8"?>
<p:tagLst xmlns:a="http://schemas.openxmlformats.org/drawingml/2006/main" xmlns:r="http://schemas.openxmlformats.org/officeDocument/2006/relationships" xmlns:p="http://schemas.openxmlformats.org/presentationml/2006/main">
  <p:tag name="SHAPENAME" val="5. Source"/>
</p:tagLst>
</file>

<file path=ppt/tags/tag19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aJMKD2AQ9e77MMhub83YA"/>
</p:tagLst>
</file>

<file path=ppt/tags/tag200.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0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0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4.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5.xml><?xml version="1.0" encoding="utf-8"?>
<p:tagLst xmlns:a="http://schemas.openxmlformats.org/drawingml/2006/main" xmlns:r="http://schemas.openxmlformats.org/officeDocument/2006/relationships" xmlns:p="http://schemas.openxmlformats.org/presentationml/2006/main">
  <p:tag name="SHAPENAME" val="5. Source"/>
</p:tagLst>
</file>

<file path=ppt/tags/tag20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7P6iKZZoTDSflm.OoOVoMA"/>
</p:tagLst>
</file>

<file path=ppt/tags/tag209.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1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1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3.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4.xml><?xml version="1.0" encoding="utf-8"?>
<p:tagLst xmlns:a="http://schemas.openxmlformats.org/drawingml/2006/main" xmlns:r="http://schemas.openxmlformats.org/officeDocument/2006/relationships" xmlns:p="http://schemas.openxmlformats.org/presentationml/2006/main">
  <p:tag name="SHAPENAME" val="5. Source"/>
</p:tagLst>
</file>

<file path=ppt/tags/tag21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1LRCzsv.ik_t3bs5QJ6VLg"/>
</p:tagLst>
</file>

<file path=ppt/tags/tag218.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1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2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1.xml><?xml version="1.0" encoding="utf-8"?>
<p:tagLst xmlns:a="http://schemas.openxmlformats.org/drawingml/2006/main" xmlns:r="http://schemas.openxmlformats.org/officeDocument/2006/relationships" xmlns:p="http://schemas.openxmlformats.org/presentationml/2006/main">
  <p:tag name="SHAPENAME" val="5. Source"/>
</p:tagLst>
</file>

<file path=ppt/tags/tag22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3.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27.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2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2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30.xml><?xml version="1.0" encoding="utf-8"?>
<p:tagLst xmlns:a="http://schemas.openxmlformats.org/drawingml/2006/main" xmlns:r="http://schemas.openxmlformats.org/officeDocument/2006/relationships" xmlns:p="http://schemas.openxmlformats.org/presentationml/2006/main">
  <p:tag name="SHAPENAME" val="5. Source"/>
</p:tagLst>
</file>

<file path=ppt/tags/tag23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2.xml><?xml version="1.0" encoding="utf-8"?>
<p:tagLst xmlns:a="http://schemas.openxmlformats.org/drawingml/2006/main" xmlns:r="http://schemas.openxmlformats.org/officeDocument/2006/relationships" xmlns:p="http://schemas.openxmlformats.org/presentationml/2006/main">
  <p:tag name="SHAPENAME" val="3. Subtitle"/>
</p:tagLst>
</file>

<file path=ppt/tags/tag23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jPpd5uKiKgbfSxqQQ0aBGA"/>
</p:tagLst>
</file>

<file path=ppt/tags/tag23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3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3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39.xml><?xml version="1.0" encoding="utf-8"?>
<p:tagLst xmlns:a="http://schemas.openxmlformats.org/drawingml/2006/main" xmlns:r="http://schemas.openxmlformats.org/officeDocument/2006/relationships" xmlns:p="http://schemas.openxmlformats.org/presentationml/2006/main">
  <p:tag name="SHAPENAME" val="5. Source"/>
</p:tagLst>
</file>

<file path=ppt/tags/tag2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41.xml><?xml version="1.0" encoding="utf-8"?>
<p:tagLst xmlns:a="http://schemas.openxmlformats.org/drawingml/2006/main" xmlns:r="http://schemas.openxmlformats.org/officeDocument/2006/relationships" xmlns:p="http://schemas.openxmlformats.org/presentationml/2006/main">
  <p:tag name="SHAPENAME" val="3. Subtitle"/>
</p:tagLst>
</file>

<file path=ppt/tags/tag24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HPFw0tr2VymfPrG.nUcDKQ"/>
</p:tagLst>
</file>

<file path=ppt/tags/tag245.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4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4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8.xml><?xml version="1.0" encoding="utf-8"?>
<p:tagLst xmlns:a="http://schemas.openxmlformats.org/drawingml/2006/main" xmlns:r="http://schemas.openxmlformats.org/officeDocument/2006/relationships" xmlns:p="http://schemas.openxmlformats.org/presentationml/2006/main">
  <p:tag name="SHAPENAME" val="5. Source"/>
</p:tagLst>
</file>

<file path=ppt/tags/tag2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0.xml><?xml version="1.0" encoding="utf-8"?>
<p:tagLst xmlns:a="http://schemas.openxmlformats.org/drawingml/2006/main" xmlns:r="http://schemas.openxmlformats.org/officeDocument/2006/relationships" xmlns:p="http://schemas.openxmlformats.org/presentationml/2006/main">
  <p:tag name="SHAPENAME" val="3. Subtitle"/>
</p:tagLst>
</file>

<file path=ppt/tags/tag25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54.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5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5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7.xml><?xml version="1.0" encoding="utf-8"?>
<p:tagLst xmlns:a="http://schemas.openxmlformats.org/drawingml/2006/main" xmlns:r="http://schemas.openxmlformats.org/officeDocument/2006/relationships" xmlns:p="http://schemas.openxmlformats.org/presentationml/2006/main">
  <p:tag name="SHAPENAME" val="5. Source"/>
</p:tagLst>
</file>

<file path=ppt/tags/tag25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9.xml><?xml version="1.0" encoding="utf-8"?>
<p:tagLst xmlns:a="http://schemas.openxmlformats.org/drawingml/2006/main" xmlns:r="http://schemas.openxmlformats.org/officeDocument/2006/relationships" xmlns:p="http://schemas.openxmlformats.org/presentationml/2006/main">
  <p:tag name="SHAPENAME" val="3. Subtitle"/>
</p:tagLst>
</file>

<file path=ppt/tags/tag26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63.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6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6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66.xml><?xml version="1.0" encoding="utf-8"?>
<p:tagLst xmlns:a="http://schemas.openxmlformats.org/drawingml/2006/main" xmlns:r="http://schemas.openxmlformats.org/officeDocument/2006/relationships" xmlns:p="http://schemas.openxmlformats.org/presentationml/2006/main">
  <p:tag name="SHAPENAME" val="5. Source"/>
</p:tagLst>
</file>

<file path=ppt/tags/tag26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6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6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7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7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7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73.xml><?xml version="1.0" encoding="utf-8"?>
<p:tagLst xmlns:a="http://schemas.openxmlformats.org/drawingml/2006/main" xmlns:r="http://schemas.openxmlformats.org/officeDocument/2006/relationships" xmlns:p="http://schemas.openxmlformats.org/presentationml/2006/main">
  <p:tag name="SHAPENAME" val="5. Source"/>
</p:tagLst>
</file>

<file path=ppt/tags/tag27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7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7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77.xml><?xml version="1.0" encoding="utf-8"?>
<p:tagLst xmlns:a="http://schemas.openxmlformats.org/drawingml/2006/main" xmlns:r="http://schemas.openxmlformats.org/officeDocument/2006/relationships" xmlns:p="http://schemas.openxmlformats.org/presentationml/2006/main">
  <p:tag name="SHAPENAME" val="5. Source"/>
</p:tagLst>
</file>

<file path=ppt/tags/tag27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79.xml><?xml version="1.0" encoding="utf-8"?>
<p:tagLst xmlns:a="http://schemas.openxmlformats.org/drawingml/2006/main" xmlns:r="http://schemas.openxmlformats.org/officeDocument/2006/relationships" xmlns:p="http://schemas.openxmlformats.org/presentationml/2006/main">
  <p:tag name="BACKGROUNDCOLOR" val="med"/>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1.xml><?xml version="1.0" encoding="utf-8"?>
<p:tagLst xmlns:a="http://schemas.openxmlformats.org/drawingml/2006/main" xmlns:r="http://schemas.openxmlformats.org/officeDocument/2006/relationships" xmlns:p="http://schemas.openxmlformats.org/presentationml/2006/main">
  <p:tag name="NAME" val="_new_logoimage"/>
</p:tagLst>
</file>

<file path=ppt/tags/tag282.xml><?xml version="1.0" encoding="utf-8"?>
<p:tagLst xmlns:a="http://schemas.openxmlformats.org/drawingml/2006/main" xmlns:r="http://schemas.openxmlformats.org/officeDocument/2006/relationships" xmlns:p="http://schemas.openxmlformats.org/presentationml/2006/main">
  <p:tag name="SHAPENAME" val="5. Source"/>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tdYhlT7lGQomWkE8tnMs3lw"/>
</p:tagLst>
</file>

<file path=ppt/tags/tag285.xml><?xml version="1.0" encoding="utf-8"?>
<p:tagLst xmlns:a="http://schemas.openxmlformats.org/drawingml/2006/main" xmlns:r="http://schemas.openxmlformats.org/officeDocument/2006/relationships" xmlns:p="http://schemas.openxmlformats.org/presentationml/2006/main">
  <p:tag name="SHAPENAME" val="Title"/>
</p:tagLst>
</file>

<file path=ppt/tags/tag286.xml><?xml version="1.0" encoding="utf-8"?>
<p:tagLst xmlns:a="http://schemas.openxmlformats.org/drawingml/2006/main" xmlns:r="http://schemas.openxmlformats.org/officeDocument/2006/relationships" xmlns:p="http://schemas.openxmlformats.org/presentationml/2006/main">
  <p:tag name="SLIDELOOKUP" val="2025090815495339021474836003"/>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89.xml><?xml version="1.0" encoding="utf-8"?>
<p:tagLst xmlns:a="http://schemas.openxmlformats.org/drawingml/2006/main" xmlns:r="http://schemas.openxmlformats.org/officeDocument/2006/relationships" xmlns:p="http://schemas.openxmlformats.org/presentationml/2006/main">
  <p:tag name="NAME" val="Sticky"/>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1.xml><?xml version="1.0" encoding="utf-8"?>
<p:tagLst xmlns:a="http://schemas.openxmlformats.org/drawingml/2006/main" xmlns:r="http://schemas.openxmlformats.org/officeDocument/2006/relationships" xmlns:p="http://schemas.openxmlformats.org/presentationml/2006/main">
  <p:tag name="NAME" val="Flow"/>
</p:tagLst>
</file>

<file path=ppt/tags/tag292.xml><?xml version="1.0" encoding="utf-8"?>
<p:tagLst xmlns:a="http://schemas.openxmlformats.org/drawingml/2006/main" xmlns:r="http://schemas.openxmlformats.org/officeDocument/2006/relationships" xmlns:p="http://schemas.openxmlformats.org/presentationml/2006/main">
  <p:tag name="NAME" val="Sticky"/>
</p:tagLst>
</file>

<file path=ppt/tags/tag293.xml><?xml version="1.0" encoding="utf-8"?>
<p:tagLst xmlns:a="http://schemas.openxmlformats.org/drawingml/2006/main" xmlns:r="http://schemas.openxmlformats.org/officeDocument/2006/relationships" xmlns:p="http://schemas.openxmlformats.org/presentationml/2006/main">
  <p:tag name="NAME" val="Sticky"/>
</p:tagLst>
</file>

<file path=ppt/tags/tag294.xml><?xml version="1.0" encoding="utf-8"?>
<p:tagLst xmlns:a="http://schemas.openxmlformats.org/drawingml/2006/main" xmlns:r="http://schemas.openxmlformats.org/officeDocument/2006/relationships" xmlns:p="http://schemas.openxmlformats.org/presentationml/2006/main">
  <p:tag name="NAME" val="Sticky"/>
</p:tagLst>
</file>

<file path=ppt/tags/tag295.xml><?xml version="1.0" encoding="utf-8"?>
<p:tagLst xmlns:a="http://schemas.openxmlformats.org/drawingml/2006/main" xmlns:r="http://schemas.openxmlformats.org/officeDocument/2006/relationships" xmlns:p="http://schemas.openxmlformats.org/presentationml/2006/main">
  <p:tag name="NAME" val="Sticky"/>
</p:tagLst>
</file>

<file path=ppt/tags/tag296.xml><?xml version="1.0" encoding="utf-8"?>
<p:tagLst xmlns:a="http://schemas.openxmlformats.org/drawingml/2006/main" xmlns:r="http://schemas.openxmlformats.org/officeDocument/2006/relationships" xmlns:p="http://schemas.openxmlformats.org/presentationml/2006/main">
  <p:tag name="NAME" val="Sticky"/>
</p:tagLst>
</file>

<file path=ppt/tags/tag297.xml><?xml version="1.0" encoding="utf-8"?>
<p:tagLst xmlns:a="http://schemas.openxmlformats.org/drawingml/2006/main" xmlns:r="http://schemas.openxmlformats.org/officeDocument/2006/relationships" xmlns:p="http://schemas.openxmlformats.org/presentationml/2006/main">
  <p:tag name="NAME" val="Sticky"/>
</p:tagLst>
</file>

<file path=ppt/tags/tag298.xml><?xml version="1.0" encoding="utf-8"?>
<p:tagLst xmlns:a="http://schemas.openxmlformats.org/drawingml/2006/main" xmlns:r="http://schemas.openxmlformats.org/officeDocument/2006/relationships" xmlns:p="http://schemas.openxmlformats.org/presentationml/2006/main">
  <p:tag name="NAME" val="Sticky"/>
</p:tagLst>
</file>

<file path=ppt/tags/tag299.xml><?xml version="1.0" encoding="utf-8"?>
<p:tagLst xmlns:a="http://schemas.openxmlformats.org/drawingml/2006/main" xmlns:r="http://schemas.openxmlformats.org/officeDocument/2006/relationships" xmlns:p="http://schemas.openxmlformats.org/presentationml/2006/main">
  <p:tag name="NAME" val="Sticky"/>
</p:tagLst>
</file>

<file path=ppt/tags/tag300.xml><?xml version="1.0" encoding="utf-8"?>
<p:tagLst xmlns:a="http://schemas.openxmlformats.org/drawingml/2006/main" xmlns:r="http://schemas.openxmlformats.org/officeDocument/2006/relationships" xmlns:p="http://schemas.openxmlformats.org/presentationml/2006/main">
  <p:tag name="NAME" val="SingleBoatShape"/>
</p:tagLst>
</file>

<file path=ppt/tags/tag301.xml><?xml version="1.0" encoding="utf-8"?>
<p:tagLst xmlns:a="http://schemas.openxmlformats.org/drawingml/2006/main" xmlns:r="http://schemas.openxmlformats.org/officeDocument/2006/relationships" xmlns:p="http://schemas.openxmlformats.org/presentationml/2006/main">
  <p:tag name="NAME" val="SingleBoatText"/>
</p:tagLst>
</file>

<file path=ppt/tags/tag302.xml><?xml version="1.0" encoding="utf-8"?>
<p:tagLst xmlns:a="http://schemas.openxmlformats.org/drawingml/2006/main" xmlns:r="http://schemas.openxmlformats.org/officeDocument/2006/relationships" xmlns:p="http://schemas.openxmlformats.org/presentationml/2006/main">
  <p:tag name="SYMBOLNAME" val="Chevron"/>
  <p:tag name="CIRCLESTATUS" val="White"/>
  <p:tag name="NAME" val="ChevronWhite"/>
</p:tagLst>
</file>

<file path=ppt/tags/tag303.xml><?xml version="1.0" encoding="utf-8"?>
<p:tagLst xmlns:a="http://schemas.openxmlformats.org/drawingml/2006/main" xmlns:r="http://schemas.openxmlformats.org/officeDocument/2006/relationships" xmlns:p="http://schemas.openxmlformats.org/presentationml/2006/main">
  <p:tag name="SLIDELOOKUP" val="2025081816283668025967"/>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06.xml><?xml version="1.0" encoding="utf-8"?>
<p:tagLst xmlns:a="http://schemas.openxmlformats.org/drawingml/2006/main" xmlns:r="http://schemas.openxmlformats.org/officeDocument/2006/relationships" xmlns:p="http://schemas.openxmlformats.org/presentationml/2006/main">
  <p:tag name="NAME" val="Flow"/>
</p:tagLst>
</file>

<file path=ppt/tags/tag307.xml><?xml version="1.0" encoding="utf-8"?>
<p:tagLst xmlns:a="http://schemas.openxmlformats.org/drawingml/2006/main" xmlns:r="http://schemas.openxmlformats.org/officeDocument/2006/relationships" xmlns:p="http://schemas.openxmlformats.org/presentationml/2006/main">
  <p:tag name="NAME" val="Flow"/>
</p:tagLst>
</file>

<file path=ppt/tags/tag308.xml><?xml version="1.0" encoding="utf-8"?>
<p:tagLst xmlns:a="http://schemas.openxmlformats.org/drawingml/2006/main" xmlns:r="http://schemas.openxmlformats.org/officeDocument/2006/relationships" xmlns:p="http://schemas.openxmlformats.org/presentationml/2006/main">
  <p:tag name="NAME" val="Flow"/>
</p:tagLst>
</file>

<file path=ppt/tags/tag309.xml><?xml version="1.0" encoding="utf-8"?>
<p:tagLst xmlns:a="http://schemas.openxmlformats.org/drawingml/2006/main" xmlns:r="http://schemas.openxmlformats.org/officeDocument/2006/relationships" xmlns:p="http://schemas.openxmlformats.org/presentationml/2006/main">
  <p:tag name="NAME" val="CustomIcon"/>
</p:tagLst>
</file>

<file path=ppt/tags/tag310.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311.xml><?xml version="1.0" encoding="utf-8"?>
<p:tagLst xmlns:a="http://schemas.openxmlformats.org/drawingml/2006/main" xmlns:r="http://schemas.openxmlformats.org/officeDocument/2006/relationships" xmlns:p="http://schemas.openxmlformats.org/presentationml/2006/main">
  <p:tag name="1LEVEL" val="0.3"/>
  <p:tag name="2LEVEL" val="0.15"/>
  <p:tag name="3LEVEL" val="0.08"/>
  <p:tag name="4LEVEL" val="0.04"/>
  <p:tag name="5LEVEL" val="0.02"/>
</p:tagLst>
</file>

<file path=ppt/tags/tag312.xml><?xml version="1.0" encoding="utf-8"?>
<p:tagLst xmlns:a="http://schemas.openxmlformats.org/drawingml/2006/main" xmlns:r="http://schemas.openxmlformats.org/officeDocument/2006/relationships" xmlns:p="http://schemas.openxmlformats.org/presentationml/2006/main">
  <p:tag name="1LEVEL" val="0.3"/>
  <p:tag name="2LEVEL" val="0.15"/>
  <p:tag name="3LEVEL" val="0.08"/>
  <p:tag name="4LEVEL" val="0.04"/>
  <p:tag name="5LEVEL" val="0.02"/>
</p:tagLst>
</file>

<file path=ppt/tags/tag313.xml><?xml version="1.0" encoding="utf-8"?>
<p:tagLst xmlns:a="http://schemas.openxmlformats.org/drawingml/2006/main" xmlns:r="http://schemas.openxmlformats.org/officeDocument/2006/relationships" xmlns:p="http://schemas.openxmlformats.org/presentationml/2006/main">
  <p:tag name="1LEVEL" val="0.3"/>
  <p:tag name="2LEVEL" val="0.15"/>
  <p:tag name="3LEVEL" val="0.08"/>
  <p:tag name="4LEVEL" val="0.04"/>
  <p:tag name="5LEVEL" val="0.02"/>
</p:tagLst>
</file>

<file path=ppt/tags/tag314.xml><?xml version="1.0" encoding="utf-8"?>
<p:tagLst xmlns:a="http://schemas.openxmlformats.org/drawingml/2006/main" xmlns:r="http://schemas.openxmlformats.org/officeDocument/2006/relationships" xmlns:p="http://schemas.openxmlformats.org/presentationml/2006/main">
  <p:tag name="NAME" val="CustomIcon"/>
</p:tagLst>
</file>

<file path=ppt/tags/tag315.xml><?xml version="1.0" encoding="utf-8"?>
<p:tagLst xmlns:a="http://schemas.openxmlformats.org/drawingml/2006/main" xmlns:r="http://schemas.openxmlformats.org/officeDocument/2006/relationships" xmlns:p="http://schemas.openxmlformats.org/presentationml/2006/main">
  <p:tag name="NAME" val="GreyLineSeparatorDefaultVertical"/>
</p:tagLst>
</file>

<file path=ppt/tags/tag316.xml><?xml version="1.0" encoding="utf-8"?>
<p:tagLst xmlns:a="http://schemas.openxmlformats.org/drawingml/2006/main" xmlns:r="http://schemas.openxmlformats.org/officeDocument/2006/relationships" xmlns:p="http://schemas.openxmlformats.org/presentationml/2006/main">
  <p:tag name="NAME" val="Sticky"/>
</p:tagLst>
</file>

<file path=ppt/tags/tag317.xml><?xml version="1.0" encoding="utf-8"?>
<p:tagLst xmlns:a="http://schemas.openxmlformats.org/drawingml/2006/main" xmlns:r="http://schemas.openxmlformats.org/officeDocument/2006/relationships" xmlns:p="http://schemas.openxmlformats.org/presentationml/2006/main">
  <p:tag name="NAME" val="Sticky"/>
</p:tagLst>
</file>

<file path=ppt/tags/tag318.xml><?xml version="1.0" encoding="utf-8"?>
<p:tagLst xmlns:a="http://schemas.openxmlformats.org/drawingml/2006/main" xmlns:r="http://schemas.openxmlformats.org/officeDocument/2006/relationships" xmlns:p="http://schemas.openxmlformats.org/presentationml/2006/main">
  <p:tag name="NAME" val="Sticky"/>
</p:tagLst>
</file>

<file path=ppt/tags/tag319.xml><?xml version="1.0" encoding="utf-8"?>
<p:tagLst xmlns:a="http://schemas.openxmlformats.org/drawingml/2006/main" xmlns:r="http://schemas.openxmlformats.org/officeDocument/2006/relationships" xmlns:p="http://schemas.openxmlformats.org/presentationml/2006/main">
  <p:tag name="NAME" val="Sticky"/>
</p:tagLst>
</file>

<file path=ppt/tags/tag320.xml><?xml version="1.0" encoding="utf-8"?>
<p:tagLst xmlns:a="http://schemas.openxmlformats.org/drawingml/2006/main" xmlns:r="http://schemas.openxmlformats.org/officeDocument/2006/relationships" xmlns:p="http://schemas.openxmlformats.org/presentationml/2006/main">
  <p:tag name="NAME" val="Sticky"/>
</p:tagLst>
</file>

<file path=ppt/tags/tag321.xml><?xml version="1.0" encoding="utf-8"?>
<p:tagLst xmlns:a="http://schemas.openxmlformats.org/drawingml/2006/main" xmlns:r="http://schemas.openxmlformats.org/officeDocument/2006/relationships" xmlns:p="http://schemas.openxmlformats.org/presentationml/2006/main">
  <p:tag name="NAME" val="Sticky"/>
</p:tagLst>
</file>

<file path=ppt/tags/tag322.xml><?xml version="1.0" encoding="utf-8"?>
<p:tagLst xmlns:a="http://schemas.openxmlformats.org/drawingml/2006/main" xmlns:r="http://schemas.openxmlformats.org/officeDocument/2006/relationships" xmlns:p="http://schemas.openxmlformats.org/presentationml/2006/main">
  <p:tag name="NAME" val="Sticky"/>
</p:tagLst>
</file>

<file path=ppt/tags/tag323.xml><?xml version="1.0" encoding="utf-8"?>
<p:tagLst xmlns:a="http://schemas.openxmlformats.org/drawingml/2006/main" xmlns:r="http://schemas.openxmlformats.org/officeDocument/2006/relationships" xmlns:p="http://schemas.openxmlformats.org/presentationml/2006/main">
  <p:tag name="NAME" val="Sticky"/>
</p:tagLst>
</file>

<file path=ppt/tags/tag324.xml><?xml version="1.0" encoding="utf-8"?>
<p:tagLst xmlns:a="http://schemas.openxmlformats.org/drawingml/2006/main" xmlns:r="http://schemas.openxmlformats.org/officeDocument/2006/relationships" xmlns:p="http://schemas.openxmlformats.org/presentationml/2006/main">
  <p:tag name="NAME" val="Sticky"/>
</p:tagLst>
</file>

<file path=ppt/tags/tag325.xml><?xml version="1.0" encoding="utf-8"?>
<p:tagLst xmlns:a="http://schemas.openxmlformats.org/drawingml/2006/main" xmlns:r="http://schemas.openxmlformats.org/officeDocument/2006/relationships" xmlns:p="http://schemas.openxmlformats.org/presentationml/2006/main">
  <p:tag name="1LEVEL" val="0"/>
  <p:tag name="2LEVEL" val="0"/>
  <p:tag name="3LEVEL" val="0"/>
  <p:tag name="4LEVEL" val="0"/>
  <p:tag name="5LEVEL" val="0"/>
</p:tagLst>
</file>

<file path=ppt/tags/tag326.xml><?xml version="1.0" encoding="utf-8"?>
<p:tagLst xmlns:a="http://schemas.openxmlformats.org/drawingml/2006/main" xmlns:r="http://schemas.openxmlformats.org/officeDocument/2006/relationships" xmlns:p="http://schemas.openxmlformats.org/presentationml/2006/main">
  <p:tag name="1LEVEL" val="0.3"/>
  <p:tag name="2LEVEL" val="0.15"/>
  <p:tag name="3LEVEL" val="0.08"/>
  <p:tag name="4LEVEL" val="0.04"/>
  <p:tag name="5LEVEL" val="0.02"/>
</p:tagLst>
</file>

<file path=ppt/tags/tag327.xml><?xml version="1.0" encoding="utf-8"?>
<p:tagLst xmlns:a="http://schemas.openxmlformats.org/drawingml/2006/main" xmlns:r="http://schemas.openxmlformats.org/officeDocument/2006/relationships" xmlns:p="http://schemas.openxmlformats.org/presentationml/2006/main">
  <p:tag name="1LEVEL" val="0.3"/>
  <p:tag name="2LEVEL" val="0.15"/>
  <p:tag name="3LEVEL" val="0.08"/>
  <p:tag name="4LEVEL" val="0.04"/>
  <p:tag name="5LEVEL" val="0.02"/>
</p:tagLst>
</file>

<file path=ppt/tags/tag328.xml><?xml version="1.0" encoding="utf-8"?>
<p:tagLst xmlns:a="http://schemas.openxmlformats.org/drawingml/2006/main" xmlns:r="http://schemas.openxmlformats.org/officeDocument/2006/relationships" xmlns:p="http://schemas.openxmlformats.org/presentationml/2006/main">
  <p:tag name="1LEVEL" val="0.3"/>
  <p:tag name="2LEVEL" val="0.15"/>
  <p:tag name="3LEVEL" val="0.08"/>
  <p:tag name="4LEVEL" val="0.04"/>
  <p:tag name="5LEVEL" val="0.02"/>
</p:tagLst>
</file>

<file path=ppt/tags/tag329.xml><?xml version="1.0" encoding="utf-8"?>
<p:tagLst xmlns:a="http://schemas.openxmlformats.org/drawingml/2006/main" xmlns:r="http://schemas.openxmlformats.org/officeDocument/2006/relationships" xmlns:p="http://schemas.openxmlformats.org/presentationml/2006/main">
  <p:tag name="NAME" val="SingleBoatShape"/>
</p:tagLst>
</file>

<file path=ppt/tags/tag330.xml><?xml version="1.0" encoding="utf-8"?>
<p:tagLst xmlns:a="http://schemas.openxmlformats.org/drawingml/2006/main" xmlns:r="http://schemas.openxmlformats.org/officeDocument/2006/relationships" xmlns:p="http://schemas.openxmlformats.org/presentationml/2006/main">
  <p:tag name="NAME" val="SingleBoatText"/>
</p:tagLst>
</file>

<file path=ppt/tags/tag331.xml><?xml version="1.0" encoding="utf-8"?>
<p:tagLst xmlns:a="http://schemas.openxmlformats.org/drawingml/2006/main" xmlns:r="http://schemas.openxmlformats.org/officeDocument/2006/relationships" xmlns:p="http://schemas.openxmlformats.org/presentationml/2006/main">
  <p:tag name="NAME" val="SingleBoatShape"/>
</p:tagLst>
</file>

<file path=ppt/tags/tag332.xml><?xml version="1.0" encoding="utf-8"?>
<p:tagLst xmlns:a="http://schemas.openxmlformats.org/drawingml/2006/main" xmlns:r="http://schemas.openxmlformats.org/officeDocument/2006/relationships" xmlns:p="http://schemas.openxmlformats.org/presentationml/2006/main">
  <p:tag name="NAME" val="SingleBoatText"/>
</p:tagLst>
</file>

<file path=ppt/tags/tag333.xml><?xml version="1.0" encoding="utf-8"?>
<p:tagLst xmlns:a="http://schemas.openxmlformats.org/drawingml/2006/main" xmlns:r="http://schemas.openxmlformats.org/officeDocument/2006/relationships" xmlns:p="http://schemas.openxmlformats.org/presentationml/2006/main">
  <p:tag name="NAME" val="SingleBoatShape"/>
</p:tagLst>
</file>

<file path=ppt/tags/tag334.xml><?xml version="1.0" encoding="utf-8"?>
<p:tagLst xmlns:a="http://schemas.openxmlformats.org/drawingml/2006/main" xmlns:r="http://schemas.openxmlformats.org/officeDocument/2006/relationships" xmlns:p="http://schemas.openxmlformats.org/presentationml/2006/main">
  <p:tag name="NAME" val="SingleBoatText"/>
</p:tagLst>
</file>

<file path=ppt/tags/tag3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3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38.xml><?xml version="1.0" encoding="utf-8"?>
<p:tagLst xmlns:a="http://schemas.openxmlformats.org/drawingml/2006/main" xmlns:r="http://schemas.openxmlformats.org/officeDocument/2006/relationships" xmlns:p="http://schemas.openxmlformats.org/presentationml/2006/main">
  <p:tag name="SHAPENAME" val="3. Subtitle"/>
</p:tagLst>
</file>

<file path=ppt/tags/tag3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41.xml><?xml version="1.0" encoding="utf-8"?>
<p:tagLst xmlns:a="http://schemas.openxmlformats.org/drawingml/2006/main" xmlns:r="http://schemas.openxmlformats.org/officeDocument/2006/relationships" xmlns:p="http://schemas.openxmlformats.org/presentationml/2006/main">
  <p:tag name="SHAPENAME" val="5. Source"/>
</p:tagLst>
</file>

<file path=ppt/tags/tag342.xml><?xml version="1.0" encoding="utf-8"?>
<p:tagLst xmlns:a="http://schemas.openxmlformats.org/drawingml/2006/main" xmlns:r="http://schemas.openxmlformats.org/officeDocument/2006/relationships" xmlns:p="http://schemas.openxmlformats.org/presentationml/2006/main">
  <p:tag name="SHAPENAME" val="3. Subtitle"/>
</p:tagLst>
</file>

<file path=ppt/theme/theme1.xml><?xml version="1.0" encoding="utf-8"?>
<a:theme xmlns:a="http://schemas.openxmlformats.org/drawingml/2006/main" name="White">
  <a:themeElements>
    <a:clrScheme name="Custom 10">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fontScheme name="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extraClrScheme>
  </a:extraClrSchemeLst>
  <a:custClrLst>
    <a:custClr name="Electric Blue 900">
      <a:srgbClr val="061F79"/>
    </a:custClr>
    <a:custClr name="Electric Blue 700">
      <a:srgbClr val="1537BA"/>
    </a:custClr>
    <a:custClr name="Electric Blue 500">
      <a:srgbClr val="2251FF"/>
    </a:custClr>
    <a:custClr name="Electric Blue 300">
      <a:srgbClr val="5E9DFF"/>
    </a:custClr>
    <a:custClr name="Electric Blue 200">
      <a:srgbClr val="99C4FF"/>
    </a:custClr>
    <a:custClr name="Null">
      <a:srgbClr val="FEFFFF"/>
    </a:custClr>
    <a:custClr name="Null">
      <a:srgbClr val="FEFFFF"/>
    </a:custClr>
    <a:custClr name="Null">
      <a:srgbClr val="FEFFFF"/>
    </a:custClr>
    <a:custClr name="Null">
      <a:srgbClr val="FEFFFF"/>
    </a:custClr>
    <a:custClr name="Null">
      <a:srgbClr val="FEFFFF"/>
    </a:custClr>
    <a:custClr name="Deep Blue 900">
      <a:srgbClr val="051C2C"/>
    </a:custClr>
    <a:custClr name="Electric Blue 800">
      <a:srgbClr val="0E2B99"/>
    </a:custClr>
    <a:custClr name="Electric Blue 500">
      <a:srgbClr val="2251FF"/>
    </a:custClr>
    <a:custClr name="Electric Blue 200">
      <a:srgbClr val="99C4FF"/>
    </a:custClr>
    <a:custClr name="Gray 10%">
      <a:srgbClr val="E6E6E6"/>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Marine Green 900">
      <a:srgbClr val="108980"/>
    </a:custClr>
    <a:custClr name="Marine Green 700">
      <a:srgbClr val="14B8AB"/>
    </a:custClr>
    <a:custClr name="Marine Green 500">
      <a:srgbClr val="0BDACB"/>
    </a:custClr>
    <a:custClr name="Marine Green 300">
      <a:srgbClr val="75F0E7"/>
    </a:custClr>
    <a:custClr name="Sand Neutral 300">
      <a:srgbClr val="E6D7BC"/>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Marine Green 500">
      <a:srgbClr val="0BDACB"/>
    </a:custClr>
    <a:custClr name="Amber Yellow 500">
      <a:srgbClr val="FFA800"/>
    </a:custClr>
    <a:custClr name="Crimson Red 500">
      <a:srgbClr val="E33B3B"/>
    </a:custClr>
    <a:custClr name="Deep Blue 900">
      <a:srgbClr val="051C2C"/>
    </a:custClr>
    <a:custClr name="Null">
      <a:srgbClr val="FEFFFF"/>
    </a:custClr>
    <a:custClr name="Null">
      <a:srgbClr val="FEFFFF"/>
    </a:custClr>
    <a:custClr name="Null">
      <a:srgbClr val="FEFFFF"/>
    </a:custClr>
    <a:custClr name="Null">
      <a:srgbClr val="FEFFFF"/>
    </a:custClr>
    <a:custClr name="Null">
      <a:srgbClr val="FEFFFF"/>
    </a:custClr>
    <a:custClr name="Null">
      <a:srgbClr val="FEFFFF"/>
    </a:custClr>
  </a:custClrLst>
  <a:extLst>
    <a:ext uri="{05A4C25C-085E-4340-85A3-A5531E510DB2}">
      <thm15:themeFamily xmlns:thm15="http://schemas.microsoft.com/office/thememl/2012/main" name="OneFirm-English (United States)-Wide.potx" id="{3930A782-7855-431F-B7AE-35B9494F4F2B}" vid="{DE15729B-A53C-4F17-8E30-E89302E1D290}"/>
    </a:ext>
  </a:extLst>
</a:theme>
</file>

<file path=ppt/theme/theme2.xml><?xml version="1.0" encoding="utf-8"?>
<a:theme xmlns:a="http://schemas.openxmlformats.org/drawingml/2006/main" name="Contrast">
  <a:themeElements>
    <a:clrScheme name="Custom 18">
      <a:dk1>
        <a:srgbClr val="FFFFFF"/>
      </a:dk1>
      <a:lt1>
        <a:srgbClr val="051C2C"/>
      </a:lt1>
      <a:dk2>
        <a:srgbClr val="000000"/>
      </a:dk2>
      <a:lt2>
        <a:srgbClr val="000000"/>
      </a:lt2>
      <a:accent1>
        <a:srgbClr val="FFFFFF"/>
      </a:accent1>
      <a:accent2>
        <a:srgbClr val="00A9F4"/>
      </a:accent2>
      <a:accent3>
        <a:srgbClr val="2251FF"/>
      </a:accent3>
      <a:accent4>
        <a:srgbClr val="99E6FF"/>
      </a:accent4>
      <a:accent5>
        <a:srgbClr val="0679C3"/>
      </a:accent5>
      <a:accent6>
        <a:srgbClr val="75F0E7"/>
      </a:accent6>
      <a:hlink>
        <a:srgbClr val="00A9F4"/>
      </a:hlink>
      <a:folHlink>
        <a:srgbClr val="8C5AC8"/>
      </a:folHlink>
    </a:clrScheme>
    <a:fontScheme name="Scheme Blu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Blue">
        <a:dk1>
          <a:srgbClr val="FFFFFF"/>
        </a:dk1>
        <a:lt1>
          <a:srgbClr val="051C2C"/>
        </a:lt1>
        <a:dk2>
          <a:srgbClr val="000000"/>
        </a:dk2>
        <a:lt2>
          <a:srgbClr val="000000"/>
        </a:lt2>
        <a:accent1>
          <a:srgbClr val="FFFFFF"/>
        </a:accent1>
        <a:accent2>
          <a:srgbClr val="00A9F4"/>
        </a:accent2>
        <a:accent3>
          <a:srgbClr val="2251FF"/>
        </a:accent3>
        <a:accent4>
          <a:srgbClr val="99E6FF"/>
        </a:accent4>
        <a:accent5>
          <a:srgbClr val="0679C3"/>
        </a:accent5>
        <a:accent6>
          <a:srgbClr val="75F0E7"/>
        </a:accent6>
        <a:hlink>
          <a:srgbClr val="00A9F4"/>
        </a:hlink>
        <a:folHlink>
          <a:srgbClr val="8C5AC8"/>
        </a:folHlink>
      </a:clrScheme>
    </a:extraClrScheme>
  </a:extraClrSchemeLst>
  <a:custClrLst>
    <a:custClr name="Cyan 200">
      <a:srgbClr val="99E6FF"/>
    </a:custClr>
    <a:custClr name="Cyan 300">
      <a:srgbClr val="6ECBF7"/>
    </a:custClr>
    <a:custClr name="Cyan 500">
      <a:srgbClr val="00A9F4"/>
    </a:custClr>
    <a:custClr name="Cyan 700">
      <a:srgbClr val="0679C3"/>
    </a:custClr>
    <a:custClr name="Cyan 900">
      <a:srgbClr val="084D91"/>
    </a:custClr>
    <a:custClr name="Null">
      <a:srgbClr val="FEFFFF"/>
    </a:custClr>
    <a:custClr name="Null">
      <a:srgbClr val="FEFFFF"/>
    </a:custClr>
    <a:custClr name="Null">
      <a:srgbClr val="FEFFFF"/>
    </a:custClr>
    <a:custClr name="Null">
      <a:srgbClr val="FEFFFF"/>
    </a:custClr>
    <a:custClr name="Null">
      <a:srgbClr val="FEFFFF"/>
    </a:custClr>
    <a:custClr name="Cyan 700">
      <a:srgbClr val="0679C3"/>
    </a:custClr>
    <a:custClr name="Cyan 300">
      <a:srgbClr val="6ECBF7"/>
    </a:custClr>
    <a:custClr name="Gray 10%">
      <a:srgbClr val="E6E6E6"/>
    </a:custClr>
    <a:custClr name="Crimson Red 300">
      <a:srgbClr val="F17E7E"/>
    </a:custClr>
    <a:custClr name="Crimson Red 600">
      <a:srgbClr val="CD3030"/>
    </a:custClr>
    <a:custClr name="Null">
      <a:srgbClr val="FEFFFF"/>
    </a:custClr>
    <a:custClr name="Null">
      <a:srgbClr val="FEFFFF"/>
    </a:custClr>
    <a:custClr name="Null">
      <a:srgbClr val="FEFFFF"/>
    </a:custClr>
    <a:custClr name="Null">
      <a:srgbClr val="FEFFFF"/>
    </a:custClr>
    <a:custClr name="Null">
      <a:srgbClr val="FEFFFF"/>
    </a:custClr>
    <a:custClr name="Marine Green 900">
      <a:srgbClr val="108980"/>
    </a:custClr>
    <a:custClr name="Marine Green 600">
      <a:srgbClr val="10CBBC"/>
    </a:custClr>
    <a:custClr name="Sand Neutral 300">
      <a:srgbClr val="E6D7BC"/>
    </a:custClr>
    <a:custClr name="Crimson Red 300">
      <a:srgbClr val="F17E7E"/>
    </a:custClr>
    <a:custClr name="Crimson Red 600">
      <a:srgbClr val="CD3030"/>
    </a:custClr>
    <a:custClr name="Null">
      <a:srgbClr val="FEFFFF"/>
    </a:custClr>
    <a:custClr name="Null">
      <a:srgbClr val="FEFFFF"/>
    </a:custClr>
    <a:custClr name="Null">
      <a:srgbClr val="FEFFFF"/>
    </a:custClr>
    <a:custClr name="Null">
      <a:srgbClr val="FEFFFF"/>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Electric Blue 900">
      <a:srgbClr val="061F79"/>
    </a:custClr>
    <a:custClr name="Marine Green 500">
      <a:srgbClr val="0BDACB"/>
    </a:custClr>
    <a:custClr name="Amber Yellow 500">
      <a:srgbClr val="FFA800"/>
    </a:custClr>
    <a:custClr name="Crimson Red 500">
      <a:srgbClr val="E33B3B"/>
    </a:custClr>
    <a:custClr name="Deep Blue 700">
      <a:srgbClr val="103559"/>
    </a:custClr>
    <a:custClr name="Deep Blue 600">
      <a:srgbClr val="1B456E"/>
    </a:custClr>
    <a:custClr name="Deep Blue 500">
      <a:srgbClr val="2B5580"/>
    </a:custClr>
    <a:custClr name="Deep Blue 300">
      <a:srgbClr val="5380AC"/>
    </a:custClr>
    <a:custClr name="Deep Blue 200">
      <a:srgbClr val="82A6C9"/>
    </a:custClr>
    <a:custClr name="Null">
      <a:srgbClr val="FEFFFF"/>
    </a:custClr>
    <a:custClr name="Null">
      <a:srgbClr val="FEFFFF"/>
    </a:custClr>
  </a:custClrLst>
  <a:extLst>
    <a:ext uri="{05A4C25C-085E-4340-85A3-A5531E510DB2}">
      <thm15:themeFamily xmlns:thm15="http://schemas.microsoft.com/office/thememl/2012/main" name="OneFirm-English (United States)-Wide.potx" id="{3930A782-7855-431F-B7AE-35B9494F4F2B}" vid="{B1915C88-7403-4DE5-8BD1-7CFB569789DE}"/>
    </a:ext>
  </a:extLst>
</a:theme>
</file>

<file path=ppt/theme/theme3.xml><?xml version="1.0" encoding="utf-8"?>
<a:theme xmlns:a="http://schemas.openxmlformats.org/drawingml/2006/main" name="Office Theme">
  <a:themeElements>
    <a:clrScheme name="Custom Scheme">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ustom Scheme 2">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2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2BFA73E-4A1C-4AB7-B670-51D8826D5DB2}">
  <we:reference id="5332053f-08b1-4ad5-b936-144d44d33f40" version="2.62.2.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2B347756AEE8344BB28CD44EC2B7328" ma:contentTypeVersion="14" ma:contentTypeDescription="Create a new document." ma:contentTypeScope="" ma:versionID="7848285eb86c98fd3225cd5e062a9123">
  <xsd:schema xmlns:xsd="http://www.w3.org/2001/XMLSchema" xmlns:xs="http://www.w3.org/2001/XMLSchema" xmlns:p="http://schemas.microsoft.com/office/2006/metadata/properties" xmlns:ns2="c1ca735a-14db-4567-a159-d67c2473f960" xmlns:ns3="a97def03-4829-427a-a25e-2157731fbb05" targetNamespace="http://schemas.microsoft.com/office/2006/metadata/properties" ma:root="true" ma:fieldsID="b59c3fcbebbca2e69bd6f4f4a8da0cee" ns2:_="" ns3:_="">
    <xsd:import namespace="c1ca735a-14db-4567-a159-d67c2473f960"/>
    <xsd:import namespace="a97def03-4829-427a-a25e-2157731fbb0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ca735a-14db-4567-a159-d67c2473f9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18eb3a52-a9ad-454e-96a1-46bb4cd16a89"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97def03-4829-427a-a25e-2157731fbb0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42e6c6cb-bb7d-451c-b4ef-6310a7d27395}" ma:internalName="TaxCatchAll" ma:showField="CatchAllData" ma:web="a97def03-4829-427a-a25e-2157731fbb0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1ca735a-14db-4567-a159-d67c2473f960">
      <Terms xmlns="http://schemas.microsoft.com/office/infopath/2007/PartnerControls"/>
    </lcf76f155ced4ddcb4097134ff3c332f>
    <TaxCatchAll xmlns="a97def03-4829-427a-a25e-2157731fbb05" xsi:nil="true"/>
  </documentManagement>
</p:properties>
</file>

<file path=customXml/itemProps1.xml><?xml version="1.0" encoding="utf-8"?>
<ds:datastoreItem xmlns:ds="http://schemas.openxmlformats.org/officeDocument/2006/customXml" ds:itemID="{F4E74280-4338-4575-9228-D65BD4AFFA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ca735a-14db-4567-a159-d67c2473f960"/>
    <ds:schemaRef ds:uri="a97def03-4829-427a-a25e-2157731fbb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B50EE39-9B4D-4C3C-8505-D8D6A5EC6B2C}">
  <ds:schemaRefs>
    <ds:schemaRef ds:uri="http://schemas.microsoft.com/sharepoint/v3/contenttype/forms"/>
  </ds:schemaRefs>
</ds:datastoreItem>
</file>

<file path=customXml/itemProps3.xml><?xml version="1.0" encoding="utf-8"?>
<ds:datastoreItem xmlns:ds="http://schemas.openxmlformats.org/officeDocument/2006/customXml" ds:itemID="{67DF283F-4B82-4892-8EF9-70B9B3E3286B}">
  <ds:schemaRefs>
    <ds:schemaRef ds:uri="http://schemas.microsoft.com/office/2006/metadata/properties"/>
    <ds:schemaRef ds:uri="http://schemas.microsoft.com/office/infopath/2007/PartnerControls"/>
    <ds:schemaRef ds:uri="c1ca735a-14db-4567-a159-d67c2473f960"/>
    <ds:schemaRef ds:uri="a97def03-4829-427a-a25e-2157731fbb05"/>
  </ds:schemaRefs>
</ds:datastoreItem>
</file>

<file path=docProps/app.xml><?xml version="1.0" encoding="utf-8"?>
<Properties xmlns="http://schemas.openxmlformats.org/officeDocument/2006/extended-properties" xmlns:vt="http://schemas.openxmlformats.org/officeDocument/2006/docPropsVTypes">
  <Template>blank</Template>
  <TotalTime>537</TotalTime>
  <Words>1449</Words>
  <Application>Microsoft Office PowerPoint</Application>
  <PresentationFormat>Widescreen</PresentationFormat>
  <Paragraphs>217</Paragraphs>
  <Slides>6</Slides>
  <Notes>4</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6</vt:i4>
      </vt:variant>
    </vt:vector>
  </HeadingPairs>
  <TitlesOfParts>
    <vt:vector size="14" baseType="lpstr">
      <vt:lpstr>Arial</vt:lpstr>
      <vt:lpstr>Segoe UI</vt:lpstr>
      <vt:lpstr>Wingdings</vt:lpstr>
      <vt:lpstr>Calibri</vt:lpstr>
      <vt:lpstr>Georgia</vt:lpstr>
      <vt:lpstr>White</vt:lpstr>
      <vt:lpstr>Contrast</vt:lpstr>
      <vt:lpstr>think-cell Slide</vt:lpstr>
      <vt:lpstr>Vanguard- IDP Assessment</vt:lpstr>
      <vt:lpstr>An integrated 8-week approach across Technology Productivity and AI-enabled Reimagination to shape the path forward</vt:lpstr>
      <vt:lpstr>1. Tech Productivity: An 8-week assessment to identify and prioritize high-value technology opportunities</vt:lpstr>
      <vt:lpstr>2. AI-enabled Reimagination: An 8-week approach to identify, prioritize, and redesign high-value business domains</vt:lpstr>
      <vt:lpstr>Appendix</vt:lpstr>
      <vt:lpstr>We deployed the Tech Performance assessment framework to cover all the important aspects within IT, then focused on client-relevant areas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Vamsidhar Kakani</dc:creator>
  <cp:keywords/>
  <dc:description/>
  <cp:lastModifiedBy>Megha Sinha</cp:lastModifiedBy>
  <cp:revision>4</cp:revision>
  <cp:lastPrinted>2018-10-30T20:37:12Z</cp:lastPrinted>
  <dcterms:created xsi:type="dcterms:W3CDTF">2026-07-27T20:30:31Z</dcterms:created>
  <dcterms:modified xsi:type="dcterms:W3CDTF">2026-07-28T05:40:21Z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1628964</vt:lpwstr>
  </property>
  <property fmtid="{D5CDD505-2E9C-101B-9397-08002B2CF9AE}" pid="3" name="NXPowerLiteSettings">
    <vt:lpwstr>C9000A38044001</vt:lpwstr>
  </property>
  <property fmtid="{D5CDD505-2E9C-101B-9397-08002B2CF9AE}" pid="4" name="NXPowerLiteVersion">
    <vt:lpwstr>D7.1.14</vt:lpwstr>
  </property>
  <property fmtid="{D5CDD505-2E9C-101B-9397-08002B2CF9AE}" pid="5" name="PPT">
    <vt:lpwstr>Hello</vt:lpwstr>
  </property>
  <property fmtid="{D5CDD505-2E9C-101B-9397-08002B2CF9AE}" pid="6" name="TemplateVersion">
    <vt:lpwstr>4</vt:lpwstr>
  </property>
  <property fmtid="{D5CDD505-2E9C-101B-9397-08002B2CF9AE}" pid="7" name="TemplateLastEdited">
    <vt:lpwstr>2024-05-30 01:34 PM</vt:lpwstr>
  </property>
  <property fmtid="{D5CDD505-2E9C-101B-9397-08002B2CF9AE}" pid="8" name="TemplateCreated">
    <vt:lpwstr>2019-02-27 01:18 PM</vt:lpwstr>
  </property>
  <property fmtid="{D5CDD505-2E9C-101B-9397-08002B2CF9AE}" pid="9" name="ContentTypeId">
    <vt:lpwstr>0x010100F2B347756AEE8344BB28CD44EC2B7328</vt:lpwstr>
  </property>
  <property fmtid="{D5CDD505-2E9C-101B-9397-08002B2CF9AE}" pid="10" name="MSIP_Label_fec09dec-a9ce-4322-b578-b49052c992d8_Enabled">
    <vt:lpwstr>true</vt:lpwstr>
  </property>
  <property fmtid="{D5CDD505-2E9C-101B-9397-08002B2CF9AE}" pid="11" name="MSIP_Label_fec09dec-a9ce-4322-b578-b49052c992d8_SetDate">
    <vt:lpwstr>2026-06-01T18:59:52Z</vt:lpwstr>
  </property>
  <property fmtid="{D5CDD505-2E9C-101B-9397-08002B2CF9AE}" pid="12" name="MSIP_Label_fec09dec-a9ce-4322-b578-b49052c992d8_Method">
    <vt:lpwstr>Standard</vt:lpwstr>
  </property>
  <property fmtid="{D5CDD505-2E9C-101B-9397-08002B2CF9AE}" pid="13" name="MSIP_Label_fec09dec-a9ce-4322-b578-b49052c992d8_Name">
    <vt:lpwstr>Firm Confidential Information-SLV1</vt:lpwstr>
  </property>
  <property fmtid="{D5CDD505-2E9C-101B-9397-08002B2CF9AE}" pid="14" name="MSIP_Label_fec09dec-a9ce-4322-b578-b49052c992d8_SiteId">
    <vt:lpwstr>cc8936bc-9382-4fff-87cb-6f55999549e7</vt:lpwstr>
  </property>
  <property fmtid="{D5CDD505-2E9C-101B-9397-08002B2CF9AE}" pid="15" name="MSIP_Label_fec09dec-a9ce-4322-b578-b49052c992d8_ActionId">
    <vt:lpwstr>b2d4adc9-fc6a-437a-8263-96c4b9a66d0c</vt:lpwstr>
  </property>
  <property fmtid="{D5CDD505-2E9C-101B-9397-08002B2CF9AE}" pid="16" name="MSIP_Label_fec09dec-a9ce-4322-b578-b49052c992d8_ContentBits">
    <vt:lpwstr>0</vt:lpwstr>
  </property>
  <property fmtid="{D5CDD505-2E9C-101B-9397-08002B2CF9AE}" pid="17" name="MSIP_Label_fec09dec-a9ce-4322-b578-b49052c992d8_Tag">
    <vt:lpwstr>10, 3, 0, 1</vt:lpwstr>
  </property>
</Properties>
</file>