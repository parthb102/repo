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35.bin" ContentType="application/vnd.openxmlformats-officedocument.oleObject"/>
  <Override PartName="/ppt/embeddings/oleObject36.bin" ContentType="application/vnd.openxmlformats-officedocument.oleObject"/>
  <Override PartName="/ppt/embeddings/oleObject37.bin" ContentType="application/vnd.openxmlformats-officedocument.oleObject"/>
  <Override PartName="/ppt/embeddings/oleObject38.bin" ContentType="application/vnd.openxmlformats-officedocument.oleObject"/>
  <Override PartName="/ppt/embeddings/oleObject39.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2.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864" r:id="rId5"/>
  </p:sldMasterIdLst>
  <p:notesMasterIdLst>
    <p:notesMasterId r:id="rId22"/>
  </p:notesMasterIdLst>
  <p:handoutMasterIdLst>
    <p:handoutMasterId r:id="rId23"/>
  </p:handoutMasterIdLst>
  <p:sldIdLst>
    <p:sldId id="2147374974" r:id="rId6"/>
    <p:sldId id="2147374980" r:id="rId7"/>
    <p:sldId id="2147374976" r:id="rId8"/>
    <p:sldId id="2147374986" r:id="rId9"/>
    <p:sldId id="2147374987" r:id="rId10"/>
    <p:sldId id="2147374983" r:id="rId11"/>
    <p:sldId id="2147374978" r:id="rId12"/>
    <p:sldId id="2147374988" r:id="rId13"/>
    <p:sldId id="2147374989" r:id="rId14"/>
    <p:sldId id="2147374990" r:id="rId15"/>
    <p:sldId id="2147374984" r:id="rId16"/>
    <p:sldId id="2147374979" r:id="rId17"/>
    <p:sldId id="264" r:id="rId18"/>
    <p:sldId id="2147374977" r:id="rId19"/>
    <p:sldId id="265" r:id="rId20"/>
    <p:sldId id="266" r:id="rId21"/>
  </p:sldIdLst>
  <p:sldSz cx="12192000" cy="6858000"/>
  <p:notesSz cx="7102475" cy="9388475"/>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A497640-9F12-D0D7-23C7-745A10EB2387}" name="Srikanth Jayarajan" initials="SJ" userId="dMYpSlfjzFcYPEDsXjVgLmU1LCIkAjLNCqtAilE+2dM="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aley Rich" initials="HR" lastIdx="1" clrIdx="0">
    <p:extLst>
      <p:ext uri="{19B8F6BF-5375-455C-9EA6-DF929625EA0E}">
        <p15:presenceInfo xmlns:p15="http://schemas.microsoft.com/office/powerpoint/2012/main" userId="S-1-5-21-1801674531-1788223648-725345543-1185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CFF"/>
    <a:srgbClr val="D0D0D0"/>
    <a:srgbClr val="051C2C"/>
    <a:srgbClr val="000000"/>
    <a:srgbClr val="7F7F7F"/>
    <a:srgbClr val="AFC3FF"/>
    <a:srgbClr val="0D3171"/>
    <a:srgbClr val="E6E6E6"/>
    <a:srgbClr val="4D4D4D"/>
    <a:srgbClr val="00A9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BF2D7B-7FED-4D36-8106-050F74638944}" v="1019" dt="2026-07-30T05:24:02.5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6357" autoAdjust="0"/>
  </p:normalViewPr>
  <p:slideViewPr>
    <p:cSldViewPr snapToGrid="0" snapToObjects="1">
      <p:cViewPr varScale="1">
        <p:scale>
          <a:sx n="76" d="100"/>
          <a:sy n="76" d="100"/>
        </p:scale>
        <p:origin x="260" y="64"/>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p:cViewPr>
        <p:scale>
          <a:sx n="75" d="100"/>
          <a:sy n="75" d="100"/>
        </p:scale>
        <p:origin x="3954" y="27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notesMaster" Target="notesMasters/notesMaster1.xml"/><Relationship Id="rId23" Type="http://schemas.openxmlformats.org/officeDocument/2006/relationships/handoutMaster" Target="handoutMasters/handoutMaster1.xml"/><Relationship Id="rId24" Type="http://schemas.openxmlformats.org/officeDocument/2006/relationships/tags" Target="tags/tag1.xml"/><Relationship Id="rId25" Type="http://schemas.openxmlformats.org/officeDocument/2006/relationships/commentAuthors" Target="commentAuthor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th Bahl" userId="48e5a92e-1617-4ce2-9905-5cd7b6f06b36" providerId="ADAL" clId="{5F74A7CC-EE10-4A3B-900B-A893A2B36FDF}"/>
    <pc:docChg chg="undo custSel addSld delSld modSld sldOrd">
      <pc:chgData name="Parth Bahl" userId="48e5a92e-1617-4ce2-9905-5cd7b6f06b36" providerId="ADAL" clId="{5F74A7CC-EE10-4A3B-900B-A893A2B36FDF}" dt="2026-07-30T05:36:12.579" v="3487" actId="729"/>
      <pc:docMkLst>
        <pc:docMk/>
      </pc:docMkLst>
      <pc:sldChg chg="delSp modSp del mod">
        <pc:chgData name="Parth Bahl" userId="48e5a92e-1617-4ce2-9905-5cd7b6f06b36" providerId="ADAL" clId="{5F74A7CC-EE10-4A3B-900B-A893A2B36FDF}" dt="2026-07-30T05:02:45" v="1687" actId="47"/>
        <pc:sldMkLst>
          <pc:docMk/>
          <pc:sldMk cId="2129200634" sldId="259"/>
        </pc:sldMkLst>
        <pc:spChg chg="del">
          <ac:chgData name="Parth Bahl" userId="48e5a92e-1617-4ce2-9905-5cd7b6f06b36" providerId="ADAL" clId="{5F74A7CC-EE10-4A3B-900B-A893A2B36FDF}" dt="2026-07-30T05:02:35.696" v="1685" actId="21"/>
          <ac:spMkLst>
            <pc:docMk/>
            <pc:sldMk cId="2129200634" sldId="259"/>
            <ac:spMk id="3" creationId="{32601ACA-C244-2EDD-26FC-2C3AA135284F}"/>
          </ac:spMkLst>
        </pc:spChg>
        <pc:spChg chg="del">
          <ac:chgData name="Parth Bahl" userId="48e5a92e-1617-4ce2-9905-5cd7b6f06b36" providerId="ADAL" clId="{5F74A7CC-EE10-4A3B-900B-A893A2B36FDF}" dt="2026-07-30T04:51:30.635" v="172" actId="478"/>
          <ac:spMkLst>
            <pc:docMk/>
            <pc:sldMk cId="2129200634" sldId="259"/>
            <ac:spMk id="14" creationId="{49CFFCA2-3BC8-C13C-4954-4D7F8A1DB600}"/>
          </ac:spMkLst>
        </pc:spChg>
        <pc:graphicFrameChg chg="mod modGraphic">
          <ac:chgData name="Parth Bahl" userId="48e5a92e-1617-4ce2-9905-5cd7b6f06b36" providerId="ADAL" clId="{5F74A7CC-EE10-4A3B-900B-A893A2B36FDF}" dt="2026-07-30T04:52:48.757" v="183" actId="20577"/>
          <ac:graphicFrameMkLst>
            <pc:docMk/>
            <pc:sldMk cId="2129200634" sldId="259"/>
            <ac:graphicFrameMk id="5" creationId="{00000000-0000-0000-0000-000000000000}"/>
          </ac:graphicFrameMkLst>
        </pc:graphicFrameChg>
      </pc:sldChg>
      <pc:sldChg chg="del">
        <pc:chgData name="Parth Bahl" userId="48e5a92e-1617-4ce2-9905-5cd7b6f06b36" providerId="ADAL" clId="{5F74A7CC-EE10-4A3B-900B-A893A2B36FDF}" dt="2026-07-30T05:05:59.302" v="1839" actId="47"/>
        <pc:sldMkLst>
          <pc:docMk/>
          <pc:sldMk cId="1093066096" sldId="260"/>
        </pc:sldMkLst>
      </pc:sldChg>
      <pc:sldChg chg="addSp delSp modSp del mod">
        <pc:chgData name="Parth Bahl" userId="48e5a92e-1617-4ce2-9905-5cd7b6f06b36" providerId="ADAL" clId="{5F74A7CC-EE10-4A3B-900B-A893A2B36FDF}" dt="2026-07-30T05:10:01.817" v="2178" actId="47"/>
        <pc:sldMkLst>
          <pc:docMk/>
          <pc:sldMk cId="3018565326" sldId="261"/>
        </pc:sldMkLst>
        <pc:spChg chg="del">
          <ac:chgData name="Parth Bahl" userId="48e5a92e-1617-4ce2-9905-5cd7b6f06b36" providerId="ADAL" clId="{5F74A7CC-EE10-4A3B-900B-A893A2B36FDF}" dt="2026-07-30T05:07:48.384" v="1920" actId="478"/>
          <ac:spMkLst>
            <pc:docMk/>
            <pc:sldMk cId="3018565326" sldId="261"/>
            <ac:spMk id="2" creationId="{00000000-0000-0000-0000-000000000000}"/>
          </ac:spMkLst>
        </pc:spChg>
        <pc:spChg chg="del">
          <ac:chgData name="Parth Bahl" userId="48e5a92e-1617-4ce2-9905-5cd7b6f06b36" providerId="ADAL" clId="{5F74A7CC-EE10-4A3B-900B-A893A2B36FDF}" dt="2026-07-30T05:07:55.647" v="1921" actId="478"/>
          <ac:spMkLst>
            <pc:docMk/>
            <pc:sldMk cId="3018565326" sldId="261"/>
            <ac:spMk id="4" creationId="{00000000-0000-0000-0000-000000000000}"/>
          </ac:spMkLst>
        </pc:spChg>
        <pc:spChg chg="del mod topLvl">
          <ac:chgData name="Parth Bahl" userId="48e5a92e-1617-4ce2-9905-5cd7b6f06b36" providerId="ADAL" clId="{5F74A7CC-EE10-4A3B-900B-A893A2B36FDF}" dt="2026-07-30T05:09:51.629" v="2175" actId="21"/>
          <ac:spMkLst>
            <pc:docMk/>
            <pc:sldMk cId="3018565326" sldId="261"/>
            <ac:spMk id="7" creationId="{00000000-0000-0000-0000-000000000000}"/>
          </ac:spMkLst>
        </pc:spChg>
        <pc:spChg chg="del mod topLvl">
          <ac:chgData name="Parth Bahl" userId="48e5a92e-1617-4ce2-9905-5cd7b6f06b36" providerId="ADAL" clId="{5F74A7CC-EE10-4A3B-900B-A893A2B36FDF}" dt="2026-07-30T05:09:51.629" v="2175" actId="21"/>
          <ac:spMkLst>
            <pc:docMk/>
            <pc:sldMk cId="3018565326" sldId="261"/>
            <ac:spMk id="8" creationId="{00000000-0000-0000-0000-000000000000}"/>
          </ac:spMkLst>
        </pc:spChg>
        <pc:spChg chg="del mod topLvl">
          <ac:chgData name="Parth Bahl" userId="48e5a92e-1617-4ce2-9905-5cd7b6f06b36" providerId="ADAL" clId="{5F74A7CC-EE10-4A3B-900B-A893A2B36FDF}" dt="2026-07-30T05:09:51.629" v="2175" actId="21"/>
          <ac:spMkLst>
            <pc:docMk/>
            <pc:sldMk cId="3018565326" sldId="261"/>
            <ac:spMk id="11" creationId="{00000000-0000-0000-0000-000000000000}"/>
          </ac:spMkLst>
        </pc:spChg>
        <pc:spChg chg="mod topLvl">
          <ac:chgData name="Parth Bahl" userId="48e5a92e-1617-4ce2-9905-5cd7b6f06b36" providerId="ADAL" clId="{5F74A7CC-EE10-4A3B-900B-A893A2B36FDF}" dt="2026-07-30T05:08:54.065" v="1983" actId="165"/>
          <ac:spMkLst>
            <pc:docMk/>
            <pc:sldMk cId="3018565326" sldId="261"/>
            <ac:spMk id="22" creationId="{00000000-0000-0000-0000-000000000000}"/>
          </ac:spMkLst>
        </pc:spChg>
        <pc:spChg chg="del mod topLvl">
          <ac:chgData name="Parth Bahl" userId="48e5a92e-1617-4ce2-9905-5cd7b6f06b36" providerId="ADAL" clId="{5F74A7CC-EE10-4A3B-900B-A893A2B36FDF}" dt="2026-07-30T05:09:51.629" v="2175" actId="21"/>
          <ac:spMkLst>
            <pc:docMk/>
            <pc:sldMk cId="3018565326" sldId="261"/>
            <ac:spMk id="26" creationId="{00000000-0000-0000-0000-000000000000}"/>
          </ac:spMkLst>
        </pc:spChg>
        <pc:spChg chg="del mod topLvl">
          <ac:chgData name="Parth Bahl" userId="48e5a92e-1617-4ce2-9905-5cd7b6f06b36" providerId="ADAL" clId="{5F74A7CC-EE10-4A3B-900B-A893A2B36FDF}" dt="2026-07-30T05:09:51.629" v="2175" actId="21"/>
          <ac:spMkLst>
            <pc:docMk/>
            <pc:sldMk cId="3018565326" sldId="261"/>
            <ac:spMk id="54" creationId="{00000000-0000-0000-0000-000000000000}"/>
          </ac:spMkLst>
        </pc:spChg>
        <pc:spChg chg="del mod topLvl">
          <ac:chgData name="Parth Bahl" userId="48e5a92e-1617-4ce2-9905-5cd7b6f06b36" providerId="ADAL" clId="{5F74A7CC-EE10-4A3B-900B-A893A2B36FDF}" dt="2026-07-30T05:09:51.629" v="2175" actId="21"/>
          <ac:spMkLst>
            <pc:docMk/>
            <pc:sldMk cId="3018565326" sldId="261"/>
            <ac:spMk id="71" creationId="{00000000-0000-0000-0000-000000000000}"/>
          </ac:spMkLst>
        </pc:spChg>
        <pc:spChg chg="del mod topLvl">
          <ac:chgData name="Parth Bahl" userId="48e5a92e-1617-4ce2-9905-5cd7b6f06b36" providerId="ADAL" clId="{5F74A7CC-EE10-4A3B-900B-A893A2B36FDF}" dt="2026-07-30T05:09:51.629" v="2175" actId="21"/>
          <ac:spMkLst>
            <pc:docMk/>
            <pc:sldMk cId="3018565326" sldId="261"/>
            <ac:spMk id="74" creationId="{00000000-0000-0000-0000-000000000000}"/>
          </ac:spMkLst>
        </pc:spChg>
        <pc:spChg chg="del mod topLvl">
          <ac:chgData name="Parth Bahl" userId="48e5a92e-1617-4ce2-9905-5cd7b6f06b36" providerId="ADAL" clId="{5F74A7CC-EE10-4A3B-900B-A893A2B36FDF}" dt="2026-07-30T05:09:51.629" v="2175" actId="21"/>
          <ac:spMkLst>
            <pc:docMk/>
            <pc:sldMk cId="3018565326" sldId="261"/>
            <ac:spMk id="75" creationId="{00000000-0000-0000-0000-000000000000}"/>
          </ac:spMkLst>
        </pc:spChg>
        <pc:spChg chg="del mod topLvl">
          <ac:chgData name="Parth Bahl" userId="48e5a92e-1617-4ce2-9905-5cd7b6f06b36" providerId="ADAL" clId="{5F74A7CC-EE10-4A3B-900B-A893A2B36FDF}" dt="2026-07-30T05:09:51.629" v="2175" actId="21"/>
          <ac:spMkLst>
            <pc:docMk/>
            <pc:sldMk cId="3018565326" sldId="261"/>
            <ac:spMk id="79" creationId="{00000000-0000-0000-0000-000000000000}"/>
          </ac:spMkLst>
        </pc:spChg>
        <pc:spChg chg="del mod">
          <ac:chgData name="Parth Bahl" userId="48e5a92e-1617-4ce2-9905-5cd7b6f06b36" providerId="ADAL" clId="{5F74A7CC-EE10-4A3B-900B-A893A2B36FDF}" dt="2026-07-30T05:09:51.629" v="2175" actId="21"/>
          <ac:spMkLst>
            <pc:docMk/>
            <pc:sldMk cId="3018565326" sldId="261"/>
            <ac:spMk id="82" creationId="{00000000-0000-0000-0000-000000000000}"/>
          </ac:spMkLst>
        </pc:spChg>
        <pc:spChg chg="mod">
          <ac:chgData name="Parth Bahl" userId="48e5a92e-1617-4ce2-9905-5cd7b6f06b36" providerId="ADAL" clId="{5F74A7CC-EE10-4A3B-900B-A893A2B36FDF}" dt="2026-07-30T05:09:02.176" v="1985" actId="1076"/>
          <ac:spMkLst>
            <pc:docMk/>
            <pc:sldMk cId="3018565326" sldId="261"/>
            <ac:spMk id="83" creationId="{00000000-0000-0000-0000-000000000000}"/>
          </ac:spMkLst>
        </pc:spChg>
        <pc:spChg chg="mod">
          <ac:chgData name="Parth Bahl" userId="48e5a92e-1617-4ce2-9905-5cd7b6f06b36" providerId="ADAL" clId="{5F74A7CC-EE10-4A3B-900B-A893A2B36FDF}" dt="2026-07-30T05:09:02.176" v="1985" actId="1076"/>
          <ac:spMkLst>
            <pc:docMk/>
            <pc:sldMk cId="3018565326" sldId="261"/>
            <ac:spMk id="84" creationId="{00000000-0000-0000-0000-000000000000}"/>
          </ac:spMkLst>
        </pc:spChg>
        <pc:spChg chg="mod">
          <ac:chgData name="Parth Bahl" userId="48e5a92e-1617-4ce2-9905-5cd7b6f06b36" providerId="ADAL" clId="{5F74A7CC-EE10-4A3B-900B-A893A2B36FDF}" dt="2026-07-30T05:09:02.176" v="1985" actId="1076"/>
          <ac:spMkLst>
            <pc:docMk/>
            <pc:sldMk cId="3018565326" sldId="261"/>
            <ac:spMk id="85" creationId="{00000000-0000-0000-0000-000000000000}"/>
          </ac:spMkLst>
        </pc:spChg>
        <pc:spChg chg="del">
          <ac:chgData name="Parth Bahl" userId="48e5a92e-1617-4ce2-9905-5cd7b6f06b36" providerId="ADAL" clId="{5F74A7CC-EE10-4A3B-900B-A893A2B36FDF}" dt="2026-07-30T05:08:25.653" v="1976" actId="478"/>
          <ac:spMkLst>
            <pc:docMk/>
            <pc:sldMk cId="3018565326" sldId="261"/>
            <ac:spMk id="86" creationId="{00000000-0000-0000-0000-000000000000}"/>
          </ac:spMkLst>
        </pc:spChg>
        <pc:grpChg chg="mod">
          <ac:chgData name="Parth Bahl" userId="48e5a92e-1617-4ce2-9905-5cd7b6f06b36" providerId="ADAL" clId="{5F74A7CC-EE10-4A3B-900B-A893A2B36FDF}" dt="2026-07-30T05:08:51.247" v="1982" actId="14100"/>
          <ac:grpSpMkLst>
            <pc:docMk/>
            <pc:sldMk cId="3018565326" sldId="261"/>
            <ac:grpSpMk id="88" creationId="{9C242870-15BE-3097-90F0-3606614940BE}"/>
          </ac:grpSpMkLst>
        </pc:grpChg>
      </pc:sldChg>
      <pc:sldChg chg="addSp modSp del mod">
        <pc:chgData name="Parth Bahl" userId="48e5a92e-1617-4ce2-9905-5cd7b6f06b36" providerId="ADAL" clId="{5F74A7CC-EE10-4A3B-900B-A893A2B36FDF}" dt="2026-07-30T05:16:39.855" v="2281" actId="47"/>
        <pc:sldMkLst>
          <pc:docMk/>
          <pc:sldMk cId="3487423645" sldId="262"/>
        </pc:sldMkLst>
        <pc:spChg chg="add">
          <ac:chgData name="Parth Bahl" userId="48e5a92e-1617-4ce2-9905-5cd7b6f06b36" providerId="ADAL" clId="{5F74A7CC-EE10-4A3B-900B-A893A2B36FDF}" dt="2026-07-30T05:10:21.012" v="2180" actId="22"/>
          <ac:spMkLst>
            <pc:docMk/>
            <pc:sldMk cId="3487423645" sldId="262"/>
            <ac:spMk id="7" creationId="{CC7EF664-DBEC-13AA-5BF1-2B77C343A766}"/>
          </ac:spMkLst>
        </pc:spChg>
        <pc:graphicFrameChg chg="modGraphic">
          <ac:chgData name="Parth Bahl" userId="48e5a92e-1617-4ce2-9905-5cd7b6f06b36" providerId="ADAL" clId="{5F74A7CC-EE10-4A3B-900B-A893A2B36FDF}" dt="2026-07-30T05:14:44.432" v="2216" actId="14734"/>
          <ac:graphicFrameMkLst>
            <pc:docMk/>
            <pc:sldMk cId="3487423645" sldId="262"/>
            <ac:graphicFrameMk id="8" creationId="{00000000-0000-0000-0000-000000000000}"/>
          </ac:graphicFrameMkLst>
        </pc:graphicFrameChg>
      </pc:sldChg>
      <pc:sldChg chg="del">
        <pc:chgData name="Parth Bahl" userId="48e5a92e-1617-4ce2-9905-5cd7b6f06b36" providerId="ADAL" clId="{5F74A7CC-EE10-4A3B-900B-A893A2B36FDF}" dt="2026-07-30T05:22:06.724" v="3362" actId="47"/>
        <pc:sldMkLst>
          <pc:docMk/>
          <pc:sldMk cId="3020881219" sldId="263"/>
        </pc:sldMkLst>
      </pc:sldChg>
      <pc:sldChg chg="addSp delSp modSp add del mod">
        <pc:chgData name="Parth Bahl" userId="48e5a92e-1617-4ce2-9905-5cd7b6f06b36" providerId="ADAL" clId="{5F74A7CC-EE10-4A3B-900B-A893A2B36FDF}" dt="2026-07-30T05:23:18.498" v="3464" actId="20577"/>
        <pc:sldMkLst>
          <pc:docMk/>
          <pc:sldMk cId="0" sldId="264"/>
        </pc:sldMkLst>
        <pc:spChg chg="add del mod modVis">
          <ac:chgData name="Parth Bahl" userId="48e5a92e-1617-4ce2-9905-5cd7b6f06b36" providerId="ADAL" clId="{5F74A7CC-EE10-4A3B-900B-A893A2B36FDF}" dt="2026-07-30T05:22:35.987" v="3394"/>
          <ac:spMkLst>
            <pc:docMk/>
            <pc:sldMk cId="0" sldId="264"/>
            <ac:spMk id="3" creationId="{5A93B958-CF74-A772-BFE3-16C6FFED4C9B}"/>
          </ac:spMkLst>
        </pc:spChg>
        <pc:spChg chg="mod">
          <ac:chgData name="Parth Bahl" userId="48e5a92e-1617-4ce2-9905-5cd7b6f06b36" providerId="ADAL" clId="{5F74A7CC-EE10-4A3B-900B-A893A2B36FDF}" dt="2026-07-30T05:22:35.965" v="3372" actId="948"/>
          <ac:spMkLst>
            <pc:docMk/>
            <pc:sldMk cId="0" sldId="264"/>
            <ac:spMk id="11" creationId="{C302A93B-DC50-50F4-205E-E9C37A31FD97}"/>
          </ac:spMkLst>
        </pc:spChg>
        <pc:spChg chg="add mod">
          <ac:chgData name="Parth Bahl" userId="48e5a92e-1617-4ce2-9905-5cd7b6f06b36" providerId="ADAL" clId="{5F74A7CC-EE10-4A3B-900B-A893A2B36FDF}" dt="2026-07-30T05:23:18.498" v="3464" actId="20577"/>
          <ac:spMkLst>
            <pc:docMk/>
            <pc:sldMk cId="0" sldId="264"/>
            <ac:spMk id="12" creationId="{F7293CF5-14BD-4E5F-46BE-5D619FCC28B8}"/>
          </ac:spMkLst>
        </pc:spChg>
        <pc:spChg chg="mod">
          <ac:chgData name="Parth Bahl" userId="48e5a92e-1617-4ce2-9905-5cd7b6f06b36" providerId="ADAL" clId="{5F74A7CC-EE10-4A3B-900B-A893A2B36FDF}" dt="2026-07-30T05:22:35.448" v="3371"/>
          <ac:spMkLst>
            <pc:docMk/>
            <pc:sldMk cId="0" sldId="264"/>
            <ac:spMk id="13" creationId="{E3E5D4A6-DF66-9976-A737-0FA03A730CD6}"/>
          </ac:spMkLst>
        </pc:spChg>
        <pc:graphicFrameChg chg="mod">
          <ac:chgData name="Parth Bahl" userId="48e5a92e-1617-4ce2-9905-5cd7b6f06b36" providerId="ADAL" clId="{5F74A7CC-EE10-4A3B-900B-A893A2B36FDF}" dt="2026-07-30T05:22:35.988" v="3396"/>
          <ac:graphicFrameMkLst>
            <pc:docMk/>
            <pc:sldMk cId="0" sldId="264"/>
            <ac:graphicFrameMk id="15" creationId="{3F7376BC-BBB0-C092-B3A2-E822C92DCCE6}"/>
          </ac:graphicFrameMkLst>
        </pc:graphicFrameChg>
      </pc:sldChg>
      <pc:sldChg chg="mod modShow">
        <pc:chgData name="Parth Bahl" userId="48e5a92e-1617-4ce2-9905-5cd7b6f06b36" providerId="ADAL" clId="{5F74A7CC-EE10-4A3B-900B-A893A2B36FDF}" dt="2026-07-30T05:36:12.579" v="3487" actId="729"/>
        <pc:sldMkLst>
          <pc:docMk/>
          <pc:sldMk cId="2068654111" sldId="265"/>
        </pc:sldMkLst>
      </pc:sldChg>
      <pc:sldChg chg="mod modShow">
        <pc:chgData name="Parth Bahl" userId="48e5a92e-1617-4ce2-9905-5cd7b6f06b36" providerId="ADAL" clId="{5F74A7CC-EE10-4A3B-900B-A893A2B36FDF}" dt="2026-07-30T05:36:12.579" v="3487" actId="729"/>
        <pc:sldMkLst>
          <pc:docMk/>
          <pc:sldMk cId="0" sldId="266"/>
        </pc:sldMkLst>
      </pc:sldChg>
      <pc:sldChg chg="addSp delSp modSp mod">
        <pc:chgData name="Parth Bahl" userId="48e5a92e-1617-4ce2-9905-5cd7b6f06b36" providerId="ADAL" clId="{5F74A7CC-EE10-4A3B-900B-A893A2B36FDF}" dt="2026-07-30T04:48:44.617" v="171" actId="478"/>
        <pc:sldMkLst>
          <pc:docMk/>
          <pc:sldMk cId="2744232564" sldId="2147374976"/>
        </pc:sldMkLst>
        <pc:spChg chg="del mod">
          <ac:chgData name="Parth Bahl" userId="48e5a92e-1617-4ce2-9905-5cd7b6f06b36" providerId="ADAL" clId="{5F74A7CC-EE10-4A3B-900B-A893A2B36FDF}" dt="2026-07-30T04:48:44.617" v="171" actId="478"/>
          <ac:spMkLst>
            <pc:docMk/>
            <pc:sldMk cId="2744232564" sldId="2147374976"/>
            <ac:spMk id="2" creationId="{8111746F-DD50-AA6A-4A74-6DE2299F3559}"/>
          </ac:spMkLst>
        </pc:spChg>
        <pc:spChg chg="add del mod">
          <ac:chgData name="Parth Bahl" userId="48e5a92e-1617-4ce2-9905-5cd7b6f06b36" providerId="ADAL" clId="{5F74A7CC-EE10-4A3B-900B-A893A2B36FDF}" dt="2026-07-30T04:43:07.084" v="4" actId="478"/>
          <ac:spMkLst>
            <pc:docMk/>
            <pc:sldMk cId="2744232564" sldId="2147374976"/>
            <ac:spMk id="7" creationId="{50D04009-6332-BF3A-53D6-149738A372F2}"/>
          </ac:spMkLst>
        </pc:spChg>
        <pc:spChg chg="mod">
          <ac:chgData name="Parth Bahl" userId="48e5a92e-1617-4ce2-9905-5cd7b6f06b36" providerId="ADAL" clId="{5F74A7CC-EE10-4A3B-900B-A893A2B36FDF}" dt="2026-07-30T04:46:46.136" v="83" actId="20577"/>
          <ac:spMkLst>
            <pc:docMk/>
            <pc:sldMk cId="2744232564" sldId="2147374976"/>
            <ac:spMk id="17" creationId="{C0F2873D-B007-AF61-D88E-3675F69279D0}"/>
          </ac:spMkLst>
        </pc:spChg>
        <pc:spChg chg="mod">
          <ac:chgData name="Parth Bahl" userId="48e5a92e-1617-4ce2-9905-5cd7b6f06b36" providerId="ADAL" clId="{5F74A7CC-EE10-4A3B-900B-A893A2B36FDF}" dt="2026-07-30T04:47:02.524" v="88" actId="113"/>
          <ac:spMkLst>
            <pc:docMk/>
            <pc:sldMk cId="2744232564" sldId="2147374976"/>
            <ac:spMk id="19" creationId="{9037260B-A0DA-3D0A-C2D1-F8177EA2EB49}"/>
          </ac:spMkLst>
        </pc:spChg>
        <pc:spChg chg="mod">
          <ac:chgData name="Parth Bahl" userId="48e5a92e-1617-4ce2-9905-5cd7b6f06b36" providerId="ADAL" clId="{5F74A7CC-EE10-4A3B-900B-A893A2B36FDF}" dt="2026-07-30T04:47:02.524" v="88" actId="113"/>
          <ac:spMkLst>
            <pc:docMk/>
            <pc:sldMk cId="2744232564" sldId="2147374976"/>
            <ac:spMk id="20" creationId="{9A6A5894-C769-3AAF-006D-027D7F53F326}"/>
          </ac:spMkLst>
        </pc:spChg>
        <pc:spChg chg="mod">
          <ac:chgData name="Parth Bahl" userId="48e5a92e-1617-4ce2-9905-5cd7b6f06b36" providerId="ADAL" clId="{5F74A7CC-EE10-4A3B-900B-A893A2B36FDF}" dt="2026-07-30T04:46:49.782" v="86" actId="20577"/>
          <ac:spMkLst>
            <pc:docMk/>
            <pc:sldMk cId="2744232564" sldId="2147374976"/>
            <ac:spMk id="21" creationId="{8BE190AC-75C3-063B-A9DA-F21495BAFD2B}"/>
          </ac:spMkLst>
        </pc:spChg>
        <pc:spChg chg="mod">
          <ac:chgData name="Parth Bahl" userId="48e5a92e-1617-4ce2-9905-5cd7b6f06b36" providerId="ADAL" clId="{5F74A7CC-EE10-4A3B-900B-A893A2B36FDF}" dt="2026-07-30T04:47:22.215" v="103" actId="20577"/>
          <ac:spMkLst>
            <pc:docMk/>
            <pc:sldMk cId="2744232564" sldId="2147374976"/>
            <ac:spMk id="22" creationId="{66A44593-E915-5533-8595-A9C9FF255482}"/>
          </ac:spMkLst>
        </pc:spChg>
        <pc:spChg chg="mod">
          <ac:chgData name="Parth Bahl" userId="48e5a92e-1617-4ce2-9905-5cd7b6f06b36" providerId="ADAL" clId="{5F74A7CC-EE10-4A3B-900B-A893A2B36FDF}" dt="2026-07-30T04:48:32.504" v="168"/>
          <ac:spMkLst>
            <pc:docMk/>
            <pc:sldMk cId="2744232564" sldId="2147374976"/>
            <ac:spMk id="24" creationId="{42E19FAE-D59C-6B12-8B2E-22D1CC5200DE}"/>
          </ac:spMkLst>
        </pc:spChg>
        <pc:spChg chg="mod">
          <ac:chgData name="Parth Bahl" userId="48e5a92e-1617-4ce2-9905-5cd7b6f06b36" providerId="ADAL" clId="{5F74A7CC-EE10-4A3B-900B-A893A2B36FDF}" dt="2026-07-30T04:45:00.726" v="70" actId="1076"/>
          <ac:spMkLst>
            <pc:docMk/>
            <pc:sldMk cId="2744232564" sldId="2147374976"/>
            <ac:spMk id="25" creationId="{A042F332-C9E8-9651-7D1E-1286AEE2B84F}"/>
          </ac:spMkLst>
        </pc:spChg>
        <pc:spChg chg="mod">
          <ac:chgData name="Parth Bahl" userId="48e5a92e-1617-4ce2-9905-5cd7b6f06b36" providerId="ADAL" clId="{5F74A7CC-EE10-4A3B-900B-A893A2B36FDF}" dt="2026-07-30T04:48:32.504" v="168"/>
          <ac:spMkLst>
            <pc:docMk/>
            <pc:sldMk cId="2744232564" sldId="2147374976"/>
            <ac:spMk id="26" creationId="{48C00CD0-500E-7142-0764-736B856D0ADD}"/>
          </ac:spMkLst>
        </pc:spChg>
        <pc:spChg chg="add mod">
          <ac:chgData name="Parth Bahl" userId="48e5a92e-1617-4ce2-9905-5cd7b6f06b36" providerId="ADAL" clId="{5F74A7CC-EE10-4A3B-900B-A893A2B36FDF}" dt="2026-07-30T04:48:33.719" v="169" actId="12789"/>
          <ac:spMkLst>
            <pc:docMk/>
            <pc:sldMk cId="2744232564" sldId="2147374976"/>
            <ac:spMk id="28" creationId="{6C700855-C6D1-98CF-9FEB-25CDE5CFDD63}"/>
          </ac:spMkLst>
        </pc:spChg>
        <pc:spChg chg="mod">
          <ac:chgData name="Parth Bahl" userId="48e5a92e-1617-4ce2-9905-5cd7b6f06b36" providerId="ADAL" clId="{5F74A7CC-EE10-4A3B-900B-A893A2B36FDF}" dt="2026-07-30T04:47:09.031" v="91" actId="20577"/>
          <ac:spMkLst>
            <pc:docMk/>
            <pc:sldMk cId="2744232564" sldId="2147374976"/>
            <ac:spMk id="37" creationId="{CCE8EBEA-2656-EA31-5385-228B43996269}"/>
          </ac:spMkLst>
        </pc:spChg>
        <pc:spChg chg="mod">
          <ac:chgData name="Parth Bahl" userId="48e5a92e-1617-4ce2-9905-5cd7b6f06b36" providerId="ADAL" clId="{5F74A7CC-EE10-4A3B-900B-A893A2B36FDF}" dt="2026-07-30T04:47:02.524" v="88" actId="113"/>
          <ac:spMkLst>
            <pc:docMk/>
            <pc:sldMk cId="2744232564" sldId="2147374976"/>
            <ac:spMk id="39" creationId="{AFDC6C5A-1FCA-2659-C5BE-469C921D40DE}"/>
          </ac:spMkLst>
        </pc:spChg>
        <pc:spChg chg="mod">
          <ac:chgData name="Parth Bahl" userId="48e5a92e-1617-4ce2-9905-5cd7b6f06b36" providerId="ADAL" clId="{5F74A7CC-EE10-4A3B-900B-A893A2B36FDF}" dt="2026-07-30T04:47:11.760" v="94" actId="20577"/>
          <ac:spMkLst>
            <pc:docMk/>
            <pc:sldMk cId="2744232564" sldId="2147374976"/>
            <ac:spMk id="41" creationId="{35AA0AC6-4FA4-EE09-8073-180154AA18E5}"/>
          </ac:spMkLst>
        </pc:spChg>
        <pc:spChg chg="mod">
          <ac:chgData name="Parth Bahl" userId="48e5a92e-1617-4ce2-9905-5cd7b6f06b36" providerId="ADAL" clId="{5F74A7CC-EE10-4A3B-900B-A893A2B36FDF}" dt="2026-07-30T04:47:02.524" v="88" actId="113"/>
          <ac:spMkLst>
            <pc:docMk/>
            <pc:sldMk cId="2744232564" sldId="2147374976"/>
            <ac:spMk id="43" creationId="{0D47FE3B-E9FE-8874-E913-5576EA7277EE}"/>
          </ac:spMkLst>
        </pc:spChg>
        <pc:spChg chg="mod">
          <ac:chgData name="Parth Bahl" userId="48e5a92e-1617-4ce2-9905-5cd7b6f06b36" providerId="ADAL" clId="{5F74A7CC-EE10-4A3B-900B-A893A2B36FDF}" dt="2026-07-30T04:47:15.141" v="97" actId="20577"/>
          <ac:spMkLst>
            <pc:docMk/>
            <pc:sldMk cId="2744232564" sldId="2147374976"/>
            <ac:spMk id="45" creationId="{007AA024-3FA9-6087-2562-EE25C32CC714}"/>
          </ac:spMkLst>
        </pc:spChg>
        <pc:spChg chg="mod">
          <ac:chgData name="Parth Bahl" userId="48e5a92e-1617-4ce2-9905-5cd7b6f06b36" providerId="ADAL" clId="{5F74A7CC-EE10-4A3B-900B-A893A2B36FDF}" dt="2026-07-30T04:45:00.726" v="70" actId="1076"/>
          <ac:spMkLst>
            <pc:docMk/>
            <pc:sldMk cId="2744232564" sldId="2147374976"/>
            <ac:spMk id="49" creationId="{FF16B3B9-3EAC-278C-803C-41BA24135F18}"/>
          </ac:spMkLst>
        </pc:spChg>
        <pc:spChg chg="mod">
          <ac:chgData name="Parth Bahl" userId="48e5a92e-1617-4ce2-9905-5cd7b6f06b36" providerId="ADAL" clId="{5F74A7CC-EE10-4A3B-900B-A893A2B36FDF}" dt="2026-07-30T04:47:18.811" v="100" actId="20577"/>
          <ac:spMkLst>
            <pc:docMk/>
            <pc:sldMk cId="2744232564" sldId="2147374976"/>
            <ac:spMk id="61" creationId="{98D3D924-D0B3-EE68-CBB8-DA246248C8E8}"/>
          </ac:spMkLst>
        </pc:spChg>
        <pc:spChg chg="mod">
          <ac:chgData name="Parth Bahl" userId="48e5a92e-1617-4ce2-9905-5cd7b6f06b36" providerId="ADAL" clId="{5F74A7CC-EE10-4A3B-900B-A893A2B36FDF}" dt="2026-07-30T04:47:25.619" v="106" actId="20577"/>
          <ac:spMkLst>
            <pc:docMk/>
            <pc:sldMk cId="2744232564" sldId="2147374976"/>
            <ac:spMk id="65" creationId="{12BDAE21-E382-86E2-1886-C693AD3C5C20}"/>
          </ac:spMkLst>
        </pc:spChg>
        <pc:spChg chg="mod">
          <ac:chgData name="Parth Bahl" userId="48e5a92e-1617-4ce2-9905-5cd7b6f06b36" providerId="ADAL" clId="{5F74A7CC-EE10-4A3B-900B-A893A2B36FDF}" dt="2026-07-30T04:45:00.726" v="70" actId="1076"/>
          <ac:spMkLst>
            <pc:docMk/>
            <pc:sldMk cId="2744232564" sldId="2147374976"/>
            <ac:spMk id="69" creationId="{0B6C58C9-671E-73B3-475A-C458F2F4DD14}"/>
          </ac:spMkLst>
        </pc:spChg>
        <pc:spChg chg="mod">
          <ac:chgData name="Parth Bahl" userId="48e5a92e-1617-4ce2-9905-5cd7b6f06b36" providerId="ADAL" clId="{5F74A7CC-EE10-4A3B-900B-A893A2B36FDF}" dt="2026-07-30T04:47:02.524" v="88" actId="113"/>
          <ac:spMkLst>
            <pc:docMk/>
            <pc:sldMk cId="2744232564" sldId="2147374976"/>
            <ac:spMk id="79" creationId="{10DE7B6F-2DE0-0C44-93D6-AEBC91215008}"/>
          </ac:spMkLst>
        </pc:spChg>
        <pc:spChg chg="mod">
          <ac:chgData name="Parth Bahl" userId="48e5a92e-1617-4ce2-9905-5cd7b6f06b36" providerId="ADAL" clId="{5F74A7CC-EE10-4A3B-900B-A893A2B36FDF}" dt="2026-07-30T04:47:29.275" v="109" actId="20577"/>
          <ac:spMkLst>
            <pc:docMk/>
            <pc:sldMk cId="2744232564" sldId="2147374976"/>
            <ac:spMk id="81" creationId="{83D6D60F-B1EA-3121-E095-C14843CBD843}"/>
          </ac:spMkLst>
        </pc:spChg>
        <pc:spChg chg="mod">
          <ac:chgData name="Parth Bahl" userId="48e5a92e-1617-4ce2-9905-5cd7b6f06b36" providerId="ADAL" clId="{5F74A7CC-EE10-4A3B-900B-A893A2B36FDF}" dt="2026-07-30T04:47:32.750" v="112" actId="20577"/>
          <ac:spMkLst>
            <pc:docMk/>
            <pc:sldMk cId="2744232564" sldId="2147374976"/>
            <ac:spMk id="85" creationId="{0B99F877-D92B-E41D-30ED-A3792551FA7F}"/>
          </ac:spMkLst>
        </pc:spChg>
        <pc:spChg chg="mod">
          <ac:chgData name="Parth Bahl" userId="48e5a92e-1617-4ce2-9905-5cd7b6f06b36" providerId="ADAL" clId="{5F74A7CC-EE10-4A3B-900B-A893A2B36FDF}" dt="2026-07-30T04:47:02.524" v="88" actId="113"/>
          <ac:spMkLst>
            <pc:docMk/>
            <pc:sldMk cId="2744232564" sldId="2147374976"/>
            <ac:spMk id="87" creationId="{07602070-2FA4-7EBF-C79E-04D925C76E1B}"/>
          </ac:spMkLst>
        </pc:spChg>
        <pc:spChg chg="mod">
          <ac:chgData name="Parth Bahl" userId="48e5a92e-1617-4ce2-9905-5cd7b6f06b36" providerId="ADAL" clId="{5F74A7CC-EE10-4A3B-900B-A893A2B36FDF}" dt="2026-07-30T04:47:35.669" v="115" actId="20577"/>
          <ac:spMkLst>
            <pc:docMk/>
            <pc:sldMk cId="2744232564" sldId="2147374976"/>
            <ac:spMk id="89" creationId="{FC5507C4-0747-6149-AFB1-C5C1DB3A8649}"/>
          </ac:spMkLst>
        </pc:spChg>
        <pc:spChg chg="mod">
          <ac:chgData name="Parth Bahl" userId="48e5a92e-1617-4ce2-9905-5cd7b6f06b36" providerId="ADAL" clId="{5F74A7CC-EE10-4A3B-900B-A893A2B36FDF}" dt="2026-07-30T04:45:00.726" v="70" actId="1076"/>
          <ac:spMkLst>
            <pc:docMk/>
            <pc:sldMk cId="2744232564" sldId="2147374976"/>
            <ac:spMk id="93" creationId="{C52CBF7B-C9F2-1798-2FDF-F02256867B35}"/>
          </ac:spMkLst>
        </pc:spChg>
        <pc:spChg chg="mod">
          <ac:chgData name="Parth Bahl" userId="48e5a92e-1617-4ce2-9905-5cd7b6f06b36" providerId="ADAL" clId="{5F74A7CC-EE10-4A3B-900B-A893A2B36FDF}" dt="2026-07-30T04:47:02.524" v="88" actId="113"/>
          <ac:spMkLst>
            <pc:docMk/>
            <pc:sldMk cId="2744232564" sldId="2147374976"/>
            <ac:spMk id="103" creationId="{C6FEC6E4-4569-6F4D-2823-0A3851B58A94}"/>
          </ac:spMkLst>
        </pc:spChg>
        <pc:spChg chg="mod">
          <ac:chgData name="Parth Bahl" userId="48e5a92e-1617-4ce2-9905-5cd7b6f06b36" providerId="ADAL" clId="{5F74A7CC-EE10-4A3B-900B-A893A2B36FDF}" dt="2026-07-30T04:47:39.299" v="118" actId="20577"/>
          <ac:spMkLst>
            <pc:docMk/>
            <pc:sldMk cId="2744232564" sldId="2147374976"/>
            <ac:spMk id="105" creationId="{E0990DF6-6ECB-B306-F6FE-7A4017B19397}"/>
          </ac:spMkLst>
        </pc:spChg>
        <pc:spChg chg="mod">
          <ac:chgData name="Parth Bahl" userId="48e5a92e-1617-4ce2-9905-5cd7b6f06b36" providerId="ADAL" clId="{5F74A7CC-EE10-4A3B-900B-A893A2B36FDF}" dt="2026-07-30T04:45:00.726" v="70" actId="1076"/>
          <ac:spMkLst>
            <pc:docMk/>
            <pc:sldMk cId="2744232564" sldId="2147374976"/>
            <ac:spMk id="109" creationId="{C220A7A8-956C-A978-1870-7F99FE8D10FA}"/>
          </ac:spMkLst>
        </pc:spChg>
        <pc:spChg chg="mod">
          <ac:chgData name="Parth Bahl" userId="48e5a92e-1617-4ce2-9905-5cd7b6f06b36" providerId="ADAL" clId="{5F74A7CC-EE10-4A3B-900B-A893A2B36FDF}" dt="2026-07-30T04:45:40.702" v="74" actId="552"/>
          <ac:spMkLst>
            <pc:docMk/>
            <pc:sldMk cId="2744232564" sldId="2147374976"/>
            <ac:spMk id="129" creationId="{049ACBAA-A53F-2915-127A-AA9540BBAD4C}"/>
          </ac:spMkLst>
        </pc:spChg>
        <pc:spChg chg="add del mod">
          <ac:chgData name="Parth Bahl" userId="48e5a92e-1617-4ce2-9905-5cd7b6f06b36" providerId="ADAL" clId="{5F74A7CC-EE10-4A3B-900B-A893A2B36FDF}" dt="2026-07-30T04:43:52.809" v="25" actId="478"/>
          <ac:spMkLst>
            <pc:docMk/>
            <pc:sldMk cId="2744232564" sldId="2147374976"/>
            <ac:spMk id="136" creationId="{C71AE02F-F3E8-022C-EB77-48650854246F}"/>
          </ac:spMkLst>
        </pc:spChg>
        <pc:spChg chg="del mod">
          <ac:chgData name="Parth Bahl" userId="48e5a92e-1617-4ce2-9905-5cd7b6f06b36" providerId="ADAL" clId="{5F74A7CC-EE10-4A3B-900B-A893A2B36FDF}" dt="2026-07-30T04:44:28.608" v="57" actId="478"/>
          <ac:spMkLst>
            <pc:docMk/>
            <pc:sldMk cId="2744232564" sldId="2147374976"/>
            <ac:spMk id="139" creationId="{C6D9E29A-84EA-42AC-8651-8A448499A207}"/>
          </ac:spMkLst>
        </pc:spChg>
        <pc:spChg chg="del mod">
          <ac:chgData name="Parth Bahl" userId="48e5a92e-1617-4ce2-9905-5cd7b6f06b36" providerId="ADAL" clId="{5F74A7CC-EE10-4A3B-900B-A893A2B36FDF}" dt="2026-07-30T04:44:26.999" v="56" actId="478"/>
          <ac:spMkLst>
            <pc:docMk/>
            <pc:sldMk cId="2744232564" sldId="2147374976"/>
            <ac:spMk id="140" creationId="{3229E6E9-60F8-B2DA-D2BB-E57C38B58B75}"/>
          </ac:spMkLst>
        </pc:spChg>
        <pc:spChg chg="del mod">
          <ac:chgData name="Parth Bahl" userId="48e5a92e-1617-4ce2-9905-5cd7b6f06b36" providerId="ADAL" clId="{5F74A7CC-EE10-4A3B-900B-A893A2B36FDF}" dt="2026-07-30T04:44:25.744" v="55" actId="478"/>
          <ac:spMkLst>
            <pc:docMk/>
            <pc:sldMk cId="2744232564" sldId="2147374976"/>
            <ac:spMk id="141" creationId="{8D3CAC26-6F60-7F50-6371-FFFB02F92FBD}"/>
          </ac:spMkLst>
        </pc:spChg>
        <pc:spChg chg="del mod">
          <ac:chgData name="Parth Bahl" userId="48e5a92e-1617-4ce2-9905-5cd7b6f06b36" providerId="ADAL" clId="{5F74A7CC-EE10-4A3B-900B-A893A2B36FDF}" dt="2026-07-30T04:44:38.529" v="67" actId="478"/>
          <ac:spMkLst>
            <pc:docMk/>
            <pc:sldMk cId="2744232564" sldId="2147374976"/>
            <ac:spMk id="142" creationId="{1A3A05F0-B4EC-53CD-0BAE-FF30BB5E2877}"/>
          </ac:spMkLst>
        </pc:spChg>
        <pc:grpChg chg="add mod">
          <ac:chgData name="Parth Bahl" userId="48e5a92e-1617-4ce2-9905-5cd7b6f06b36" providerId="ADAL" clId="{5F74A7CC-EE10-4A3B-900B-A893A2B36FDF}" dt="2026-07-30T04:46:03.053" v="79" actId="555"/>
          <ac:grpSpMkLst>
            <pc:docMk/>
            <pc:sldMk cId="2744232564" sldId="2147374976"/>
            <ac:grpSpMk id="18" creationId="{1FB20087-1A0E-0293-44A5-A35267F9432A}"/>
          </ac:grpSpMkLst>
        </pc:grpChg>
        <pc:grpChg chg="add mod">
          <ac:chgData name="Parth Bahl" userId="48e5a92e-1617-4ce2-9905-5cd7b6f06b36" providerId="ADAL" clId="{5F74A7CC-EE10-4A3B-900B-A893A2B36FDF}" dt="2026-07-30T04:48:41.448" v="170" actId="1076"/>
          <ac:grpSpMkLst>
            <pc:docMk/>
            <pc:sldMk cId="2744232564" sldId="2147374976"/>
            <ac:grpSpMk id="23" creationId="{16EAF10B-24AB-050D-552E-9A6FE5F1AD11}"/>
          </ac:grpSpMkLst>
        </pc:grpChg>
        <pc:grpChg chg="mod">
          <ac:chgData name="Parth Bahl" userId="48e5a92e-1617-4ce2-9905-5cd7b6f06b36" providerId="ADAL" clId="{5F74A7CC-EE10-4A3B-900B-A893A2B36FDF}" dt="2026-07-30T04:47:49.856" v="119" actId="1076"/>
          <ac:grpSpMkLst>
            <pc:docMk/>
            <pc:sldMk cId="2744232564" sldId="2147374976"/>
            <ac:grpSpMk id="118" creationId="{C311F8BF-CA87-9BF5-B582-10D8170E9D54}"/>
          </ac:grpSpMkLst>
        </pc:grpChg>
        <pc:grpChg chg="mod">
          <ac:chgData name="Parth Bahl" userId="48e5a92e-1617-4ce2-9905-5cd7b6f06b36" providerId="ADAL" clId="{5F74A7CC-EE10-4A3B-900B-A893A2B36FDF}" dt="2026-07-30T04:47:49.856" v="119" actId="1076"/>
          <ac:grpSpMkLst>
            <pc:docMk/>
            <pc:sldMk cId="2744232564" sldId="2147374976"/>
            <ac:grpSpMk id="119" creationId="{07125449-9856-8844-42A8-D65B113A849D}"/>
          </ac:grpSpMkLst>
        </pc:grpChg>
        <pc:grpChg chg="mod">
          <ac:chgData name="Parth Bahl" userId="48e5a92e-1617-4ce2-9905-5cd7b6f06b36" providerId="ADAL" clId="{5F74A7CC-EE10-4A3B-900B-A893A2B36FDF}" dt="2026-07-30T04:46:03.053" v="79" actId="555"/>
          <ac:grpSpMkLst>
            <pc:docMk/>
            <pc:sldMk cId="2744232564" sldId="2147374976"/>
            <ac:grpSpMk id="121" creationId="{21E79254-3196-1B7C-4757-6842233A7A76}"/>
          </ac:grpSpMkLst>
        </pc:grpChg>
        <pc:grpChg chg="mod">
          <ac:chgData name="Parth Bahl" userId="48e5a92e-1617-4ce2-9905-5cd7b6f06b36" providerId="ADAL" clId="{5F74A7CC-EE10-4A3B-900B-A893A2B36FDF}" dt="2026-07-30T04:47:49.856" v="119" actId="1076"/>
          <ac:grpSpMkLst>
            <pc:docMk/>
            <pc:sldMk cId="2744232564" sldId="2147374976"/>
            <ac:grpSpMk id="123" creationId="{FEA2ADBA-9432-FC83-7342-F416EC33944F}"/>
          </ac:grpSpMkLst>
        </pc:grpChg>
        <pc:grpChg chg="mod">
          <ac:chgData name="Parth Bahl" userId="48e5a92e-1617-4ce2-9905-5cd7b6f06b36" providerId="ADAL" clId="{5F74A7CC-EE10-4A3B-900B-A893A2B36FDF}" dt="2026-07-30T04:47:49.856" v="119" actId="1076"/>
          <ac:grpSpMkLst>
            <pc:docMk/>
            <pc:sldMk cId="2744232564" sldId="2147374976"/>
            <ac:grpSpMk id="125" creationId="{F613550C-950A-5483-5182-4153F9ED0511}"/>
          </ac:grpSpMkLst>
        </pc:grpChg>
        <pc:grpChg chg="mod">
          <ac:chgData name="Parth Bahl" userId="48e5a92e-1617-4ce2-9905-5cd7b6f06b36" providerId="ADAL" clId="{5F74A7CC-EE10-4A3B-900B-A893A2B36FDF}" dt="2026-07-30T04:47:49.856" v="119" actId="1076"/>
          <ac:grpSpMkLst>
            <pc:docMk/>
            <pc:sldMk cId="2744232564" sldId="2147374976"/>
            <ac:grpSpMk id="128" creationId="{3FF4E465-1D4D-20A8-BA69-995FC24EC573}"/>
          </ac:grpSpMkLst>
        </pc:grpChg>
        <pc:grpChg chg="mod">
          <ac:chgData name="Parth Bahl" userId="48e5a92e-1617-4ce2-9905-5cd7b6f06b36" providerId="ADAL" clId="{5F74A7CC-EE10-4A3B-900B-A893A2B36FDF}" dt="2026-07-30T04:47:49.856" v="119" actId="1076"/>
          <ac:grpSpMkLst>
            <pc:docMk/>
            <pc:sldMk cId="2744232564" sldId="2147374976"/>
            <ac:grpSpMk id="130" creationId="{5543DE73-65B0-7A33-23FB-4329505EC13B}"/>
          </ac:grpSpMkLst>
        </pc:grpChg>
        <pc:grpChg chg="mod">
          <ac:chgData name="Parth Bahl" userId="48e5a92e-1617-4ce2-9905-5cd7b6f06b36" providerId="ADAL" clId="{5F74A7CC-EE10-4A3B-900B-A893A2B36FDF}" dt="2026-07-30T04:47:49.856" v="119" actId="1076"/>
          <ac:grpSpMkLst>
            <pc:docMk/>
            <pc:sldMk cId="2744232564" sldId="2147374976"/>
            <ac:grpSpMk id="131" creationId="{8961612F-863E-DF93-6057-C1ADA3CCAD43}"/>
          </ac:grpSpMkLst>
        </pc:grpChg>
        <pc:grpChg chg="mod">
          <ac:chgData name="Parth Bahl" userId="48e5a92e-1617-4ce2-9905-5cd7b6f06b36" providerId="ADAL" clId="{5F74A7CC-EE10-4A3B-900B-A893A2B36FDF}" dt="2026-07-30T04:47:49.856" v="119" actId="1076"/>
          <ac:grpSpMkLst>
            <pc:docMk/>
            <pc:sldMk cId="2744232564" sldId="2147374976"/>
            <ac:grpSpMk id="132" creationId="{3D5867E5-20D7-032C-6ED7-096652FF2B83}"/>
          </ac:grpSpMkLst>
        </pc:grpChg>
        <pc:grpChg chg="mod">
          <ac:chgData name="Parth Bahl" userId="48e5a92e-1617-4ce2-9905-5cd7b6f06b36" providerId="ADAL" clId="{5F74A7CC-EE10-4A3B-900B-A893A2B36FDF}" dt="2026-07-30T04:47:49.856" v="119" actId="1076"/>
          <ac:grpSpMkLst>
            <pc:docMk/>
            <pc:sldMk cId="2744232564" sldId="2147374976"/>
            <ac:grpSpMk id="133" creationId="{BCF677AE-A85F-D098-8D12-B3CA206AD25A}"/>
          </ac:grpSpMkLst>
        </pc:grpChg>
        <pc:grpChg chg="mod">
          <ac:chgData name="Parth Bahl" userId="48e5a92e-1617-4ce2-9905-5cd7b6f06b36" providerId="ADAL" clId="{5F74A7CC-EE10-4A3B-900B-A893A2B36FDF}" dt="2026-07-30T04:47:49.856" v="119" actId="1076"/>
          <ac:grpSpMkLst>
            <pc:docMk/>
            <pc:sldMk cId="2744232564" sldId="2147374976"/>
            <ac:grpSpMk id="134" creationId="{635AAB78-E5CB-27CC-6ABA-93D6D07F0B9A}"/>
          </ac:grpSpMkLst>
        </pc:grpChg>
        <pc:cxnChg chg="add del mod">
          <ac:chgData name="Parth Bahl" userId="48e5a92e-1617-4ce2-9905-5cd7b6f06b36" providerId="ADAL" clId="{5F74A7CC-EE10-4A3B-900B-A893A2B36FDF}" dt="2026-07-30T04:43:07.084" v="4" actId="478"/>
          <ac:cxnSpMkLst>
            <pc:docMk/>
            <pc:sldMk cId="2744232564" sldId="2147374976"/>
            <ac:cxnSpMk id="4" creationId="{49425077-55B6-7AFA-8D4C-77EF0B4E41EC}"/>
          </ac:cxnSpMkLst>
        </pc:cxnChg>
        <pc:cxnChg chg="add mod">
          <ac:chgData name="Parth Bahl" userId="48e5a92e-1617-4ce2-9905-5cd7b6f06b36" providerId="ADAL" clId="{5F74A7CC-EE10-4A3B-900B-A893A2B36FDF}" dt="2026-07-30T04:45:40.702" v="74" actId="552"/>
          <ac:cxnSpMkLst>
            <pc:docMk/>
            <pc:sldMk cId="2744232564" sldId="2147374976"/>
            <ac:cxnSpMk id="10" creationId="{1A22D489-0FA0-C3EF-F316-5037A1A50DB5}"/>
          </ac:cxnSpMkLst>
        </pc:cxnChg>
        <pc:cxnChg chg="add mod">
          <ac:chgData name="Parth Bahl" userId="48e5a92e-1617-4ce2-9905-5cd7b6f06b36" providerId="ADAL" clId="{5F74A7CC-EE10-4A3B-900B-A893A2B36FDF}" dt="2026-07-30T04:44:53.432" v="69" actId="1076"/>
          <ac:cxnSpMkLst>
            <pc:docMk/>
            <pc:sldMk cId="2744232564" sldId="2147374976"/>
            <ac:cxnSpMk id="11" creationId="{F39CEFD8-3D9E-2A95-EA5E-8B5DBF35C82A}"/>
          </ac:cxnSpMkLst>
        </pc:cxnChg>
        <pc:cxnChg chg="add mod">
          <ac:chgData name="Parth Bahl" userId="48e5a92e-1617-4ce2-9905-5cd7b6f06b36" providerId="ADAL" clId="{5F74A7CC-EE10-4A3B-900B-A893A2B36FDF}" dt="2026-07-30T04:44:53.432" v="69" actId="1076"/>
          <ac:cxnSpMkLst>
            <pc:docMk/>
            <pc:sldMk cId="2744232564" sldId="2147374976"/>
            <ac:cxnSpMk id="12" creationId="{804AF5FF-BC03-AE92-A96D-CCE638514DA0}"/>
          </ac:cxnSpMkLst>
        </pc:cxnChg>
        <pc:cxnChg chg="add mod">
          <ac:chgData name="Parth Bahl" userId="48e5a92e-1617-4ce2-9905-5cd7b6f06b36" providerId="ADAL" clId="{5F74A7CC-EE10-4A3B-900B-A893A2B36FDF}" dt="2026-07-30T04:44:53.432" v="69" actId="1076"/>
          <ac:cxnSpMkLst>
            <pc:docMk/>
            <pc:sldMk cId="2744232564" sldId="2147374976"/>
            <ac:cxnSpMk id="14" creationId="{84D3000E-2F36-772A-9859-B6677456D69E}"/>
          </ac:cxnSpMkLst>
        </pc:cxnChg>
        <pc:cxnChg chg="add mod">
          <ac:chgData name="Parth Bahl" userId="48e5a92e-1617-4ce2-9905-5cd7b6f06b36" providerId="ADAL" clId="{5F74A7CC-EE10-4A3B-900B-A893A2B36FDF}" dt="2026-07-30T04:44:53.432" v="69" actId="1076"/>
          <ac:cxnSpMkLst>
            <pc:docMk/>
            <pc:sldMk cId="2744232564" sldId="2147374976"/>
            <ac:cxnSpMk id="16" creationId="{FB1F71F0-0E26-825D-92E7-251837884852}"/>
          </ac:cxnSpMkLst>
        </pc:cxnChg>
      </pc:sldChg>
      <pc:sldChg chg="addSp delSp modSp mod">
        <pc:chgData name="Parth Bahl" userId="48e5a92e-1617-4ce2-9905-5cd7b6f06b36" providerId="ADAL" clId="{5F74A7CC-EE10-4A3B-900B-A893A2B36FDF}" dt="2026-07-30T05:11:27.175" v="2185" actId="20577"/>
        <pc:sldMkLst>
          <pc:docMk/>
          <pc:sldMk cId="1389337017" sldId="2147374978"/>
        </pc:sldMkLst>
        <pc:spChg chg="mod">
          <ac:chgData name="Parth Bahl" userId="48e5a92e-1617-4ce2-9905-5cd7b6f06b36" providerId="ADAL" clId="{5F74A7CC-EE10-4A3B-900B-A893A2B36FDF}" dt="2026-07-30T05:07:38.392" v="1895" actId="948"/>
          <ac:spMkLst>
            <pc:docMk/>
            <pc:sldMk cId="1389337017" sldId="2147374978"/>
            <ac:spMk id="2" creationId="{F3639A8F-7844-1683-5929-0C3B3AAD1AAE}"/>
          </ac:spMkLst>
        </pc:spChg>
        <pc:spChg chg="mod">
          <ac:chgData name="Parth Bahl" userId="48e5a92e-1617-4ce2-9905-5cd7b6f06b36" providerId="ADAL" clId="{5F74A7CC-EE10-4A3B-900B-A893A2B36FDF}" dt="2026-07-30T05:07:21.584" v="1840" actId="1076"/>
          <ac:spMkLst>
            <pc:docMk/>
            <pc:sldMk cId="1389337017" sldId="2147374978"/>
            <ac:spMk id="3" creationId="{115AC6A3-1E45-30BE-1CA8-8C41DDC1691C}"/>
          </ac:spMkLst>
        </pc:spChg>
        <pc:spChg chg="add del mod modVis">
          <ac:chgData name="Parth Bahl" userId="48e5a92e-1617-4ce2-9905-5cd7b6f06b36" providerId="ADAL" clId="{5F74A7CC-EE10-4A3B-900B-A893A2B36FDF}" dt="2026-07-30T05:07:34.841" v="1864"/>
          <ac:spMkLst>
            <pc:docMk/>
            <pc:sldMk cId="1389337017" sldId="2147374978"/>
            <ac:spMk id="4" creationId="{2ABADCF1-80BD-D1ED-E8ED-2AF2CA53AE06}"/>
          </ac:spMkLst>
        </pc:spChg>
        <pc:spChg chg="add del mod modVis">
          <ac:chgData name="Parth Bahl" userId="48e5a92e-1617-4ce2-9905-5cd7b6f06b36" providerId="ADAL" clId="{5F74A7CC-EE10-4A3B-900B-A893A2B36FDF}" dt="2026-07-30T05:07:37.286" v="1890"/>
          <ac:spMkLst>
            <pc:docMk/>
            <pc:sldMk cId="1389337017" sldId="2147374978"/>
            <ac:spMk id="6" creationId="{6177A87A-2BB4-773E-E217-E5ABE81F010D}"/>
          </ac:spMkLst>
        </pc:spChg>
        <pc:spChg chg="add del mod modVis">
          <ac:chgData name="Parth Bahl" userId="48e5a92e-1617-4ce2-9905-5cd7b6f06b36" providerId="ADAL" clId="{5F74A7CC-EE10-4A3B-900B-A893A2B36FDF}" dt="2026-07-30T05:07:38.418" v="1917"/>
          <ac:spMkLst>
            <pc:docMk/>
            <pc:sldMk cId="1389337017" sldId="2147374978"/>
            <ac:spMk id="7" creationId="{86439197-B075-2FC7-B9B3-4ADE8F1402F1}"/>
          </ac:spMkLst>
        </pc:spChg>
        <pc:spChg chg="mod">
          <ac:chgData name="Parth Bahl" userId="48e5a92e-1617-4ce2-9905-5cd7b6f06b36" providerId="ADAL" clId="{5F74A7CC-EE10-4A3B-900B-A893A2B36FDF}" dt="2026-07-30T05:11:27.175" v="2185" actId="20577"/>
          <ac:spMkLst>
            <pc:docMk/>
            <pc:sldMk cId="1389337017" sldId="2147374978"/>
            <ac:spMk id="31" creationId="{2238E9E9-72B9-EA73-7033-D13BAE0C5314}"/>
          </ac:spMkLst>
        </pc:spChg>
        <pc:spChg chg="mod">
          <ac:chgData name="Parth Bahl" userId="48e5a92e-1617-4ce2-9905-5cd7b6f06b36" providerId="ADAL" clId="{5F74A7CC-EE10-4A3B-900B-A893A2B36FDF}" dt="2026-07-30T05:11:03.556" v="2184" actId="20577"/>
          <ac:spMkLst>
            <pc:docMk/>
            <pc:sldMk cId="1389337017" sldId="2147374978"/>
            <ac:spMk id="71" creationId="{5E7D4FD8-1952-923F-9886-AC56E643378B}"/>
          </ac:spMkLst>
        </pc:spChg>
        <pc:graphicFrameChg chg="mod">
          <ac:chgData name="Parth Bahl" userId="48e5a92e-1617-4ce2-9905-5cd7b6f06b36" providerId="ADAL" clId="{5F74A7CC-EE10-4A3B-900B-A893A2B36FDF}" dt="2026-07-30T05:07:38.420" v="1919"/>
          <ac:graphicFrameMkLst>
            <pc:docMk/>
            <pc:sldMk cId="1389337017" sldId="2147374978"/>
            <ac:graphicFrameMk id="5" creationId="{026CDDFA-EFB3-856B-10A8-E24E4233A898}"/>
          </ac:graphicFrameMkLst>
        </pc:graphicFrameChg>
      </pc:sldChg>
      <pc:sldChg chg="ord">
        <pc:chgData name="Parth Bahl" userId="48e5a92e-1617-4ce2-9905-5cd7b6f06b36" providerId="ADAL" clId="{5F74A7CC-EE10-4A3B-900B-A893A2B36FDF}" dt="2026-07-30T05:22:20.408" v="3364"/>
        <pc:sldMkLst>
          <pc:docMk/>
          <pc:sldMk cId="314651437" sldId="2147374979"/>
        </pc:sldMkLst>
      </pc:sldChg>
      <pc:sldChg chg="modSp mod">
        <pc:chgData name="Parth Bahl" userId="48e5a92e-1617-4ce2-9905-5cd7b6f06b36" providerId="ADAL" clId="{5F74A7CC-EE10-4A3B-900B-A893A2B36FDF}" dt="2026-07-30T05:24:02.555" v="3485"/>
        <pc:sldMkLst>
          <pc:docMk/>
          <pc:sldMk cId="837576938" sldId="2147374980"/>
        </pc:sldMkLst>
        <pc:spChg chg="mod">
          <ac:chgData name="Parth Bahl" userId="48e5a92e-1617-4ce2-9905-5cd7b6f06b36" providerId="ADAL" clId="{5F74A7CC-EE10-4A3B-900B-A893A2B36FDF}" dt="2026-07-30T05:24:02.546" v="3475" actId="207"/>
          <ac:spMkLst>
            <pc:docMk/>
            <pc:sldMk cId="837576938" sldId="2147374980"/>
            <ac:spMk id="6" creationId="{192DB789-515B-4504-BE53-6445F2427687}"/>
          </ac:spMkLst>
        </pc:spChg>
        <pc:spChg chg="mod">
          <ac:chgData name="Parth Bahl" userId="48e5a92e-1617-4ce2-9905-5cd7b6f06b36" providerId="ADAL" clId="{5F74A7CC-EE10-4A3B-900B-A893A2B36FDF}" dt="2026-07-30T05:24:02.540" v="3471"/>
          <ac:spMkLst>
            <pc:docMk/>
            <pc:sldMk cId="837576938" sldId="2147374980"/>
            <ac:spMk id="30" creationId="{A98D5C2C-8294-CBBD-DBE5-96CE664DCD21}"/>
          </ac:spMkLst>
        </pc:spChg>
        <pc:spChg chg="mod">
          <ac:chgData name="Parth Bahl" userId="48e5a92e-1617-4ce2-9905-5cd7b6f06b36" providerId="ADAL" clId="{5F74A7CC-EE10-4A3B-900B-A893A2B36FDF}" dt="2026-07-30T05:24:02.538" v="3468"/>
          <ac:spMkLst>
            <pc:docMk/>
            <pc:sldMk cId="837576938" sldId="2147374980"/>
            <ac:spMk id="34" creationId="{C99D6C01-8D44-320E-DE5C-973BE0E8D9FD}"/>
          </ac:spMkLst>
        </pc:spChg>
        <pc:graphicFrameChg chg="mod">
          <ac:chgData name="Parth Bahl" userId="48e5a92e-1617-4ce2-9905-5cd7b6f06b36" providerId="ADAL" clId="{5F74A7CC-EE10-4A3B-900B-A893A2B36FDF}" dt="2026-07-30T05:24:02.555" v="3485"/>
          <ac:graphicFrameMkLst>
            <pc:docMk/>
            <pc:sldMk cId="837576938" sldId="2147374980"/>
            <ac:graphicFrameMk id="8" creationId="{B06B19E1-8A3B-1087-EA66-A8BBBAE0D2DF}"/>
          </ac:graphicFrameMkLst>
        </pc:graphicFrameChg>
      </pc:sldChg>
      <pc:sldChg chg="modSp mod">
        <pc:chgData name="Parth Bahl" userId="48e5a92e-1617-4ce2-9905-5cd7b6f06b36" providerId="ADAL" clId="{5F74A7CC-EE10-4A3B-900B-A893A2B36FDF}" dt="2026-07-30T05:24:02.552" v="3483"/>
        <pc:sldMkLst>
          <pc:docMk/>
          <pc:sldMk cId="289739957" sldId="2147374983"/>
        </pc:sldMkLst>
        <pc:spChg chg="mod">
          <ac:chgData name="Parth Bahl" userId="48e5a92e-1617-4ce2-9905-5cd7b6f06b36" providerId="ADAL" clId="{5F74A7CC-EE10-4A3B-900B-A893A2B36FDF}" dt="2026-07-30T05:24:02.536" v="3466"/>
          <ac:spMkLst>
            <pc:docMk/>
            <pc:sldMk cId="289739957" sldId="2147374983"/>
            <ac:spMk id="2" creationId="{56F0D49C-6E8F-E50E-2BC3-239F50E1A16E}"/>
          </ac:spMkLst>
        </pc:spChg>
        <pc:spChg chg="mod">
          <ac:chgData name="Parth Bahl" userId="48e5a92e-1617-4ce2-9905-5cd7b6f06b36" providerId="ADAL" clId="{5F74A7CC-EE10-4A3B-900B-A893A2B36FDF}" dt="2026-07-30T05:24:02.547" v="3477" actId="207"/>
          <ac:spMkLst>
            <pc:docMk/>
            <pc:sldMk cId="289739957" sldId="2147374983"/>
            <ac:spMk id="6" creationId="{75162113-8109-D8DB-5C00-AE3C58588D76}"/>
          </ac:spMkLst>
        </pc:spChg>
        <pc:spChg chg="mod">
          <ac:chgData name="Parth Bahl" userId="48e5a92e-1617-4ce2-9905-5cd7b6f06b36" providerId="ADAL" clId="{5F74A7CC-EE10-4A3B-900B-A893A2B36FDF}" dt="2026-07-30T05:24:02.539" v="3469"/>
          <ac:spMkLst>
            <pc:docMk/>
            <pc:sldMk cId="289739957" sldId="2147374983"/>
            <ac:spMk id="13" creationId="{66F94A0A-8615-7956-D828-A6A4A78DF986}"/>
          </ac:spMkLst>
        </pc:spChg>
        <pc:graphicFrameChg chg="mod">
          <ac:chgData name="Parth Bahl" userId="48e5a92e-1617-4ce2-9905-5cd7b6f06b36" providerId="ADAL" clId="{5F74A7CC-EE10-4A3B-900B-A893A2B36FDF}" dt="2026-07-30T05:24:02.552" v="3483"/>
          <ac:graphicFrameMkLst>
            <pc:docMk/>
            <pc:sldMk cId="289739957" sldId="2147374983"/>
            <ac:graphicFrameMk id="8" creationId="{55B37BF5-0906-19D3-4EFC-F02CCBDD7069}"/>
          </ac:graphicFrameMkLst>
        </pc:graphicFrameChg>
      </pc:sldChg>
      <pc:sldChg chg="modSp mod">
        <pc:chgData name="Parth Bahl" userId="48e5a92e-1617-4ce2-9905-5cd7b6f06b36" providerId="ADAL" clId="{5F74A7CC-EE10-4A3B-900B-A893A2B36FDF}" dt="2026-07-30T05:24:02.550" v="3481"/>
        <pc:sldMkLst>
          <pc:docMk/>
          <pc:sldMk cId="1437697559" sldId="2147374984"/>
        </pc:sldMkLst>
        <pc:spChg chg="mod">
          <ac:chgData name="Parth Bahl" userId="48e5a92e-1617-4ce2-9905-5cd7b6f06b36" providerId="ADAL" clId="{5F74A7CC-EE10-4A3B-900B-A893A2B36FDF}" dt="2026-07-30T05:24:02.537" v="3467"/>
          <ac:spMkLst>
            <pc:docMk/>
            <pc:sldMk cId="1437697559" sldId="2147374984"/>
            <ac:spMk id="3" creationId="{B7A5AACC-941F-84DC-BDB0-218DEC7BE339}"/>
          </ac:spMkLst>
        </pc:spChg>
        <pc:spChg chg="mod">
          <ac:chgData name="Parth Bahl" userId="48e5a92e-1617-4ce2-9905-5cd7b6f06b36" providerId="ADAL" clId="{5F74A7CC-EE10-4A3B-900B-A893A2B36FDF}" dt="2026-07-30T05:24:02.541" v="3473"/>
          <ac:spMkLst>
            <pc:docMk/>
            <pc:sldMk cId="1437697559" sldId="2147374984"/>
            <ac:spMk id="5" creationId="{F31A9CDC-AF53-9895-73E5-ED4DE971DC3E}"/>
          </ac:spMkLst>
        </pc:spChg>
        <pc:spChg chg="mod">
          <ac:chgData name="Parth Bahl" userId="48e5a92e-1617-4ce2-9905-5cd7b6f06b36" providerId="ADAL" clId="{5F74A7CC-EE10-4A3B-900B-A893A2B36FDF}" dt="2026-07-30T05:24:02.549" v="3479" actId="207"/>
          <ac:spMkLst>
            <pc:docMk/>
            <pc:sldMk cId="1437697559" sldId="2147374984"/>
            <ac:spMk id="6" creationId="{90530FD3-6BAF-A413-5F5C-F8545C26D432}"/>
          </ac:spMkLst>
        </pc:spChg>
        <pc:graphicFrameChg chg="mod">
          <ac:chgData name="Parth Bahl" userId="48e5a92e-1617-4ce2-9905-5cd7b6f06b36" providerId="ADAL" clId="{5F74A7CC-EE10-4A3B-900B-A893A2B36FDF}" dt="2026-07-30T05:24:02.550" v="3481"/>
          <ac:graphicFrameMkLst>
            <pc:docMk/>
            <pc:sldMk cId="1437697559" sldId="2147374984"/>
            <ac:graphicFrameMk id="8" creationId="{4661C57F-D316-4B1E-AC7C-844AC21B7C99}"/>
          </ac:graphicFrameMkLst>
        </pc:graphicFrameChg>
      </pc:sldChg>
      <pc:sldChg chg="del">
        <pc:chgData name="Parth Bahl" userId="48e5a92e-1617-4ce2-9905-5cd7b6f06b36" providerId="ADAL" clId="{5F74A7CC-EE10-4A3B-900B-A893A2B36FDF}" dt="2026-07-30T05:36:03.255" v="3486" actId="47"/>
        <pc:sldMkLst>
          <pc:docMk/>
          <pc:sldMk cId="4098748568" sldId="2147374985"/>
        </pc:sldMkLst>
      </pc:sldChg>
      <pc:sldChg chg="addSp delSp modSp new del mod">
        <pc:chgData name="Parth Bahl" userId="48e5a92e-1617-4ce2-9905-5cd7b6f06b36" providerId="ADAL" clId="{5F74A7CC-EE10-4A3B-900B-A893A2B36FDF}" dt="2026-07-30T04:57:38.522" v="1047" actId="47"/>
        <pc:sldMkLst>
          <pc:docMk/>
          <pc:sldMk cId="3261295003" sldId="2147374986"/>
        </pc:sldMkLst>
        <pc:spChg chg="mod">
          <ac:chgData name="Parth Bahl" userId="48e5a92e-1617-4ce2-9905-5cd7b6f06b36" providerId="ADAL" clId="{5F74A7CC-EE10-4A3B-900B-A893A2B36FDF}" dt="2026-07-30T04:55:46.782" v="185"/>
          <ac:spMkLst>
            <pc:docMk/>
            <pc:sldMk cId="3261295003" sldId="2147374986"/>
            <ac:spMk id="2" creationId="{DCC59138-DFE9-F337-6EE1-51C6190A6892}"/>
          </ac:spMkLst>
        </pc:spChg>
        <pc:spChg chg="mod">
          <ac:chgData name="Parth Bahl" userId="48e5a92e-1617-4ce2-9905-5cd7b6f06b36" providerId="ADAL" clId="{5F74A7CC-EE10-4A3B-900B-A893A2B36FDF}" dt="2026-07-30T04:55:46.783" v="186"/>
          <ac:spMkLst>
            <pc:docMk/>
            <pc:sldMk cId="3261295003" sldId="2147374986"/>
            <ac:spMk id="3" creationId="{34CCDB45-4570-548D-4AF8-CF29CF9AAC2D}"/>
          </ac:spMkLst>
        </pc:spChg>
        <pc:spChg chg="mod">
          <ac:chgData name="Parth Bahl" userId="48e5a92e-1617-4ce2-9905-5cd7b6f06b36" providerId="ADAL" clId="{5F74A7CC-EE10-4A3B-900B-A893A2B36FDF}" dt="2026-07-30T04:55:46.784" v="187"/>
          <ac:spMkLst>
            <pc:docMk/>
            <pc:sldMk cId="3261295003" sldId="2147374986"/>
            <ac:spMk id="4" creationId="{12246558-C453-2918-BDD9-481879358283}"/>
          </ac:spMkLst>
        </pc:spChg>
        <pc:spChg chg="add del mod">
          <ac:chgData name="Parth Bahl" userId="48e5a92e-1617-4ce2-9905-5cd7b6f06b36" providerId="ADAL" clId="{5F74A7CC-EE10-4A3B-900B-A893A2B36FDF}" dt="2026-07-30T04:55:59.616" v="514"/>
          <ac:spMkLst>
            <pc:docMk/>
            <pc:sldMk cId="3261295003" sldId="2147374986"/>
            <ac:spMk id="6" creationId="{39258735-7ABD-2FD1-306F-B6BD6C3B3E41}"/>
          </ac:spMkLst>
        </pc:spChg>
        <pc:spChg chg="add mod topLvl">
          <ac:chgData name="Parth Bahl" userId="48e5a92e-1617-4ce2-9905-5cd7b6f06b36" providerId="ADAL" clId="{5F74A7CC-EE10-4A3B-900B-A893A2B36FDF}" dt="2026-07-30T04:56:57.278" v="1039" actId="165"/>
          <ac:spMkLst>
            <pc:docMk/>
            <pc:sldMk cId="3261295003" sldId="2147374986"/>
            <ac:spMk id="7" creationId="{DFE53441-0BB0-6929-4EE8-3189191AFF25}"/>
          </ac:spMkLst>
        </pc:spChg>
        <pc:spChg chg="add mod topLvl">
          <ac:chgData name="Parth Bahl" userId="48e5a92e-1617-4ce2-9905-5cd7b6f06b36" providerId="ADAL" clId="{5F74A7CC-EE10-4A3B-900B-A893A2B36FDF}" dt="2026-07-30T04:56:57.278" v="1039" actId="165"/>
          <ac:spMkLst>
            <pc:docMk/>
            <pc:sldMk cId="3261295003" sldId="2147374986"/>
            <ac:spMk id="8" creationId="{544A1A99-76A0-4FFC-E89B-5A996E279372}"/>
          </ac:spMkLst>
        </pc:spChg>
        <pc:spChg chg="add mod topLvl">
          <ac:chgData name="Parth Bahl" userId="48e5a92e-1617-4ce2-9905-5cd7b6f06b36" providerId="ADAL" clId="{5F74A7CC-EE10-4A3B-900B-A893A2B36FDF}" dt="2026-07-30T04:56:57.278" v="1039" actId="165"/>
          <ac:spMkLst>
            <pc:docMk/>
            <pc:sldMk cId="3261295003" sldId="2147374986"/>
            <ac:spMk id="9" creationId="{CDC03FDF-7BD3-8DA7-831C-168373C9B44D}"/>
          </ac:spMkLst>
        </pc:spChg>
        <pc:spChg chg="add mod topLvl">
          <ac:chgData name="Parth Bahl" userId="48e5a92e-1617-4ce2-9905-5cd7b6f06b36" providerId="ADAL" clId="{5F74A7CC-EE10-4A3B-900B-A893A2B36FDF}" dt="2026-07-30T04:56:57.278" v="1039" actId="165"/>
          <ac:spMkLst>
            <pc:docMk/>
            <pc:sldMk cId="3261295003" sldId="2147374986"/>
            <ac:spMk id="10" creationId="{9738921E-EAF2-18C8-A7D7-132D212F30C1}"/>
          </ac:spMkLst>
        </pc:spChg>
        <pc:spChg chg="add mod topLvl">
          <ac:chgData name="Parth Bahl" userId="48e5a92e-1617-4ce2-9905-5cd7b6f06b36" providerId="ADAL" clId="{5F74A7CC-EE10-4A3B-900B-A893A2B36FDF}" dt="2026-07-30T04:56:57.278" v="1039" actId="165"/>
          <ac:spMkLst>
            <pc:docMk/>
            <pc:sldMk cId="3261295003" sldId="2147374986"/>
            <ac:spMk id="11" creationId="{A3CC47EF-C2FD-6735-BF6C-67DEC58B7DC2}"/>
          </ac:spMkLst>
        </pc:spChg>
        <pc:spChg chg="add mod topLvl">
          <ac:chgData name="Parth Bahl" userId="48e5a92e-1617-4ce2-9905-5cd7b6f06b36" providerId="ADAL" clId="{5F74A7CC-EE10-4A3B-900B-A893A2B36FDF}" dt="2026-07-30T04:56:57.278" v="1039" actId="165"/>
          <ac:spMkLst>
            <pc:docMk/>
            <pc:sldMk cId="3261295003" sldId="2147374986"/>
            <ac:spMk id="12" creationId="{5426BBD2-15FC-39DD-EDD4-700B4AE62EA3}"/>
          </ac:spMkLst>
        </pc:spChg>
        <pc:spChg chg="add mod">
          <ac:chgData name="Parth Bahl" userId="48e5a92e-1617-4ce2-9905-5cd7b6f06b36" providerId="ADAL" clId="{5F74A7CC-EE10-4A3B-900B-A893A2B36FDF}" dt="2026-07-30T04:56:30.863" v="1025" actId="139"/>
          <ac:spMkLst>
            <pc:docMk/>
            <pc:sldMk cId="3261295003" sldId="2147374986"/>
            <ac:spMk id="13" creationId="{EAAFA2B8-B548-0F59-3AA5-0AAE3AC1C693}"/>
          </ac:spMkLst>
        </pc:spChg>
        <pc:spChg chg="add mod topLvl">
          <ac:chgData name="Parth Bahl" userId="48e5a92e-1617-4ce2-9905-5cd7b6f06b36" providerId="ADAL" clId="{5F74A7CC-EE10-4A3B-900B-A893A2B36FDF}" dt="2026-07-30T04:56:57.278" v="1039" actId="165"/>
          <ac:spMkLst>
            <pc:docMk/>
            <pc:sldMk cId="3261295003" sldId="2147374986"/>
            <ac:spMk id="14" creationId="{F556F65A-5563-BAC3-9F3A-80129FA14C33}"/>
          </ac:spMkLst>
        </pc:spChg>
        <pc:spChg chg="add mod topLvl">
          <ac:chgData name="Parth Bahl" userId="48e5a92e-1617-4ce2-9905-5cd7b6f06b36" providerId="ADAL" clId="{5F74A7CC-EE10-4A3B-900B-A893A2B36FDF}" dt="2026-07-30T04:56:57.278" v="1039" actId="165"/>
          <ac:spMkLst>
            <pc:docMk/>
            <pc:sldMk cId="3261295003" sldId="2147374986"/>
            <ac:spMk id="15" creationId="{2D9C6F6C-345F-BEA2-B3CA-1AF4145BCFF6}"/>
          </ac:spMkLst>
        </pc:spChg>
        <pc:spChg chg="add mod">
          <ac:chgData name="Parth Bahl" userId="48e5a92e-1617-4ce2-9905-5cd7b6f06b36" providerId="ADAL" clId="{5F74A7CC-EE10-4A3B-900B-A893A2B36FDF}" dt="2026-07-30T04:56:30.862" v="1022" actId="139"/>
          <ac:spMkLst>
            <pc:docMk/>
            <pc:sldMk cId="3261295003" sldId="2147374986"/>
            <ac:spMk id="16" creationId="{DDC0F5AD-D15C-2492-BCEF-F4AEC8B94FA8}"/>
          </ac:spMkLst>
        </pc:spChg>
        <pc:spChg chg="add mod topLvl">
          <ac:chgData name="Parth Bahl" userId="48e5a92e-1617-4ce2-9905-5cd7b6f06b36" providerId="ADAL" clId="{5F74A7CC-EE10-4A3B-900B-A893A2B36FDF}" dt="2026-07-30T04:56:57.278" v="1039" actId="165"/>
          <ac:spMkLst>
            <pc:docMk/>
            <pc:sldMk cId="3261295003" sldId="2147374986"/>
            <ac:spMk id="17" creationId="{E297798D-521A-FBD5-A646-BA6E67B5B0C6}"/>
          </ac:spMkLst>
        </pc:spChg>
        <pc:spChg chg="add mod topLvl">
          <ac:chgData name="Parth Bahl" userId="48e5a92e-1617-4ce2-9905-5cd7b6f06b36" providerId="ADAL" clId="{5F74A7CC-EE10-4A3B-900B-A893A2B36FDF}" dt="2026-07-30T04:56:57.278" v="1039" actId="165"/>
          <ac:spMkLst>
            <pc:docMk/>
            <pc:sldMk cId="3261295003" sldId="2147374986"/>
            <ac:spMk id="18" creationId="{88C04AA5-5BA0-C910-6E2F-93965ABE0B96}"/>
          </ac:spMkLst>
        </pc:spChg>
        <pc:spChg chg="add mod">
          <ac:chgData name="Parth Bahl" userId="48e5a92e-1617-4ce2-9905-5cd7b6f06b36" providerId="ADAL" clId="{5F74A7CC-EE10-4A3B-900B-A893A2B36FDF}" dt="2026-07-30T04:56:30.861" v="1019" actId="139"/>
          <ac:spMkLst>
            <pc:docMk/>
            <pc:sldMk cId="3261295003" sldId="2147374986"/>
            <ac:spMk id="19" creationId="{56207F50-26F5-64FD-E6F4-22A527F941D7}"/>
          </ac:spMkLst>
        </pc:spChg>
        <pc:spChg chg="add mod topLvl">
          <ac:chgData name="Parth Bahl" userId="48e5a92e-1617-4ce2-9905-5cd7b6f06b36" providerId="ADAL" clId="{5F74A7CC-EE10-4A3B-900B-A893A2B36FDF}" dt="2026-07-30T04:57:12.496" v="1042" actId="255"/>
          <ac:spMkLst>
            <pc:docMk/>
            <pc:sldMk cId="3261295003" sldId="2147374986"/>
            <ac:spMk id="20" creationId="{ECE130D7-C002-DA4C-CB1B-D89181ABEC89}"/>
          </ac:spMkLst>
        </pc:spChg>
        <pc:spChg chg="add mod">
          <ac:chgData name="Parth Bahl" userId="48e5a92e-1617-4ce2-9905-5cd7b6f06b36" providerId="ADAL" clId="{5F74A7CC-EE10-4A3B-900B-A893A2B36FDF}" dt="2026-07-30T04:56:44.090" v="1035" actId="164"/>
          <ac:spMkLst>
            <pc:docMk/>
            <pc:sldMk cId="3261295003" sldId="2147374986"/>
            <ac:spMk id="21" creationId="{F7DAFA53-DEF3-4E73-4AF6-BAA9342AED57}"/>
          </ac:spMkLst>
        </pc:spChg>
        <pc:spChg chg="add mod topLvl">
          <ac:chgData name="Parth Bahl" userId="48e5a92e-1617-4ce2-9905-5cd7b6f06b36" providerId="ADAL" clId="{5F74A7CC-EE10-4A3B-900B-A893A2B36FDF}" dt="2026-07-30T04:57:12.496" v="1042" actId="255"/>
          <ac:spMkLst>
            <pc:docMk/>
            <pc:sldMk cId="3261295003" sldId="2147374986"/>
            <ac:spMk id="22" creationId="{1F297892-FA13-0E09-84BE-2DB8A64235A2}"/>
          </ac:spMkLst>
        </pc:spChg>
        <pc:spChg chg="add mod topLvl">
          <ac:chgData name="Parth Bahl" userId="48e5a92e-1617-4ce2-9905-5cd7b6f06b36" providerId="ADAL" clId="{5F74A7CC-EE10-4A3B-900B-A893A2B36FDF}" dt="2026-07-30T04:57:12.496" v="1042" actId="255"/>
          <ac:spMkLst>
            <pc:docMk/>
            <pc:sldMk cId="3261295003" sldId="2147374986"/>
            <ac:spMk id="23" creationId="{D3B3A585-29D3-11BB-27E1-D8109DBFE973}"/>
          </ac:spMkLst>
        </pc:spChg>
        <pc:spChg chg="add mod">
          <ac:chgData name="Parth Bahl" userId="48e5a92e-1617-4ce2-9905-5cd7b6f06b36" providerId="ADAL" clId="{5F74A7CC-EE10-4A3B-900B-A893A2B36FDF}" dt="2026-07-30T04:56:44.090" v="1035" actId="164"/>
          <ac:spMkLst>
            <pc:docMk/>
            <pc:sldMk cId="3261295003" sldId="2147374986"/>
            <ac:spMk id="24" creationId="{CB24F3F5-F7F4-CC8A-7CC8-60150BCCA34E}"/>
          </ac:spMkLst>
        </pc:spChg>
        <pc:spChg chg="add mod">
          <ac:chgData name="Parth Bahl" userId="48e5a92e-1617-4ce2-9905-5cd7b6f06b36" providerId="ADAL" clId="{5F74A7CC-EE10-4A3B-900B-A893A2B36FDF}" dt="2026-07-30T04:56:30.859" v="1013" actId="139"/>
          <ac:spMkLst>
            <pc:docMk/>
            <pc:sldMk cId="3261295003" sldId="2147374986"/>
            <ac:spMk id="25" creationId="{B4AAB72B-6A0E-03F1-6717-63B4BF88ACA3}"/>
          </ac:spMkLst>
        </pc:spChg>
        <pc:spChg chg="add mod">
          <ac:chgData name="Parth Bahl" userId="48e5a92e-1617-4ce2-9905-5cd7b6f06b36" providerId="ADAL" clId="{5F74A7CC-EE10-4A3B-900B-A893A2B36FDF}" dt="2026-07-30T04:56:44.090" v="1035" actId="164"/>
          <ac:spMkLst>
            <pc:docMk/>
            <pc:sldMk cId="3261295003" sldId="2147374986"/>
            <ac:spMk id="26" creationId="{666ADCEA-D81B-C0D7-81C3-680A3AEDD8A0}"/>
          </ac:spMkLst>
        </pc:spChg>
        <pc:spChg chg="add mod">
          <ac:chgData name="Parth Bahl" userId="48e5a92e-1617-4ce2-9905-5cd7b6f06b36" providerId="ADAL" clId="{5F74A7CC-EE10-4A3B-900B-A893A2B36FDF}" dt="2026-07-30T04:56:44.090" v="1035" actId="164"/>
          <ac:spMkLst>
            <pc:docMk/>
            <pc:sldMk cId="3261295003" sldId="2147374986"/>
            <ac:spMk id="27" creationId="{C66CA341-FB7A-B1FB-5FEB-9C49CD1965C6}"/>
          </ac:spMkLst>
        </pc:spChg>
        <pc:spChg chg="add mod topLvl">
          <ac:chgData name="Parth Bahl" userId="48e5a92e-1617-4ce2-9905-5cd7b6f06b36" providerId="ADAL" clId="{5F74A7CC-EE10-4A3B-900B-A893A2B36FDF}" dt="2026-07-30T04:57:12.496" v="1042" actId="255"/>
          <ac:spMkLst>
            <pc:docMk/>
            <pc:sldMk cId="3261295003" sldId="2147374986"/>
            <ac:spMk id="28" creationId="{9DD1C57A-056F-6100-4E12-3270074D3474}"/>
          </ac:spMkLst>
        </pc:spChg>
        <pc:spChg chg="add mod">
          <ac:chgData name="Parth Bahl" userId="48e5a92e-1617-4ce2-9905-5cd7b6f06b36" providerId="ADAL" clId="{5F74A7CC-EE10-4A3B-900B-A893A2B36FDF}" dt="2026-07-30T04:56:44.090" v="1035" actId="164"/>
          <ac:spMkLst>
            <pc:docMk/>
            <pc:sldMk cId="3261295003" sldId="2147374986"/>
            <ac:spMk id="29" creationId="{684E752C-A72F-891B-6ADF-317159F03310}"/>
          </ac:spMkLst>
        </pc:spChg>
        <pc:spChg chg="add mod">
          <ac:chgData name="Parth Bahl" userId="48e5a92e-1617-4ce2-9905-5cd7b6f06b36" providerId="ADAL" clId="{5F74A7CC-EE10-4A3B-900B-A893A2B36FDF}" dt="2026-07-30T04:56:44.090" v="1035" actId="164"/>
          <ac:spMkLst>
            <pc:docMk/>
            <pc:sldMk cId="3261295003" sldId="2147374986"/>
            <ac:spMk id="30" creationId="{05CCABFC-3C1D-4DE2-E5B8-F43344F742C1}"/>
          </ac:spMkLst>
        </pc:spChg>
        <pc:spChg chg="add mod">
          <ac:chgData name="Parth Bahl" userId="48e5a92e-1617-4ce2-9905-5cd7b6f06b36" providerId="ADAL" clId="{5F74A7CC-EE10-4A3B-900B-A893A2B36FDF}" dt="2026-07-30T04:56:46.852" v="1036" actId="164"/>
          <ac:spMkLst>
            <pc:docMk/>
            <pc:sldMk cId="3261295003" sldId="2147374986"/>
            <ac:spMk id="31" creationId="{23BF0F46-5590-B576-A490-520220D0A990}"/>
          </ac:spMkLst>
        </pc:spChg>
        <pc:spChg chg="add mod">
          <ac:chgData name="Parth Bahl" userId="48e5a92e-1617-4ce2-9905-5cd7b6f06b36" providerId="ADAL" clId="{5F74A7CC-EE10-4A3B-900B-A893A2B36FDF}" dt="2026-07-30T04:57:12.496" v="1042" actId="255"/>
          <ac:spMkLst>
            <pc:docMk/>
            <pc:sldMk cId="3261295003" sldId="2147374986"/>
            <ac:spMk id="32" creationId="{200E92E5-E8C4-C151-2E78-EDDFC2F4FC39}"/>
          </ac:spMkLst>
        </pc:spChg>
        <pc:spChg chg="add mod">
          <ac:chgData name="Parth Bahl" userId="48e5a92e-1617-4ce2-9905-5cd7b6f06b36" providerId="ADAL" clId="{5F74A7CC-EE10-4A3B-900B-A893A2B36FDF}" dt="2026-07-30T04:56:46.852" v="1036" actId="164"/>
          <ac:spMkLst>
            <pc:docMk/>
            <pc:sldMk cId="3261295003" sldId="2147374986"/>
            <ac:spMk id="33" creationId="{8FDC304D-F973-09AC-62EE-639407CF2A6F}"/>
          </ac:spMkLst>
        </pc:spChg>
        <pc:spChg chg="add mod">
          <ac:chgData name="Parth Bahl" userId="48e5a92e-1617-4ce2-9905-5cd7b6f06b36" providerId="ADAL" clId="{5F74A7CC-EE10-4A3B-900B-A893A2B36FDF}" dt="2026-07-30T04:56:46.852" v="1036" actId="164"/>
          <ac:spMkLst>
            <pc:docMk/>
            <pc:sldMk cId="3261295003" sldId="2147374986"/>
            <ac:spMk id="34" creationId="{A92C33A6-A149-9593-0197-F855044BA3D9}"/>
          </ac:spMkLst>
        </pc:spChg>
        <pc:spChg chg="add mod">
          <ac:chgData name="Parth Bahl" userId="48e5a92e-1617-4ce2-9905-5cd7b6f06b36" providerId="ADAL" clId="{5F74A7CC-EE10-4A3B-900B-A893A2B36FDF}" dt="2026-07-30T04:57:12.496" v="1042" actId="255"/>
          <ac:spMkLst>
            <pc:docMk/>
            <pc:sldMk cId="3261295003" sldId="2147374986"/>
            <ac:spMk id="35" creationId="{02F6F4B2-446D-581B-401B-268284A198C8}"/>
          </ac:spMkLst>
        </pc:spChg>
        <pc:spChg chg="add mod">
          <ac:chgData name="Parth Bahl" userId="48e5a92e-1617-4ce2-9905-5cd7b6f06b36" providerId="ADAL" clId="{5F74A7CC-EE10-4A3B-900B-A893A2B36FDF}" dt="2026-07-30T04:56:46.852" v="1036" actId="164"/>
          <ac:spMkLst>
            <pc:docMk/>
            <pc:sldMk cId="3261295003" sldId="2147374986"/>
            <ac:spMk id="36" creationId="{6BB4778F-41D3-EE92-3BA8-58B1ED4CC2EF}"/>
          </ac:spMkLst>
        </pc:spChg>
        <pc:spChg chg="add mod topLvl">
          <ac:chgData name="Parth Bahl" userId="48e5a92e-1617-4ce2-9905-5cd7b6f06b36" providerId="ADAL" clId="{5F74A7CC-EE10-4A3B-900B-A893A2B36FDF}" dt="2026-07-30T04:57:12.496" v="1042" actId="255"/>
          <ac:spMkLst>
            <pc:docMk/>
            <pc:sldMk cId="3261295003" sldId="2147374986"/>
            <ac:spMk id="37" creationId="{1B592AD9-135A-9B89-45C8-32AC9CD03101}"/>
          </ac:spMkLst>
        </pc:spChg>
        <pc:spChg chg="add mod topLvl">
          <ac:chgData name="Parth Bahl" userId="48e5a92e-1617-4ce2-9905-5cd7b6f06b36" providerId="ADAL" clId="{5F74A7CC-EE10-4A3B-900B-A893A2B36FDF}" dt="2026-07-30T04:57:12.496" v="1042" actId="255"/>
          <ac:spMkLst>
            <pc:docMk/>
            <pc:sldMk cId="3261295003" sldId="2147374986"/>
            <ac:spMk id="38" creationId="{49E0A153-D6A5-9C10-F4EE-A752CDC0B612}"/>
          </ac:spMkLst>
        </pc:spChg>
        <pc:spChg chg="add mod">
          <ac:chgData name="Parth Bahl" userId="48e5a92e-1617-4ce2-9905-5cd7b6f06b36" providerId="ADAL" clId="{5F74A7CC-EE10-4A3B-900B-A893A2B36FDF}" dt="2026-07-30T04:56:30.855" v="999" actId="139"/>
          <ac:spMkLst>
            <pc:docMk/>
            <pc:sldMk cId="3261295003" sldId="2147374986"/>
            <ac:spMk id="39" creationId="{9AB4961C-EEB5-B408-82B9-F319A5DF42D9}"/>
          </ac:spMkLst>
        </pc:spChg>
        <pc:spChg chg="add mod">
          <ac:chgData name="Parth Bahl" userId="48e5a92e-1617-4ce2-9905-5cd7b6f06b36" providerId="ADAL" clId="{5F74A7CC-EE10-4A3B-900B-A893A2B36FDF}" dt="2026-07-30T04:56:46.852" v="1036" actId="164"/>
          <ac:spMkLst>
            <pc:docMk/>
            <pc:sldMk cId="3261295003" sldId="2147374986"/>
            <ac:spMk id="40" creationId="{6CEE2068-6E39-985C-0755-9ED0D34065DC}"/>
          </ac:spMkLst>
        </pc:spChg>
        <pc:spChg chg="add mod">
          <ac:chgData name="Parth Bahl" userId="48e5a92e-1617-4ce2-9905-5cd7b6f06b36" providerId="ADAL" clId="{5F74A7CC-EE10-4A3B-900B-A893A2B36FDF}" dt="2026-07-30T04:56:46.852" v="1036" actId="164"/>
          <ac:spMkLst>
            <pc:docMk/>
            <pc:sldMk cId="3261295003" sldId="2147374986"/>
            <ac:spMk id="41" creationId="{BB7E7F45-631A-2520-4BD1-F6C9CFDDC397}"/>
          </ac:spMkLst>
        </pc:spChg>
        <pc:spChg chg="add mod topLvl">
          <ac:chgData name="Parth Bahl" userId="48e5a92e-1617-4ce2-9905-5cd7b6f06b36" providerId="ADAL" clId="{5F74A7CC-EE10-4A3B-900B-A893A2B36FDF}" dt="2026-07-30T04:57:12.496" v="1042" actId="255"/>
          <ac:spMkLst>
            <pc:docMk/>
            <pc:sldMk cId="3261295003" sldId="2147374986"/>
            <ac:spMk id="42" creationId="{14B51B36-C2BD-5A76-462B-BB804046E9C7}"/>
          </ac:spMkLst>
        </pc:spChg>
        <pc:spChg chg="add mod">
          <ac:chgData name="Parth Bahl" userId="48e5a92e-1617-4ce2-9905-5cd7b6f06b36" providerId="ADAL" clId="{5F74A7CC-EE10-4A3B-900B-A893A2B36FDF}" dt="2026-07-30T04:56:49.909" v="1037" actId="164"/>
          <ac:spMkLst>
            <pc:docMk/>
            <pc:sldMk cId="3261295003" sldId="2147374986"/>
            <ac:spMk id="43" creationId="{AB23E866-E921-4633-929C-5379B036D61A}"/>
          </ac:spMkLst>
        </pc:spChg>
        <pc:spChg chg="add mod">
          <ac:chgData name="Parth Bahl" userId="48e5a92e-1617-4ce2-9905-5cd7b6f06b36" providerId="ADAL" clId="{5F74A7CC-EE10-4A3B-900B-A893A2B36FDF}" dt="2026-07-30T04:56:49.909" v="1037" actId="164"/>
          <ac:spMkLst>
            <pc:docMk/>
            <pc:sldMk cId="3261295003" sldId="2147374986"/>
            <ac:spMk id="44" creationId="{5C73B118-CA1D-8684-69CC-0219241C56C7}"/>
          </ac:spMkLst>
        </pc:spChg>
        <pc:spChg chg="add mod">
          <ac:chgData name="Parth Bahl" userId="48e5a92e-1617-4ce2-9905-5cd7b6f06b36" providerId="ADAL" clId="{5F74A7CC-EE10-4A3B-900B-A893A2B36FDF}" dt="2026-07-30T04:56:49.909" v="1037" actId="164"/>
          <ac:spMkLst>
            <pc:docMk/>
            <pc:sldMk cId="3261295003" sldId="2147374986"/>
            <ac:spMk id="45" creationId="{6C0A6CA9-89C3-93EE-0032-6BDD43E46E22}"/>
          </ac:spMkLst>
        </pc:spChg>
        <pc:spChg chg="add mod">
          <ac:chgData name="Parth Bahl" userId="48e5a92e-1617-4ce2-9905-5cd7b6f06b36" providerId="ADAL" clId="{5F74A7CC-EE10-4A3B-900B-A893A2B36FDF}" dt="2026-07-30T04:56:49.909" v="1037" actId="164"/>
          <ac:spMkLst>
            <pc:docMk/>
            <pc:sldMk cId="3261295003" sldId="2147374986"/>
            <ac:spMk id="46" creationId="{1B705AAC-6B03-EBDD-89E6-677955D1788B}"/>
          </ac:spMkLst>
        </pc:spChg>
        <pc:spChg chg="add mod topLvl">
          <ac:chgData name="Parth Bahl" userId="48e5a92e-1617-4ce2-9905-5cd7b6f06b36" providerId="ADAL" clId="{5F74A7CC-EE10-4A3B-900B-A893A2B36FDF}" dt="2026-07-30T04:57:12.496" v="1042" actId="255"/>
          <ac:spMkLst>
            <pc:docMk/>
            <pc:sldMk cId="3261295003" sldId="2147374986"/>
            <ac:spMk id="47" creationId="{EEBD71F1-2E13-E6FB-9F16-39782AF15A5B}"/>
          </ac:spMkLst>
        </pc:spChg>
        <pc:spChg chg="add mod">
          <ac:chgData name="Parth Bahl" userId="48e5a92e-1617-4ce2-9905-5cd7b6f06b36" providerId="ADAL" clId="{5F74A7CC-EE10-4A3B-900B-A893A2B36FDF}" dt="2026-07-30T04:56:30.852" v="990" actId="139"/>
          <ac:spMkLst>
            <pc:docMk/>
            <pc:sldMk cId="3261295003" sldId="2147374986"/>
            <ac:spMk id="48" creationId="{A939A26D-4031-176D-92E7-CF01029B765B}"/>
          </ac:spMkLst>
        </pc:spChg>
        <pc:spChg chg="add mod">
          <ac:chgData name="Parth Bahl" userId="48e5a92e-1617-4ce2-9905-5cd7b6f06b36" providerId="ADAL" clId="{5F74A7CC-EE10-4A3B-900B-A893A2B36FDF}" dt="2026-07-30T04:56:30.852" v="989" actId="139"/>
          <ac:spMkLst>
            <pc:docMk/>
            <pc:sldMk cId="3261295003" sldId="2147374986"/>
            <ac:spMk id="49" creationId="{66D0B9FF-81D0-D5EE-F799-18B0A628265F}"/>
          </ac:spMkLst>
        </pc:spChg>
        <pc:spChg chg="add mod">
          <ac:chgData name="Parth Bahl" userId="48e5a92e-1617-4ce2-9905-5cd7b6f06b36" providerId="ADAL" clId="{5F74A7CC-EE10-4A3B-900B-A893A2B36FDF}" dt="2026-07-30T04:56:49.909" v="1037" actId="164"/>
          <ac:spMkLst>
            <pc:docMk/>
            <pc:sldMk cId="3261295003" sldId="2147374986"/>
            <ac:spMk id="50" creationId="{4D26263D-5B05-0127-656B-5F813AD4571B}"/>
          </ac:spMkLst>
        </pc:spChg>
        <pc:spChg chg="add mod">
          <ac:chgData name="Parth Bahl" userId="48e5a92e-1617-4ce2-9905-5cd7b6f06b36" providerId="ADAL" clId="{5F74A7CC-EE10-4A3B-900B-A893A2B36FDF}" dt="2026-07-30T04:56:49.909" v="1037" actId="164"/>
          <ac:spMkLst>
            <pc:docMk/>
            <pc:sldMk cId="3261295003" sldId="2147374986"/>
            <ac:spMk id="51" creationId="{3D87FE62-5F7C-7C83-E3B5-C8727BCB4ED5}"/>
          </ac:spMkLst>
        </pc:spChg>
        <pc:spChg chg="add mod">
          <ac:chgData name="Parth Bahl" userId="48e5a92e-1617-4ce2-9905-5cd7b6f06b36" providerId="ADAL" clId="{5F74A7CC-EE10-4A3B-900B-A893A2B36FDF}" dt="2026-07-30T04:56:49.909" v="1037" actId="164"/>
          <ac:spMkLst>
            <pc:docMk/>
            <pc:sldMk cId="3261295003" sldId="2147374986"/>
            <ac:spMk id="52" creationId="{A6A892CA-0147-888D-7032-3270571588DD}"/>
          </ac:spMkLst>
        </pc:spChg>
        <pc:spChg chg="add mod">
          <ac:chgData name="Parth Bahl" userId="48e5a92e-1617-4ce2-9905-5cd7b6f06b36" providerId="ADAL" clId="{5F74A7CC-EE10-4A3B-900B-A893A2B36FDF}" dt="2026-07-30T04:56:49.909" v="1037" actId="164"/>
          <ac:spMkLst>
            <pc:docMk/>
            <pc:sldMk cId="3261295003" sldId="2147374986"/>
            <ac:spMk id="53" creationId="{F8C2E7CD-4F91-96C5-83E6-17CB6E7A8A30}"/>
          </ac:spMkLst>
        </pc:spChg>
        <pc:spChg chg="add mod">
          <ac:chgData name="Parth Bahl" userId="48e5a92e-1617-4ce2-9905-5cd7b6f06b36" providerId="ADAL" clId="{5F74A7CC-EE10-4A3B-900B-A893A2B36FDF}" dt="2026-07-30T04:56:49.909" v="1037" actId="164"/>
          <ac:spMkLst>
            <pc:docMk/>
            <pc:sldMk cId="3261295003" sldId="2147374986"/>
            <ac:spMk id="54" creationId="{3B1BA4A2-9355-8E60-5C28-FCFC0A039E8C}"/>
          </ac:spMkLst>
        </pc:spChg>
        <pc:grpChg chg="mod">
          <ac:chgData name="Parth Bahl" userId="48e5a92e-1617-4ce2-9905-5cd7b6f06b36" providerId="ADAL" clId="{5F74A7CC-EE10-4A3B-900B-A893A2B36FDF}" dt="2026-07-30T04:56:04.185" v="931" actId="14100"/>
          <ac:grpSpMkLst>
            <pc:docMk/>
            <pc:sldMk cId="3261295003" sldId="2147374986"/>
            <ac:grpSpMk id="66" creationId="{E08257D3-182A-979A-098F-34C1EDA79651}"/>
          </ac:grpSpMkLst>
        </pc:grpChg>
        <pc:grpChg chg="mod">
          <ac:chgData name="Parth Bahl" userId="48e5a92e-1617-4ce2-9905-5cd7b6f06b36" providerId="ADAL" clId="{5F74A7CC-EE10-4A3B-900B-A893A2B36FDF}" dt="2026-07-30T04:56:55.804" v="1038" actId="14100"/>
          <ac:grpSpMkLst>
            <pc:docMk/>
            <pc:sldMk cId="3261295003" sldId="2147374986"/>
            <ac:grpSpMk id="67" creationId="{C8E58B1D-5320-D52F-0ED7-197A4A1E3ECD}"/>
          </ac:grpSpMkLst>
        </pc:grpChg>
        <pc:grpChg chg="mod">
          <ac:chgData name="Parth Bahl" userId="48e5a92e-1617-4ce2-9905-5cd7b6f06b36" providerId="ADAL" clId="{5F74A7CC-EE10-4A3B-900B-A893A2B36FDF}" dt="2026-07-30T04:57:20.616" v="1043" actId="14100"/>
          <ac:grpSpMkLst>
            <pc:docMk/>
            <pc:sldMk cId="3261295003" sldId="2147374986"/>
            <ac:grpSpMk id="68" creationId="{B022CE7F-08EF-D1C8-D096-30BFD8157B6E}"/>
          </ac:grpSpMkLst>
        </pc:grpChg>
        <pc:grpChg chg="mod">
          <ac:chgData name="Parth Bahl" userId="48e5a92e-1617-4ce2-9905-5cd7b6f06b36" providerId="ADAL" clId="{5F74A7CC-EE10-4A3B-900B-A893A2B36FDF}" dt="2026-07-30T04:57:28.248" v="1045" actId="14100"/>
          <ac:grpSpMkLst>
            <pc:docMk/>
            <pc:sldMk cId="3261295003" sldId="2147374986"/>
            <ac:grpSpMk id="69" creationId="{CB9C6A90-4340-20AA-26D8-A7177784D2FC}"/>
          </ac:grpSpMkLst>
        </pc:grpChg>
        <pc:grpChg chg="mod">
          <ac:chgData name="Parth Bahl" userId="48e5a92e-1617-4ce2-9905-5cd7b6f06b36" providerId="ADAL" clId="{5F74A7CC-EE10-4A3B-900B-A893A2B36FDF}" dt="2026-07-30T04:57:33.345" v="1046" actId="14100"/>
          <ac:grpSpMkLst>
            <pc:docMk/>
            <pc:sldMk cId="3261295003" sldId="2147374986"/>
            <ac:grpSpMk id="70" creationId="{CEFD34E4-C361-4468-F973-390965AB2229}"/>
          </ac:grpSpMkLst>
        </pc:grpChg>
        <pc:graphicFrameChg chg="add mod ord modVis">
          <ac:chgData name="Parth Bahl" userId="48e5a92e-1617-4ce2-9905-5cd7b6f06b36" providerId="ADAL" clId="{5F74A7CC-EE10-4A3B-900B-A893A2B36FDF}" dt="2026-07-30T04:55:47.321" v="201"/>
          <ac:graphicFrameMkLst>
            <pc:docMk/>
            <pc:sldMk cId="3261295003" sldId="2147374986"/>
            <ac:graphicFrameMk id="5" creationId="{A50F1521-CEB9-EF69-7AC2-C7C4C64F0604}"/>
          </ac:graphicFrameMkLst>
        </pc:graphicFrameChg>
        <pc:cxnChg chg="add mod">
          <ac:chgData name="Parth Bahl" userId="48e5a92e-1617-4ce2-9905-5cd7b6f06b36" providerId="ADAL" clId="{5F74A7CC-EE10-4A3B-900B-A893A2B36FDF}" dt="2026-07-30T04:55:59.956" v="849"/>
          <ac:cxnSpMkLst>
            <pc:docMk/>
            <pc:sldMk cId="3261295003" sldId="2147374986"/>
            <ac:cxnSpMk id="55" creationId="{E47D78BF-EB98-22D8-3A57-A3A88AF0762D}"/>
          </ac:cxnSpMkLst>
        </pc:cxnChg>
        <pc:cxnChg chg="add mod">
          <ac:chgData name="Parth Bahl" userId="48e5a92e-1617-4ce2-9905-5cd7b6f06b36" providerId="ADAL" clId="{5F74A7CC-EE10-4A3B-900B-A893A2B36FDF}" dt="2026-07-30T04:55:59.960" v="857"/>
          <ac:cxnSpMkLst>
            <pc:docMk/>
            <pc:sldMk cId="3261295003" sldId="2147374986"/>
            <ac:cxnSpMk id="56" creationId="{40E0A952-952D-4DBA-E752-0A20F6F92691}"/>
          </ac:cxnSpMkLst>
        </pc:cxnChg>
        <pc:cxnChg chg="add mod">
          <ac:chgData name="Parth Bahl" userId="48e5a92e-1617-4ce2-9905-5cd7b6f06b36" providerId="ADAL" clId="{5F74A7CC-EE10-4A3B-900B-A893A2B36FDF}" dt="2026-07-30T04:55:59.963" v="865"/>
          <ac:cxnSpMkLst>
            <pc:docMk/>
            <pc:sldMk cId="3261295003" sldId="2147374986"/>
            <ac:cxnSpMk id="57" creationId="{D87BB1B5-C70F-6CF0-7375-A2353B517FC2}"/>
          </ac:cxnSpMkLst>
        </pc:cxnChg>
        <pc:cxnChg chg="add mod">
          <ac:chgData name="Parth Bahl" userId="48e5a92e-1617-4ce2-9905-5cd7b6f06b36" providerId="ADAL" clId="{5F74A7CC-EE10-4A3B-900B-A893A2B36FDF}" dt="2026-07-30T04:55:59.965" v="873"/>
          <ac:cxnSpMkLst>
            <pc:docMk/>
            <pc:sldMk cId="3261295003" sldId="2147374986"/>
            <ac:cxnSpMk id="58" creationId="{3129F07E-F413-827C-B932-FB5514F97F81}"/>
          </ac:cxnSpMkLst>
        </pc:cxnChg>
        <pc:cxnChg chg="add mod">
          <ac:chgData name="Parth Bahl" userId="48e5a92e-1617-4ce2-9905-5cd7b6f06b36" providerId="ADAL" clId="{5F74A7CC-EE10-4A3B-900B-A893A2B36FDF}" dt="2026-07-30T04:55:59.969" v="881"/>
          <ac:cxnSpMkLst>
            <pc:docMk/>
            <pc:sldMk cId="3261295003" sldId="2147374986"/>
            <ac:cxnSpMk id="59" creationId="{B4C23EEB-4BB9-A4F2-5BCF-D9D2BDC97EDC}"/>
          </ac:cxnSpMkLst>
        </pc:cxnChg>
        <pc:cxnChg chg="add mod">
          <ac:chgData name="Parth Bahl" userId="48e5a92e-1617-4ce2-9905-5cd7b6f06b36" providerId="ADAL" clId="{5F74A7CC-EE10-4A3B-900B-A893A2B36FDF}" dt="2026-07-30T04:55:59.971" v="889"/>
          <ac:cxnSpMkLst>
            <pc:docMk/>
            <pc:sldMk cId="3261295003" sldId="2147374986"/>
            <ac:cxnSpMk id="60" creationId="{483CB9BA-405A-FF33-0D6E-100F891A0400}"/>
          </ac:cxnSpMkLst>
        </pc:cxnChg>
        <pc:cxnChg chg="add mod">
          <ac:chgData name="Parth Bahl" userId="48e5a92e-1617-4ce2-9905-5cd7b6f06b36" providerId="ADAL" clId="{5F74A7CC-EE10-4A3B-900B-A893A2B36FDF}" dt="2026-07-30T04:55:59.974" v="897"/>
          <ac:cxnSpMkLst>
            <pc:docMk/>
            <pc:sldMk cId="3261295003" sldId="2147374986"/>
            <ac:cxnSpMk id="61" creationId="{5CE197B7-A7C9-F2AC-0BE4-86B92383E129}"/>
          </ac:cxnSpMkLst>
        </pc:cxnChg>
        <pc:cxnChg chg="add mod">
          <ac:chgData name="Parth Bahl" userId="48e5a92e-1617-4ce2-9905-5cd7b6f06b36" providerId="ADAL" clId="{5F74A7CC-EE10-4A3B-900B-A893A2B36FDF}" dt="2026-07-30T04:55:59.976" v="905"/>
          <ac:cxnSpMkLst>
            <pc:docMk/>
            <pc:sldMk cId="3261295003" sldId="2147374986"/>
            <ac:cxnSpMk id="62" creationId="{C779FA5B-52BC-D77E-2E23-8C5657268B86}"/>
          </ac:cxnSpMkLst>
        </pc:cxnChg>
        <pc:cxnChg chg="add mod">
          <ac:chgData name="Parth Bahl" userId="48e5a92e-1617-4ce2-9905-5cd7b6f06b36" providerId="ADAL" clId="{5F74A7CC-EE10-4A3B-900B-A893A2B36FDF}" dt="2026-07-30T04:55:59.978" v="913"/>
          <ac:cxnSpMkLst>
            <pc:docMk/>
            <pc:sldMk cId="3261295003" sldId="2147374986"/>
            <ac:cxnSpMk id="63" creationId="{94D38AC3-B345-7678-C3BF-E8AC8079AD92}"/>
          </ac:cxnSpMkLst>
        </pc:cxnChg>
        <pc:cxnChg chg="add mod">
          <ac:chgData name="Parth Bahl" userId="48e5a92e-1617-4ce2-9905-5cd7b6f06b36" providerId="ADAL" clId="{5F74A7CC-EE10-4A3B-900B-A893A2B36FDF}" dt="2026-07-30T04:55:59.981" v="921"/>
          <ac:cxnSpMkLst>
            <pc:docMk/>
            <pc:sldMk cId="3261295003" sldId="2147374986"/>
            <ac:cxnSpMk id="64" creationId="{4F56E642-24BE-EE53-5478-55DE7A52CAEB}"/>
          </ac:cxnSpMkLst>
        </pc:cxnChg>
        <pc:cxnChg chg="add mod">
          <ac:chgData name="Parth Bahl" userId="48e5a92e-1617-4ce2-9905-5cd7b6f06b36" providerId="ADAL" clId="{5F74A7CC-EE10-4A3B-900B-A893A2B36FDF}" dt="2026-07-30T04:55:59.983" v="929"/>
          <ac:cxnSpMkLst>
            <pc:docMk/>
            <pc:sldMk cId="3261295003" sldId="2147374986"/>
            <ac:cxnSpMk id="65" creationId="{001EC90F-C79E-D380-EBF8-36DA0B7C07DC}"/>
          </ac:cxnSpMkLst>
        </pc:cxnChg>
      </pc:sldChg>
      <pc:sldChg chg="addSp delSp modSp new mod">
        <pc:chgData name="Parth Bahl" userId="48e5a92e-1617-4ce2-9905-5cd7b6f06b36" providerId="ADAL" clId="{5F74A7CC-EE10-4A3B-900B-A893A2B36FDF}" dt="2026-07-30T05:02:37.299" v="1686" actId="22"/>
        <pc:sldMkLst>
          <pc:docMk/>
          <pc:sldMk cId="4013416057" sldId="2147374986"/>
        </pc:sldMkLst>
        <pc:spChg chg="mod">
          <ac:chgData name="Parth Bahl" userId="48e5a92e-1617-4ce2-9905-5cd7b6f06b36" providerId="ADAL" clId="{5F74A7CC-EE10-4A3B-900B-A893A2B36FDF}" dt="2026-07-30T05:02:02.531" v="1659" actId="948"/>
          <ac:spMkLst>
            <pc:docMk/>
            <pc:sldMk cId="4013416057" sldId="2147374986"/>
            <ac:spMk id="2" creationId="{6F700788-3847-3BAC-1B94-C6C6B0903AC4}"/>
          </ac:spMkLst>
        </pc:spChg>
        <pc:spChg chg="mod">
          <ac:chgData name="Parth Bahl" userId="48e5a92e-1617-4ce2-9905-5cd7b6f06b36" providerId="ADAL" clId="{5F74A7CC-EE10-4A3B-900B-A893A2B36FDF}" dt="2026-07-30T04:57:41.358" v="1050"/>
          <ac:spMkLst>
            <pc:docMk/>
            <pc:sldMk cId="4013416057" sldId="2147374986"/>
            <ac:spMk id="3" creationId="{A84674C0-2FA0-15F3-0112-76C442A95CB8}"/>
          </ac:spMkLst>
        </pc:spChg>
        <pc:spChg chg="del mod">
          <ac:chgData name="Parth Bahl" userId="48e5a92e-1617-4ce2-9905-5cd7b6f06b36" providerId="ADAL" clId="{5F74A7CC-EE10-4A3B-900B-A893A2B36FDF}" dt="2026-07-30T05:01:44.787" v="1605" actId="478"/>
          <ac:spMkLst>
            <pc:docMk/>
            <pc:sldMk cId="4013416057" sldId="2147374986"/>
            <ac:spMk id="4" creationId="{148A4112-4227-F550-D896-4EBF7D7A32EF}"/>
          </ac:spMkLst>
        </pc:spChg>
        <pc:spChg chg="add del mod">
          <ac:chgData name="Parth Bahl" userId="48e5a92e-1617-4ce2-9905-5cd7b6f06b36" providerId="ADAL" clId="{5F74A7CC-EE10-4A3B-900B-A893A2B36FDF}" dt="2026-07-30T04:57:57.006" v="1234"/>
          <ac:spMkLst>
            <pc:docMk/>
            <pc:sldMk cId="4013416057" sldId="2147374986"/>
            <ac:spMk id="6" creationId="{A161A555-3505-4D03-3D09-439D7AF607B8}"/>
          </ac:spMkLst>
        </pc:spChg>
        <pc:spChg chg="add mod">
          <ac:chgData name="Parth Bahl" userId="48e5a92e-1617-4ce2-9905-5cd7b6f06b36" providerId="ADAL" clId="{5F74A7CC-EE10-4A3B-900B-A893A2B36FDF}" dt="2026-07-30T05:00:39.017" v="1585" actId="164"/>
          <ac:spMkLst>
            <pc:docMk/>
            <pc:sldMk cId="4013416057" sldId="2147374986"/>
            <ac:spMk id="7" creationId="{D022D225-367A-ED17-0A85-7F04DA93B5F7}"/>
          </ac:spMkLst>
        </pc:spChg>
        <pc:spChg chg="add mod topLvl">
          <ac:chgData name="Parth Bahl" userId="48e5a92e-1617-4ce2-9905-5cd7b6f06b36" providerId="ADAL" clId="{5F74A7CC-EE10-4A3B-900B-A893A2B36FDF}" dt="2026-07-30T05:00:47.091" v="1586" actId="164"/>
          <ac:spMkLst>
            <pc:docMk/>
            <pc:sldMk cId="4013416057" sldId="2147374986"/>
            <ac:spMk id="8" creationId="{5C63550E-AF2B-E7A6-EEAE-F6D7B9DF4163}"/>
          </ac:spMkLst>
        </pc:spChg>
        <pc:spChg chg="add mod">
          <ac:chgData name="Parth Bahl" userId="48e5a92e-1617-4ce2-9905-5cd7b6f06b36" providerId="ADAL" clId="{5F74A7CC-EE10-4A3B-900B-A893A2B36FDF}" dt="2026-07-30T05:00:49.762" v="1587" actId="164"/>
          <ac:spMkLst>
            <pc:docMk/>
            <pc:sldMk cId="4013416057" sldId="2147374986"/>
            <ac:spMk id="9" creationId="{138A8E49-44B4-9FF8-AA6A-B971E8C3205B}"/>
          </ac:spMkLst>
        </pc:spChg>
        <pc:spChg chg="add mod topLvl">
          <ac:chgData name="Parth Bahl" userId="48e5a92e-1617-4ce2-9905-5cd7b6f06b36" providerId="ADAL" clId="{5F74A7CC-EE10-4A3B-900B-A893A2B36FDF}" dt="2026-07-30T05:00:58.530" v="1594" actId="164"/>
          <ac:spMkLst>
            <pc:docMk/>
            <pc:sldMk cId="4013416057" sldId="2147374986"/>
            <ac:spMk id="10" creationId="{28FB3621-6304-A75A-6000-812948ABF4F2}"/>
          </ac:spMkLst>
        </pc:spChg>
        <pc:spChg chg="add mod">
          <ac:chgData name="Parth Bahl" userId="48e5a92e-1617-4ce2-9905-5cd7b6f06b36" providerId="ADAL" clId="{5F74A7CC-EE10-4A3B-900B-A893A2B36FDF}" dt="2026-07-30T05:01:03.448" v="1599" actId="164"/>
          <ac:spMkLst>
            <pc:docMk/>
            <pc:sldMk cId="4013416057" sldId="2147374986"/>
            <ac:spMk id="11" creationId="{9F270B71-336B-604A-6E99-BC8677DCC205}"/>
          </ac:spMkLst>
        </pc:spChg>
        <pc:spChg chg="add mod topLvl">
          <ac:chgData name="Parth Bahl" userId="48e5a92e-1617-4ce2-9905-5cd7b6f06b36" providerId="ADAL" clId="{5F74A7CC-EE10-4A3B-900B-A893A2B36FDF}" dt="2026-07-30T05:01:06.169" v="1600" actId="164"/>
          <ac:spMkLst>
            <pc:docMk/>
            <pc:sldMk cId="4013416057" sldId="2147374986"/>
            <ac:spMk id="12" creationId="{27925ADC-AC56-8C11-D3C8-69686630D899}"/>
          </ac:spMkLst>
        </pc:spChg>
        <pc:spChg chg="add mod">
          <ac:chgData name="Parth Bahl" userId="48e5a92e-1617-4ce2-9905-5cd7b6f06b36" providerId="ADAL" clId="{5F74A7CC-EE10-4A3B-900B-A893A2B36FDF}" dt="2026-07-30T05:00:39.017" v="1585" actId="164"/>
          <ac:spMkLst>
            <pc:docMk/>
            <pc:sldMk cId="4013416057" sldId="2147374986"/>
            <ac:spMk id="13" creationId="{A16DAB88-E177-1735-0D6A-78EF854C59E5}"/>
          </ac:spMkLst>
        </pc:spChg>
        <pc:spChg chg="add mod topLvl">
          <ac:chgData name="Parth Bahl" userId="48e5a92e-1617-4ce2-9905-5cd7b6f06b36" providerId="ADAL" clId="{5F74A7CC-EE10-4A3B-900B-A893A2B36FDF}" dt="2026-07-30T05:00:47.091" v="1586" actId="164"/>
          <ac:spMkLst>
            <pc:docMk/>
            <pc:sldMk cId="4013416057" sldId="2147374986"/>
            <ac:spMk id="14" creationId="{6EE6EA38-1752-AC37-9233-B8CF0DF62535}"/>
          </ac:spMkLst>
        </pc:spChg>
        <pc:spChg chg="add mod">
          <ac:chgData name="Parth Bahl" userId="48e5a92e-1617-4ce2-9905-5cd7b6f06b36" providerId="ADAL" clId="{5F74A7CC-EE10-4A3B-900B-A893A2B36FDF}" dt="2026-07-30T05:00:49.762" v="1587" actId="164"/>
          <ac:spMkLst>
            <pc:docMk/>
            <pc:sldMk cId="4013416057" sldId="2147374986"/>
            <ac:spMk id="15" creationId="{B68B4D5C-3B8C-CFF2-8359-500C217D88FB}"/>
          </ac:spMkLst>
        </pc:spChg>
        <pc:spChg chg="add mod">
          <ac:chgData name="Parth Bahl" userId="48e5a92e-1617-4ce2-9905-5cd7b6f06b36" providerId="ADAL" clId="{5F74A7CC-EE10-4A3B-900B-A893A2B36FDF}" dt="2026-07-30T05:00:58.530" v="1594" actId="164"/>
          <ac:spMkLst>
            <pc:docMk/>
            <pc:sldMk cId="4013416057" sldId="2147374986"/>
            <ac:spMk id="16" creationId="{2324F918-FDB9-7AF9-19ED-C22BAB262D8E}"/>
          </ac:spMkLst>
        </pc:spChg>
        <pc:spChg chg="add mod">
          <ac:chgData name="Parth Bahl" userId="48e5a92e-1617-4ce2-9905-5cd7b6f06b36" providerId="ADAL" clId="{5F74A7CC-EE10-4A3B-900B-A893A2B36FDF}" dt="2026-07-30T05:01:03.448" v="1599" actId="164"/>
          <ac:spMkLst>
            <pc:docMk/>
            <pc:sldMk cId="4013416057" sldId="2147374986"/>
            <ac:spMk id="17" creationId="{AAE80247-B18A-E4E7-9D41-42206EF3EE64}"/>
          </ac:spMkLst>
        </pc:spChg>
        <pc:spChg chg="add mod">
          <ac:chgData name="Parth Bahl" userId="48e5a92e-1617-4ce2-9905-5cd7b6f06b36" providerId="ADAL" clId="{5F74A7CC-EE10-4A3B-900B-A893A2B36FDF}" dt="2026-07-30T05:01:06.169" v="1600" actId="164"/>
          <ac:spMkLst>
            <pc:docMk/>
            <pc:sldMk cId="4013416057" sldId="2147374986"/>
            <ac:spMk id="18" creationId="{D507E0FD-8BF3-ED28-D603-D32F850E2E66}"/>
          </ac:spMkLst>
        </pc:spChg>
        <pc:spChg chg="add mod topLvl">
          <ac:chgData name="Parth Bahl" userId="48e5a92e-1617-4ce2-9905-5cd7b6f06b36" providerId="ADAL" clId="{5F74A7CC-EE10-4A3B-900B-A893A2B36FDF}" dt="2026-07-30T05:00:39.017" v="1585" actId="164"/>
          <ac:spMkLst>
            <pc:docMk/>
            <pc:sldMk cId="4013416057" sldId="2147374986"/>
            <ac:spMk id="19" creationId="{C814C619-A39E-0282-6AEA-357010DF6C14}"/>
          </ac:spMkLst>
        </pc:spChg>
        <pc:spChg chg="add mod topLvl">
          <ac:chgData name="Parth Bahl" userId="48e5a92e-1617-4ce2-9905-5cd7b6f06b36" providerId="ADAL" clId="{5F74A7CC-EE10-4A3B-900B-A893A2B36FDF}" dt="2026-07-30T05:00:47.091" v="1586" actId="164"/>
          <ac:spMkLst>
            <pc:docMk/>
            <pc:sldMk cId="4013416057" sldId="2147374986"/>
            <ac:spMk id="20" creationId="{90911FED-A29A-4480-ADA2-CA1EC67F457D}"/>
          </ac:spMkLst>
        </pc:spChg>
        <pc:spChg chg="add mod topLvl">
          <ac:chgData name="Parth Bahl" userId="48e5a92e-1617-4ce2-9905-5cd7b6f06b36" providerId="ADAL" clId="{5F74A7CC-EE10-4A3B-900B-A893A2B36FDF}" dt="2026-07-30T05:00:49.762" v="1587" actId="164"/>
          <ac:spMkLst>
            <pc:docMk/>
            <pc:sldMk cId="4013416057" sldId="2147374986"/>
            <ac:spMk id="21" creationId="{8C2F71B1-578C-FDD8-370E-EB659636F6D6}"/>
          </ac:spMkLst>
        </pc:spChg>
        <pc:spChg chg="add mod topLvl">
          <ac:chgData name="Parth Bahl" userId="48e5a92e-1617-4ce2-9905-5cd7b6f06b36" providerId="ADAL" clId="{5F74A7CC-EE10-4A3B-900B-A893A2B36FDF}" dt="2026-07-30T05:00:58.530" v="1594" actId="164"/>
          <ac:spMkLst>
            <pc:docMk/>
            <pc:sldMk cId="4013416057" sldId="2147374986"/>
            <ac:spMk id="22" creationId="{4F8B5CEB-B8EC-A2AC-0106-4252884CD50A}"/>
          </ac:spMkLst>
        </pc:spChg>
        <pc:spChg chg="add mod topLvl">
          <ac:chgData name="Parth Bahl" userId="48e5a92e-1617-4ce2-9905-5cd7b6f06b36" providerId="ADAL" clId="{5F74A7CC-EE10-4A3B-900B-A893A2B36FDF}" dt="2026-07-30T05:01:03.448" v="1599" actId="164"/>
          <ac:spMkLst>
            <pc:docMk/>
            <pc:sldMk cId="4013416057" sldId="2147374986"/>
            <ac:spMk id="23" creationId="{5D6AB350-2E0B-A05D-4C33-FE1D8C31BA3A}"/>
          </ac:spMkLst>
        </pc:spChg>
        <pc:spChg chg="add mod">
          <ac:chgData name="Parth Bahl" userId="48e5a92e-1617-4ce2-9905-5cd7b6f06b36" providerId="ADAL" clId="{5F74A7CC-EE10-4A3B-900B-A893A2B36FDF}" dt="2026-07-30T05:01:06.169" v="1600" actId="164"/>
          <ac:spMkLst>
            <pc:docMk/>
            <pc:sldMk cId="4013416057" sldId="2147374986"/>
            <ac:spMk id="24" creationId="{F2F75453-AD30-02D2-56C6-34FE51878AF3}"/>
          </ac:spMkLst>
        </pc:spChg>
        <pc:spChg chg="add mod">
          <ac:chgData name="Parth Bahl" userId="48e5a92e-1617-4ce2-9905-5cd7b6f06b36" providerId="ADAL" clId="{5F74A7CC-EE10-4A3B-900B-A893A2B36FDF}" dt="2026-07-30T05:00:39.017" v="1585" actId="164"/>
          <ac:spMkLst>
            <pc:docMk/>
            <pc:sldMk cId="4013416057" sldId="2147374986"/>
            <ac:spMk id="25" creationId="{544D75A4-80E8-1C8A-8383-C2504972A392}"/>
          </ac:spMkLst>
        </pc:spChg>
        <pc:spChg chg="add mod">
          <ac:chgData name="Parth Bahl" userId="48e5a92e-1617-4ce2-9905-5cd7b6f06b36" providerId="ADAL" clId="{5F74A7CC-EE10-4A3B-900B-A893A2B36FDF}" dt="2026-07-30T05:00:47.091" v="1586" actId="164"/>
          <ac:spMkLst>
            <pc:docMk/>
            <pc:sldMk cId="4013416057" sldId="2147374986"/>
            <ac:spMk id="26" creationId="{051CAB43-CF3D-6344-A0DF-AB1F34EDFE2C}"/>
          </ac:spMkLst>
        </pc:spChg>
        <pc:spChg chg="add mod topLvl">
          <ac:chgData name="Parth Bahl" userId="48e5a92e-1617-4ce2-9905-5cd7b6f06b36" providerId="ADAL" clId="{5F74A7CC-EE10-4A3B-900B-A893A2B36FDF}" dt="2026-07-30T05:00:49.762" v="1587" actId="164"/>
          <ac:spMkLst>
            <pc:docMk/>
            <pc:sldMk cId="4013416057" sldId="2147374986"/>
            <ac:spMk id="27" creationId="{613B0856-1057-DC43-4F55-160A32118A11}"/>
          </ac:spMkLst>
        </pc:spChg>
        <pc:spChg chg="add mod">
          <ac:chgData name="Parth Bahl" userId="48e5a92e-1617-4ce2-9905-5cd7b6f06b36" providerId="ADAL" clId="{5F74A7CC-EE10-4A3B-900B-A893A2B36FDF}" dt="2026-07-30T05:00:58.530" v="1594" actId="164"/>
          <ac:spMkLst>
            <pc:docMk/>
            <pc:sldMk cId="4013416057" sldId="2147374986"/>
            <ac:spMk id="28" creationId="{49A54F80-4F1C-DF1A-9227-3814D56C30E8}"/>
          </ac:spMkLst>
        </pc:spChg>
        <pc:spChg chg="add mod">
          <ac:chgData name="Parth Bahl" userId="48e5a92e-1617-4ce2-9905-5cd7b6f06b36" providerId="ADAL" clId="{5F74A7CC-EE10-4A3B-900B-A893A2B36FDF}" dt="2026-07-30T05:01:03.448" v="1599" actId="164"/>
          <ac:spMkLst>
            <pc:docMk/>
            <pc:sldMk cId="4013416057" sldId="2147374986"/>
            <ac:spMk id="29" creationId="{7FC6CF27-897B-AF88-5799-A92E458853AB}"/>
          </ac:spMkLst>
        </pc:spChg>
        <pc:spChg chg="add mod topLvl">
          <ac:chgData name="Parth Bahl" userId="48e5a92e-1617-4ce2-9905-5cd7b6f06b36" providerId="ADAL" clId="{5F74A7CC-EE10-4A3B-900B-A893A2B36FDF}" dt="2026-07-30T05:01:06.169" v="1600" actId="164"/>
          <ac:spMkLst>
            <pc:docMk/>
            <pc:sldMk cId="4013416057" sldId="2147374986"/>
            <ac:spMk id="30" creationId="{0F451524-859B-4B94-7B9F-3E23A8CF9CFB}"/>
          </ac:spMkLst>
        </pc:spChg>
        <pc:spChg chg="add del mod modVis">
          <ac:chgData name="Parth Bahl" userId="48e5a92e-1617-4ce2-9905-5cd7b6f06b36" providerId="ADAL" clId="{5F74A7CC-EE10-4A3B-900B-A893A2B36FDF}" dt="2026-07-30T05:01:56.475" v="1629"/>
          <ac:spMkLst>
            <pc:docMk/>
            <pc:sldMk cId="4013416057" sldId="2147374986"/>
            <ac:spMk id="48" creationId="{29053FE4-94AB-3141-1C05-3BE1A748358B}"/>
          </ac:spMkLst>
        </pc:spChg>
        <pc:spChg chg="add del mod modVis">
          <ac:chgData name="Parth Bahl" userId="48e5a92e-1617-4ce2-9905-5cd7b6f06b36" providerId="ADAL" clId="{5F74A7CC-EE10-4A3B-900B-A893A2B36FDF}" dt="2026-07-30T05:02:00.043" v="1655"/>
          <ac:spMkLst>
            <pc:docMk/>
            <pc:sldMk cId="4013416057" sldId="2147374986"/>
            <ac:spMk id="49" creationId="{06013B79-F1E5-6F29-2D44-CEF7348EC55A}"/>
          </ac:spMkLst>
        </pc:spChg>
        <pc:spChg chg="add del mod modVis">
          <ac:chgData name="Parth Bahl" userId="48e5a92e-1617-4ce2-9905-5cd7b6f06b36" providerId="ADAL" clId="{5F74A7CC-EE10-4A3B-900B-A893A2B36FDF}" dt="2026-07-30T05:02:02.554" v="1681"/>
          <ac:spMkLst>
            <pc:docMk/>
            <pc:sldMk cId="4013416057" sldId="2147374986"/>
            <ac:spMk id="50" creationId="{37AC3106-96C4-DF12-1D6D-2791A969D115}"/>
          </ac:spMkLst>
        </pc:spChg>
        <pc:spChg chg="add">
          <ac:chgData name="Parth Bahl" userId="48e5a92e-1617-4ce2-9905-5cd7b6f06b36" providerId="ADAL" clId="{5F74A7CC-EE10-4A3B-900B-A893A2B36FDF}" dt="2026-07-30T05:02:37.299" v="1686" actId="22"/>
          <ac:spMkLst>
            <pc:docMk/>
            <pc:sldMk cId="4013416057" sldId="2147374986"/>
            <ac:spMk id="52" creationId="{7E94A575-A151-9BD7-D0F5-CE4796474BCB}"/>
          </ac:spMkLst>
        </pc:spChg>
        <pc:grpChg chg="mod">
          <ac:chgData name="Parth Bahl" userId="48e5a92e-1617-4ce2-9905-5cd7b6f06b36" providerId="ADAL" clId="{5F74A7CC-EE10-4A3B-900B-A893A2B36FDF}" dt="2026-07-30T04:58:00.674" v="1459" actId="14100"/>
          <ac:grpSpMkLst>
            <pc:docMk/>
            <pc:sldMk cId="4013416057" sldId="2147374986"/>
            <ac:grpSpMk id="36" creationId="{3CF7FF22-C13D-5CE6-15F8-29F0FDA6844B}"/>
          </ac:grpSpMkLst>
        </pc:grpChg>
        <pc:grpChg chg="add mod">
          <ac:chgData name="Parth Bahl" userId="48e5a92e-1617-4ce2-9905-5cd7b6f06b36" providerId="ADAL" clId="{5F74A7CC-EE10-4A3B-900B-A893A2B36FDF}" dt="2026-07-30T04:59:23.957" v="1580" actId="408"/>
          <ac:grpSpMkLst>
            <pc:docMk/>
            <pc:sldMk cId="4013416057" sldId="2147374986"/>
            <ac:grpSpMk id="37" creationId="{5C06B47C-B63C-6540-6BEC-2145A03A2FE9}"/>
          </ac:grpSpMkLst>
        </pc:grpChg>
        <pc:grpChg chg="add mod">
          <ac:chgData name="Parth Bahl" userId="48e5a92e-1617-4ce2-9905-5cd7b6f06b36" providerId="ADAL" clId="{5F74A7CC-EE10-4A3B-900B-A893A2B36FDF}" dt="2026-07-30T04:59:05.822" v="1576" actId="164"/>
          <ac:grpSpMkLst>
            <pc:docMk/>
            <pc:sldMk cId="4013416057" sldId="2147374986"/>
            <ac:grpSpMk id="38" creationId="{EE03D516-DAE6-7D44-ADB1-440FC5E183FC}"/>
          </ac:grpSpMkLst>
        </pc:grpChg>
        <pc:grpChg chg="add mod">
          <ac:chgData name="Parth Bahl" userId="48e5a92e-1617-4ce2-9905-5cd7b6f06b36" providerId="ADAL" clId="{5F74A7CC-EE10-4A3B-900B-A893A2B36FDF}" dt="2026-07-30T04:59:23.957" v="1580" actId="408"/>
          <ac:grpSpMkLst>
            <pc:docMk/>
            <pc:sldMk cId="4013416057" sldId="2147374986"/>
            <ac:grpSpMk id="39" creationId="{82C9980E-B822-A52F-84CB-CBA6A5270F36}"/>
          </ac:grpSpMkLst>
        </pc:grpChg>
        <pc:grpChg chg="add mod">
          <ac:chgData name="Parth Bahl" userId="48e5a92e-1617-4ce2-9905-5cd7b6f06b36" providerId="ADAL" clId="{5F74A7CC-EE10-4A3B-900B-A893A2B36FDF}" dt="2026-07-30T04:59:20.924" v="1579" actId="14100"/>
          <ac:grpSpMkLst>
            <pc:docMk/>
            <pc:sldMk cId="4013416057" sldId="2147374986"/>
            <ac:grpSpMk id="40" creationId="{8CE4DF91-BF04-2285-9350-1A8C75E98C80}"/>
          </ac:grpSpMkLst>
        </pc:grpChg>
        <pc:grpChg chg="add mod">
          <ac:chgData name="Parth Bahl" userId="48e5a92e-1617-4ce2-9905-5cd7b6f06b36" providerId="ADAL" clId="{5F74A7CC-EE10-4A3B-900B-A893A2B36FDF}" dt="2026-07-30T05:02:08.313" v="1684" actId="1076"/>
          <ac:grpSpMkLst>
            <pc:docMk/>
            <pc:sldMk cId="4013416057" sldId="2147374986"/>
            <ac:grpSpMk id="41" creationId="{9CD1E3EA-AB63-4F76-CF7B-CFE16C21EDE7}"/>
          </ac:grpSpMkLst>
        </pc:grpChg>
        <pc:grpChg chg="add mod">
          <ac:chgData name="Parth Bahl" userId="48e5a92e-1617-4ce2-9905-5cd7b6f06b36" providerId="ADAL" clId="{5F74A7CC-EE10-4A3B-900B-A893A2B36FDF}" dt="2026-07-30T05:02:08.313" v="1684" actId="1076"/>
          <ac:grpSpMkLst>
            <pc:docMk/>
            <pc:sldMk cId="4013416057" sldId="2147374986"/>
            <ac:grpSpMk id="42" creationId="{D5DA1CC3-1272-938F-6E67-D8AB6122AC7E}"/>
          </ac:grpSpMkLst>
        </pc:grpChg>
        <pc:grpChg chg="add mod">
          <ac:chgData name="Parth Bahl" userId="48e5a92e-1617-4ce2-9905-5cd7b6f06b36" providerId="ADAL" clId="{5F74A7CC-EE10-4A3B-900B-A893A2B36FDF}" dt="2026-07-30T05:02:08.313" v="1684" actId="1076"/>
          <ac:grpSpMkLst>
            <pc:docMk/>
            <pc:sldMk cId="4013416057" sldId="2147374986"/>
            <ac:grpSpMk id="43" creationId="{EEDF56DC-57CA-471F-0271-BB46AF80082D}"/>
          </ac:grpSpMkLst>
        </pc:grpChg>
        <pc:grpChg chg="add mod">
          <ac:chgData name="Parth Bahl" userId="48e5a92e-1617-4ce2-9905-5cd7b6f06b36" providerId="ADAL" clId="{5F74A7CC-EE10-4A3B-900B-A893A2B36FDF}" dt="2026-07-30T05:00:54.552" v="1589" actId="164"/>
          <ac:grpSpMkLst>
            <pc:docMk/>
            <pc:sldMk cId="4013416057" sldId="2147374986"/>
            <ac:grpSpMk id="44" creationId="{FCEF3899-AA75-D542-E61D-3279F0762CC0}"/>
          </ac:grpSpMkLst>
        </pc:grpChg>
        <pc:grpChg chg="add mod">
          <ac:chgData name="Parth Bahl" userId="48e5a92e-1617-4ce2-9905-5cd7b6f06b36" providerId="ADAL" clId="{5F74A7CC-EE10-4A3B-900B-A893A2B36FDF}" dt="2026-07-30T05:02:08.313" v="1684" actId="1076"/>
          <ac:grpSpMkLst>
            <pc:docMk/>
            <pc:sldMk cId="4013416057" sldId="2147374986"/>
            <ac:grpSpMk id="45" creationId="{B3344D28-47E5-C282-CEF4-06ECE0E8218C}"/>
          </ac:grpSpMkLst>
        </pc:grpChg>
        <pc:grpChg chg="add mod">
          <ac:chgData name="Parth Bahl" userId="48e5a92e-1617-4ce2-9905-5cd7b6f06b36" providerId="ADAL" clId="{5F74A7CC-EE10-4A3B-900B-A893A2B36FDF}" dt="2026-07-30T05:02:08.313" v="1684" actId="1076"/>
          <ac:grpSpMkLst>
            <pc:docMk/>
            <pc:sldMk cId="4013416057" sldId="2147374986"/>
            <ac:grpSpMk id="46" creationId="{32DAC214-18AD-0FFB-BE56-83EF393517EC}"/>
          </ac:grpSpMkLst>
        </pc:grpChg>
        <pc:grpChg chg="add mod">
          <ac:chgData name="Parth Bahl" userId="48e5a92e-1617-4ce2-9905-5cd7b6f06b36" providerId="ADAL" clId="{5F74A7CC-EE10-4A3B-900B-A893A2B36FDF}" dt="2026-07-30T05:02:08.313" v="1684" actId="1076"/>
          <ac:grpSpMkLst>
            <pc:docMk/>
            <pc:sldMk cId="4013416057" sldId="2147374986"/>
            <ac:grpSpMk id="47" creationId="{11CA497F-4D43-595F-9156-8E282E5B43D9}"/>
          </ac:grpSpMkLst>
        </pc:grpChg>
        <pc:graphicFrameChg chg="add mod ord modVis">
          <ac:chgData name="Parth Bahl" userId="48e5a92e-1617-4ce2-9905-5cd7b6f06b36" providerId="ADAL" clId="{5F74A7CC-EE10-4A3B-900B-A893A2B36FDF}" dt="2026-07-30T05:02:02.555" v="1683"/>
          <ac:graphicFrameMkLst>
            <pc:docMk/>
            <pc:sldMk cId="4013416057" sldId="2147374986"/>
            <ac:graphicFrameMk id="5" creationId="{E4D4E138-5F27-C8DC-A82F-C37F358E2F59}"/>
          </ac:graphicFrameMkLst>
        </pc:graphicFrameChg>
        <pc:cxnChg chg="add mod">
          <ac:chgData name="Parth Bahl" userId="48e5a92e-1617-4ce2-9905-5cd7b6f06b36" providerId="ADAL" clId="{5F74A7CC-EE10-4A3B-900B-A893A2B36FDF}" dt="2026-07-30T05:02:08.313" v="1684" actId="1076"/>
          <ac:cxnSpMkLst>
            <pc:docMk/>
            <pc:sldMk cId="4013416057" sldId="2147374986"/>
            <ac:cxnSpMk id="31" creationId="{42BAFECD-6CBC-EE2B-4F0A-D446745D1006}"/>
          </ac:cxnSpMkLst>
        </pc:cxnChg>
        <pc:cxnChg chg="add mod">
          <ac:chgData name="Parth Bahl" userId="48e5a92e-1617-4ce2-9905-5cd7b6f06b36" providerId="ADAL" clId="{5F74A7CC-EE10-4A3B-900B-A893A2B36FDF}" dt="2026-07-30T05:02:08.313" v="1684" actId="1076"/>
          <ac:cxnSpMkLst>
            <pc:docMk/>
            <pc:sldMk cId="4013416057" sldId="2147374986"/>
            <ac:cxnSpMk id="32" creationId="{097D2797-0FDE-E344-BC8A-A55625E9BDCF}"/>
          </ac:cxnSpMkLst>
        </pc:cxnChg>
        <pc:cxnChg chg="add mod">
          <ac:chgData name="Parth Bahl" userId="48e5a92e-1617-4ce2-9905-5cd7b6f06b36" providerId="ADAL" clId="{5F74A7CC-EE10-4A3B-900B-A893A2B36FDF}" dt="2026-07-30T05:02:08.313" v="1684" actId="1076"/>
          <ac:cxnSpMkLst>
            <pc:docMk/>
            <pc:sldMk cId="4013416057" sldId="2147374986"/>
            <ac:cxnSpMk id="33" creationId="{743E7C8E-6825-DE90-2D17-5852FFFFF09D}"/>
          </ac:cxnSpMkLst>
        </pc:cxnChg>
        <pc:cxnChg chg="add mod">
          <ac:chgData name="Parth Bahl" userId="48e5a92e-1617-4ce2-9905-5cd7b6f06b36" providerId="ADAL" clId="{5F74A7CC-EE10-4A3B-900B-A893A2B36FDF}" dt="2026-07-30T05:01:42.503" v="1604" actId="465"/>
          <ac:cxnSpMkLst>
            <pc:docMk/>
            <pc:sldMk cId="4013416057" sldId="2147374986"/>
            <ac:cxnSpMk id="34" creationId="{5AFF4B51-F7C3-C3B4-AFA2-5D0373BF0947}"/>
          </ac:cxnSpMkLst>
        </pc:cxnChg>
        <pc:cxnChg chg="add mod">
          <ac:chgData name="Parth Bahl" userId="48e5a92e-1617-4ce2-9905-5cd7b6f06b36" providerId="ADAL" clId="{5F74A7CC-EE10-4A3B-900B-A893A2B36FDF}" dt="2026-07-30T05:02:08.313" v="1684" actId="1076"/>
          <ac:cxnSpMkLst>
            <pc:docMk/>
            <pc:sldMk cId="4013416057" sldId="2147374986"/>
            <ac:cxnSpMk id="35" creationId="{796036CE-C31F-9BA5-3732-18B3AEC724D8}"/>
          </ac:cxnSpMkLst>
        </pc:cxnChg>
      </pc:sldChg>
      <pc:sldChg chg="addSp delSp modSp add mod">
        <pc:chgData name="Parth Bahl" userId="48e5a92e-1617-4ce2-9905-5cd7b6f06b36" providerId="ADAL" clId="{5F74A7CC-EE10-4A3B-900B-A893A2B36FDF}" dt="2026-07-30T05:05:18.570" v="1838" actId="20577"/>
        <pc:sldMkLst>
          <pc:docMk/>
          <pc:sldMk cId="1684647457" sldId="2147374987"/>
        </pc:sldMkLst>
        <pc:spChg chg="mod">
          <ac:chgData name="Parth Bahl" userId="48e5a92e-1617-4ce2-9905-5cd7b6f06b36" providerId="ADAL" clId="{5F74A7CC-EE10-4A3B-900B-A893A2B36FDF}" dt="2026-07-30T05:02:53.417" v="1694" actId="948"/>
          <ac:spMkLst>
            <pc:docMk/>
            <pc:sldMk cId="1684647457" sldId="2147374987"/>
            <ac:spMk id="2" creationId="{6B1A5B11-8FFF-B644-65FD-9637766F81C0}"/>
          </ac:spMkLst>
        </pc:spChg>
        <pc:spChg chg="mod">
          <ac:chgData name="Parth Bahl" userId="48e5a92e-1617-4ce2-9905-5cd7b6f06b36" providerId="ADAL" clId="{5F74A7CC-EE10-4A3B-900B-A893A2B36FDF}" dt="2026-07-30T05:02:48.474" v="1690"/>
          <ac:spMkLst>
            <pc:docMk/>
            <pc:sldMk cId="1684647457" sldId="2147374987"/>
            <ac:spMk id="3" creationId="{15235AED-51DF-9F74-BEE8-79B790D6D098}"/>
          </ac:spMkLst>
        </pc:spChg>
        <pc:spChg chg="add del mod modVis">
          <ac:chgData name="Parth Bahl" userId="48e5a92e-1617-4ce2-9905-5cd7b6f06b36" providerId="ADAL" clId="{5F74A7CC-EE10-4A3B-900B-A893A2B36FDF}" dt="2026-07-30T05:02:53.436" v="1716"/>
          <ac:spMkLst>
            <pc:docMk/>
            <pc:sldMk cId="1684647457" sldId="2147374987"/>
            <ac:spMk id="4" creationId="{DB4BAB4C-99EC-0B8D-F658-DB89D764B341}"/>
          </ac:spMkLst>
        </pc:spChg>
        <pc:spChg chg="mod">
          <ac:chgData name="Parth Bahl" userId="48e5a92e-1617-4ce2-9905-5cd7b6f06b36" providerId="ADAL" clId="{5F74A7CC-EE10-4A3B-900B-A893A2B36FDF}" dt="2026-07-30T05:05:00.873" v="1784" actId="20577"/>
          <ac:spMkLst>
            <pc:docMk/>
            <pc:sldMk cId="1684647457" sldId="2147374987"/>
            <ac:spMk id="8" creationId="{3DF35DE1-FE88-FA99-681E-8E8FB28EA207}"/>
          </ac:spMkLst>
        </pc:spChg>
        <pc:spChg chg="mod topLvl">
          <ac:chgData name="Parth Bahl" userId="48e5a92e-1617-4ce2-9905-5cd7b6f06b36" providerId="ADAL" clId="{5F74A7CC-EE10-4A3B-900B-A893A2B36FDF}" dt="2026-07-30T05:05:00.884" v="1792" actId="20577"/>
          <ac:spMkLst>
            <pc:docMk/>
            <pc:sldMk cId="1684647457" sldId="2147374987"/>
            <ac:spMk id="9" creationId="{9FE5EBDB-56FA-D33D-79BD-3AC469037B32}"/>
          </ac:spMkLst>
        </pc:spChg>
        <pc:spChg chg="mod topLvl">
          <ac:chgData name="Parth Bahl" userId="48e5a92e-1617-4ce2-9905-5cd7b6f06b36" providerId="ADAL" clId="{5F74A7CC-EE10-4A3B-900B-A893A2B36FDF}" dt="2026-07-30T05:05:00.894" v="1800" actId="20577"/>
          <ac:spMkLst>
            <pc:docMk/>
            <pc:sldMk cId="1684647457" sldId="2147374987"/>
            <ac:spMk id="10" creationId="{DADB74A5-DDD6-05F7-D391-D29AD0C4D52E}"/>
          </ac:spMkLst>
        </pc:spChg>
        <pc:spChg chg="mod">
          <ac:chgData name="Parth Bahl" userId="48e5a92e-1617-4ce2-9905-5cd7b6f06b36" providerId="ADAL" clId="{5F74A7CC-EE10-4A3B-900B-A893A2B36FDF}" dt="2026-07-30T05:05:00.904" v="1808" actId="20577"/>
          <ac:spMkLst>
            <pc:docMk/>
            <pc:sldMk cId="1684647457" sldId="2147374987"/>
            <ac:spMk id="11" creationId="{693BEAD4-39DF-0F6A-5CC3-8509A1CEC3FB}"/>
          </ac:spMkLst>
        </pc:spChg>
        <pc:spChg chg="mod">
          <ac:chgData name="Parth Bahl" userId="48e5a92e-1617-4ce2-9905-5cd7b6f06b36" providerId="ADAL" clId="{5F74A7CC-EE10-4A3B-900B-A893A2B36FDF}" dt="2026-07-30T05:05:00.913" v="1816" actId="20577"/>
          <ac:spMkLst>
            <pc:docMk/>
            <pc:sldMk cId="1684647457" sldId="2147374987"/>
            <ac:spMk id="12" creationId="{5E81FC41-AAC8-C302-E23B-314EEE7744BD}"/>
          </ac:spMkLst>
        </pc:spChg>
        <pc:spChg chg="mod">
          <ac:chgData name="Parth Bahl" userId="48e5a92e-1617-4ce2-9905-5cd7b6f06b36" providerId="ADAL" clId="{5F74A7CC-EE10-4A3B-900B-A893A2B36FDF}" dt="2026-07-30T05:05:00.877" v="1786" actId="20577"/>
          <ac:spMkLst>
            <pc:docMk/>
            <pc:sldMk cId="1684647457" sldId="2147374987"/>
            <ac:spMk id="14" creationId="{803E3239-8D1F-2019-6572-F6F845F39A2C}"/>
          </ac:spMkLst>
        </pc:spChg>
        <pc:spChg chg="mod topLvl">
          <ac:chgData name="Parth Bahl" userId="48e5a92e-1617-4ce2-9905-5cd7b6f06b36" providerId="ADAL" clId="{5F74A7CC-EE10-4A3B-900B-A893A2B36FDF}" dt="2026-07-30T05:05:00.887" v="1794" actId="20577"/>
          <ac:spMkLst>
            <pc:docMk/>
            <pc:sldMk cId="1684647457" sldId="2147374987"/>
            <ac:spMk id="15" creationId="{CB489F3F-434E-3F75-E306-CBAF29D7671F}"/>
          </ac:spMkLst>
        </pc:spChg>
        <pc:spChg chg="mod topLvl">
          <ac:chgData name="Parth Bahl" userId="48e5a92e-1617-4ce2-9905-5cd7b6f06b36" providerId="ADAL" clId="{5F74A7CC-EE10-4A3B-900B-A893A2B36FDF}" dt="2026-07-30T05:05:00.897" v="1802" actId="20577"/>
          <ac:spMkLst>
            <pc:docMk/>
            <pc:sldMk cId="1684647457" sldId="2147374987"/>
            <ac:spMk id="16" creationId="{8704B25B-21CD-A83D-100C-04E356D1FDD2}"/>
          </ac:spMkLst>
        </pc:spChg>
        <pc:spChg chg="mod topLvl">
          <ac:chgData name="Parth Bahl" userId="48e5a92e-1617-4ce2-9905-5cd7b6f06b36" providerId="ADAL" clId="{5F74A7CC-EE10-4A3B-900B-A893A2B36FDF}" dt="2026-07-30T05:05:00.906" v="1810" actId="20577"/>
          <ac:spMkLst>
            <pc:docMk/>
            <pc:sldMk cId="1684647457" sldId="2147374987"/>
            <ac:spMk id="17" creationId="{AD8643B8-2581-7BE0-04F6-DDE3385A719A}"/>
          </ac:spMkLst>
        </pc:spChg>
        <pc:spChg chg="mod topLvl">
          <ac:chgData name="Parth Bahl" userId="48e5a92e-1617-4ce2-9905-5cd7b6f06b36" providerId="ADAL" clId="{5F74A7CC-EE10-4A3B-900B-A893A2B36FDF}" dt="2026-07-30T05:05:00.917" v="1818" actId="20577"/>
          <ac:spMkLst>
            <pc:docMk/>
            <pc:sldMk cId="1684647457" sldId="2147374987"/>
            <ac:spMk id="18" creationId="{863067F2-C412-0A32-1689-79EF0CE90C87}"/>
          </ac:spMkLst>
        </pc:spChg>
        <pc:spChg chg="mod">
          <ac:chgData name="Parth Bahl" userId="48e5a92e-1617-4ce2-9905-5cd7b6f06b36" providerId="ADAL" clId="{5F74A7CC-EE10-4A3B-900B-A893A2B36FDF}" dt="2026-07-30T05:05:00.879" v="1788" actId="20577"/>
          <ac:spMkLst>
            <pc:docMk/>
            <pc:sldMk cId="1684647457" sldId="2147374987"/>
            <ac:spMk id="20" creationId="{EB86E29E-7F03-103D-46CD-66E981B121AC}"/>
          </ac:spMkLst>
        </pc:spChg>
        <pc:spChg chg="mod">
          <ac:chgData name="Parth Bahl" userId="48e5a92e-1617-4ce2-9905-5cd7b6f06b36" providerId="ADAL" clId="{5F74A7CC-EE10-4A3B-900B-A893A2B36FDF}" dt="2026-07-30T05:05:00.890" v="1796" actId="20577"/>
          <ac:spMkLst>
            <pc:docMk/>
            <pc:sldMk cId="1684647457" sldId="2147374987"/>
            <ac:spMk id="21" creationId="{5BD2D53A-ECE8-67B5-7102-568D5C60C439}"/>
          </ac:spMkLst>
        </pc:spChg>
        <pc:spChg chg="mod">
          <ac:chgData name="Parth Bahl" userId="48e5a92e-1617-4ce2-9905-5cd7b6f06b36" providerId="ADAL" clId="{5F74A7CC-EE10-4A3B-900B-A893A2B36FDF}" dt="2026-07-30T05:05:00.900" v="1804" actId="20577"/>
          <ac:spMkLst>
            <pc:docMk/>
            <pc:sldMk cId="1684647457" sldId="2147374987"/>
            <ac:spMk id="22" creationId="{4162D650-2B91-0408-20AC-A28466F7F8DA}"/>
          </ac:spMkLst>
        </pc:spChg>
        <pc:spChg chg="mod topLvl">
          <ac:chgData name="Parth Bahl" userId="48e5a92e-1617-4ce2-9905-5cd7b6f06b36" providerId="ADAL" clId="{5F74A7CC-EE10-4A3B-900B-A893A2B36FDF}" dt="2026-07-30T05:05:00.908" v="1812" actId="20577"/>
          <ac:spMkLst>
            <pc:docMk/>
            <pc:sldMk cId="1684647457" sldId="2147374987"/>
            <ac:spMk id="23" creationId="{590B783F-517C-3E1D-D50E-47AFED327893}"/>
          </ac:spMkLst>
        </pc:spChg>
        <pc:spChg chg="mod">
          <ac:chgData name="Parth Bahl" userId="48e5a92e-1617-4ce2-9905-5cd7b6f06b36" providerId="ADAL" clId="{5F74A7CC-EE10-4A3B-900B-A893A2B36FDF}" dt="2026-07-30T05:05:00.920" v="1820" actId="20577"/>
          <ac:spMkLst>
            <pc:docMk/>
            <pc:sldMk cId="1684647457" sldId="2147374987"/>
            <ac:spMk id="24" creationId="{12EB55CB-EF24-EE03-E85D-7AF184FCA01F}"/>
          </ac:spMkLst>
        </pc:spChg>
        <pc:spChg chg="mod topLvl">
          <ac:chgData name="Parth Bahl" userId="48e5a92e-1617-4ce2-9905-5cd7b6f06b36" providerId="ADAL" clId="{5F74A7CC-EE10-4A3B-900B-A893A2B36FDF}" dt="2026-07-30T05:05:00.882" v="1790" actId="20577"/>
          <ac:spMkLst>
            <pc:docMk/>
            <pc:sldMk cId="1684647457" sldId="2147374987"/>
            <ac:spMk id="26" creationId="{0FB48499-5957-FD36-5545-10E0BDFDF8CA}"/>
          </ac:spMkLst>
        </pc:spChg>
        <pc:spChg chg="mod">
          <ac:chgData name="Parth Bahl" userId="48e5a92e-1617-4ce2-9905-5cd7b6f06b36" providerId="ADAL" clId="{5F74A7CC-EE10-4A3B-900B-A893A2B36FDF}" dt="2026-07-30T05:05:00.892" v="1798" actId="20577"/>
          <ac:spMkLst>
            <pc:docMk/>
            <pc:sldMk cId="1684647457" sldId="2147374987"/>
            <ac:spMk id="27" creationId="{C2CD43B4-7A70-57A7-1EA0-EE2C7B1BBEC5}"/>
          </ac:spMkLst>
        </pc:spChg>
        <pc:spChg chg="mod topLvl">
          <ac:chgData name="Parth Bahl" userId="48e5a92e-1617-4ce2-9905-5cd7b6f06b36" providerId="ADAL" clId="{5F74A7CC-EE10-4A3B-900B-A893A2B36FDF}" dt="2026-07-30T05:05:00.902" v="1806" actId="20577"/>
          <ac:spMkLst>
            <pc:docMk/>
            <pc:sldMk cId="1684647457" sldId="2147374987"/>
            <ac:spMk id="28" creationId="{6605BE80-97F2-DBA8-88BA-D0E12361BE6A}"/>
          </ac:spMkLst>
        </pc:spChg>
        <pc:spChg chg="mod topLvl">
          <ac:chgData name="Parth Bahl" userId="48e5a92e-1617-4ce2-9905-5cd7b6f06b36" providerId="ADAL" clId="{5F74A7CC-EE10-4A3B-900B-A893A2B36FDF}" dt="2026-07-30T05:05:00.911" v="1814" actId="20577"/>
          <ac:spMkLst>
            <pc:docMk/>
            <pc:sldMk cId="1684647457" sldId="2147374987"/>
            <ac:spMk id="29" creationId="{8EB91876-9442-AFFA-2F7E-CBCFFCF6AA5B}"/>
          </ac:spMkLst>
        </pc:spChg>
        <pc:spChg chg="mod">
          <ac:chgData name="Parth Bahl" userId="48e5a92e-1617-4ce2-9905-5cd7b6f06b36" providerId="ADAL" clId="{5F74A7CC-EE10-4A3B-900B-A893A2B36FDF}" dt="2026-07-30T05:05:00.922" v="1822" actId="20577"/>
          <ac:spMkLst>
            <pc:docMk/>
            <pc:sldMk cId="1684647457" sldId="2147374987"/>
            <ac:spMk id="30" creationId="{636CA58B-C6FD-EA8F-BE6C-AD04C3732E7E}"/>
          </ac:spMkLst>
        </pc:spChg>
        <pc:spChg chg="mod">
          <ac:chgData name="Parth Bahl" userId="48e5a92e-1617-4ce2-9905-5cd7b6f06b36" providerId="ADAL" clId="{5F74A7CC-EE10-4A3B-900B-A893A2B36FDF}" dt="2026-07-30T05:05:00.924" v="1824" actId="20577"/>
          <ac:spMkLst>
            <pc:docMk/>
            <pc:sldMk cId="1684647457" sldId="2147374987"/>
            <ac:spMk id="36" creationId="{423F308F-C50C-D3E0-814B-09E9B3890FA1}"/>
          </ac:spMkLst>
        </pc:spChg>
        <pc:spChg chg="mod">
          <ac:chgData name="Parth Bahl" userId="48e5a92e-1617-4ce2-9905-5cd7b6f06b36" providerId="ADAL" clId="{5F74A7CC-EE10-4A3B-900B-A893A2B36FDF}" dt="2026-07-30T05:05:18.570" v="1838" actId="20577"/>
          <ac:spMkLst>
            <pc:docMk/>
            <pc:sldMk cId="1684647457" sldId="2147374987"/>
            <ac:spMk id="37" creationId="{0AB57ACE-00C7-93CB-AC2A-73631EFCF0BE}"/>
          </ac:spMkLst>
        </pc:spChg>
        <pc:spChg chg="mod">
          <ac:chgData name="Parth Bahl" userId="48e5a92e-1617-4ce2-9905-5cd7b6f06b36" providerId="ADAL" clId="{5F74A7CC-EE10-4A3B-900B-A893A2B36FDF}" dt="2026-07-30T05:05:00.929" v="1828" actId="20577"/>
          <ac:spMkLst>
            <pc:docMk/>
            <pc:sldMk cId="1684647457" sldId="2147374987"/>
            <ac:spMk id="38" creationId="{6C0C0314-4B05-6B3A-0E6D-307948BB26E9}"/>
          </ac:spMkLst>
        </pc:spChg>
        <pc:spChg chg="mod">
          <ac:chgData name="Parth Bahl" userId="48e5a92e-1617-4ce2-9905-5cd7b6f06b36" providerId="ADAL" clId="{5F74A7CC-EE10-4A3B-900B-A893A2B36FDF}" dt="2026-07-30T05:05:00.932" v="1830" actId="20577"/>
          <ac:spMkLst>
            <pc:docMk/>
            <pc:sldMk cId="1684647457" sldId="2147374987"/>
            <ac:spMk id="39" creationId="{F1600464-BBDF-7CB7-4131-E6B856036BB8}"/>
          </ac:spMkLst>
        </pc:spChg>
        <pc:spChg chg="del">
          <ac:chgData name="Parth Bahl" userId="48e5a92e-1617-4ce2-9905-5cd7b6f06b36" providerId="ADAL" clId="{5F74A7CC-EE10-4A3B-900B-A893A2B36FDF}" dt="2026-07-30T05:02:50.910" v="1691" actId="478"/>
          <ac:spMkLst>
            <pc:docMk/>
            <pc:sldMk cId="1684647457" sldId="2147374987"/>
            <ac:spMk id="52" creationId="{6B64701B-FF0E-8DA8-2979-BECE8F9E6FFF}"/>
          </ac:spMkLst>
        </pc:spChg>
        <pc:grpChg chg="add mod">
          <ac:chgData name="Parth Bahl" userId="48e5a92e-1617-4ce2-9905-5cd7b6f06b36" providerId="ADAL" clId="{5F74A7CC-EE10-4A3B-900B-A893A2B36FDF}" dt="2026-07-30T05:03:26.885" v="1722" actId="571"/>
          <ac:grpSpMkLst>
            <pc:docMk/>
            <pc:sldMk cId="1684647457" sldId="2147374987"/>
            <ac:grpSpMk id="6" creationId="{BEC01A3A-913A-A614-13D5-3E276DD731A1}"/>
          </ac:grpSpMkLst>
        </pc:grpChg>
        <pc:grpChg chg="mod">
          <ac:chgData name="Parth Bahl" userId="48e5a92e-1617-4ce2-9905-5cd7b6f06b36" providerId="ADAL" clId="{5F74A7CC-EE10-4A3B-900B-A893A2B36FDF}" dt="2026-07-30T05:03:31.103" v="1723" actId="1076"/>
          <ac:grpSpMkLst>
            <pc:docMk/>
            <pc:sldMk cId="1684647457" sldId="2147374987"/>
            <ac:grpSpMk id="41" creationId="{EB1FB5E0-7013-1141-1887-7549C7684FD6}"/>
          </ac:grpSpMkLst>
        </pc:grpChg>
        <pc:grpChg chg="mod">
          <ac:chgData name="Parth Bahl" userId="48e5a92e-1617-4ce2-9905-5cd7b6f06b36" providerId="ADAL" clId="{5F74A7CC-EE10-4A3B-900B-A893A2B36FDF}" dt="2026-07-30T05:04:12.290" v="1780" actId="465"/>
          <ac:grpSpMkLst>
            <pc:docMk/>
            <pc:sldMk cId="1684647457" sldId="2147374987"/>
            <ac:grpSpMk id="42" creationId="{6F8C2F95-187B-4EE2-B48F-251582CE9588}"/>
          </ac:grpSpMkLst>
        </pc:grpChg>
        <pc:grpChg chg="mod">
          <ac:chgData name="Parth Bahl" userId="48e5a92e-1617-4ce2-9905-5cd7b6f06b36" providerId="ADAL" clId="{5F74A7CC-EE10-4A3B-900B-A893A2B36FDF}" dt="2026-07-30T05:04:12.290" v="1780" actId="465"/>
          <ac:grpSpMkLst>
            <pc:docMk/>
            <pc:sldMk cId="1684647457" sldId="2147374987"/>
            <ac:grpSpMk id="43" creationId="{E7C3B275-72FB-380F-F919-F751E49891AD}"/>
          </ac:grpSpMkLst>
        </pc:grpChg>
        <pc:grpChg chg="add mod">
          <ac:chgData name="Parth Bahl" userId="48e5a92e-1617-4ce2-9905-5cd7b6f06b36" providerId="ADAL" clId="{5F74A7CC-EE10-4A3B-900B-A893A2B36FDF}" dt="2026-07-30T05:04:46.614" v="1782" actId="164"/>
          <ac:grpSpMkLst>
            <pc:docMk/>
            <pc:sldMk cId="1684647457" sldId="2147374987"/>
            <ac:grpSpMk id="44" creationId="{AD7DDF09-03D5-F1AE-E475-F54E50D0C347}"/>
          </ac:grpSpMkLst>
        </pc:grpChg>
        <pc:grpChg chg="mod">
          <ac:chgData name="Parth Bahl" userId="48e5a92e-1617-4ce2-9905-5cd7b6f06b36" providerId="ADAL" clId="{5F74A7CC-EE10-4A3B-900B-A893A2B36FDF}" dt="2026-07-30T05:04:12.290" v="1780" actId="465"/>
          <ac:grpSpMkLst>
            <pc:docMk/>
            <pc:sldMk cId="1684647457" sldId="2147374987"/>
            <ac:grpSpMk id="45" creationId="{48E5A977-FA12-9263-9542-D89119F065FE}"/>
          </ac:grpSpMkLst>
        </pc:grpChg>
        <pc:grpChg chg="mod">
          <ac:chgData name="Parth Bahl" userId="48e5a92e-1617-4ce2-9905-5cd7b6f06b36" providerId="ADAL" clId="{5F74A7CC-EE10-4A3B-900B-A893A2B36FDF}" dt="2026-07-30T05:04:12.290" v="1780" actId="465"/>
          <ac:grpSpMkLst>
            <pc:docMk/>
            <pc:sldMk cId="1684647457" sldId="2147374987"/>
            <ac:grpSpMk id="46" creationId="{162E63FA-4FA9-4970-8F77-B645412CA878}"/>
          </ac:grpSpMkLst>
        </pc:grpChg>
        <pc:grpChg chg="mod">
          <ac:chgData name="Parth Bahl" userId="48e5a92e-1617-4ce2-9905-5cd7b6f06b36" providerId="ADAL" clId="{5F74A7CC-EE10-4A3B-900B-A893A2B36FDF}" dt="2026-07-30T05:04:12.290" v="1780" actId="465"/>
          <ac:grpSpMkLst>
            <pc:docMk/>
            <pc:sldMk cId="1684647457" sldId="2147374987"/>
            <ac:grpSpMk id="47" creationId="{A0B8D3A6-BD77-351A-0BAA-3B70759D0F8C}"/>
          </ac:grpSpMkLst>
        </pc:grpChg>
        <pc:graphicFrameChg chg="mod">
          <ac:chgData name="Parth Bahl" userId="48e5a92e-1617-4ce2-9905-5cd7b6f06b36" providerId="ADAL" clId="{5F74A7CC-EE10-4A3B-900B-A893A2B36FDF}" dt="2026-07-30T05:05:00.939" v="1832"/>
          <ac:graphicFrameMkLst>
            <pc:docMk/>
            <pc:sldMk cId="1684647457" sldId="2147374987"/>
            <ac:graphicFrameMk id="5" creationId="{53210CB4-448F-04A0-6669-E36DD42B05F0}"/>
          </ac:graphicFrameMkLst>
        </pc:graphicFrameChg>
        <pc:cxnChg chg="mod">
          <ac:chgData name="Parth Bahl" userId="48e5a92e-1617-4ce2-9905-5cd7b6f06b36" providerId="ADAL" clId="{5F74A7CC-EE10-4A3B-900B-A893A2B36FDF}" dt="2026-07-30T05:04:46.614" v="1782" actId="164"/>
          <ac:cxnSpMkLst>
            <pc:docMk/>
            <pc:sldMk cId="1684647457" sldId="2147374987"/>
            <ac:cxnSpMk id="31" creationId="{230B3B3C-7E30-ED6D-386B-9790EB729276}"/>
          </ac:cxnSpMkLst>
        </pc:cxnChg>
        <pc:cxnChg chg="mod">
          <ac:chgData name="Parth Bahl" userId="48e5a92e-1617-4ce2-9905-5cd7b6f06b36" providerId="ADAL" clId="{5F74A7CC-EE10-4A3B-900B-A893A2B36FDF}" dt="2026-07-30T05:04:46.614" v="1782" actId="164"/>
          <ac:cxnSpMkLst>
            <pc:docMk/>
            <pc:sldMk cId="1684647457" sldId="2147374987"/>
            <ac:cxnSpMk id="32" creationId="{E4E20183-EED2-F44A-8414-02965B65ED7B}"/>
          </ac:cxnSpMkLst>
        </pc:cxnChg>
        <pc:cxnChg chg="mod">
          <ac:chgData name="Parth Bahl" userId="48e5a92e-1617-4ce2-9905-5cd7b6f06b36" providerId="ADAL" clId="{5F74A7CC-EE10-4A3B-900B-A893A2B36FDF}" dt="2026-07-30T05:04:46.614" v="1782" actId="164"/>
          <ac:cxnSpMkLst>
            <pc:docMk/>
            <pc:sldMk cId="1684647457" sldId="2147374987"/>
            <ac:cxnSpMk id="33" creationId="{3896C654-613C-7DFD-2D47-06682022ECDE}"/>
          </ac:cxnSpMkLst>
        </pc:cxnChg>
        <pc:cxnChg chg="mod">
          <ac:chgData name="Parth Bahl" userId="48e5a92e-1617-4ce2-9905-5cd7b6f06b36" providerId="ADAL" clId="{5F74A7CC-EE10-4A3B-900B-A893A2B36FDF}" dt="2026-07-30T05:04:46.614" v="1782" actId="164"/>
          <ac:cxnSpMkLst>
            <pc:docMk/>
            <pc:sldMk cId="1684647457" sldId="2147374987"/>
            <ac:cxnSpMk id="34" creationId="{8AA8283E-4717-90B3-8782-43646D7A075E}"/>
          </ac:cxnSpMkLst>
        </pc:cxnChg>
        <pc:cxnChg chg="mod">
          <ac:chgData name="Parth Bahl" userId="48e5a92e-1617-4ce2-9905-5cd7b6f06b36" providerId="ADAL" clId="{5F74A7CC-EE10-4A3B-900B-A893A2B36FDF}" dt="2026-07-30T05:04:46.614" v="1782" actId="164"/>
          <ac:cxnSpMkLst>
            <pc:docMk/>
            <pc:sldMk cId="1684647457" sldId="2147374987"/>
            <ac:cxnSpMk id="35" creationId="{DDC6A63D-5AD6-3B56-C8E8-5E9A4113C5FA}"/>
          </ac:cxnSpMkLst>
        </pc:cxnChg>
        <pc:cxnChg chg="add mod">
          <ac:chgData name="Parth Bahl" userId="48e5a92e-1617-4ce2-9905-5cd7b6f06b36" providerId="ADAL" clId="{5F74A7CC-EE10-4A3B-900B-A893A2B36FDF}" dt="2026-07-30T05:04:46.614" v="1782" actId="164"/>
          <ac:cxnSpMkLst>
            <pc:docMk/>
            <pc:sldMk cId="1684647457" sldId="2147374987"/>
            <ac:cxnSpMk id="40" creationId="{C65B990C-92BB-8391-BFC7-FD8C6D45D0FB}"/>
          </ac:cxnSpMkLst>
        </pc:cxnChg>
      </pc:sldChg>
      <pc:sldChg chg="addSp delSp modSp new mod">
        <pc:chgData name="Parth Bahl" userId="48e5a92e-1617-4ce2-9905-5cd7b6f06b36" providerId="ADAL" clId="{5F74A7CC-EE10-4A3B-900B-A893A2B36FDF}" dt="2026-07-30T05:09:58.877" v="2177" actId="1076"/>
        <pc:sldMkLst>
          <pc:docMk/>
          <pc:sldMk cId="466061794" sldId="2147374988"/>
        </pc:sldMkLst>
        <pc:spChg chg="mod">
          <ac:chgData name="Parth Bahl" userId="48e5a92e-1617-4ce2-9905-5cd7b6f06b36" providerId="ADAL" clId="{5F74A7CC-EE10-4A3B-900B-A893A2B36FDF}" dt="2026-07-30T05:09:43.898" v="2150" actId="948"/>
          <ac:spMkLst>
            <pc:docMk/>
            <pc:sldMk cId="466061794" sldId="2147374988"/>
            <ac:spMk id="2" creationId="{C9E153B8-8E65-8295-45E0-8C62464BC99B}"/>
          </ac:spMkLst>
        </pc:spChg>
        <pc:spChg chg="mod">
          <ac:chgData name="Parth Bahl" userId="48e5a92e-1617-4ce2-9905-5cd7b6f06b36" providerId="ADAL" clId="{5F74A7CC-EE10-4A3B-900B-A893A2B36FDF}" dt="2026-07-30T05:09:18.555" v="1988"/>
          <ac:spMkLst>
            <pc:docMk/>
            <pc:sldMk cId="466061794" sldId="2147374988"/>
            <ac:spMk id="3" creationId="{182289DA-AE1A-9C1C-E523-AC95FF2E78EC}"/>
          </ac:spMkLst>
        </pc:spChg>
        <pc:spChg chg="del mod">
          <ac:chgData name="Parth Bahl" userId="48e5a92e-1617-4ce2-9905-5cd7b6f06b36" providerId="ADAL" clId="{5F74A7CC-EE10-4A3B-900B-A893A2B36FDF}" dt="2026-07-30T05:09:36.160" v="2122" actId="478"/>
          <ac:spMkLst>
            <pc:docMk/>
            <pc:sldMk cId="466061794" sldId="2147374988"/>
            <ac:spMk id="4" creationId="{0F887A0C-7898-BF2E-9D40-C1286C8C4112}"/>
          </ac:spMkLst>
        </pc:spChg>
        <pc:spChg chg="add del mod modVis">
          <ac:chgData name="Parth Bahl" userId="48e5a92e-1617-4ce2-9905-5cd7b6f06b36" providerId="ADAL" clId="{5F74A7CC-EE10-4A3B-900B-A893A2B36FDF}" dt="2026-07-30T05:09:23.515" v="2040"/>
          <ac:spMkLst>
            <pc:docMk/>
            <pc:sldMk cId="466061794" sldId="2147374988"/>
            <ac:spMk id="6" creationId="{BA5EBDE9-E700-C34E-BE99-A2478C9478A3}"/>
          </ac:spMkLst>
        </pc:spChg>
        <pc:spChg chg="add del mod modVis">
          <ac:chgData name="Parth Bahl" userId="48e5a92e-1617-4ce2-9905-5cd7b6f06b36" providerId="ADAL" clId="{5F74A7CC-EE10-4A3B-900B-A893A2B36FDF}" dt="2026-07-30T05:09:31.728" v="2081"/>
          <ac:spMkLst>
            <pc:docMk/>
            <pc:sldMk cId="466061794" sldId="2147374988"/>
            <ac:spMk id="7" creationId="{9F43A929-EE0E-ED29-212C-AF744FD8DE7D}"/>
          </ac:spMkLst>
        </pc:spChg>
        <pc:spChg chg="add del mod modVis">
          <ac:chgData name="Parth Bahl" userId="48e5a92e-1617-4ce2-9905-5cd7b6f06b36" providerId="ADAL" clId="{5F74A7CC-EE10-4A3B-900B-A893A2B36FDF}" dt="2026-07-30T05:09:34.977" v="2119"/>
          <ac:spMkLst>
            <pc:docMk/>
            <pc:sldMk cId="466061794" sldId="2147374988"/>
            <ac:spMk id="8" creationId="{2C0CA9BD-1645-E5E9-CB7F-2BD6F195C842}"/>
          </ac:spMkLst>
        </pc:spChg>
        <pc:spChg chg="add del mod modVis">
          <ac:chgData name="Parth Bahl" userId="48e5a92e-1617-4ce2-9905-5cd7b6f06b36" providerId="ADAL" clId="{5F74A7CC-EE10-4A3B-900B-A893A2B36FDF}" dt="2026-07-30T05:09:39.055" v="2146"/>
          <ac:spMkLst>
            <pc:docMk/>
            <pc:sldMk cId="466061794" sldId="2147374988"/>
            <ac:spMk id="9" creationId="{73C87C49-3C3D-E7F8-EAB2-17ED0356C8EB}"/>
          </ac:spMkLst>
        </pc:spChg>
        <pc:spChg chg="add del mod modVis">
          <ac:chgData name="Parth Bahl" userId="48e5a92e-1617-4ce2-9905-5cd7b6f06b36" providerId="ADAL" clId="{5F74A7CC-EE10-4A3B-900B-A893A2B36FDF}" dt="2026-07-30T05:09:43.917" v="2172"/>
          <ac:spMkLst>
            <pc:docMk/>
            <pc:sldMk cId="466061794" sldId="2147374988"/>
            <ac:spMk id="10" creationId="{6FD7B3D5-172B-4B02-01BF-7EF28381B5B5}"/>
          </ac:spMkLst>
        </pc:spChg>
        <pc:spChg chg="add mod">
          <ac:chgData name="Parth Bahl" userId="48e5a92e-1617-4ce2-9905-5cd7b6f06b36" providerId="ADAL" clId="{5F74A7CC-EE10-4A3B-900B-A893A2B36FDF}" dt="2026-07-30T05:09:58.877" v="2177" actId="1076"/>
          <ac:spMkLst>
            <pc:docMk/>
            <pc:sldMk cId="466061794" sldId="2147374988"/>
            <ac:spMk id="40" creationId="{BBBE5CD1-0AC9-35DD-C159-F2F1475146DC}"/>
          </ac:spMkLst>
        </pc:spChg>
        <pc:spChg chg="add mod">
          <ac:chgData name="Parth Bahl" userId="48e5a92e-1617-4ce2-9905-5cd7b6f06b36" providerId="ADAL" clId="{5F74A7CC-EE10-4A3B-900B-A893A2B36FDF}" dt="2026-07-30T05:09:58.877" v="2177" actId="1076"/>
          <ac:spMkLst>
            <pc:docMk/>
            <pc:sldMk cId="466061794" sldId="2147374988"/>
            <ac:spMk id="44" creationId="{D8608F0F-24B4-EE24-2F20-C91D369079C7}"/>
          </ac:spMkLst>
        </pc:spChg>
        <pc:spChg chg="add mod">
          <ac:chgData name="Parth Bahl" userId="48e5a92e-1617-4ce2-9905-5cd7b6f06b36" providerId="ADAL" clId="{5F74A7CC-EE10-4A3B-900B-A893A2B36FDF}" dt="2026-07-30T05:09:58.877" v="2177" actId="1076"/>
          <ac:spMkLst>
            <pc:docMk/>
            <pc:sldMk cId="466061794" sldId="2147374988"/>
            <ac:spMk id="66" creationId="{D6896577-B728-5302-ED3A-3D7E44E685F5}"/>
          </ac:spMkLst>
        </pc:spChg>
        <pc:spChg chg="add mod">
          <ac:chgData name="Parth Bahl" userId="48e5a92e-1617-4ce2-9905-5cd7b6f06b36" providerId="ADAL" clId="{5F74A7CC-EE10-4A3B-900B-A893A2B36FDF}" dt="2026-07-30T05:09:58.877" v="2177" actId="1076"/>
          <ac:spMkLst>
            <pc:docMk/>
            <pc:sldMk cId="466061794" sldId="2147374988"/>
            <ac:spMk id="78" creationId="{7E49D8AA-005C-D7B6-ADF5-DA8FB85C03EE}"/>
          </ac:spMkLst>
        </pc:spChg>
        <pc:spChg chg="add mod">
          <ac:chgData name="Parth Bahl" userId="48e5a92e-1617-4ce2-9905-5cd7b6f06b36" providerId="ADAL" clId="{5F74A7CC-EE10-4A3B-900B-A893A2B36FDF}" dt="2026-07-30T05:09:58.877" v="2177" actId="1076"/>
          <ac:spMkLst>
            <pc:docMk/>
            <pc:sldMk cId="466061794" sldId="2147374988"/>
            <ac:spMk id="90" creationId="{57A301D2-6B19-44BA-ACDE-618DFBA4FED0}"/>
          </ac:spMkLst>
        </pc:spChg>
        <pc:spChg chg="add mod">
          <ac:chgData name="Parth Bahl" userId="48e5a92e-1617-4ce2-9905-5cd7b6f06b36" providerId="ADAL" clId="{5F74A7CC-EE10-4A3B-900B-A893A2B36FDF}" dt="2026-07-30T05:09:58.877" v="2177" actId="1076"/>
          <ac:spMkLst>
            <pc:docMk/>
            <pc:sldMk cId="466061794" sldId="2147374988"/>
            <ac:spMk id="120" creationId="{1D1A1DEF-29A7-92A7-74B5-69D82893E4BE}"/>
          </ac:spMkLst>
        </pc:spChg>
        <pc:spChg chg="add mod">
          <ac:chgData name="Parth Bahl" userId="48e5a92e-1617-4ce2-9905-5cd7b6f06b36" providerId="ADAL" clId="{5F74A7CC-EE10-4A3B-900B-A893A2B36FDF}" dt="2026-07-30T05:09:58.877" v="2177" actId="1076"/>
          <ac:spMkLst>
            <pc:docMk/>
            <pc:sldMk cId="466061794" sldId="2147374988"/>
            <ac:spMk id="140" creationId="{21F67F94-4B24-DB0A-E5F4-CE8A6474041E}"/>
          </ac:spMkLst>
        </pc:spChg>
        <pc:spChg chg="add mod">
          <ac:chgData name="Parth Bahl" userId="48e5a92e-1617-4ce2-9905-5cd7b6f06b36" providerId="ADAL" clId="{5F74A7CC-EE10-4A3B-900B-A893A2B36FDF}" dt="2026-07-30T05:09:58.877" v="2177" actId="1076"/>
          <ac:spMkLst>
            <pc:docMk/>
            <pc:sldMk cId="466061794" sldId="2147374988"/>
            <ac:spMk id="148" creationId="{D09E718E-6A4C-25BA-A658-5D0998647511}"/>
          </ac:spMkLst>
        </pc:spChg>
        <pc:spChg chg="add mod">
          <ac:chgData name="Parth Bahl" userId="48e5a92e-1617-4ce2-9905-5cd7b6f06b36" providerId="ADAL" clId="{5F74A7CC-EE10-4A3B-900B-A893A2B36FDF}" dt="2026-07-30T05:09:58.877" v="2177" actId="1076"/>
          <ac:spMkLst>
            <pc:docMk/>
            <pc:sldMk cId="466061794" sldId="2147374988"/>
            <ac:spMk id="164" creationId="{EB6446CD-12F8-4AB9-2B0B-C136E470ECD7}"/>
          </ac:spMkLst>
        </pc:spChg>
        <pc:spChg chg="add mod">
          <ac:chgData name="Parth Bahl" userId="48e5a92e-1617-4ce2-9905-5cd7b6f06b36" providerId="ADAL" clId="{5F74A7CC-EE10-4A3B-900B-A893A2B36FDF}" dt="2026-07-30T05:09:58.877" v="2177" actId="1076"/>
          <ac:spMkLst>
            <pc:docMk/>
            <pc:sldMk cId="466061794" sldId="2147374988"/>
            <ac:spMk id="170" creationId="{0BC1BE1B-13DC-3ADB-F4FE-CDFAB1A633F5}"/>
          </ac:spMkLst>
        </pc:spChg>
        <pc:graphicFrameChg chg="add mod ord modVis">
          <ac:chgData name="Parth Bahl" userId="48e5a92e-1617-4ce2-9905-5cd7b6f06b36" providerId="ADAL" clId="{5F74A7CC-EE10-4A3B-900B-A893A2B36FDF}" dt="2026-07-30T05:09:43.918" v="2174"/>
          <ac:graphicFrameMkLst>
            <pc:docMk/>
            <pc:sldMk cId="466061794" sldId="2147374988"/>
            <ac:graphicFrameMk id="5" creationId="{15F67D1E-493D-A0FA-9A14-BEC4DCD56BDD}"/>
          </ac:graphicFrameMkLst>
        </pc:graphicFrameChg>
      </pc:sldChg>
      <pc:sldChg chg="addSp delSp modSp add mod">
        <pc:chgData name="Parth Bahl" userId="48e5a92e-1617-4ce2-9905-5cd7b6f06b36" providerId="ADAL" clId="{5F74A7CC-EE10-4A3B-900B-A893A2B36FDF}" dt="2026-07-30T05:16:36.775" v="2280" actId="22"/>
        <pc:sldMkLst>
          <pc:docMk/>
          <pc:sldMk cId="3177938287" sldId="2147374989"/>
        </pc:sldMkLst>
        <pc:spChg chg="mod">
          <ac:chgData name="Parth Bahl" userId="48e5a92e-1617-4ce2-9905-5cd7b6f06b36" providerId="ADAL" clId="{5F74A7CC-EE10-4A3B-900B-A893A2B36FDF}" dt="2026-07-30T05:14:31.609" v="2190" actId="948"/>
          <ac:spMkLst>
            <pc:docMk/>
            <pc:sldMk cId="3177938287" sldId="2147374989"/>
            <ac:spMk id="2" creationId="{08BA7FD1-C002-3834-DA0E-C2238C41B331}"/>
          </ac:spMkLst>
        </pc:spChg>
        <pc:spChg chg="mod">
          <ac:chgData name="Parth Bahl" userId="48e5a92e-1617-4ce2-9905-5cd7b6f06b36" providerId="ADAL" clId="{5F74A7CC-EE10-4A3B-900B-A893A2B36FDF}" dt="2026-07-30T05:14:25.001" v="2188"/>
          <ac:spMkLst>
            <pc:docMk/>
            <pc:sldMk cId="3177938287" sldId="2147374989"/>
            <ac:spMk id="3" creationId="{658732CC-992D-76EF-A757-F3499417FB4C}"/>
          </ac:spMkLst>
        </pc:spChg>
        <pc:spChg chg="add del mod modVis">
          <ac:chgData name="Parth Bahl" userId="48e5a92e-1617-4ce2-9905-5cd7b6f06b36" providerId="ADAL" clId="{5F74A7CC-EE10-4A3B-900B-A893A2B36FDF}" dt="2026-07-30T05:14:31.634" v="2212"/>
          <ac:spMkLst>
            <pc:docMk/>
            <pc:sldMk cId="3177938287" sldId="2147374989"/>
            <ac:spMk id="4" creationId="{B79A8795-ACB8-AB36-594C-61E6868DF0F8}"/>
          </ac:spMkLst>
        </pc:spChg>
        <pc:spChg chg="mod topLvl">
          <ac:chgData name="Parth Bahl" userId="48e5a92e-1617-4ce2-9905-5cd7b6f06b36" providerId="ADAL" clId="{5F74A7CC-EE10-4A3B-900B-A893A2B36FDF}" dt="2026-07-30T05:16:12.822" v="2278" actId="165"/>
          <ac:spMkLst>
            <pc:docMk/>
            <pc:sldMk cId="3177938287" sldId="2147374989"/>
            <ac:spMk id="7" creationId="{02A54290-6B97-245A-6B0C-77592416D858}"/>
          </ac:spMkLst>
        </pc:spChg>
        <pc:spChg chg="mod topLvl">
          <ac:chgData name="Parth Bahl" userId="48e5a92e-1617-4ce2-9905-5cd7b6f06b36" providerId="ADAL" clId="{5F74A7CC-EE10-4A3B-900B-A893A2B36FDF}" dt="2026-07-30T05:16:12.822" v="2278" actId="165"/>
          <ac:spMkLst>
            <pc:docMk/>
            <pc:sldMk cId="3177938287" sldId="2147374989"/>
            <ac:spMk id="8" creationId="{B2477FB7-030B-EA56-ECD3-ABD5B76DFD82}"/>
          </ac:spMkLst>
        </pc:spChg>
        <pc:spChg chg="mod">
          <ac:chgData name="Parth Bahl" userId="48e5a92e-1617-4ce2-9905-5cd7b6f06b36" providerId="ADAL" clId="{5F74A7CC-EE10-4A3B-900B-A893A2B36FDF}" dt="2026-07-30T05:16:07.975" v="2276" actId="164"/>
          <ac:spMkLst>
            <pc:docMk/>
            <pc:sldMk cId="3177938287" sldId="2147374989"/>
            <ac:spMk id="9" creationId="{76422652-E5E4-8126-2950-06F54A37B88A}"/>
          </ac:spMkLst>
        </pc:spChg>
        <pc:spChg chg="mod topLvl">
          <ac:chgData name="Parth Bahl" userId="48e5a92e-1617-4ce2-9905-5cd7b6f06b36" providerId="ADAL" clId="{5F74A7CC-EE10-4A3B-900B-A893A2B36FDF}" dt="2026-07-30T05:16:12.822" v="2278" actId="165"/>
          <ac:spMkLst>
            <pc:docMk/>
            <pc:sldMk cId="3177938287" sldId="2147374989"/>
            <ac:spMk id="10" creationId="{C2A31265-5C1F-BA7A-751B-3AE2C73ECA02}"/>
          </ac:spMkLst>
        </pc:spChg>
        <pc:spChg chg="mod">
          <ac:chgData name="Parth Bahl" userId="48e5a92e-1617-4ce2-9905-5cd7b6f06b36" providerId="ADAL" clId="{5F74A7CC-EE10-4A3B-900B-A893A2B36FDF}" dt="2026-07-30T05:16:07.975" v="2276" actId="164"/>
          <ac:spMkLst>
            <pc:docMk/>
            <pc:sldMk cId="3177938287" sldId="2147374989"/>
            <ac:spMk id="11" creationId="{B403DB2D-D948-0AB8-62D1-81E8F07B2EA7}"/>
          </ac:spMkLst>
        </pc:spChg>
        <pc:spChg chg="mod topLvl">
          <ac:chgData name="Parth Bahl" userId="48e5a92e-1617-4ce2-9905-5cd7b6f06b36" providerId="ADAL" clId="{5F74A7CC-EE10-4A3B-900B-A893A2B36FDF}" dt="2026-07-30T05:16:12.822" v="2278" actId="165"/>
          <ac:spMkLst>
            <pc:docMk/>
            <pc:sldMk cId="3177938287" sldId="2147374989"/>
            <ac:spMk id="12" creationId="{5EF76A24-271F-A88D-1DF1-BC5A2A6EF014}"/>
          </ac:spMkLst>
        </pc:spChg>
        <pc:spChg chg="mod">
          <ac:chgData name="Parth Bahl" userId="48e5a92e-1617-4ce2-9905-5cd7b6f06b36" providerId="ADAL" clId="{5F74A7CC-EE10-4A3B-900B-A893A2B36FDF}" dt="2026-07-30T05:15:52.994" v="2273" actId="164"/>
          <ac:spMkLst>
            <pc:docMk/>
            <pc:sldMk cId="3177938287" sldId="2147374989"/>
            <ac:spMk id="13" creationId="{4553C33E-AA15-068E-71F1-39716647EE50}"/>
          </ac:spMkLst>
        </pc:spChg>
        <pc:spChg chg="mod">
          <ac:chgData name="Parth Bahl" userId="48e5a92e-1617-4ce2-9905-5cd7b6f06b36" providerId="ADAL" clId="{5F74A7CC-EE10-4A3B-900B-A893A2B36FDF}" dt="2026-07-30T05:15:52.994" v="2273" actId="164"/>
          <ac:spMkLst>
            <pc:docMk/>
            <pc:sldMk cId="3177938287" sldId="2147374989"/>
            <ac:spMk id="14" creationId="{20606B1B-349C-5ACB-5109-FBA2EA15D7CD}"/>
          </ac:spMkLst>
        </pc:spChg>
        <pc:spChg chg="mod topLvl">
          <ac:chgData name="Parth Bahl" userId="48e5a92e-1617-4ce2-9905-5cd7b6f06b36" providerId="ADAL" clId="{5F74A7CC-EE10-4A3B-900B-A893A2B36FDF}" dt="2026-07-30T05:16:12.822" v="2278" actId="165"/>
          <ac:spMkLst>
            <pc:docMk/>
            <pc:sldMk cId="3177938287" sldId="2147374989"/>
            <ac:spMk id="15" creationId="{3422DD66-60BB-79CC-06DF-2C6761954098}"/>
          </ac:spMkLst>
        </pc:spChg>
        <pc:spChg chg="mod topLvl">
          <ac:chgData name="Parth Bahl" userId="48e5a92e-1617-4ce2-9905-5cd7b6f06b36" providerId="ADAL" clId="{5F74A7CC-EE10-4A3B-900B-A893A2B36FDF}" dt="2026-07-30T05:16:12.822" v="2278" actId="165"/>
          <ac:spMkLst>
            <pc:docMk/>
            <pc:sldMk cId="3177938287" sldId="2147374989"/>
            <ac:spMk id="16" creationId="{5C464242-E76A-54C4-46F5-B5142DE91DAC}"/>
          </ac:spMkLst>
        </pc:spChg>
        <pc:spChg chg="mod">
          <ac:chgData name="Parth Bahl" userId="48e5a92e-1617-4ce2-9905-5cd7b6f06b36" providerId="ADAL" clId="{5F74A7CC-EE10-4A3B-900B-A893A2B36FDF}" dt="2026-07-30T05:15:52.994" v="2273" actId="164"/>
          <ac:spMkLst>
            <pc:docMk/>
            <pc:sldMk cId="3177938287" sldId="2147374989"/>
            <ac:spMk id="17" creationId="{A7B7FB35-E92B-03DA-CFD5-B934689AEF76}"/>
          </ac:spMkLst>
        </pc:spChg>
        <pc:spChg chg="mod">
          <ac:chgData name="Parth Bahl" userId="48e5a92e-1617-4ce2-9905-5cd7b6f06b36" providerId="ADAL" clId="{5F74A7CC-EE10-4A3B-900B-A893A2B36FDF}" dt="2026-07-30T05:15:52.994" v="2273" actId="164"/>
          <ac:spMkLst>
            <pc:docMk/>
            <pc:sldMk cId="3177938287" sldId="2147374989"/>
            <ac:spMk id="18" creationId="{29B6F4D7-90D5-3431-C57E-45A01DCB8D9F}"/>
          </ac:spMkLst>
        </pc:spChg>
        <pc:spChg chg="mod topLvl">
          <ac:chgData name="Parth Bahl" userId="48e5a92e-1617-4ce2-9905-5cd7b6f06b36" providerId="ADAL" clId="{5F74A7CC-EE10-4A3B-900B-A893A2B36FDF}" dt="2026-07-30T05:16:12.822" v="2278" actId="165"/>
          <ac:spMkLst>
            <pc:docMk/>
            <pc:sldMk cId="3177938287" sldId="2147374989"/>
            <ac:spMk id="19" creationId="{CDDF228E-873C-97FD-9A1B-141925194AB2}"/>
          </ac:spMkLst>
        </pc:spChg>
        <pc:spChg chg="mod topLvl">
          <ac:chgData name="Parth Bahl" userId="48e5a92e-1617-4ce2-9905-5cd7b6f06b36" providerId="ADAL" clId="{5F74A7CC-EE10-4A3B-900B-A893A2B36FDF}" dt="2026-07-30T05:16:12.822" v="2278" actId="165"/>
          <ac:spMkLst>
            <pc:docMk/>
            <pc:sldMk cId="3177938287" sldId="2147374989"/>
            <ac:spMk id="20" creationId="{1AE97F3D-608C-5BD4-DCCC-0459FC9496F3}"/>
          </ac:spMkLst>
        </pc:spChg>
        <pc:spChg chg="mod">
          <ac:chgData name="Parth Bahl" userId="48e5a92e-1617-4ce2-9905-5cd7b6f06b36" providerId="ADAL" clId="{5F74A7CC-EE10-4A3B-900B-A893A2B36FDF}" dt="2026-07-30T05:15:55.862" v="2274" actId="164"/>
          <ac:spMkLst>
            <pc:docMk/>
            <pc:sldMk cId="3177938287" sldId="2147374989"/>
            <ac:spMk id="21" creationId="{50D3FA4D-973F-BBBA-225E-22634B6CC43C}"/>
          </ac:spMkLst>
        </pc:spChg>
        <pc:spChg chg="mod">
          <ac:chgData name="Parth Bahl" userId="48e5a92e-1617-4ce2-9905-5cd7b6f06b36" providerId="ADAL" clId="{5F74A7CC-EE10-4A3B-900B-A893A2B36FDF}" dt="2026-07-30T05:15:55.862" v="2274" actId="164"/>
          <ac:spMkLst>
            <pc:docMk/>
            <pc:sldMk cId="3177938287" sldId="2147374989"/>
            <ac:spMk id="22" creationId="{18EA3A24-C1FD-4490-1ACA-D63BFB3F877C}"/>
          </ac:spMkLst>
        </pc:spChg>
        <pc:spChg chg="mod">
          <ac:chgData name="Parth Bahl" userId="48e5a92e-1617-4ce2-9905-5cd7b6f06b36" providerId="ADAL" clId="{5F74A7CC-EE10-4A3B-900B-A893A2B36FDF}" dt="2026-07-30T05:15:55.862" v="2274" actId="164"/>
          <ac:spMkLst>
            <pc:docMk/>
            <pc:sldMk cId="3177938287" sldId="2147374989"/>
            <ac:spMk id="23" creationId="{8D72C654-F6EB-F26E-EA41-468ABC55D836}"/>
          </ac:spMkLst>
        </pc:spChg>
        <pc:spChg chg="mod">
          <ac:chgData name="Parth Bahl" userId="48e5a92e-1617-4ce2-9905-5cd7b6f06b36" providerId="ADAL" clId="{5F74A7CC-EE10-4A3B-900B-A893A2B36FDF}" dt="2026-07-30T05:15:55.862" v="2274" actId="164"/>
          <ac:spMkLst>
            <pc:docMk/>
            <pc:sldMk cId="3177938287" sldId="2147374989"/>
            <ac:spMk id="24" creationId="{6691B994-104B-F045-928B-C744210D9511}"/>
          </ac:spMkLst>
        </pc:spChg>
        <pc:spChg chg="mod">
          <ac:chgData name="Parth Bahl" userId="48e5a92e-1617-4ce2-9905-5cd7b6f06b36" providerId="ADAL" clId="{5F74A7CC-EE10-4A3B-900B-A893A2B36FDF}" dt="2026-07-30T05:15:58.775" v="2275" actId="164"/>
          <ac:spMkLst>
            <pc:docMk/>
            <pc:sldMk cId="3177938287" sldId="2147374989"/>
            <ac:spMk id="25" creationId="{65A8A1E6-9CEF-0128-81B5-5EFAA3F49582}"/>
          </ac:spMkLst>
        </pc:spChg>
        <pc:spChg chg="mod topLvl">
          <ac:chgData name="Parth Bahl" userId="48e5a92e-1617-4ce2-9905-5cd7b6f06b36" providerId="ADAL" clId="{5F74A7CC-EE10-4A3B-900B-A893A2B36FDF}" dt="2026-07-30T05:16:12.822" v="2278" actId="165"/>
          <ac:spMkLst>
            <pc:docMk/>
            <pc:sldMk cId="3177938287" sldId="2147374989"/>
            <ac:spMk id="26" creationId="{B0411A98-5BEA-05AD-74F4-339C760050E9}"/>
          </ac:spMkLst>
        </pc:spChg>
        <pc:spChg chg="mod topLvl">
          <ac:chgData name="Parth Bahl" userId="48e5a92e-1617-4ce2-9905-5cd7b6f06b36" providerId="ADAL" clId="{5F74A7CC-EE10-4A3B-900B-A893A2B36FDF}" dt="2026-07-30T05:16:12.822" v="2278" actId="165"/>
          <ac:spMkLst>
            <pc:docMk/>
            <pc:sldMk cId="3177938287" sldId="2147374989"/>
            <ac:spMk id="27" creationId="{D0CA52EE-4FCD-FF24-A940-B807319360F5}"/>
          </ac:spMkLst>
        </pc:spChg>
        <pc:spChg chg="mod">
          <ac:chgData name="Parth Bahl" userId="48e5a92e-1617-4ce2-9905-5cd7b6f06b36" providerId="ADAL" clId="{5F74A7CC-EE10-4A3B-900B-A893A2B36FDF}" dt="2026-07-30T05:15:58.775" v="2275" actId="164"/>
          <ac:spMkLst>
            <pc:docMk/>
            <pc:sldMk cId="3177938287" sldId="2147374989"/>
            <ac:spMk id="28" creationId="{85688501-4C88-41FC-4455-D3326BA0C20F}"/>
          </ac:spMkLst>
        </pc:spChg>
        <pc:spChg chg="mod">
          <ac:chgData name="Parth Bahl" userId="48e5a92e-1617-4ce2-9905-5cd7b6f06b36" providerId="ADAL" clId="{5F74A7CC-EE10-4A3B-900B-A893A2B36FDF}" dt="2026-07-30T05:15:58.775" v="2275" actId="164"/>
          <ac:spMkLst>
            <pc:docMk/>
            <pc:sldMk cId="3177938287" sldId="2147374989"/>
            <ac:spMk id="29" creationId="{6515BC93-D11A-69B3-66AC-63672CD06329}"/>
          </ac:spMkLst>
        </pc:spChg>
        <pc:spChg chg="mod">
          <ac:chgData name="Parth Bahl" userId="48e5a92e-1617-4ce2-9905-5cd7b6f06b36" providerId="ADAL" clId="{5F74A7CC-EE10-4A3B-900B-A893A2B36FDF}" dt="2026-07-30T05:15:58.775" v="2275" actId="164"/>
          <ac:spMkLst>
            <pc:docMk/>
            <pc:sldMk cId="3177938287" sldId="2147374989"/>
            <ac:spMk id="30" creationId="{2553EA47-B6D1-1303-72F2-2E3DE24D447F}"/>
          </ac:spMkLst>
        </pc:spChg>
        <pc:spChg chg="add">
          <ac:chgData name="Parth Bahl" userId="48e5a92e-1617-4ce2-9905-5cd7b6f06b36" providerId="ADAL" clId="{5F74A7CC-EE10-4A3B-900B-A893A2B36FDF}" dt="2026-07-30T05:16:36.775" v="2280" actId="22"/>
          <ac:spMkLst>
            <pc:docMk/>
            <pc:sldMk cId="3177938287" sldId="2147374989"/>
            <ac:spMk id="44" creationId="{B8E53872-DCA9-1C6B-9421-9C16BF5A92C0}"/>
          </ac:spMkLst>
        </pc:spChg>
        <pc:spChg chg="del">
          <ac:chgData name="Parth Bahl" userId="48e5a92e-1617-4ce2-9905-5cd7b6f06b36" providerId="ADAL" clId="{5F74A7CC-EE10-4A3B-900B-A893A2B36FDF}" dt="2026-07-30T05:16:36.453" v="2279" actId="478"/>
          <ac:spMkLst>
            <pc:docMk/>
            <pc:sldMk cId="3177938287" sldId="2147374989"/>
            <ac:spMk id="52" creationId="{FE4B7E1F-5A9E-CFEC-BE8C-B3B579C34582}"/>
          </ac:spMkLst>
        </pc:spChg>
        <pc:grpChg chg="add mod">
          <ac:chgData name="Parth Bahl" userId="48e5a92e-1617-4ce2-9905-5cd7b6f06b36" providerId="ADAL" clId="{5F74A7CC-EE10-4A3B-900B-A893A2B36FDF}" dt="2026-07-30T05:15:17.350" v="2218" actId="164"/>
          <ac:grpSpMkLst>
            <pc:docMk/>
            <pc:sldMk cId="3177938287" sldId="2147374989"/>
            <ac:grpSpMk id="6" creationId="{FFC034CB-CB6C-55C4-5BEA-3AF8235DB1D0}"/>
          </ac:grpSpMkLst>
        </pc:grpChg>
        <pc:grpChg chg="add mod">
          <ac:chgData name="Parth Bahl" userId="48e5a92e-1617-4ce2-9905-5cd7b6f06b36" providerId="ADAL" clId="{5F74A7CC-EE10-4A3B-900B-A893A2B36FDF}" dt="2026-07-30T05:16:11.318" v="2277" actId="408"/>
          <ac:grpSpMkLst>
            <pc:docMk/>
            <pc:sldMk cId="3177938287" sldId="2147374989"/>
            <ac:grpSpMk id="36" creationId="{02640021-DCA6-E3D7-C912-36EC5D298B98}"/>
          </ac:grpSpMkLst>
        </pc:grpChg>
        <pc:grpChg chg="add mod">
          <ac:chgData name="Parth Bahl" userId="48e5a92e-1617-4ce2-9905-5cd7b6f06b36" providerId="ADAL" clId="{5F74A7CC-EE10-4A3B-900B-A893A2B36FDF}" dt="2026-07-30T05:16:11.318" v="2277" actId="408"/>
          <ac:grpSpMkLst>
            <pc:docMk/>
            <pc:sldMk cId="3177938287" sldId="2147374989"/>
            <ac:grpSpMk id="37" creationId="{E6BFBE6E-86AD-DB04-037E-CB863044B7B3}"/>
          </ac:grpSpMkLst>
        </pc:grpChg>
        <pc:grpChg chg="add mod">
          <ac:chgData name="Parth Bahl" userId="48e5a92e-1617-4ce2-9905-5cd7b6f06b36" providerId="ADAL" clId="{5F74A7CC-EE10-4A3B-900B-A893A2B36FDF}" dt="2026-07-30T05:15:58.775" v="2275" actId="164"/>
          <ac:grpSpMkLst>
            <pc:docMk/>
            <pc:sldMk cId="3177938287" sldId="2147374989"/>
            <ac:grpSpMk id="38" creationId="{FA844760-A878-9416-67FA-B785A4B9C69F}"/>
          </ac:grpSpMkLst>
        </pc:grpChg>
        <pc:grpChg chg="add mod">
          <ac:chgData name="Parth Bahl" userId="48e5a92e-1617-4ce2-9905-5cd7b6f06b36" providerId="ADAL" clId="{5F74A7CC-EE10-4A3B-900B-A893A2B36FDF}" dt="2026-07-30T05:16:07.975" v="2276" actId="164"/>
          <ac:grpSpMkLst>
            <pc:docMk/>
            <pc:sldMk cId="3177938287" sldId="2147374989"/>
            <ac:grpSpMk id="39" creationId="{CA27E57E-DACF-53C6-44A0-FE3EB2EE8C48}"/>
          </ac:grpSpMkLst>
        </pc:grpChg>
        <pc:graphicFrameChg chg="mod">
          <ac:chgData name="Parth Bahl" userId="48e5a92e-1617-4ce2-9905-5cd7b6f06b36" providerId="ADAL" clId="{5F74A7CC-EE10-4A3B-900B-A893A2B36FDF}" dt="2026-07-30T05:15:27.664" v="2268"/>
          <ac:graphicFrameMkLst>
            <pc:docMk/>
            <pc:sldMk cId="3177938287" sldId="2147374989"/>
            <ac:graphicFrameMk id="5" creationId="{52EB1884-27E4-236C-CF0E-A072D25154B6}"/>
          </ac:graphicFrameMkLst>
        </pc:graphicFrameChg>
        <pc:cxnChg chg="mod">
          <ac:chgData name="Parth Bahl" userId="48e5a92e-1617-4ce2-9905-5cd7b6f06b36" providerId="ADAL" clId="{5F74A7CC-EE10-4A3B-900B-A893A2B36FDF}" dt="2026-07-30T05:15:17.350" v="2218" actId="164"/>
          <ac:cxnSpMkLst>
            <pc:docMk/>
            <pc:sldMk cId="3177938287" sldId="2147374989"/>
            <ac:cxnSpMk id="31" creationId="{AFEF2AA4-8E58-8C21-26C7-E477A248A7DE}"/>
          </ac:cxnSpMkLst>
        </pc:cxnChg>
        <pc:cxnChg chg="mod">
          <ac:chgData name="Parth Bahl" userId="48e5a92e-1617-4ce2-9905-5cd7b6f06b36" providerId="ADAL" clId="{5F74A7CC-EE10-4A3B-900B-A893A2B36FDF}" dt="2026-07-30T05:15:17.350" v="2218" actId="164"/>
          <ac:cxnSpMkLst>
            <pc:docMk/>
            <pc:sldMk cId="3177938287" sldId="2147374989"/>
            <ac:cxnSpMk id="32" creationId="{334781F7-0C33-E3DF-A65E-5840B95D0245}"/>
          </ac:cxnSpMkLst>
        </pc:cxnChg>
        <pc:cxnChg chg="mod">
          <ac:chgData name="Parth Bahl" userId="48e5a92e-1617-4ce2-9905-5cd7b6f06b36" providerId="ADAL" clId="{5F74A7CC-EE10-4A3B-900B-A893A2B36FDF}" dt="2026-07-30T05:15:17.350" v="2218" actId="164"/>
          <ac:cxnSpMkLst>
            <pc:docMk/>
            <pc:sldMk cId="3177938287" sldId="2147374989"/>
            <ac:cxnSpMk id="33" creationId="{5610D97C-FC84-533B-D31A-6A50D8A5651C}"/>
          </ac:cxnSpMkLst>
        </pc:cxnChg>
        <pc:cxnChg chg="mod">
          <ac:chgData name="Parth Bahl" userId="48e5a92e-1617-4ce2-9905-5cd7b6f06b36" providerId="ADAL" clId="{5F74A7CC-EE10-4A3B-900B-A893A2B36FDF}" dt="2026-07-30T05:15:17.350" v="2218" actId="164"/>
          <ac:cxnSpMkLst>
            <pc:docMk/>
            <pc:sldMk cId="3177938287" sldId="2147374989"/>
            <ac:cxnSpMk id="34" creationId="{6076CBDA-7DE7-3F72-9D3B-F9899FECE9D8}"/>
          </ac:cxnSpMkLst>
        </pc:cxnChg>
        <pc:cxnChg chg="mod">
          <ac:chgData name="Parth Bahl" userId="48e5a92e-1617-4ce2-9905-5cd7b6f06b36" providerId="ADAL" clId="{5F74A7CC-EE10-4A3B-900B-A893A2B36FDF}" dt="2026-07-30T05:15:17.350" v="2218" actId="164"/>
          <ac:cxnSpMkLst>
            <pc:docMk/>
            <pc:sldMk cId="3177938287" sldId="2147374989"/>
            <ac:cxnSpMk id="35" creationId="{CBFEB5B2-3371-9308-9EB7-9E7F60672519}"/>
          </ac:cxnSpMkLst>
        </pc:cxnChg>
      </pc:sldChg>
      <pc:sldChg chg="addSp delSp modSp new mod">
        <pc:chgData name="Parth Bahl" userId="48e5a92e-1617-4ce2-9905-5cd7b6f06b36" providerId="ADAL" clId="{5F74A7CC-EE10-4A3B-900B-A893A2B36FDF}" dt="2026-07-30T05:22:02.892" v="3361" actId="1036"/>
        <pc:sldMkLst>
          <pc:docMk/>
          <pc:sldMk cId="3724363348" sldId="2147374990"/>
        </pc:sldMkLst>
        <pc:spChg chg="mod">
          <ac:chgData name="Parth Bahl" userId="48e5a92e-1617-4ce2-9905-5cd7b6f06b36" providerId="ADAL" clId="{5F74A7CC-EE10-4A3B-900B-A893A2B36FDF}" dt="2026-07-30T05:21:58.698" v="3334" actId="948"/>
          <ac:spMkLst>
            <pc:docMk/>
            <pc:sldMk cId="3724363348" sldId="2147374990"/>
            <ac:spMk id="2" creationId="{848D81B4-12EC-6065-0A4E-6FB0FB498614}"/>
          </ac:spMkLst>
        </pc:spChg>
        <pc:spChg chg="mod">
          <ac:chgData name="Parth Bahl" userId="48e5a92e-1617-4ce2-9905-5cd7b6f06b36" providerId="ADAL" clId="{5F74A7CC-EE10-4A3B-900B-A893A2B36FDF}" dt="2026-07-30T05:17:20.434" v="2284"/>
          <ac:spMkLst>
            <pc:docMk/>
            <pc:sldMk cId="3724363348" sldId="2147374990"/>
            <ac:spMk id="3" creationId="{89C28B11-687E-64FD-4DB2-33C8BC500A1D}"/>
          </ac:spMkLst>
        </pc:spChg>
        <pc:spChg chg="del mod">
          <ac:chgData name="Parth Bahl" userId="48e5a92e-1617-4ce2-9905-5cd7b6f06b36" providerId="ADAL" clId="{5F74A7CC-EE10-4A3B-900B-A893A2B36FDF}" dt="2026-07-30T05:20:38.020" v="3255" actId="478"/>
          <ac:spMkLst>
            <pc:docMk/>
            <pc:sldMk cId="3724363348" sldId="2147374990"/>
            <ac:spMk id="4" creationId="{8E859052-055C-83C5-34CD-DD6BF8CA97F2}"/>
          </ac:spMkLst>
        </pc:spChg>
        <pc:spChg chg="add del mod">
          <ac:chgData name="Parth Bahl" userId="48e5a92e-1617-4ce2-9905-5cd7b6f06b36" providerId="ADAL" clId="{5F74A7CC-EE10-4A3B-900B-A893A2B36FDF}" dt="2026-07-30T05:17:27.512" v="2564"/>
          <ac:spMkLst>
            <pc:docMk/>
            <pc:sldMk cId="3724363348" sldId="2147374990"/>
            <ac:spMk id="6" creationId="{2E577043-9D24-E21B-AC07-C05182BFC56F}"/>
          </ac:spMkLst>
        </pc:spChg>
        <pc:spChg chg="add mod topLvl">
          <ac:chgData name="Parth Bahl" userId="48e5a92e-1617-4ce2-9905-5cd7b6f06b36" providerId="ADAL" clId="{5F74A7CC-EE10-4A3B-900B-A893A2B36FDF}" dt="2026-07-30T05:20:33.024" v="3253" actId="164"/>
          <ac:spMkLst>
            <pc:docMk/>
            <pc:sldMk cId="3724363348" sldId="2147374990"/>
            <ac:spMk id="7" creationId="{1C60F0D0-E077-1DEB-8275-6A3C87264A5F}"/>
          </ac:spMkLst>
        </pc:spChg>
        <pc:spChg chg="add mod topLvl">
          <ac:chgData name="Parth Bahl" userId="48e5a92e-1617-4ce2-9905-5cd7b6f06b36" providerId="ADAL" clId="{5F74A7CC-EE10-4A3B-900B-A893A2B36FDF}" dt="2026-07-30T05:20:24.610" v="3247" actId="164"/>
          <ac:spMkLst>
            <pc:docMk/>
            <pc:sldMk cId="3724363348" sldId="2147374990"/>
            <ac:spMk id="8" creationId="{6F72653D-26A5-B802-75A6-ED1E8C9C9AFA}"/>
          </ac:spMkLst>
        </pc:spChg>
        <pc:spChg chg="add mod topLvl">
          <ac:chgData name="Parth Bahl" userId="48e5a92e-1617-4ce2-9905-5cd7b6f06b36" providerId="ADAL" clId="{5F74A7CC-EE10-4A3B-900B-A893A2B36FDF}" dt="2026-07-30T05:20:20.896" v="3246" actId="164"/>
          <ac:spMkLst>
            <pc:docMk/>
            <pc:sldMk cId="3724363348" sldId="2147374990"/>
            <ac:spMk id="9" creationId="{BC8AD34A-0E4A-6754-7C31-9F26EC3D02C5}"/>
          </ac:spMkLst>
        </pc:spChg>
        <pc:spChg chg="add mod topLvl">
          <ac:chgData name="Parth Bahl" userId="48e5a92e-1617-4ce2-9905-5cd7b6f06b36" providerId="ADAL" clId="{5F74A7CC-EE10-4A3B-900B-A893A2B36FDF}" dt="2026-07-30T05:20:17.890" v="3245" actId="164"/>
          <ac:spMkLst>
            <pc:docMk/>
            <pc:sldMk cId="3724363348" sldId="2147374990"/>
            <ac:spMk id="10" creationId="{7200A659-03FE-AC24-759E-D2FA0A45BED5}"/>
          </ac:spMkLst>
        </pc:spChg>
        <pc:spChg chg="add mod topLvl">
          <ac:chgData name="Parth Bahl" userId="48e5a92e-1617-4ce2-9905-5cd7b6f06b36" providerId="ADAL" clId="{5F74A7CC-EE10-4A3B-900B-A893A2B36FDF}" dt="2026-07-30T05:20:15.231" v="3244" actId="164"/>
          <ac:spMkLst>
            <pc:docMk/>
            <pc:sldMk cId="3724363348" sldId="2147374990"/>
            <ac:spMk id="11" creationId="{1F7205F2-8314-B014-A153-B500A5C38FAB}"/>
          </ac:spMkLst>
        </pc:spChg>
        <pc:spChg chg="add mod topLvl">
          <ac:chgData name="Parth Bahl" userId="48e5a92e-1617-4ce2-9905-5cd7b6f06b36" providerId="ADAL" clId="{5F74A7CC-EE10-4A3B-900B-A893A2B36FDF}" dt="2026-07-30T05:20:12.696" v="3243" actId="164"/>
          <ac:spMkLst>
            <pc:docMk/>
            <pc:sldMk cId="3724363348" sldId="2147374990"/>
            <ac:spMk id="12" creationId="{A4FBA781-5387-5E88-CE9F-74214F07C589}"/>
          </ac:spMkLst>
        </pc:spChg>
        <pc:spChg chg="add mod topLvl">
          <ac:chgData name="Parth Bahl" userId="48e5a92e-1617-4ce2-9905-5cd7b6f06b36" providerId="ADAL" clId="{5F74A7CC-EE10-4A3B-900B-A893A2B36FDF}" dt="2026-07-30T05:20:09.754" v="3242" actId="164"/>
          <ac:spMkLst>
            <pc:docMk/>
            <pc:sldMk cId="3724363348" sldId="2147374990"/>
            <ac:spMk id="13" creationId="{10F4A6CC-A371-F709-4783-36F188E59CCC}"/>
          </ac:spMkLst>
        </pc:spChg>
        <pc:spChg chg="add mod topLvl">
          <ac:chgData name="Parth Bahl" userId="48e5a92e-1617-4ce2-9905-5cd7b6f06b36" providerId="ADAL" clId="{5F74A7CC-EE10-4A3B-900B-A893A2B36FDF}" dt="2026-07-30T05:20:06.758" v="3241" actId="164"/>
          <ac:spMkLst>
            <pc:docMk/>
            <pc:sldMk cId="3724363348" sldId="2147374990"/>
            <ac:spMk id="14" creationId="{46A2D852-38FE-1842-94B3-21F00F82F7D6}"/>
          </ac:spMkLst>
        </pc:spChg>
        <pc:spChg chg="add mod topLvl">
          <ac:chgData name="Parth Bahl" userId="48e5a92e-1617-4ce2-9905-5cd7b6f06b36" providerId="ADAL" clId="{5F74A7CC-EE10-4A3B-900B-A893A2B36FDF}" dt="2026-07-30T05:20:04.034" v="3240" actId="164"/>
          <ac:spMkLst>
            <pc:docMk/>
            <pc:sldMk cId="3724363348" sldId="2147374990"/>
            <ac:spMk id="15" creationId="{56A45BF1-5FC2-FFEE-453C-59F6DA35488F}"/>
          </ac:spMkLst>
        </pc:spChg>
        <pc:spChg chg="add mod topLvl">
          <ac:chgData name="Parth Bahl" userId="48e5a92e-1617-4ce2-9905-5cd7b6f06b36" providerId="ADAL" clId="{5F74A7CC-EE10-4A3B-900B-A893A2B36FDF}" dt="2026-07-30T05:21:32.564" v="3279"/>
          <ac:spMkLst>
            <pc:docMk/>
            <pc:sldMk cId="3724363348" sldId="2147374990"/>
            <ac:spMk id="16" creationId="{619E67B4-DF6E-A315-7A47-AD43D0A5F48A}"/>
          </ac:spMkLst>
        </pc:spChg>
        <pc:spChg chg="add mod topLvl">
          <ac:chgData name="Parth Bahl" userId="48e5a92e-1617-4ce2-9905-5cd7b6f06b36" providerId="ADAL" clId="{5F74A7CC-EE10-4A3B-900B-A893A2B36FDF}" dt="2026-07-30T05:20:33.024" v="3253" actId="164"/>
          <ac:spMkLst>
            <pc:docMk/>
            <pc:sldMk cId="3724363348" sldId="2147374990"/>
            <ac:spMk id="17" creationId="{1C1D4335-5E4A-56A3-8C49-8167589FE60D}"/>
          </ac:spMkLst>
        </pc:spChg>
        <pc:spChg chg="add mod topLvl">
          <ac:chgData name="Parth Bahl" userId="48e5a92e-1617-4ce2-9905-5cd7b6f06b36" providerId="ADAL" clId="{5F74A7CC-EE10-4A3B-900B-A893A2B36FDF}" dt="2026-07-30T05:20:24.610" v="3247" actId="164"/>
          <ac:spMkLst>
            <pc:docMk/>
            <pc:sldMk cId="3724363348" sldId="2147374990"/>
            <ac:spMk id="18" creationId="{6F641D2C-2002-32BB-9731-FE4F5BD21153}"/>
          </ac:spMkLst>
        </pc:spChg>
        <pc:spChg chg="add mod topLvl">
          <ac:chgData name="Parth Bahl" userId="48e5a92e-1617-4ce2-9905-5cd7b6f06b36" providerId="ADAL" clId="{5F74A7CC-EE10-4A3B-900B-A893A2B36FDF}" dt="2026-07-30T05:20:20.896" v="3246" actId="164"/>
          <ac:spMkLst>
            <pc:docMk/>
            <pc:sldMk cId="3724363348" sldId="2147374990"/>
            <ac:spMk id="19" creationId="{F0A863EE-BADC-4A0A-21BC-97D56EAF9C50}"/>
          </ac:spMkLst>
        </pc:spChg>
        <pc:spChg chg="add mod topLvl">
          <ac:chgData name="Parth Bahl" userId="48e5a92e-1617-4ce2-9905-5cd7b6f06b36" providerId="ADAL" clId="{5F74A7CC-EE10-4A3B-900B-A893A2B36FDF}" dt="2026-07-30T05:20:17.890" v="3245" actId="164"/>
          <ac:spMkLst>
            <pc:docMk/>
            <pc:sldMk cId="3724363348" sldId="2147374990"/>
            <ac:spMk id="20" creationId="{3F0A8F91-0659-3B80-D345-3C1398C77336}"/>
          </ac:spMkLst>
        </pc:spChg>
        <pc:spChg chg="add mod topLvl">
          <ac:chgData name="Parth Bahl" userId="48e5a92e-1617-4ce2-9905-5cd7b6f06b36" providerId="ADAL" clId="{5F74A7CC-EE10-4A3B-900B-A893A2B36FDF}" dt="2026-07-30T05:20:15.231" v="3244" actId="164"/>
          <ac:spMkLst>
            <pc:docMk/>
            <pc:sldMk cId="3724363348" sldId="2147374990"/>
            <ac:spMk id="21" creationId="{CD687016-16C5-CEDA-6BF6-5E102339FF83}"/>
          </ac:spMkLst>
        </pc:spChg>
        <pc:spChg chg="add mod topLvl">
          <ac:chgData name="Parth Bahl" userId="48e5a92e-1617-4ce2-9905-5cd7b6f06b36" providerId="ADAL" clId="{5F74A7CC-EE10-4A3B-900B-A893A2B36FDF}" dt="2026-07-30T05:20:12.696" v="3243" actId="164"/>
          <ac:spMkLst>
            <pc:docMk/>
            <pc:sldMk cId="3724363348" sldId="2147374990"/>
            <ac:spMk id="22" creationId="{5C500AC5-81FB-89C6-AA0B-10C928FA5E6D}"/>
          </ac:spMkLst>
        </pc:spChg>
        <pc:spChg chg="add mod topLvl">
          <ac:chgData name="Parth Bahl" userId="48e5a92e-1617-4ce2-9905-5cd7b6f06b36" providerId="ADAL" clId="{5F74A7CC-EE10-4A3B-900B-A893A2B36FDF}" dt="2026-07-30T05:20:09.754" v="3242" actId="164"/>
          <ac:spMkLst>
            <pc:docMk/>
            <pc:sldMk cId="3724363348" sldId="2147374990"/>
            <ac:spMk id="23" creationId="{B8373D3D-18BF-1A45-A324-D0C7111E408A}"/>
          </ac:spMkLst>
        </pc:spChg>
        <pc:spChg chg="add mod topLvl">
          <ac:chgData name="Parth Bahl" userId="48e5a92e-1617-4ce2-9905-5cd7b6f06b36" providerId="ADAL" clId="{5F74A7CC-EE10-4A3B-900B-A893A2B36FDF}" dt="2026-07-30T05:20:06.758" v="3241" actId="164"/>
          <ac:spMkLst>
            <pc:docMk/>
            <pc:sldMk cId="3724363348" sldId="2147374990"/>
            <ac:spMk id="24" creationId="{AB87FA39-803D-5775-A67E-8C779D688350}"/>
          </ac:spMkLst>
        </pc:spChg>
        <pc:spChg chg="add mod topLvl">
          <ac:chgData name="Parth Bahl" userId="48e5a92e-1617-4ce2-9905-5cd7b6f06b36" providerId="ADAL" clId="{5F74A7CC-EE10-4A3B-900B-A893A2B36FDF}" dt="2026-07-30T05:20:04.034" v="3240" actId="164"/>
          <ac:spMkLst>
            <pc:docMk/>
            <pc:sldMk cId="3724363348" sldId="2147374990"/>
            <ac:spMk id="25" creationId="{A91C44CD-CE2C-DA28-AD62-E37FD34A114C}"/>
          </ac:spMkLst>
        </pc:spChg>
        <pc:spChg chg="add mod topLvl">
          <ac:chgData name="Parth Bahl" userId="48e5a92e-1617-4ce2-9905-5cd7b6f06b36" providerId="ADAL" clId="{5F74A7CC-EE10-4A3B-900B-A893A2B36FDF}" dt="2026-07-30T05:21:32.564" v="3279"/>
          <ac:spMkLst>
            <pc:docMk/>
            <pc:sldMk cId="3724363348" sldId="2147374990"/>
            <ac:spMk id="26" creationId="{17045F7B-A894-FF20-D834-3FED2C6A420A}"/>
          </ac:spMkLst>
        </pc:spChg>
        <pc:spChg chg="add mod">
          <ac:chgData name="Parth Bahl" userId="48e5a92e-1617-4ce2-9905-5cd7b6f06b36" providerId="ADAL" clId="{5F74A7CC-EE10-4A3B-900B-A893A2B36FDF}" dt="2026-07-30T05:20:33.024" v="3253" actId="164"/>
          <ac:spMkLst>
            <pc:docMk/>
            <pc:sldMk cId="3724363348" sldId="2147374990"/>
            <ac:spMk id="27" creationId="{94BC6314-7B49-0BDC-A4AF-0E5E19ADAF81}"/>
          </ac:spMkLst>
        </pc:spChg>
        <pc:spChg chg="add mod topLvl">
          <ac:chgData name="Parth Bahl" userId="48e5a92e-1617-4ce2-9905-5cd7b6f06b36" providerId="ADAL" clId="{5F74A7CC-EE10-4A3B-900B-A893A2B36FDF}" dt="2026-07-30T05:20:24.610" v="3247" actId="164"/>
          <ac:spMkLst>
            <pc:docMk/>
            <pc:sldMk cId="3724363348" sldId="2147374990"/>
            <ac:spMk id="28" creationId="{FEA38693-1034-97D0-F7A9-9BB06D6C5F67}"/>
          </ac:spMkLst>
        </pc:spChg>
        <pc:spChg chg="add mod topLvl">
          <ac:chgData name="Parth Bahl" userId="48e5a92e-1617-4ce2-9905-5cd7b6f06b36" providerId="ADAL" clId="{5F74A7CC-EE10-4A3B-900B-A893A2B36FDF}" dt="2026-07-30T05:20:20.896" v="3246" actId="164"/>
          <ac:spMkLst>
            <pc:docMk/>
            <pc:sldMk cId="3724363348" sldId="2147374990"/>
            <ac:spMk id="29" creationId="{37A8B937-F3A7-0E2E-1A15-7B944D5DBC91}"/>
          </ac:spMkLst>
        </pc:spChg>
        <pc:spChg chg="add mod topLvl">
          <ac:chgData name="Parth Bahl" userId="48e5a92e-1617-4ce2-9905-5cd7b6f06b36" providerId="ADAL" clId="{5F74A7CC-EE10-4A3B-900B-A893A2B36FDF}" dt="2026-07-30T05:20:17.890" v="3245" actId="164"/>
          <ac:spMkLst>
            <pc:docMk/>
            <pc:sldMk cId="3724363348" sldId="2147374990"/>
            <ac:spMk id="30" creationId="{B6A6C4CD-BB81-D89F-BE91-F3B8722FFB04}"/>
          </ac:spMkLst>
        </pc:spChg>
        <pc:spChg chg="add mod topLvl">
          <ac:chgData name="Parth Bahl" userId="48e5a92e-1617-4ce2-9905-5cd7b6f06b36" providerId="ADAL" clId="{5F74A7CC-EE10-4A3B-900B-A893A2B36FDF}" dt="2026-07-30T05:20:15.231" v="3244" actId="164"/>
          <ac:spMkLst>
            <pc:docMk/>
            <pc:sldMk cId="3724363348" sldId="2147374990"/>
            <ac:spMk id="31" creationId="{8A2BA1DF-ACE6-A5A8-4F0B-8D2D03188F05}"/>
          </ac:spMkLst>
        </pc:spChg>
        <pc:spChg chg="add mod">
          <ac:chgData name="Parth Bahl" userId="48e5a92e-1617-4ce2-9905-5cd7b6f06b36" providerId="ADAL" clId="{5F74A7CC-EE10-4A3B-900B-A893A2B36FDF}" dt="2026-07-30T05:20:12.696" v="3243" actId="164"/>
          <ac:spMkLst>
            <pc:docMk/>
            <pc:sldMk cId="3724363348" sldId="2147374990"/>
            <ac:spMk id="32" creationId="{2F91F505-7248-8EDB-9482-402309DB61A1}"/>
          </ac:spMkLst>
        </pc:spChg>
        <pc:spChg chg="add mod">
          <ac:chgData name="Parth Bahl" userId="48e5a92e-1617-4ce2-9905-5cd7b6f06b36" providerId="ADAL" clId="{5F74A7CC-EE10-4A3B-900B-A893A2B36FDF}" dt="2026-07-30T05:20:09.754" v="3242" actId="164"/>
          <ac:spMkLst>
            <pc:docMk/>
            <pc:sldMk cId="3724363348" sldId="2147374990"/>
            <ac:spMk id="33" creationId="{1F4BA661-D2E2-D1AA-F0BA-91B90DC2C3E6}"/>
          </ac:spMkLst>
        </pc:spChg>
        <pc:spChg chg="add mod">
          <ac:chgData name="Parth Bahl" userId="48e5a92e-1617-4ce2-9905-5cd7b6f06b36" providerId="ADAL" clId="{5F74A7CC-EE10-4A3B-900B-A893A2B36FDF}" dt="2026-07-30T05:20:06.758" v="3241" actId="164"/>
          <ac:spMkLst>
            <pc:docMk/>
            <pc:sldMk cId="3724363348" sldId="2147374990"/>
            <ac:spMk id="34" creationId="{62E1C833-C611-C858-02D2-EC989AE12996}"/>
          </ac:spMkLst>
        </pc:spChg>
        <pc:spChg chg="add mod">
          <ac:chgData name="Parth Bahl" userId="48e5a92e-1617-4ce2-9905-5cd7b6f06b36" providerId="ADAL" clId="{5F74A7CC-EE10-4A3B-900B-A893A2B36FDF}" dt="2026-07-30T05:20:04.034" v="3240" actId="164"/>
          <ac:spMkLst>
            <pc:docMk/>
            <pc:sldMk cId="3724363348" sldId="2147374990"/>
            <ac:spMk id="35" creationId="{5B34CDB7-1395-5765-4CE8-0A285EE7AF45}"/>
          </ac:spMkLst>
        </pc:spChg>
        <pc:spChg chg="add mod topLvl">
          <ac:chgData name="Parth Bahl" userId="48e5a92e-1617-4ce2-9905-5cd7b6f06b36" providerId="ADAL" clId="{5F74A7CC-EE10-4A3B-900B-A893A2B36FDF}" dt="2026-07-30T05:21:32.564" v="3279"/>
          <ac:spMkLst>
            <pc:docMk/>
            <pc:sldMk cId="3724363348" sldId="2147374990"/>
            <ac:spMk id="36" creationId="{4142A293-744B-B99B-0837-CEC75D0A60EF}"/>
          </ac:spMkLst>
        </pc:spChg>
        <pc:spChg chg="add mod">
          <ac:chgData name="Parth Bahl" userId="48e5a92e-1617-4ce2-9905-5cd7b6f06b36" providerId="ADAL" clId="{5F74A7CC-EE10-4A3B-900B-A893A2B36FDF}" dt="2026-07-30T05:20:33.024" v="3253" actId="164"/>
          <ac:spMkLst>
            <pc:docMk/>
            <pc:sldMk cId="3724363348" sldId="2147374990"/>
            <ac:spMk id="37" creationId="{63C39A90-E536-774E-FD26-400DF623C96F}"/>
          </ac:spMkLst>
        </pc:spChg>
        <pc:spChg chg="add mod">
          <ac:chgData name="Parth Bahl" userId="48e5a92e-1617-4ce2-9905-5cd7b6f06b36" providerId="ADAL" clId="{5F74A7CC-EE10-4A3B-900B-A893A2B36FDF}" dt="2026-07-30T05:21:20.967" v="3273" actId="207"/>
          <ac:spMkLst>
            <pc:docMk/>
            <pc:sldMk cId="3724363348" sldId="2147374990"/>
            <ac:spMk id="38" creationId="{64FA8A81-20BE-E7D0-E0DA-C7BDBA99CF6F}"/>
          </ac:spMkLst>
        </pc:spChg>
        <pc:spChg chg="add mod topLvl">
          <ac:chgData name="Parth Bahl" userId="48e5a92e-1617-4ce2-9905-5cd7b6f06b36" providerId="ADAL" clId="{5F74A7CC-EE10-4A3B-900B-A893A2B36FDF}" dt="2026-07-30T05:21:23.583" v="3274"/>
          <ac:spMkLst>
            <pc:docMk/>
            <pc:sldMk cId="3724363348" sldId="2147374990"/>
            <ac:spMk id="39" creationId="{F60277DC-67A0-ACB9-5E7F-79425314405B}"/>
          </ac:spMkLst>
        </pc:spChg>
        <pc:spChg chg="add mod">
          <ac:chgData name="Parth Bahl" userId="48e5a92e-1617-4ce2-9905-5cd7b6f06b36" providerId="ADAL" clId="{5F74A7CC-EE10-4A3B-900B-A893A2B36FDF}" dt="2026-07-30T05:21:25.965" v="3275"/>
          <ac:spMkLst>
            <pc:docMk/>
            <pc:sldMk cId="3724363348" sldId="2147374990"/>
            <ac:spMk id="40" creationId="{C7C4F8E4-E271-940A-71D8-14AA1B353C8F}"/>
          </ac:spMkLst>
        </pc:spChg>
        <pc:spChg chg="add mod">
          <ac:chgData name="Parth Bahl" userId="48e5a92e-1617-4ce2-9905-5cd7b6f06b36" providerId="ADAL" clId="{5F74A7CC-EE10-4A3B-900B-A893A2B36FDF}" dt="2026-07-30T05:21:27.545" v="3276"/>
          <ac:spMkLst>
            <pc:docMk/>
            <pc:sldMk cId="3724363348" sldId="2147374990"/>
            <ac:spMk id="41" creationId="{53368410-86DA-9692-6BEF-F73462F524A8}"/>
          </ac:spMkLst>
        </pc:spChg>
        <pc:spChg chg="add mod">
          <ac:chgData name="Parth Bahl" userId="48e5a92e-1617-4ce2-9905-5cd7b6f06b36" providerId="ADAL" clId="{5F74A7CC-EE10-4A3B-900B-A893A2B36FDF}" dt="2026-07-30T05:21:29.021" v="3277"/>
          <ac:spMkLst>
            <pc:docMk/>
            <pc:sldMk cId="3724363348" sldId="2147374990"/>
            <ac:spMk id="42" creationId="{2DC5034D-9191-D610-61B6-36B41FCBB381}"/>
          </ac:spMkLst>
        </pc:spChg>
        <pc:spChg chg="add mod">
          <ac:chgData name="Parth Bahl" userId="48e5a92e-1617-4ce2-9905-5cd7b6f06b36" providerId="ADAL" clId="{5F74A7CC-EE10-4A3B-900B-A893A2B36FDF}" dt="2026-07-30T05:20:09.754" v="3242" actId="164"/>
          <ac:spMkLst>
            <pc:docMk/>
            <pc:sldMk cId="3724363348" sldId="2147374990"/>
            <ac:spMk id="43" creationId="{4C9E6112-9CE7-B875-F799-568F29E8CC23}"/>
          </ac:spMkLst>
        </pc:spChg>
        <pc:spChg chg="add mod">
          <ac:chgData name="Parth Bahl" userId="48e5a92e-1617-4ce2-9905-5cd7b6f06b36" providerId="ADAL" clId="{5F74A7CC-EE10-4A3B-900B-A893A2B36FDF}" dt="2026-07-30T05:20:06.758" v="3241" actId="164"/>
          <ac:spMkLst>
            <pc:docMk/>
            <pc:sldMk cId="3724363348" sldId="2147374990"/>
            <ac:spMk id="44" creationId="{DC5330B9-A5ED-D313-6AD8-7B6FF7BDA0DA}"/>
          </ac:spMkLst>
        </pc:spChg>
        <pc:spChg chg="add mod">
          <ac:chgData name="Parth Bahl" userId="48e5a92e-1617-4ce2-9905-5cd7b6f06b36" providerId="ADAL" clId="{5F74A7CC-EE10-4A3B-900B-A893A2B36FDF}" dt="2026-07-30T05:20:04.034" v="3240" actId="164"/>
          <ac:spMkLst>
            <pc:docMk/>
            <pc:sldMk cId="3724363348" sldId="2147374990"/>
            <ac:spMk id="45" creationId="{F3ABEA16-C340-F6F4-ED34-4518C9263319}"/>
          </ac:spMkLst>
        </pc:spChg>
        <pc:spChg chg="add mod">
          <ac:chgData name="Parth Bahl" userId="48e5a92e-1617-4ce2-9905-5cd7b6f06b36" providerId="ADAL" clId="{5F74A7CC-EE10-4A3B-900B-A893A2B36FDF}" dt="2026-07-30T05:21:33.684" v="3280"/>
          <ac:spMkLst>
            <pc:docMk/>
            <pc:sldMk cId="3724363348" sldId="2147374990"/>
            <ac:spMk id="46" creationId="{8C6548EB-DA64-A4F9-12C5-55D3AA526764}"/>
          </ac:spMkLst>
        </pc:spChg>
        <pc:spChg chg="add del mod modVis">
          <ac:chgData name="Parth Bahl" userId="48e5a92e-1617-4ce2-9905-5cd7b6f06b36" providerId="ADAL" clId="{5F74A7CC-EE10-4A3B-900B-A893A2B36FDF}" dt="2026-07-30T05:21:54.549" v="3304"/>
          <ac:spMkLst>
            <pc:docMk/>
            <pc:sldMk cId="3724363348" sldId="2147374990"/>
            <ac:spMk id="75" creationId="{7AA0DD0D-968D-1136-DFA0-4B420AA493DD}"/>
          </ac:spMkLst>
        </pc:spChg>
        <pc:spChg chg="add del mod modVis">
          <ac:chgData name="Parth Bahl" userId="48e5a92e-1617-4ce2-9905-5cd7b6f06b36" providerId="ADAL" clId="{5F74A7CC-EE10-4A3B-900B-A893A2B36FDF}" dt="2026-07-30T05:21:56.234" v="3330"/>
          <ac:spMkLst>
            <pc:docMk/>
            <pc:sldMk cId="3724363348" sldId="2147374990"/>
            <ac:spMk id="76" creationId="{37EEBF5A-16FE-9E25-7F43-7956F7CD6B00}"/>
          </ac:spMkLst>
        </pc:spChg>
        <pc:spChg chg="add del mod modVis">
          <ac:chgData name="Parth Bahl" userId="48e5a92e-1617-4ce2-9905-5cd7b6f06b36" providerId="ADAL" clId="{5F74A7CC-EE10-4A3B-900B-A893A2B36FDF}" dt="2026-07-30T05:21:58.725" v="3356"/>
          <ac:spMkLst>
            <pc:docMk/>
            <pc:sldMk cId="3724363348" sldId="2147374990"/>
            <ac:spMk id="77" creationId="{291C79C6-9B70-2031-916E-31F55715004F}"/>
          </ac:spMkLst>
        </pc:spChg>
        <pc:grpChg chg="mod">
          <ac:chgData name="Parth Bahl" userId="48e5a92e-1617-4ce2-9905-5cd7b6f06b36" providerId="ADAL" clId="{5F74A7CC-EE10-4A3B-900B-A893A2B36FDF}" dt="2026-07-30T05:17:33.861" v="2918" actId="14100"/>
          <ac:grpSpMkLst>
            <pc:docMk/>
            <pc:sldMk cId="3724363348" sldId="2147374990"/>
            <ac:grpSpMk id="56" creationId="{1369B3CB-35D3-84B6-5CBB-7CD648B49D7E}"/>
          </ac:grpSpMkLst>
        </pc:grpChg>
        <pc:grpChg chg="mod">
          <ac:chgData name="Parth Bahl" userId="48e5a92e-1617-4ce2-9905-5cd7b6f06b36" providerId="ADAL" clId="{5F74A7CC-EE10-4A3B-900B-A893A2B36FDF}" dt="2026-07-30T05:17:46.997" v="3001" actId="14100"/>
          <ac:grpSpMkLst>
            <pc:docMk/>
            <pc:sldMk cId="3724363348" sldId="2147374990"/>
            <ac:grpSpMk id="57" creationId="{DB404D73-1F4C-F17A-14F7-6441ABC55412}"/>
          </ac:grpSpMkLst>
        </pc:grpChg>
        <pc:grpChg chg="mod">
          <ac:chgData name="Parth Bahl" userId="48e5a92e-1617-4ce2-9905-5cd7b6f06b36" providerId="ADAL" clId="{5F74A7CC-EE10-4A3B-900B-A893A2B36FDF}" dt="2026-07-30T05:19:01.782" v="3167" actId="14100"/>
          <ac:grpSpMkLst>
            <pc:docMk/>
            <pc:sldMk cId="3724363348" sldId="2147374990"/>
            <ac:grpSpMk id="60" creationId="{3CF948EA-E686-D2EE-6438-C1F8AEFF718E}"/>
          </ac:grpSpMkLst>
        </pc:grpChg>
        <pc:grpChg chg="mod">
          <ac:chgData name="Parth Bahl" userId="48e5a92e-1617-4ce2-9905-5cd7b6f06b36" providerId="ADAL" clId="{5F74A7CC-EE10-4A3B-900B-A893A2B36FDF}" dt="2026-07-30T05:19:53.187" v="3237" actId="408"/>
          <ac:grpSpMkLst>
            <pc:docMk/>
            <pc:sldMk cId="3724363348" sldId="2147374990"/>
            <ac:grpSpMk id="62" creationId="{63020CD0-5EE1-1C0A-242B-0E80B3263216}"/>
          </ac:grpSpMkLst>
        </pc:grpChg>
        <pc:grpChg chg="mod">
          <ac:chgData name="Parth Bahl" userId="48e5a92e-1617-4ce2-9905-5cd7b6f06b36" providerId="ADAL" clId="{5F74A7CC-EE10-4A3B-900B-A893A2B36FDF}" dt="2026-07-30T05:19:53.187" v="3237" actId="408"/>
          <ac:grpSpMkLst>
            <pc:docMk/>
            <pc:sldMk cId="3724363348" sldId="2147374990"/>
            <ac:grpSpMk id="63" creationId="{AC1A2BC9-8658-10E4-32A5-46D6A89CBAAE}"/>
          </ac:grpSpMkLst>
        </pc:grpChg>
        <pc:grpChg chg="add mod">
          <ac:chgData name="Parth Bahl" userId="48e5a92e-1617-4ce2-9905-5cd7b6f06b36" providerId="ADAL" clId="{5F74A7CC-EE10-4A3B-900B-A893A2B36FDF}" dt="2026-07-30T05:21:32.564" v="3279"/>
          <ac:grpSpMkLst>
            <pc:docMk/>
            <pc:sldMk cId="3724363348" sldId="2147374990"/>
            <ac:grpSpMk id="65" creationId="{07A669B6-D7CA-0733-5F68-4C04B257F023}"/>
          </ac:grpSpMkLst>
        </pc:grpChg>
        <pc:grpChg chg="add mod">
          <ac:chgData name="Parth Bahl" userId="48e5a92e-1617-4ce2-9905-5cd7b6f06b36" providerId="ADAL" clId="{5F74A7CC-EE10-4A3B-900B-A893A2B36FDF}" dt="2026-07-30T05:21:09.705" v="3272" actId="465"/>
          <ac:grpSpMkLst>
            <pc:docMk/>
            <pc:sldMk cId="3724363348" sldId="2147374990"/>
            <ac:grpSpMk id="66" creationId="{1FB9E29B-7FB5-0900-D54B-7D8976FCD0CD}"/>
          </ac:grpSpMkLst>
        </pc:grpChg>
        <pc:grpChg chg="add mod">
          <ac:chgData name="Parth Bahl" userId="48e5a92e-1617-4ce2-9905-5cd7b6f06b36" providerId="ADAL" clId="{5F74A7CC-EE10-4A3B-900B-A893A2B36FDF}" dt="2026-07-30T05:21:09.705" v="3272" actId="465"/>
          <ac:grpSpMkLst>
            <pc:docMk/>
            <pc:sldMk cId="3724363348" sldId="2147374990"/>
            <ac:grpSpMk id="67" creationId="{D576E9DA-6C7C-3D0A-A89A-B328C8A38211}"/>
          </ac:grpSpMkLst>
        </pc:grpChg>
        <pc:grpChg chg="add mod">
          <ac:chgData name="Parth Bahl" userId="48e5a92e-1617-4ce2-9905-5cd7b6f06b36" providerId="ADAL" clId="{5F74A7CC-EE10-4A3B-900B-A893A2B36FDF}" dt="2026-07-30T05:21:09.705" v="3272" actId="465"/>
          <ac:grpSpMkLst>
            <pc:docMk/>
            <pc:sldMk cId="3724363348" sldId="2147374990"/>
            <ac:grpSpMk id="68" creationId="{F5CF1D02-F5E4-69D7-0954-39BCC36AD763}"/>
          </ac:grpSpMkLst>
        </pc:grpChg>
        <pc:grpChg chg="add mod">
          <ac:chgData name="Parth Bahl" userId="48e5a92e-1617-4ce2-9905-5cd7b6f06b36" providerId="ADAL" clId="{5F74A7CC-EE10-4A3B-900B-A893A2B36FDF}" dt="2026-07-30T05:21:09.705" v="3272" actId="465"/>
          <ac:grpSpMkLst>
            <pc:docMk/>
            <pc:sldMk cId="3724363348" sldId="2147374990"/>
            <ac:grpSpMk id="69" creationId="{012B4872-CA3B-594B-01CF-C785002D83BA}"/>
          </ac:grpSpMkLst>
        </pc:grpChg>
        <pc:grpChg chg="add mod">
          <ac:chgData name="Parth Bahl" userId="48e5a92e-1617-4ce2-9905-5cd7b6f06b36" providerId="ADAL" clId="{5F74A7CC-EE10-4A3B-900B-A893A2B36FDF}" dt="2026-07-30T05:21:09.705" v="3272" actId="465"/>
          <ac:grpSpMkLst>
            <pc:docMk/>
            <pc:sldMk cId="3724363348" sldId="2147374990"/>
            <ac:grpSpMk id="70" creationId="{2537E098-46D3-C960-6871-B3E9C32D3EC8}"/>
          </ac:grpSpMkLst>
        </pc:grpChg>
        <pc:grpChg chg="add mod">
          <ac:chgData name="Parth Bahl" userId="48e5a92e-1617-4ce2-9905-5cd7b6f06b36" providerId="ADAL" clId="{5F74A7CC-EE10-4A3B-900B-A893A2B36FDF}" dt="2026-07-30T05:21:09.705" v="3272" actId="465"/>
          <ac:grpSpMkLst>
            <pc:docMk/>
            <pc:sldMk cId="3724363348" sldId="2147374990"/>
            <ac:grpSpMk id="71" creationId="{B43E3647-3023-A874-2352-72E72043E8B6}"/>
          </ac:grpSpMkLst>
        </pc:grpChg>
        <pc:grpChg chg="add mod">
          <ac:chgData name="Parth Bahl" userId="48e5a92e-1617-4ce2-9905-5cd7b6f06b36" providerId="ADAL" clId="{5F74A7CC-EE10-4A3B-900B-A893A2B36FDF}" dt="2026-07-30T05:21:09.705" v="3272" actId="465"/>
          <ac:grpSpMkLst>
            <pc:docMk/>
            <pc:sldMk cId="3724363348" sldId="2147374990"/>
            <ac:grpSpMk id="72" creationId="{FB9ABEF9-6358-0E8F-4322-E49D294E7087}"/>
          </ac:grpSpMkLst>
        </pc:grpChg>
        <pc:grpChg chg="add mod">
          <ac:chgData name="Parth Bahl" userId="48e5a92e-1617-4ce2-9905-5cd7b6f06b36" providerId="ADAL" clId="{5F74A7CC-EE10-4A3B-900B-A893A2B36FDF}" dt="2026-07-30T05:21:09.705" v="3272" actId="465"/>
          <ac:grpSpMkLst>
            <pc:docMk/>
            <pc:sldMk cId="3724363348" sldId="2147374990"/>
            <ac:grpSpMk id="73" creationId="{8F4F35C0-B99D-FFE0-41E7-D922E488005F}"/>
          </ac:grpSpMkLst>
        </pc:grpChg>
        <pc:grpChg chg="add mod">
          <ac:chgData name="Parth Bahl" userId="48e5a92e-1617-4ce2-9905-5cd7b6f06b36" providerId="ADAL" clId="{5F74A7CC-EE10-4A3B-900B-A893A2B36FDF}" dt="2026-07-30T05:22:02.892" v="3361" actId="1036"/>
          <ac:grpSpMkLst>
            <pc:docMk/>
            <pc:sldMk cId="3724363348" sldId="2147374990"/>
            <ac:grpSpMk id="74" creationId="{D9750AC8-1E2C-AE59-EF40-9CF95C2361D2}"/>
          </ac:grpSpMkLst>
        </pc:grpChg>
        <pc:graphicFrameChg chg="add mod ord modVis">
          <ac:chgData name="Parth Bahl" userId="48e5a92e-1617-4ce2-9905-5cd7b6f06b36" providerId="ADAL" clId="{5F74A7CC-EE10-4A3B-900B-A893A2B36FDF}" dt="2026-07-30T05:21:58.727" v="3358"/>
          <ac:graphicFrameMkLst>
            <pc:docMk/>
            <pc:sldMk cId="3724363348" sldId="2147374990"/>
            <ac:graphicFrameMk id="5" creationId="{3ECE6841-9850-614A-976A-E85AB8710792}"/>
          </ac:graphicFrameMkLst>
        </pc:graphicFrameChg>
        <pc:graphicFrameChg chg="add mod">
          <ac:chgData name="Parth Bahl" userId="48e5a92e-1617-4ce2-9905-5cd7b6f06b36" providerId="ADAL" clId="{5F74A7CC-EE10-4A3B-900B-A893A2B36FDF}" dt="2026-07-30T05:17:48.394" v="3002"/>
          <ac:graphicFrameMkLst>
            <pc:docMk/>
            <pc:sldMk cId="3724363348" sldId="2147374990"/>
            <ac:graphicFrameMk id="58" creationId="{FDAB0C0B-8491-C2C3-F4B7-FF03E3A30F13}"/>
          </ac:graphicFrameMkLst>
        </pc:graphicFrameChg>
        <pc:graphicFrameChg chg="add mod">
          <ac:chgData name="Parth Bahl" userId="48e5a92e-1617-4ce2-9905-5cd7b6f06b36" providerId="ADAL" clId="{5F74A7CC-EE10-4A3B-900B-A893A2B36FDF}" dt="2026-07-30T05:17:48.564" v="3003"/>
          <ac:graphicFrameMkLst>
            <pc:docMk/>
            <pc:sldMk cId="3724363348" sldId="2147374990"/>
            <ac:graphicFrameMk id="59" creationId="{2D65CF55-4B8C-F633-8776-D282176D60E0}"/>
          </ac:graphicFrameMkLst>
        </pc:graphicFrameChg>
        <pc:cxnChg chg="add mod">
          <ac:chgData name="Parth Bahl" userId="48e5a92e-1617-4ce2-9905-5cd7b6f06b36" providerId="ADAL" clId="{5F74A7CC-EE10-4A3B-900B-A893A2B36FDF}" dt="2026-07-30T05:20:53.949" v="3269" actId="1582"/>
          <ac:cxnSpMkLst>
            <pc:docMk/>
            <pc:sldMk cId="3724363348" sldId="2147374990"/>
            <ac:cxnSpMk id="47" creationId="{400F114F-CB91-7A15-A44F-6128143AA352}"/>
          </ac:cxnSpMkLst>
        </pc:cxnChg>
        <pc:cxnChg chg="add mod">
          <ac:chgData name="Parth Bahl" userId="48e5a92e-1617-4ce2-9905-5cd7b6f06b36" providerId="ADAL" clId="{5F74A7CC-EE10-4A3B-900B-A893A2B36FDF}" dt="2026-07-30T05:17:27.776" v="2859"/>
          <ac:cxnSpMkLst>
            <pc:docMk/>
            <pc:sldMk cId="3724363348" sldId="2147374990"/>
            <ac:cxnSpMk id="48" creationId="{0EDF80E6-F497-A85B-7AFC-BC2B78377CE8}"/>
          </ac:cxnSpMkLst>
        </pc:cxnChg>
        <pc:cxnChg chg="add mod">
          <ac:chgData name="Parth Bahl" userId="48e5a92e-1617-4ce2-9905-5cd7b6f06b36" providerId="ADAL" clId="{5F74A7CC-EE10-4A3B-900B-A893A2B36FDF}" dt="2026-07-30T05:17:27.779" v="2867"/>
          <ac:cxnSpMkLst>
            <pc:docMk/>
            <pc:sldMk cId="3724363348" sldId="2147374990"/>
            <ac:cxnSpMk id="49" creationId="{80530D62-E1F6-CE11-BA44-2200CB82212A}"/>
          </ac:cxnSpMkLst>
        </pc:cxnChg>
        <pc:cxnChg chg="add mod">
          <ac:chgData name="Parth Bahl" userId="48e5a92e-1617-4ce2-9905-5cd7b6f06b36" providerId="ADAL" clId="{5F74A7CC-EE10-4A3B-900B-A893A2B36FDF}" dt="2026-07-30T05:17:27.781" v="2875"/>
          <ac:cxnSpMkLst>
            <pc:docMk/>
            <pc:sldMk cId="3724363348" sldId="2147374990"/>
            <ac:cxnSpMk id="50" creationId="{B315D282-BFC2-AF4E-8EB4-F35C01EAF12E}"/>
          </ac:cxnSpMkLst>
        </pc:cxnChg>
        <pc:cxnChg chg="add mod">
          <ac:chgData name="Parth Bahl" userId="48e5a92e-1617-4ce2-9905-5cd7b6f06b36" providerId="ADAL" clId="{5F74A7CC-EE10-4A3B-900B-A893A2B36FDF}" dt="2026-07-30T05:17:27.785" v="2883"/>
          <ac:cxnSpMkLst>
            <pc:docMk/>
            <pc:sldMk cId="3724363348" sldId="2147374990"/>
            <ac:cxnSpMk id="51" creationId="{B48753EB-4A05-BE22-A2A6-437AA01EC040}"/>
          </ac:cxnSpMkLst>
        </pc:cxnChg>
        <pc:cxnChg chg="add mod">
          <ac:chgData name="Parth Bahl" userId="48e5a92e-1617-4ce2-9905-5cd7b6f06b36" providerId="ADAL" clId="{5F74A7CC-EE10-4A3B-900B-A893A2B36FDF}" dt="2026-07-30T05:21:09.705" v="3272" actId="465"/>
          <ac:cxnSpMkLst>
            <pc:docMk/>
            <pc:sldMk cId="3724363348" sldId="2147374990"/>
            <ac:cxnSpMk id="52" creationId="{85DD9E5C-BC66-9AF5-5C36-F7526540FE3D}"/>
          </ac:cxnSpMkLst>
        </pc:cxnChg>
        <pc:cxnChg chg="add mod">
          <ac:chgData name="Parth Bahl" userId="48e5a92e-1617-4ce2-9905-5cd7b6f06b36" providerId="ADAL" clId="{5F74A7CC-EE10-4A3B-900B-A893A2B36FDF}" dt="2026-07-30T05:21:09.705" v="3272" actId="465"/>
          <ac:cxnSpMkLst>
            <pc:docMk/>
            <pc:sldMk cId="3724363348" sldId="2147374990"/>
            <ac:cxnSpMk id="53" creationId="{95F6B3D6-285A-9A09-A317-86F54722EE2B}"/>
          </ac:cxnSpMkLst>
        </pc:cxnChg>
        <pc:cxnChg chg="add mod">
          <ac:chgData name="Parth Bahl" userId="48e5a92e-1617-4ce2-9905-5cd7b6f06b36" providerId="ADAL" clId="{5F74A7CC-EE10-4A3B-900B-A893A2B36FDF}" dt="2026-07-30T05:17:27.796" v="2907"/>
          <ac:cxnSpMkLst>
            <pc:docMk/>
            <pc:sldMk cId="3724363348" sldId="2147374990"/>
            <ac:cxnSpMk id="54" creationId="{083911E7-7834-BC5A-AF02-11E193FAFE88}"/>
          </ac:cxnSpMkLst>
        </pc:cxnChg>
        <pc:cxnChg chg="add mod">
          <ac:chgData name="Parth Bahl" userId="48e5a92e-1617-4ce2-9905-5cd7b6f06b36" providerId="ADAL" clId="{5F74A7CC-EE10-4A3B-900B-A893A2B36FDF}" dt="2026-07-30T05:17:27.799" v="2915"/>
          <ac:cxnSpMkLst>
            <pc:docMk/>
            <pc:sldMk cId="3724363348" sldId="2147374990"/>
            <ac:cxnSpMk id="55" creationId="{53ABF597-AC3D-1F94-9D1A-03363D20D707}"/>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4BC41E-EAC0-4D88-BA59-21A53C68F870}"/>
              </a:ext>
            </a:extLst>
          </p:cNvPr>
          <p:cNvSpPr>
            <a:spLocks noGrp="1"/>
          </p:cNvSpPr>
          <p:nvPr>
            <p:ph type="hdr" sz="quarter"/>
          </p:nvPr>
        </p:nvSpPr>
        <p:spPr>
          <a:xfrm>
            <a:off x="0" y="0"/>
            <a:ext cx="3078163" cy="469900"/>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0B5C4BB-B13C-4942-8E14-023ED14A3DB8}"/>
              </a:ext>
            </a:extLst>
          </p:cNvPr>
          <p:cNvSpPr>
            <a:spLocks noGrp="1"/>
          </p:cNvSpPr>
          <p:nvPr>
            <p:ph type="dt" sz="quarter" idx="1"/>
          </p:nvPr>
        </p:nvSpPr>
        <p:spPr>
          <a:xfrm>
            <a:off x="4022725" y="0"/>
            <a:ext cx="3078163" cy="469900"/>
          </a:xfrm>
          <a:prstGeom prst="rect">
            <a:avLst/>
          </a:prstGeom>
        </p:spPr>
        <p:txBody>
          <a:bodyPr vert="horz" lIns="91440" tIns="45720" rIns="91440" bIns="45720" rtlCol="0"/>
          <a:lstStyle>
            <a:lvl1pPr algn="r">
              <a:defRPr sz="1200"/>
            </a:lvl1pPr>
          </a:lstStyle>
          <a:p>
            <a:fld id="{A6BD5B6C-20AF-4F0F-889A-7AADC7535123}" type="datetime3">
              <a:rPr lang="en-US" smtClean="0"/>
              <a:t>29 July 2026</a:t>
            </a:fld>
            <a:endParaRPr lang="en-US" dirty="0"/>
          </a:p>
        </p:txBody>
      </p:sp>
      <p:sp>
        <p:nvSpPr>
          <p:cNvPr id="4" name="Footer Placeholder 3">
            <a:extLst>
              <a:ext uri="{FF2B5EF4-FFF2-40B4-BE49-F238E27FC236}">
                <a16:creationId xmlns:a16="http://schemas.microsoft.com/office/drawing/2014/main" id="{78221145-1027-4A39-B15A-DD84A26C2039}"/>
              </a:ext>
            </a:extLst>
          </p:cNvPr>
          <p:cNvSpPr>
            <a:spLocks noGrp="1"/>
          </p:cNvSpPr>
          <p:nvPr>
            <p:ph type="ftr" sz="quarter" idx="2"/>
          </p:nvPr>
        </p:nvSpPr>
        <p:spPr>
          <a:xfrm>
            <a:off x="0" y="8918575"/>
            <a:ext cx="3078163" cy="4699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A147719-50F5-4089-8123-86F5AF9C8847}"/>
              </a:ext>
            </a:extLst>
          </p:cNvPr>
          <p:cNvSpPr>
            <a:spLocks noGrp="1"/>
          </p:cNvSpPr>
          <p:nvPr>
            <p:ph type="sldNum" sz="quarter" idx="3"/>
          </p:nvPr>
        </p:nvSpPr>
        <p:spPr>
          <a:xfrm>
            <a:off x="4022725" y="8918575"/>
            <a:ext cx="3078163" cy="469900"/>
          </a:xfrm>
          <a:prstGeom prst="rect">
            <a:avLst/>
          </a:prstGeom>
        </p:spPr>
        <p:txBody>
          <a:bodyPr vert="horz" lIns="91440" tIns="45720" rIns="91440" bIns="45720" rtlCol="0" anchor="b"/>
          <a:lstStyle>
            <a:lvl1pPr algn="r">
              <a:defRPr sz="1200"/>
            </a:lvl1pPr>
          </a:lstStyle>
          <a:p>
            <a:fld id="{D2610F73-99D1-48E7-A408-B5EB5C8393F8}" type="slidenum">
              <a:rPr lang="en-US" smtClean="0"/>
              <a:t>‹#›</a:t>
            </a:fld>
            <a:endParaRPr lang="en-US" dirty="0"/>
          </a:p>
        </p:txBody>
      </p:sp>
    </p:spTree>
    <p:extLst>
      <p:ext uri="{BB962C8B-B14F-4D97-AF65-F5344CB8AC3E}">
        <p14:creationId xmlns:p14="http://schemas.microsoft.com/office/powerpoint/2010/main" val="247319651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14400" tIns="47114" rIns="94229" bIns="47114" rtlCol="0"/>
          <a:lstStyle>
            <a:lvl1pPr algn="l">
              <a:defRPr sz="900">
                <a:latin typeface="+mn-lt"/>
                <a:cs typeface="Arial" panose="020B0604020202020204" pitchFamily="34" charset="0"/>
              </a:defRPr>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14400" bIns="47114" rtlCol="0"/>
          <a:lstStyle>
            <a:lvl1pPr algn="r">
              <a:defRPr sz="900">
                <a:latin typeface="+mn-lt"/>
                <a:cs typeface="Arial" panose="020B0604020202020204" pitchFamily="34" charset="0"/>
              </a:defRPr>
            </a:lvl1pPr>
          </a:lstStyle>
          <a:p>
            <a:fld id="{1DF34805-1F01-4BDA-A8CA-FCEA2B4BC8D0}" type="datetime3">
              <a:rPr lang="en-US" smtClean="0"/>
              <a:pPr/>
              <a:t>29 July 2026</a:t>
            </a:fld>
            <a:endParaRPr lang="en-US"/>
          </a:p>
        </p:txBody>
      </p:sp>
      <p:sp>
        <p:nvSpPr>
          <p:cNvPr id="4" name="Slide Image Placeholder 3"/>
          <p:cNvSpPr>
            <a:spLocks noGrp="1" noRot="1" noChangeAspect="1"/>
          </p:cNvSpPr>
          <p:nvPr>
            <p:ph type="sldImg" idx="2"/>
          </p:nvPr>
        </p:nvSpPr>
        <p:spPr>
          <a:xfrm>
            <a:off x="735013" y="563563"/>
            <a:ext cx="5632450" cy="3168650"/>
          </a:xfrm>
          <a:prstGeom prst="rect">
            <a:avLst/>
          </a:prstGeom>
          <a:noFill/>
          <a:ln w="6350">
            <a:solidFill>
              <a:prstClr val="black"/>
            </a:solidFill>
          </a:ln>
        </p:spPr>
        <p:txBody>
          <a:bodyPr vert="horz" lIns="94229" tIns="47114" rIns="94229" bIns="47114" rtlCol="0" anchor="ctr"/>
          <a:lstStyle/>
          <a:p>
            <a:endParaRPr lang="en-US"/>
          </a:p>
        </p:txBody>
      </p:sp>
      <p:sp>
        <p:nvSpPr>
          <p:cNvPr id="6" name="Footer Placeholder 5"/>
          <p:cNvSpPr>
            <a:spLocks noGrp="1"/>
          </p:cNvSpPr>
          <p:nvPr>
            <p:ph type="ftr" sz="quarter" idx="4"/>
          </p:nvPr>
        </p:nvSpPr>
        <p:spPr>
          <a:xfrm>
            <a:off x="0" y="8917422"/>
            <a:ext cx="3077739" cy="471053"/>
          </a:xfrm>
          <a:prstGeom prst="rect">
            <a:avLst/>
          </a:prstGeom>
        </p:spPr>
        <p:txBody>
          <a:bodyPr vert="horz" lIns="914400" tIns="47114" rIns="94229" bIns="47114" rtlCol="0" anchor="b"/>
          <a:lstStyle>
            <a:lvl1pPr algn="l">
              <a:defRPr sz="900">
                <a:latin typeface="+mn-lt"/>
                <a:cs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14400" bIns="47114" rtlCol="0" anchor="b"/>
          <a:lstStyle>
            <a:lvl1pPr algn="r">
              <a:defRPr sz="900">
                <a:latin typeface="+mn-lt"/>
                <a:cs typeface="Arial" panose="020B0604020202020204" pitchFamily="34" charset="0"/>
              </a:defRPr>
            </a:lvl1pPr>
          </a:lstStyle>
          <a:p>
            <a:fld id="{CF5EBCF4-26FC-4F76-8DA1-52FDDC328D44}" type="slidenum">
              <a:rPr lang="en-US" smtClean="0"/>
              <a:pPr/>
              <a:t>‹#›</a:t>
            </a:fld>
            <a:endParaRPr lang="en-US"/>
          </a:p>
        </p:txBody>
      </p:sp>
      <p:sp>
        <p:nvSpPr>
          <p:cNvPr id="9" name="Notes Placeholder 8">
            <a:extLst>
              <a:ext uri="{FF2B5EF4-FFF2-40B4-BE49-F238E27FC236}">
                <a16:creationId xmlns:a16="http://schemas.microsoft.com/office/drawing/2014/main" id="{0CB7C52D-12F1-4B27-95B4-DB01358D59B9}"/>
              </a:ext>
            </a:extLst>
          </p:cNvPr>
          <p:cNvSpPr>
            <a:spLocks noGrp="1"/>
          </p:cNvSpPr>
          <p:nvPr>
            <p:ph type="body" sz="quarter" idx="3"/>
          </p:nvPr>
        </p:nvSpPr>
        <p:spPr>
          <a:xfrm>
            <a:off x="709613" y="4518025"/>
            <a:ext cx="5683250" cy="3697288"/>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0066646"/>
      </p:ext>
    </p:extLst>
  </p:cSld>
  <p:clrMap bg1="lt1" tx1="dk1" bg2="lt2" tx2="dk2" accent1="accent1" accent2="accent2" accent3="accent3" accent4="accent4" accent5="accent5" accent6="accent6" hlink="hlink" folHlink="folHlink"/>
  <p:hf hdr="0" ftr="0"/>
  <p:notesStyle>
    <a:lvl1pPr marL="0" algn="l" defTabSz="914400" rtl="0" eaLnBrk="1" latinLnBrk="0" hangingPunct="1">
      <a:lnSpc>
        <a:spcPct val="100000"/>
      </a:lnSpc>
      <a:spcBef>
        <a:spcPts val="400"/>
      </a:spcBef>
      <a:spcAft>
        <a:spcPts val="400"/>
      </a:spcAft>
      <a:defRPr lang="en-US" sz="1100" kern="1200">
        <a:solidFill>
          <a:schemeClr val="tx1"/>
        </a:solidFill>
        <a:latin typeface="+mn-lt"/>
        <a:ea typeface="+mn-ea"/>
        <a:cs typeface="Arial" panose="020B0604020202020204" pitchFamily="34" charset="0"/>
      </a:defRPr>
    </a:lvl1pPr>
    <a:lvl2pPr marL="171450" indent="-171450" algn="l" defTabSz="914400" rtl="0" eaLnBrk="1" latinLnBrk="0" hangingPunct="1">
      <a:buFont typeface="Wingdings" panose="05000000000000000000" pitchFamily="2" charset="2"/>
      <a:buChar char=""/>
      <a:defRPr lang="en-US" sz="1100" kern="1200">
        <a:solidFill>
          <a:schemeClr val="tx1"/>
        </a:solidFill>
        <a:latin typeface="+mn-lt"/>
        <a:ea typeface="+mn-ea"/>
        <a:cs typeface="+mn-cs"/>
      </a:defRPr>
    </a:lvl2pPr>
    <a:lvl3pPr marL="400050"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3pPr>
    <a:lvl4pPr marL="579437"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4pPr>
    <a:lvl5pPr marL="750887"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1DF34805-1F01-4BDA-A8CA-FCEA2B4BC8D0}" type="datetime3">
              <a:rPr lang="en-US" smtClean="0"/>
              <a:pPr/>
              <a:t>29 July 2026</a:t>
            </a:fld>
            <a:endParaRPr lang="en-US"/>
          </a:p>
        </p:txBody>
      </p:sp>
      <p:sp>
        <p:nvSpPr>
          <p:cNvPr id="5" name="Slide Number Placeholder 4"/>
          <p:cNvSpPr>
            <a:spLocks noGrp="1"/>
          </p:cNvSpPr>
          <p:nvPr>
            <p:ph type="sldNum" sz="quarter" idx="5"/>
          </p:nvPr>
        </p:nvSpPr>
        <p:spPr/>
        <p:txBody>
          <a:bodyPr/>
          <a:lstStyle/>
          <a:p>
            <a:fld id="{CF5EBCF4-26FC-4F76-8DA1-52FDDC328D44}" type="slidenum">
              <a:rPr lang="en-US" smtClean="0"/>
              <a:pPr/>
              <a:t>1</a:t>
            </a:fld>
            <a:endParaRPr lang="en-US"/>
          </a:p>
        </p:txBody>
      </p:sp>
    </p:spTree>
    <p:extLst>
      <p:ext uri="{BB962C8B-B14F-4D97-AF65-F5344CB8AC3E}">
        <p14:creationId xmlns:p14="http://schemas.microsoft.com/office/powerpoint/2010/main" val="31741063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558BF-675C-235D-B53C-C16DEDE1B0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9C2226-A586-6381-E626-D533BDB394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BF92A9-8A48-5591-9132-FC7ADA4162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87BA8F-32C5-16C4-7246-AA9A60A16B7C}"/>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0797187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7671225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tags" Target="../tags/tag24.xml"/><Relationship Id="rId3" Type="http://schemas.openxmlformats.org/officeDocument/2006/relationships/tags" Target="../tags/tag25.xml"/><Relationship Id="rId4" Type="http://schemas.openxmlformats.org/officeDocument/2006/relationships/tags" Target="../tags/tag26.xml"/><Relationship Id="rId5" Type="http://schemas.openxmlformats.org/officeDocument/2006/relationships/tags" Target="../tags/tag27.xml"/><Relationship Id="rId6" Type="http://schemas.openxmlformats.org/officeDocument/2006/relationships/tags" Target="../tags/tag28.xml"/><Relationship Id="rId7" Type="http://schemas.openxmlformats.org/officeDocument/2006/relationships/tags" Target="../tags/tag29.xml"/><Relationship Id="rId8" Type="http://schemas.openxmlformats.org/officeDocument/2006/relationships/tags" Target="../tags/tag30.xml"/><Relationship Id="rId9" Type="http://schemas.openxmlformats.org/officeDocument/2006/relationships/tags" Target="../tags/tag31.xml"/><Relationship Id="rId10" Type="http://schemas.openxmlformats.org/officeDocument/2006/relationships/slideMaster" Target="../slideMasters/slideMaster1.xml"/><Relationship Id="rId11" Type="http://schemas.openxmlformats.org/officeDocument/2006/relationships/image" Target="../media/image3.jpg"/><Relationship Id="rId12" Type="http://schemas.openxmlformats.org/officeDocument/2006/relationships/image" Target="../media/image4.png"/><Relationship Id="rId13" Type="http://schemas.openxmlformats.org/officeDocument/2006/relationships/oleObject" Target="../embeddings/oleObject2.bin"/><Relationship Id="rId14" Type="http://schemas.openxmlformats.org/officeDocument/2006/relationships/image" Target="../media/image5.emf"/></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tags" Target="../tags/tag33.xml"/><Relationship Id="rId3" Type="http://schemas.openxmlformats.org/officeDocument/2006/relationships/tags" Target="../tags/tag34.xml"/><Relationship Id="rId4" Type="http://schemas.openxmlformats.org/officeDocument/2006/relationships/tags" Target="../tags/tag35.xml"/><Relationship Id="rId5" Type="http://schemas.openxmlformats.org/officeDocument/2006/relationships/tags" Target="../tags/tag36.xml"/><Relationship Id="rId6" Type="http://schemas.openxmlformats.org/officeDocument/2006/relationships/tags" Target="../tags/tag37.xml"/><Relationship Id="rId7" Type="http://schemas.openxmlformats.org/officeDocument/2006/relationships/tags" Target="../tags/tag38.xml"/><Relationship Id="rId8" Type="http://schemas.openxmlformats.org/officeDocument/2006/relationships/slideMaster" Target="../slideMasters/slideMaster1.xml"/><Relationship Id="rId9" Type="http://schemas.openxmlformats.org/officeDocument/2006/relationships/oleObject" Target="../embeddings/oleObject3.bin"/><Relationship Id="rId10"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39.xml"/><Relationship Id="rId2" Type="http://schemas.openxmlformats.org/officeDocument/2006/relationships/tags" Target="../tags/tag40.xml"/><Relationship Id="rId3" Type="http://schemas.openxmlformats.org/officeDocument/2006/relationships/tags" Target="../tags/tag41.xml"/><Relationship Id="rId4" Type="http://schemas.openxmlformats.org/officeDocument/2006/relationships/tags" Target="../tags/tag42.xml"/><Relationship Id="rId5"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43.xml"/><Relationship Id="rId2" Type="http://schemas.openxmlformats.org/officeDocument/2006/relationships/tags" Target="../tags/tag44.xml"/><Relationship Id="rId3" Type="http://schemas.openxmlformats.org/officeDocument/2006/relationships/tags" Target="../tags/tag45.xml"/><Relationship Id="rId4" Type="http://schemas.openxmlformats.org/officeDocument/2006/relationships/tags" Target="../tags/tag46.xml"/><Relationship Id="rId5"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47.xml"/><Relationship Id="rId2" Type="http://schemas.openxmlformats.org/officeDocument/2006/relationships/tags" Target="../tags/tag48.xml"/><Relationship Id="rId3" Type="http://schemas.openxmlformats.org/officeDocument/2006/relationships/tags" Target="../tags/tag49.xml"/><Relationship Id="rId4" Type="http://schemas.openxmlformats.org/officeDocument/2006/relationships/tags" Target="../tags/tag50.xml"/><Relationship Id="rId5" Type="http://schemas.openxmlformats.org/officeDocument/2006/relationships/tags" Target="../tags/tag51.xml"/><Relationship Id="rId6" Type="http://schemas.openxmlformats.org/officeDocument/2006/relationships/tags" Target="../tags/tag52.xml"/><Relationship Id="rId7" Type="http://schemas.openxmlformats.org/officeDocument/2006/relationships/slideMaster" Target="../slideMasters/slideMaster1.xml"/><Relationship Id="rId8" Type="http://schemas.openxmlformats.org/officeDocument/2006/relationships/oleObject" Target="../embeddings/oleObject4.bin"/><Relationship Id="rId9" Type="http://schemas.openxmlformats.org/officeDocument/2006/relationships/image" Target="../media/image6.emf"/></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53.xml"/><Relationship Id="rId2" Type="http://schemas.openxmlformats.org/officeDocument/2006/relationships/tags" Target="../tags/tag54.xml"/><Relationship Id="rId3" Type="http://schemas.openxmlformats.org/officeDocument/2006/relationships/tags" Target="../tags/tag55.xml"/><Relationship Id="rId4" Type="http://schemas.openxmlformats.org/officeDocument/2006/relationships/tags" Target="../tags/tag56.xml"/><Relationship Id="rId5" Type="http://schemas.openxmlformats.org/officeDocument/2006/relationships/tags" Target="../tags/tag57.xml"/><Relationship Id="rId6" Type="http://schemas.openxmlformats.org/officeDocument/2006/relationships/tags" Target="../tags/tag58.xml"/><Relationship Id="rId7" Type="http://schemas.openxmlformats.org/officeDocument/2006/relationships/tags" Target="../tags/tag59.xml"/><Relationship Id="rId8" Type="http://schemas.openxmlformats.org/officeDocument/2006/relationships/slideMaster" Target="../slideMasters/slideMaster1.xml"/><Relationship Id="rId9" Type="http://schemas.openxmlformats.org/officeDocument/2006/relationships/oleObject" Target="../embeddings/oleObject5.bin"/><Relationship Id="rId10" Type="http://schemas.openxmlformats.org/officeDocument/2006/relationships/image" Target="../media/image6.emf"/></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60.xml"/><Relationship Id="rId2" Type="http://schemas.openxmlformats.org/officeDocument/2006/relationships/tags" Target="../tags/tag61.xml"/><Relationship Id="rId3" Type="http://schemas.openxmlformats.org/officeDocument/2006/relationships/tags" Target="../tags/tag62.xml"/><Relationship Id="rId4" Type="http://schemas.openxmlformats.org/officeDocument/2006/relationships/tags" Target="../tags/tag63.xml"/><Relationship Id="rId5" Type="http://schemas.openxmlformats.org/officeDocument/2006/relationships/tags" Target="../tags/tag64.xml"/><Relationship Id="rId6" Type="http://schemas.openxmlformats.org/officeDocument/2006/relationships/tags" Target="../tags/tag65.xml"/><Relationship Id="rId7" Type="http://schemas.openxmlformats.org/officeDocument/2006/relationships/tags" Target="../tags/tag66.xml"/><Relationship Id="rId8" Type="http://schemas.openxmlformats.org/officeDocument/2006/relationships/tags" Target="../tags/tag67.xml"/><Relationship Id="rId9" Type="http://schemas.openxmlformats.org/officeDocument/2006/relationships/tags" Target="../tags/tag68.xml"/><Relationship Id="rId10" Type="http://schemas.openxmlformats.org/officeDocument/2006/relationships/slideMaster" Target="../slideMasters/slideMaster1.xml"/><Relationship Id="rId11" Type="http://schemas.openxmlformats.org/officeDocument/2006/relationships/oleObject" Target="../embeddings/oleObject6.bin"/><Relationship Id="rId12"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69.xml"/><Relationship Id="rId2" Type="http://schemas.openxmlformats.org/officeDocument/2006/relationships/tags" Target="../tags/tag70.xml"/><Relationship Id="rId3" Type="http://schemas.openxmlformats.org/officeDocument/2006/relationships/tags" Target="../tags/tag71.xml"/><Relationship Id="rId4" Type="http://schemas.openxmlformats.org/officeDocument/2006/relationships/tags" Target="../tags/tag72.xml"/><Relationship Id="rId5" Type="http://schemas.openxmlformats.org/officeDocument/2006/relationships/tags" Target="../tags/tag73.xml"/><Relationship Id="rId6" Type="http://schemas.openxmlformats.org/officeDocument/2006/relationships/tags" Target="../tags/tag74.xml"/><Relationship Id="rId7" Type="http://schemas.openxmlformats.org/officeDocument/2006/relationships/tags" Target="../tags/tag75.xml"/><Relationship Id="rId8" Type="http://schemas.openxmlformats.org/officeDocument/2006/relationships/tags" Target="../tags/tag76.xml"/><Relationship Id="rId9" Type="http://schemas.openxmlformats.org/officeDocument/2006/relationships/tags" Target="../tags/tag77.xml"/><Relationship Id="rId10" Type="http://schemas.openxmlformats.org/officeDocument/2006/relationships/slideMaster" Target="../slideMasters/slideMaster1.xml"/><Relationship Id="rId11" Type="http://schemas.openxmlformats.org/officeDocument/2006/relationships/oleObject" Target="../embeddings/oleObject7.bin"/><Relationship Id="rId12"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78.xml"/><Relationship Id="rId2" Type="http://schemas.openxmlformats.org/officeDocument/2006/relationships/tags" Target="../tags/tag79.xml"/><Relationship Id="rId3" Type="http://schemas.openxmlformats.org/officeDocument/2006/relationships/tags" Target="../tags/tag80.xml"/><Relationship Id="rId4" Type="http://schemas.openxmlformats.org/officeDocument/2006/relationships/tags" Target="../tags/tag81.xml"/><Relationship Id="rId5" Type="http://schemas.openxmlformats.org/officeDocument/2006/relationships/tags" Target="../tags/tag82.xml"/><Relationship Id="rId6" Type="http://schemas.openxmlformats.org/officeDocument/2006/relationships/tags" Target="../tags/tag83.xml"/><Relationship Id="rId7" Type="http://schemas.openxmlformats.org/officeDocument/2006/relationships/tags" Target="../tags/tag84.xml"/><Relationship Id="rId8" Type="http://schemas.openxmlformats.org/officeDocument/2006/relationships/tags" Target="../tags/tag85.xml"/><Relationship Id="rId9" Type="http://schemas.openxmlformats.org/officeDocument/2006/relationships/tags" Target="../tags/tag86.xml"/><Relationship Id="rId10" Type="http://schemas.openxmlformats.org/officeDocument/2006/relationships/slideMaster" Target="../slideMasters/slideMaster1.xml"/><Relationship Id="rId11" Type="http://schemas.openxmlformats.org/officeDocument/2006/relationships/oleObject" Target="../embeddings/oleObject8.bin"/><Relationship Id="rId12"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tags" Target="../tags/tag88.xml"/><Relationship Id="rId3" Type="http://schemas.openxmlformats.org/officeDocument/2006/relationships/tags" Target="../tags/tag89.xml"/><Relationship Id="rId4" Type="http://schemas.openxmlformats.org/officeDocument/2006/relationships/tags" Target="../tags/tag90.xml"/><Relationship Id="rId5" Type="http://schemas.openxmlformats.org/officeDocument/2006/relationships/tags" Target="../tags/tag91.xml"/><Relationship Id="rId6" Type="http://schemas.openxmlformats.org/officeDocument/2006/relationships/tags" Target="../tags/tag92.xml"/><Relationship Id="rId7" Type="http://schemas.openxmlformats.org/officeDocument/2006/relationships/tags" Target="../tags/tag93.xml"/><Relationship Id="rId8" Type="http://schemas.openxmlformats.org/officeDocument/2006/relationships/tags" Target="../tags/tag94.xml"/><Relationship Id="rId9" Type="http://schemas.openxmlformats.org/officeDocument/2006/relationships/tags" Target="../tags/tag95.xml"/><Relationship Id="rId10" Type="http://schemas.openxmlformats.org/officeDocument/2006/relationships/slideMaster" Target="../slideMasters/slideMaster1.xml"/><Relationship Id="rId11" Type="http://schemas.openxmlformats.org/officeDocument/2006/relationships/oleObject" Target="../embeddings/oleObject9.bin"/><Relationship Id="rId12" Type="http://schemas.openxmlformats.org/officeDocument/2006/relationships/image" Target="../media/image7.emf"/></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96.xml"/><Relationship Id="rId2" Type="http://schemas.openxmlformats.org/officeDocument/2006/relationships/tags" Target="../tags/tag97.xml"/><Relationship Id="rId3" Type="http://schemas.openxmlformats.org/officeDocument/2006/relationships/tags" Target="../tags/tag98.xml"/><Relationship Id="rId4" Type="http://schemas.openxmlformats.org/officeDocument/2006/relationships/tags" Target="../tags/tag99.xml"/><Relationship Id="rId5" Type="http://schemas.openxmlformats.org/officeDocument/2006/relationships/tags" Target="../tags/tag100.xml"/><Relationship Id="rId6" Type="http://schemas.openxmlformats.org/officeDocument/2006/relationships/tags" Target="../tags/tag101.xml"/><Relationship Id="rId7" Type="http://schemas.openxmlformats.org/officeDocument/2006/relationships/tags" Target="../tags/tag102.xml"/><Relationship Id="rId8" Type="http://schemas.openxmlformats.org/officeDocument/2006/relationships/tags" Target="../tags/tag103.xml"/><Relationship Id="rId9" Type="http://schemas.openxmlformats.org/officeDocument/2006/relationships/tags" Target="../tags/tag104.xml"/><Relationship Id="rId10" Type="http://schemas.openxmlformats.org/officeDocument/2006/relationships/slideMaster" Target="../slideMasters/slideMaster1.xml"/><Relationship Id="rId11" Type="http://schemas.openxmlformats.org/officeDocument/2006/relationships/oleObject" Target="../embeddings/oleObject8.bin"/><Relationship Id="rId12"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05.xml"/><Relationship Id="rId2" Type="http://schemas.openxmlformats.org/officeDocument/2006/relationships/tags" Target="../tags/tag106.xml"/><Relationship Id="rId3" Type="http://schemas.openxmlformats.org/officeDocument/2006/relationships/tags" Target="../tags/tag107.xml"/><Relationship Id="rId4" Type="http://schemas.openxmlformats.org/officeDocument/2006/relationships/tags" Target="../tags/tag108.xml"/><Relationship Id="rId5" Type="http://schemas.openxmlformats.org/officeDocument/2006/relationships/tags" Target="../tags/tag109.xml"/><Relationship Id="rId6"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10.xml"/><Relationship Id="rId2" Type="http://schemas.openxmlformats.org/officeDocument/2006/relationships/tags" Target="../tags/tag111.xml"/><Relationship Id="rId3" Type="http://schemas.openxmlformats.org/officeDocument/2006/relationships/tags" Target="../tags/tag112.xml"/><Relationship Id="rId4" Type="http://schemas.openxmlformats.org/officeDocument/2006/relationships/tags" Target="../tags/tag113.xml"/><Relationship Id="rId5"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14.xml"/><Relationship Id="rId2" Type="http://schemas.openxmlformats.org/officeDocument/2006/relationships/tags" Target="../tags/tag115.xml"/><Relationship Id="rId3" Type="http://schemas.openxmlformats.org/officeDocument/2006/relationships/tags" Target="../tags/tag116.xml"/><Relationship Id="rId4" Type="http://schemas.openxmlformats.org/officeDocument/2006/relationships/tags" Target="../tags/tag117.xml"/><Relationship Id="rId5" Type="http://schemas.openxmlformats.org/officeDocument/2006/relationships/slideMaster" Target="../slideMasters/slideMaster1.xml"/><Relationship Id="rId6" Type="http://schemas.openxmlformats.org/officeDocument/2006/relationships/image" Target="../media/image3.jpg"/><Relationship Id="rId7" Type="http://schemas.openxmlformats.org/officeDocument/2006/relationships/oleObject" Target="../embeddings/oleObject10.bin"/><Relationship Id="rId8" Type="http://schemas.openxmlformats.org/officeDocument/2006/relationships/image" Target="../media/image5.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39.xml"/><Relationship Id="rId2" Type="http://schemas.openxmlformats.org/officeDocument/2006/relationships/tags" Target="../tags/tag140.xml"/><Relationship Id="rId3" Type="http://schemas.openxmlformats.org/officeDocument/2006/relationships/tags" Target="../tags/tag141.xml"/><Relationship Id="rId4" Type="http://schemas.openxmlformats.org/officeDocument/2006/relationships/tags" Target="../tags/tag142.xml"/><Relationship Id="rId5" Type="http://schemas.openxmlformats.org/officeDocument/2006/relationships/tags" Target="../tags/tag143.xml"/><Relationship Id="rId6" Type="http://schemas.openxmlformats.org/officeDocument/2006/relationships/tags" Target="../tags/tag144.xml"/><Relationship Id="rId7" Type="http://schemas.openxmlformats.org/officeDocument/2006/relationships/tags" Target="../tags/tag145.xml"/><Relationship Id="rId8" Type="http://schemas.openxmlformats.org/officeDocument/2006/relationships/tags" Target="../tags/tag146.xml"/><Relationship Id="rId9" Type="http://schemas.openxmlformats.org/officeDocument/2006/relationships/tags" Target="../tags/tag147.xml"/><Relationship Id="rId10" Type="http://schemas.openxmlformats.org/officeDocument/2006/relationships/slideMaster" Target="../slideMasters/slideMaster2.xml"/><Relationship Id="rId11" Type="http://schemas.openxmlformats.org/officeDocument/2006/relationships/image" Target="../media/image3.jpg"/><Relationship Id="rId12" Type="http://schemas.openxmlformats.org/officeDocument/2006/relationships/image" Target="../media/image4.png"/><Relationship Id="rId13" Type="http://schemas.openxmlformats.org/officeDocument/2006/relationships/oleObject" Target="../embeddings/oleObject12.bin"/><Relationship Id="rId14" Type="http://schemas.openxmlformats.org/officeDocument/2006/relationships/image" Target="../media/image5.emf"/></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48.xml"/><Relationship Id="rId2" Type="http://schemas.openxmlformats.org/officeDocument/2006/relationships/tags" Target="../tags/tag149.xml"/><Relationship Id="rId3" Type="http://schemas.openxmlformats.org/officeDocument/2006/relationships/tags" Target="../tags/tag150.xml"/><Relationship Id="rId4" Type="http://schemas.openxmlformats.org/officeDocument/2006/relationships/tags" Target="../tags/tag151.xml"/><Relationship Id="rId5" Type="http://schemas.openxmlformats.org/officeDocument/2006/relationships/tags" Target="../tags/tag152.xml"/><Relationship Id="rId6" Type="http://schemas.openxmlformats.org/officeDocument/2006/relationships/tags" Target="../tags/tag153.xml"/><Relationship Id="rId7" Type="http://schemas.openxmlformats.org/officeDocument/2006/relationships/tags" Target="../tags/tag154.xml"/><Relationship Id="rId8" Type="http://schemas.openxmlformats.org/officeDocument/2006/relationships/slideMaster" Target="../slideMasters/slideMaster2.xml"/><Relationship Id="rId9" Type="http://schemas.openxmlformats.org/officeDocument/2006/relationships/oleObject" Target="../embeddings/oleObject13.bin"/><Relationship Id="rId10"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155.xml"/><Relationship Id="rId2" Type="http://schemas.openxmlformats.org/officeDocument/2006/relationships/tags" Target="../tags/tag156.xml"/><Relationship Id="rId3" Type="http://schemas.openxmlformats.org/officeDocument/2006/relationships/tags" Target="../tags/tag157.xml"/><Relationship Id="rId4" Type="http://schemas.openxmlformats.org/officeDocument/2006/relationships/tags" Target="../tags/tag158.xml"/><Relationship Id="rId5"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159.xml"/><Relationship Id="rId2" Type="http://schemas.openxmlformats.org/officeDocument/2006/relationships/tags" Target="../tags/tag160.xml"/><Relationship Id="rId3" Type="http://schemas.openxmlformats.org/officeDocument/2006/relationships/tags" Target="../tags/tag161.xml"/><Relationship Id="rId4" Type="http://schemas.openxmlformats.org/officeDocument/2006/relationships/tags" Target="../tags/tag162.xml"/><Relationship Id="rId5"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163.xml"/><Relationship Id="rId2" Type="http://schemas.openxmlformats.org/officeDocument/2006/relationships/tags" Target="../tags/tag164.xml"/><Relationship Id="rId3" Type="http://schemas.openxmlformats.org/officeDocument/2006/relationships/tags" Target="../tags/tag165.xml"/><Relationship Id="rId4" Type="http://schemas.openxmlformats.org/officeDocument/2006/relationships/tags" Target="../tags/tag166.xml"/><Relationship Id="rId5" Type="http://schemas.openxmlformats.org/officeDocument/2006/relationships/tags" Target="../tags/tag167.xml"/><Relationship Id="rId6" Type="http://schemas.openxmlformats.org/officeDocument/2006/relationships/tags" Target="../tags/tag168.xml"/><Relationship Id="rId7" Type="http://schemas.openxmlformats.org/officeDocument/2006/relationships/slideMaster" Target="../slideMasters/slideMaster2.xml"/><Relationship Id="rId8" Type="http://schemas.openxmlformats.org/officeDocument/2006/relationships/oleObject" Target="../embeddings/oleObject14.bin"/><Relationship Id="rId9" Type="http://schemas.openxmlformats.org/officeDocument/2006/relationships/image" Target="../media/image6.emf"/></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169.xml"/><Relationship Id="rId2" Type="http://schemas.openxmlformats.org/officeDocument/2006/relationships/tags" Target="../tags/tag170.xml"/><Relationship Id="rId3" Type="http://schemas.openxmlformats.org/officeDocument/2006/relationships/tags" Target="../tags/tag171.xml"/><Relationship Id="rId4" Type="http://schemas.openxmlformats.org/officeDocument/2006/relationships/tags" Target="../tags/tag172.xml"/><Relationship Id="rId5" Type="http://schemas.openxmlformats.org/officeDocument/2006/relationships/tags" Target="../tags/tag173.xml"/><Relationship Id="rId6" Type="http://schemas.openxmlformats.org/officeDocument/2006/relationships/tags" Target="../tags/tag174.xml"/><Relationship Id="rId7" Type="http://schemas.openxmlformats.org/officeDocument/2006/relationships/tags" Target="../tags/tag175.xml"/><Relationship Id="rId8" Type="http://schemas.openxmlformats.org/officeDocument/2006/relationships/slideMaster" Target="../slideMasters/slideMaster2.xml"/><Relationship Id="rId9" Type="http://schemas.openxmlformats.org/officeDocument/2006/relationships/oleObject" Target="../embeddings/oleObject15.bin"/><Relationship Id="rId10" Type="http://schemas.openxmlformats.org/officeDocument/2006/relationships/image" Target="../media/image6.emf"/></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176.xml"/><Relationship Id="rId2" Type="http://schemas.openxmlformats.org/officeDocument/2006/relationships/tags" Target="../tags/tag177.xml"/><Relationship Id="rId3" Type="http://schemas.openxmlformats.org/officeDocument/2006/relationships/tags" Target="../tags/tag178.xml"/><Relationship Id="rId4" Type="http://schemas.openxmlformats.org/officeDocument/2006/relationships/tags" Target="../tags/tag179.xml"/><Relationship Id="rId5" Type="http://schemas.openxmlformats.org/officeDocument/2006/relationships/tags" Target="../tags/tag180.xml"/><Relationship Id="rId6" Type="http://schemas.openxmlformats.org/officeDocument/2006/relationships/tags" Target="../tags/tag181.xml"/><Relationship Id="rId7" Type="http://schemas.openxmlformats.org/officeDocument/2006/relationships/tags" Target="../tags/tag182.xml"/><Relationship Id="rId8" Type="http://schemas.openxmlformats.org/officeDocument/2006/relationships/tags" Target="../tags/tag183.xml"/><Relationship Id="rId9" Type="http://schemas.openxmlformats.org/officeDocument/2006/relationships/tags" Target="../tags/tag184.xml"/><Relationship Id="rId10" Type="http://schemas.openxmlformats.org/officeDocument/2006/relationships/slideMaster" Target="../slideMasters/slideMaster2.xml"/><Relationship Id="rId11" Type="http://schemas.openxmlformats.org/officeDocument/2006/relationships/oleObject" Target="../embeddings/oleObject16.bin"/><Relationship Id="rId12"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185.xml"/><Relationship Id="rId2" Type="http://schemas.openxmlformats.org/officeDocument/2006/relationships/tags" Target="../tags/tag186.xml"/><Relationship Id="rId3" Type="http://schemas.openxmlformats.org/officeDocument/2006/relationships/tags" Target="../tags/tag187.xml"/><Relationship Id="rId4" Type="http://schemas.openxmlformats.org/officeDocument/2006/relationships/tags" Target="../tags/tag188.xml"/><Relationship Id="rId5" Type="http://schemas.openxmlformats.org/officeDocument/2006/relationships/tags" Target="../tags/tag189.xml"/><Relationship Id="rId6" Type="http://schemas.openxmlformats.org/officeDocument/2006/relationships/tags" Target="../tags/tag190.xml"/><Relationship Id="rId7" Type="http://schemas.openxmlformats.org/officeDocument/2006/relationships/tags" Target="../tags/tag191.xml"/><Relationship Id="rId8" Type="http://schemas.openxmlformats.org/officeDocument/2006/relationships/tags" Target="../tags/tag192.xml"/><Relationship Id="rId9" Type="http://schemas.openxmlformats.org/officeDocument/2006/relationships/tags" Target="../tags/tag193.xml"/><Relationship Id="rId10" Type="http://schemas.openxmlformats.org/officeDocument/2006/relationships/slideMaster" Target="../slideMasters/slideMaster2.xml"/><Relationship Id="rId11" Type="http://schemas.openxmlformats.org/officeDocument/2006/relationships/oleObject" Target="../embeddings/oleObject17.bin"/><Relationship Id="rId12"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194.xml"/><Relationship Id="rId2" Type="http://schemas.openxmlformats.org/officeDocument/2006/relationships/tags" Target="../tags/tag195.xml"/><Relationship Id="rId3" Type="http://schemas.openxmlformats.org/officeDocument/2006/relationships/tags" Target="../tags/tag196.xml"/><Relationship Id="rId4" Type="http://schemas.openxmlformats.org/officeDocument/2006/relationships/tags" Target="../tags/tag197.xml"/><Relationship Id="rId5" Type="http://schemas.openxmlformats.org/officeDocument/2006/relationships/tags" Target="../tags/tag198.xml"/><Relationship Id="rId6" Type="http://schemas.openxmlformats.org/officeDocument/2006/relationships/tags" Target="../tags/tag199.xml"/><Relationship Id="rId7" Type="http://schemas.openxmlformats.org/officeDocument/2006/relationships/tags" Target="../tags/tag200.xml"/><Relationship Id="rId8" Type="http://schemas.openxmlformats.org/officeDocument/2006/relationships/tags" Target="../tags/tag201.xml"/><Relationship Id="rId9" Type="http://schemas.openxmlformats.org/officeDocument/2006/relationships/tags" Target="../tags/tag202.xml"/><Relationship Id="rId10" Type="http://schemas.openxmlformats.org/officeDocument/2006/relationships/slideMaster" Target="../slideMasters/slideMaster2.xml"/><Relationship Id="rId11" Type="http://schemas.openxmlformats.org/officeDocument/2006/relationships/oleObject" Target="../embeddings/oleObject18.bin"/><Relationship Id="rId12" Type="http://schemas.openxmlformats.org/officeDocument/2006/relationships/image" Target="../media/image9.emf"/></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03.xml"/><Relationship Id="rId2" Type="http://schemas.openxmlformats.org/officeDocument/2006/relationships/tags" Target="../tags/tag204.xml"/><Relationship Id="rId3" Type="http://schemas.openxmlformats.org/officeDocument/2006/relationships/tags" Target="../tags/tag205.xml"/><Relationship Id="rId4" Type="http://schemas.openxmlformats.org/officeDocument/2006/relationships/tags" Target="../tags/tag206.xml"/><Relationship Id="rId5" Type="http://schemas.openxmlformats.org/officeDocument/2006/relationships/tags" Target="../tags/tag207.xml"/><Relationship Id="rId6" Type="http://schemas.openxmlformats.org/officeDocument/2006/relationships/tags" Target="../tags/tag208.xml"/><Relationship Id="rId7" Type="http://schemas.openxmlformats.org/officeDocument/2006/relationships/tags" Target="../tags/tag209.xml"/><Relationship Id="rId8" Type="http://schemas.openxmlformats.org/officeDocument/2006/relationships/tags" Target="../tags/tag210.xml"/><Relationship Id="rId9" Type="http://schemas.openxmlformats.org/officeDocument/2006/relationships/tags" Target="../tags/tag211.xml"/><Relationship Id="rId10" Type="http://schemas.openxmlformats.org/officeDocument/2006/relationships/slideMaster" Target="../slideMasters/slideMaster2.xml"/><Relationship Id="rId11" Type="http://schemas.openxmlformats.org/officeDocument/2006/relationships/oleObject" Target="../embeddings/oleObject19.bin"/><Relationship Id="rId12"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12.xml"/><Relationship Id="rId2" Type="http://schemas.openxmlformats.org/officeDocument/2006/relationships/tags" Target="../tags/tag213.xml"/><Relationship Id="rId3" Type="http://schemas.openxmlformats.org/officeDocument/2006/relationships/tags" Target="../tags/tag214.xml"/><Relationship Id="rId4" Type="http://schemas.openxmlformats.org/officeDocument/2006/relationships/tags" Target="../tags/tag215.xml"/><Relationship Id="rId5" Type="http://schemas.openxmlformats.org/officeDocument/2006/relationships/tags" Target="../tags/tag216.xml"/><Relationship Id="rId6" Type="http://schemas.openxmlformats.org/officeDocument/2006/relationships/tags" Target="../tags/tag217.xml"/><Relationship Id="rId7" Type="http://schemas.openxmlformats.org/officeDocument/2006/relationships/tags" Target="../tags/tag218.xml"/><Relationship Id="rId8" Type="http://schemas.openxmlformats.org/officeDocument/2006/relationships/tags" Target="../tags/tag219.xml"/><Relationship Id="rId9" Type="http://schemas.openxmlformats.org/officeDocument/2006/relationships/tags" Target="../tags/tag220.xml"/><Relationship Id="rId10" Type="http://schemas.openxmlformats.org/officeDocument/2006/relationships/slideMaster" Target="../slideMasters/slideMaster2.xml"/><Relationship Id="rId11" Type="http://schemas.openxmlformats.org/officeDocument/2006/relationships/oleObject" Target="../embeddings/oleObject20.bin"/><Relationship Id="rId12" Type="http://schemas.openxmlformats.org/officeDocument/2006/relationships/image" Target="../media/image9.emf"/></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221.xml"/><Relationship Id="rId2" Type="http://schemas.openxmlformats.org/officeDocument/2006/relationships/tags" Target="../tags/tag222.xml"/><Relationship Id="rId3" Type="http://schemas.openxmlformats.org/officeDocument/2006/relationships/tags" Target="../tags/tag223.xml"/><Relationship Id="rId4" Type="http://schemas.openxmlformats.org/officeDocument/2006/relationships/tags" Target="../tags/tag224.xml"/><Relationship Id="rId5" Type="http://schemas.openxmlformats.org/officeDocument/2006/relationships/tags" Target="../tags/tag225.xml"/><Relationship Id="rId6" Type="http://schemas.openxmlformats.org/officeDocument/2006/relationships/tags" Target="../tags/tag226.xml"/><Relationship Id="rId7" Type="http://schemas.openxmlformats.org/officeDocument/2006/relationships/tags" Target="../tags/tag227.xml"/><Relationship Id="rId8" Type="http://schemas.openxmlformats.org/officeDocument/2006/relationships/tags" Target="../tags/tag228.xml"/><Relationship Id="rId9" Type="http://schemas.openxmlformats.org/officeDocument/2006/relationships/tags" Target="../tags/tag229.xml"/><Relationship Id="rId10" Type="http://schemas.openxmlformats.org/officeDocument/2006/relationships/slideMaster" Target="../slideMasters/slideMaster2.xml"/><Relationship Id="rId11" Type="http://schemas.openxmlformats.org/officeDocument/2006/relationships/oleObject" Target="../embeddings/oleObject21.bin"/><Relationship Id="rId12" Type="http://schemas.openxmlformats.org/officeDocument/2006/relationships/image" Target="../media/image9.emf"/></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30.xml"/><Relationship Id="rId2" Type="http://schemas.openxmlformats.org/officeDocument/2006/relationships/tags" Target="../tags/tag231.xml"/><Relationship Id="rId3" Type="http://schemas.openxmlformats.org/officeDocument/2006/relationships/tags" Target="../tags/tag232.xml"/><Relationship Id="rId4" Type="http://schemas.openxmlformats.org/officeDocument/2006/relationships/tags" Target="../tags/tag233.xml"/><Relationship Id="rId5" Type="http://schemas.openxmlformats.org/officeDocument/2006/relationships/tags" Target="../tags/tag234.xml"/><Relationship Id="rId6" Type="http://schemas.openxmlformats.org/officeDocument/2006/relationships/tags" Target="../tags/tag235.xml"/><Relationship Id="rId7" Type="http://schemas.openxmlformats.org/officeDocument/2006/relationships/tags" Target="../tags/tag236.xml"/><Relationship Id="rId8" Type="http://schemas.openxmlformats.org/officeDocument/2006/relationships/tags" Target="../tags/tag237.xml"/><Relationship Id="rId9" Type="http://schemas.openxmlformats.org/officeDocument/2006/relationships/tags" Target="../tags/tag238.xml"/><Relationship Id="rId10" Type="http://schemas.openxmlformats.org/officeDocument/2006/relationships/slideMaster" Target="../slideMasters/slideMaster2.xml"/><Relationship Id="rId11" Type="http://schemas.openxmlformats.org/officeDocument/2006/relationships/oleObject" Target="../embeddings/oleObject22.bin"/><Relationship Id="rId12"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239.xml"/><Relationship Id="rId2" Type="http://schemas.openxmlformats.org/officeDocument/2006/relationships/tags" Target="../tags/tag240.xml"/><Relationship Id="rId3" Type="http://schemas.openxmlformats.org/officeDocument/2006/relationships/tags" Target="../tags/tag241.xml"/><Relationship Id="rId4" Type="http://schemas.openxmlformats.org/officeDocument/2006/relationships/tags" Target="../tags/tag242.xml"/><Relationship Id="rId5" Type="http://schemas.openxmlformats.org/officeDocument/2006/relationships/tags" Target="../tags/tag243.xml"/><Relationship Id="rId6" Type="http://schemas.openxmlformats.org/officeDocument/2006/relationships/tags" Target="../tags/tag244.xml"/><Relationship Id="rId7" Type="http://schemas.openxmlformats.org/officeDocument/2006/relationships/tags" Target="../tags/tag245.xml"/><Relationship Id="rId8" Type="http://schemas.openxmlformats.org/officeDocument/2006/relationships/tags" Target="../tags/tag246.xml"/><Relationship Id="rId9" Type="http://schemas.openxmlformats.org/officeDocument/2006/relationships/tags" Target="../tags/tag247.xml"/><Relationship Id="rId10" Type="http://schemas.openxmlformats.org/officeDocument/2006/relationships/slideMaster" Target="../slideMasters/slideMaster2.xml"/><Relationship Id="rId11" Type="http://schemas.openxmlformats.org/officeDocument/2006/relationships/oleObject" Target="../embeddings/oleObject23.bin"/><Relationship Id="rId12"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248.xml"/><Relationship Id="rId2" Type="http://schemas.openxmlformats.org/officeDocument/2006/relationships/tags" Target="../tags/tag249.xml"/><Relationship Id="rId3" Type="http://schemas.openxmlformats.org/officeDocument/2006/relationships/tags" Target="../tags/tag250.xml"/><Relationship Id="rId4" Type="http://schemas.openxmlformats.org/officeDocument/2006/relationships/tags" Target="../tags/tag251.xml"/><Relationship Id="rId5" Type="http://schemas.openxmlformats.org/officeDocument/2006/relationships/tags" Target="../tags/tag252.xml"/><Relationship Id="rId6"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253.xml"/><Relationship Id="rId2" Type="http://schemas.openxmlformats.org/officeDocument/2006/relationships/tags" Target="../tags/tag254.xml"/><Relationship Id="rId3" Type="http://schemas.openxmlformats.org/officeDocument/2006/relationships/tags" Target="../tags/tag255.xml"/><Relationship Id="rId4" Type="http://schemas.openxmlformats.org/officeDocument/2006/relationships/tags" Target="../tags/tag256.xml"/><Relationship Id="rId5"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257.xml"/><Relationship Id="rId2" Type="http://schemas.openxmlformats.org/officeDocument/2006/relationships/tags" Target="../tags/tag258.xml"/><Relationship Id="rId3" Type="http://schemas.openxmlformats.org/officeDocument/2006/relationships/tags" Target="../tags/tag259.xml"/><Relationship Id="rId4" Type="http://schemas.openxmlformats.org/officeDocument/2006/relationships/tags" Target="../tags/tag260.xml"/><Relationship Id="rId5" Type="http://schemas.openxmlformats.org/officeDocument/2006/relationships/slideMaster" Target="../slideMasters/slideMaster2.xml"/><Relationship Id="rId6" Type="http://schemas.openxmlformats.org/officeDocument/2006/relationships/image" Target="../media/image3.jpg"/><Relationship Id="rId7" Type="http://schemas.openxmlformats.org/officeDocument/2006/relationships/oleObject" Target="../embeddings/oleObject24.bin"/><Relationship Id="rId8" Type="http://schemas.openxmlformats.org/officeDocument/2006/relationships/image" Target="../media/image5.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FFFFFF"/>
        </a:solidFill>
        <a:effectLst/>
      </p:bgPr>
    </p:bg>
    <p:spTree>
      <p:nvGrpSpPr>
        <p:cNvPr id="1" name=""/>
        <p:cNvGrpSpPr/>
        <p:nvPr/>
      </p:nvGrpSpPr>
      <p:grpSpPr>
        <a:xfrm>
          <a:off x="0" y="0"/>
          <a:ext cx="0" cy="0"/>
          <a:chOff x="0" y="0"/>
          <a:chExt cx="0" cy="0"/>
        </a:xfrm>
      </p:grpSpPr>
      <p:pic>
        <p:nvPicPr>
          <p:cNvPr id="16" name="Background">
            <a:extLst>
              <a:ext uri="{FF2B5EF4-FFF2-40B4-BE49-F238E27FC236}">
                <a16:creationId xmlns:a16="http://schemas.microsoft.com/office/drawing/2014/main" id="{BCFEF986-9186-F0C0-29CC-344333767E31}"/>
              </a:ext>
            </a:extLst>
          </p:cNvPr>
          <p:cNvPicPr>
            <a:picLocks noChangeAspect="1"/>
          </p:cNvPicPr>
          <p:nvPr userDrawn="1">
            <p:custDataLst>
              <p:tags r:id="rId1"/>
            </p:custDataLst>
          </p:nvPr>
        </p:nvPicPr>
        <p:blipFill>
          <a:blip r:embed="rId11"/>
          <a:stretch>
            <a:fillRect/>
          </a:stretch>
        </p:blipFill>
        <p:spPr>
          <a:xfrm>
            <a:off x="0" y="0"/>
            <a:ext cx="12192000" cy="6858000"/>
          </a:xfrm>
          <a:prstGeom prst="rect">
            <a:avLst/>
          </a:prstGeom>
        </p:spPr>
      </p:pic>
      <p:pic>
        <p:nvPicPr>
          <p:cNvPr id="2" name="Partnership">
            <a:extLst>
              <a:ext uri="{FF2B5EF4-FFF2-40B4-BE49-F238E27FC236}">
                <a16:creationId xmlns:a16="http://schemas.microsoft.com/office/drawing/2014/main" id="{52B89695-D141-85AB-BEF2-DAF58FD754EA}"/>
              </a:ext>
            </a:extLst>
          </p:cNvPr>
          <p:cNvPicPr>
            <a:picLocks noChangeAspect="1"/>
          </p:cNvPicPr>
          <p:nvPr userDrawn="1"/>
        </p:nvPicPr>
        <p:blipFill>
          <a:blip r:embed="rId12"/>
          <a:stretch>
            <a:fillRect/>
          </a:stretch>
        </p:blipFill>
        <p:spPr>
          <a:xfrm>
            <a:off x="4238171" y="-8806"/>
            <a:ext cx="7953829" cy="6866806"/>
          </a:xfrm>
          <a:prstGeom prst="rect">
            <a:avLst/>
          </a:prstGeom>
        </p:spPr>
      </p:pic>
      <p:graphicFrame>
        <p:nvGraphicFramePr>
          <p:cNvPr id="9" name="Object 8" hidden="1">
            <a:extLst>
              <a:ext uri="{FF2B5EF4-FFF2-40B4-BE49-F238E27FC236}">
                <a16:creationId xmlns:a16="http://schemas.microsoft.com/office/drawing/2014/main" id="{16EA533F-94AF-4D02-A54D-267AD6DA2E6D}"/>
              </a:ext>
            </a:extLst>
          </p:cNvPr>
          <p:cNvGraphicFramePr>
            <a:graphicFrameLocks noChangeAspect="1"/>
          </p:cNvGraphicFramePr>
          <p:nvPr userDrawn="1">
            <p:custDataLst>
              <p:tags r:id="rId2"/>
            </p:custDataLst>
            <p:extLst>
              <p:ext uri="{D42A27DB-BD31-4B8C-83A1-F6EECF244321}">
                <p14:modId xmlns:p14="http://schemas.microsoft.com/office/powerpoint/2010/main" val="11034748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44" imgH="344" progId="TCLayout.ActiveDocument.1">
                  <p:embed/>
                </p:oleObj>
              </mc:Choice>
              <mc:Fallback>
                <p:oleObj name="think-cell Slide" r:id="rId13" imgW="344" imgH="344" progId="TCLayout.ActiveDocument.1">
                  <p:embed/>
                  <p:pic>
                    <p:nvPicPr>
                      <p:cNvPr id="9" name="Object 8" hidden="1">
                        <a:extLst>
                          <a:ext uri="{FF2B5EF4-FFF2-40B4-BE49-F238E27FC236}">
                            <a16:creationId xmlns:a16="http://schemas.microsoft.com/office/drawing/2014/main" id="{16EA533F-94AF-4D02-A54D-267AD6DA2E6D}"/>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C54CE3BD-55D7-42CB-8D9D-17E2A0D74581}"/>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dirty="0" err="1">
              <a:solidFill>
                <a:schemeClr val="bg1"/>
              </a:solidFill>
              <a:latin typeface="Georgia" panose="02040502050405020303" pitchFamily="18" charset="0"/>
              <a:ea typeface="+mj-ea"/>
              <a:cs typeface="+mj-cs"/>
              <a:sym typeface="Georgia" panose="02040502050405020303" pitchFamily="18" charset="0"/>
            </a:endParaRPr>
          </a:p>
        </p:txBody>
      </p:sp>
      <p:grpSp>
        <p:nvGrpSpPr>
          <p:cNvPr id="17" name="logoimage">
            <a:extLst>
              <a:ext uri="{FF2B5EF4-FFF2-40B4-BE49-F238E27FC236}">
                <a16:creationId xmlns:a16="http://schemas.microsoft.com/office/drawing/2014/main" id="{949772D7-BAE9-BB95-C2D5-92588AD0D7EC}"/>
              </a:ext>
            </a:extLst>
          </p:cNvPr>
          <p:cNvGrpSpPr/>
          <p:nvPr userDrawn="1">
            <p:custDataLst>
              <p:tags r:id="rId4"/>
            </p:custDataLst>
          </p:nvPr>
        </p:nvGrpSpPr>
        <p:grpSpPr>
          <a:xfrm>
            <a:off x="551942" y="481160"/>
            <a:ext cx="1893201" cy="585216"/>
            <a:chOff x="551942" y="481160"/>
            <a:chExt cx="1893201" cy="585216"/>
          </a:xfrm>
        </p:grpSpPr>
        <p:sp>
          <p:nvSpPr>
            <p:cNvPr id="5" name="AutoShape 3">
              <a:extLst>
                <a:ext uri="{FF2B5EF4-FFF2-40B4-BE49-F238E27FC236}">
                  <a16:creationId xmlns:a16="http://schemas.microsoft.com/office/drawing/2014/main" id="{1F430752-9F46-430E-93A8-58E8FAF85299}"/>
                </a:ext>
              </a:extLst>
            </p:cNvPr>
            <p:cNvSpPr>
              <a:spLocks noChangeAspect="1" noChangeArrowheads="1" noTextEdit="1"/>
            </p:cNvSpPr>
            <p:nvPr userDrawn="1"/>
          </p:nvSpPr>
          <p:spPr bwMode="black">
            <a:xfrm>
              <a:off x="551942"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sp>
          <p:nvSpPr>
            <p:cNvPr id="6" name="Freeform 5">
              <a:extLst>
                <a:ext uri="{FF2B5EF4-FFF2-40B4-BE49-F238E27FC236}">
                  <a16:creationId xmlns:a16="http://schemas.microsoft.com/office/drawing/2014/main" id="{20C9A1A2-5968-4C0E-9E0B-C061BA0E7F39}"/>
                </a:ext>
              </a:extLst>
            </p:cNvPr>
            <p:cNvSpPr>
              <a:spLocks noEditPoints="1"/>
            </p:cNvSpPr>
            <p:nvPr userDrawn="1"/>
          </p:nvSpPr>
          <p:spPr bwMode="black">
            <a:xfrm>
              <a:off x="551942"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grpSp>
      <p:sp>
        <p:nvSpPr>
          <p:cNvPr id="3" name="ClientLogo">
            <a:extLst>
              <a:ext uri="{FF2B5EF4-FFF2-40B4-BE49-F238E27FC236}">
                <a16:creationId xmlns:a16="http://schemas.microsoft.com/office/drawing/2014/main" id="{0D1A260D-45D1-4D8D-ACC4-246C7DD9AFAD}"/>
              </a:ext>
            </a:extLst>
          </p:cNvPr>
          <p:cNvSpPr>
            <a:spLocks noGrp="1"/>
          </p:cNvSpPr>
          <p:nvPr userDrawn="1">
            <p:ph type="pic" sz="quarter" idx="14" hasCustomPrompt="1"/>
            <p:custDataLst>
              <p:tags r:id="rId5"/>
            </p:custDataLst>
          </p:nvPr>
        </p:nvSpPr>
        <p:spPr>
          <a:xfrm>
            <a:off x="551942" y="4984025"/>
            <a:ext cx="1901952" cy="969264"/>
          </a:xfrm>
          <a:prstGeom prst="rect">
            <a:avLst/>
          </a:prstGeom>
        </p:spPr>
        <p:txBody>
          <a:bodyPr>
            <a:noAutofit/>
          </a:bodyPr>
          <a:lstStyle>
            <a:lvl1pPr algn="ctr">
              <a:defRPr sz="1200">
                <a:solidFill>
                  <a:schemeClr val="tx2"/>
                </a:solidFill>
              </a:defRPr>
            </a:lvl1pPr>
          </a:lstStyle>
          <a:p>
            <a:r>
              <a:rPr lang="en-US" dirty="0"/>
              <a:t>Client 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userDrawn="1">
            <p:ph type="body" sz="quarter" idx="13" hasCustomPrompt="1"/>
            <p:custDataLst>
              <p:tags r:id="rId6"/>
            </p:custDataLst>
          </p:nvPr>
        </p:nvSpPr>
        <p:spPr>
          <a:xfrm>
            <a:off x="554736" y="4510168"/>
            <a:ext cx="6016752" cy="215444"/>
          </a:xfrm>
          <a:prstGeom prst="rect">
            <a:avLst/>
          </a:prstGeom>
        </p:spPr>
        <p:txBody>
          <a:bodyPr wrap="square">
            <a:noAutofit/>
          </a:bodyPr>
          <a:lstStyle>
            <a:lvl1pPr>
              <a:buNone/>
              <a:defRPr sz="1400">
                <a:solidFill>
                  <a:schemeClr val="tx2"/>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dirty="0"/>
              <a:t>Edit date or title/role</a:t>
            </a:r>
          </a:p>
        </p:txBody>
      </p:sp>
      <p:sp>
        <p:nvSpPr>
          <p:cNvPr id="14" name="Subtitle">
            <a:extLst>
              <a:ext uri="{FF2B5EF4-FFF2-40B4-BE49-F238E27FC236}">
                <a16:creationId xmlns:a16="http://schemas.microsoft.com/office/drawing/2014/main" id="{BFC960F1-3A46-4C93-83F3-47AB2EB0D15E}"/>
              </a:ext>
            </a:extLst>
          </p:cNvPr>
          <p:cNvSpPr>
            <a:spLocks noGrp="1"/>
          </p:cNvSpPr>
          <p:nvPr userDrawn="1">
            <p:ph type="subTitle" idx="1"/>
            <p:custDataLst>
              <p:tags r:id="rId7"/>
            </p:custDataLst>
          </p:nvPr>
        </p:nvSpPr>
        <p:spPr>
          <a:xfrm>
            <a:off x="551942" y="4092559"/>
            <a:ext cx="6016752" cy="307777"/>
          </a:xfrm>
          <a:prstGeom prst="rect">
            <a:avLst/>
          </a:prstGeom>
        </p:spPr>
        <p:txBody>
          <a:bodyPr wrap="square">
            <a:sp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3" name="Title">
            <a:extLst>
              <a:ext uri="{FF2B5EF4-FFF2-40B4-BE49-F238E27FC236}">
                <a16:creationId xmlns:a16="http://schemas.microsoft.com/office/drawing/2014/main" id="{14DBF1FD-6C25-4E00-ACAB-F60F35C9625C}"/>
              </a:ext>
            </a:extLst>
          </p:cNvPr>
          <p:cNvSpPr>
            <a:spLocks noGrp="1"/>
          </p:cNvSpPr>
          <p:nvPr userDrawn="1">
            <p:ph type="title"/>
            <p:custDataLst>
              <p:tags r:id="rId8"/>
            </p:custDataLst>
          </p:nvPr>
        </p:nvSpPr>
        <p:spPr>
          <a:xfrm>
            <a:off x="551942" y="2049805"/>
            <a:ext cx="6016752" cy="1921708"/>
          </a:xfrm>
          <a:prstGeom prst="rect">
            <a:avLst/>
          </a:prstGeom>
        </p:spPr>
        <p:txBody>
          <a:bodyPr vert="horz" anchor="b">
            <a:normAutofit/>
          </a:bodyPr>
          <a:lstStyle>
            <a:lvl1pPr>
              <a:defRPr sz="4400" baseline="0">
                <a:ln w="6350" cap="flat">
                  <a:noFill/>
                  <a:miter lim="800000"/>
                </a:ln>
                <a:solidFill>
                  <a:schemeClr val="tx2"/>
                </a:solidFill>
              </a:defRPr>
            </a:lvl1pPr>
          </a:lstStyle>
          <a:p>
            <a:r>
              <a:rPr lang="en-US"/>
              <a:t>Click to edit Master title style</a:t>
            </a:r>
            <a:endParaRPr lang="en-US" dirty="0"/>
          </a:p>
        </p:txBody>
      </p:sp>
      <p:sp>
        <p:nvSpPr>
          <p:cNvPr id="19" name="Disclaimer-English (United States)">
            <a:extLst>
              <a:ext uri="{FF2B5EF4-FFF2-40B4-BE49-F238E27FC236}">
                <a16:creationId xmlns:a16="http://schemas.microsoft.com/office/drawing/2014/main" id="{FB7A54AC-E14F-4BA1-B48F-5284B039668B}"/>
              </a:ext>
            </a:extLst>
          </p:cNvPr>
          <p:cNvSpPr>
            <a:spLocks noChangeArrowheads="1"/>
          </p:cNvSpPr>
          <p:nvPr userDrawn="1">
            <p:custDataLst>
              <p:tags r:id="rId9"/>
            </p:custDataLst>
          </p:nvPr>
        </p:nvSpPr>
        <p:spPr bwMode="black">
          <a:xfrm>
            <a:off x="551942" y="6190488"/>
            <a:ext cx="3995928"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750">
                <a:solidFill>
                  <a:schemeClr val="tx2"/>
                </a:solidFill>
                <a:latin typeface="+mn-lt"/>
              </a:rPr>
              <a:t>CONFIDENTIAL AND PROPRIETARY | © 2026 McKinsey &amp; Company. </a:t>
            </a:r>
          </a:p>
          <a:p>
            <a:pPr defTabSz="804863" eaLnBrk="0" hangingPunct="0"/>
            <a:r>
              <a:rPr lang="en-US" sz="750">
                <a:solidFill>
                  <a:schemeClr val="tx2"/>
                </a:solidFill>
                <a:latin typeface="+mn-lt"/>
              </a:rPr>
              <a:t>This material is intended solely for your internal use and any use of this material without specific permission of McKinsey &amp; Company is strictly prohibited. All rights reserved.</a:t>
            </a:r>
            <a:endParaRPr lang="en-US" sz="750" dirty="0">
              <a:solidFill>
                <a:schemeClr val="tx2"/>
              </a:solidFill>
              <a:latin typeface="+mn-lt"/>
            </a:endParaRPr>
          </a:p>
        </p:txBody>
      </p:sp>
    </p:spTree>
    <p:extLst>
      <p:ext uri="{BB962C8B-B14F-4D97-AF65-F5344CB8AC3E}">
        <p14:creationId xmlns:p14="http://schemas.microsoft.com/office/powerpoint/2010/main" val="3543058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9274284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F741700-5035-4E61-A4AC-1B3C7AE220D5}"/>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82372"/>
            <a:ext cx="11082528" cy="731520"/>
          </a:xfrm>
        </p:spPr>
        <p:txBody>
          <a:bodyPr/>
          <a:lstStyle/>
          <a:p>
            <a:r>
              <a:rPr lang="en-US"/>
              <a:t>Click to edit Master title style</a:t>
            </a:r>
            <a:endParaRPr lang="en-US" dirty="0"/>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6"/>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
        <p:nvSpPr>
          <p:cNvPr id="12" name="3. Subtitle">
            <a:extLst>
              <a:ext uri="{FF2B5EF4-FFF2-40B4-BE49-F238E27FC236}">
                <a16:creationId xmlns:a16="http://schemas.microsoft.com/office/drawing/2014/main" id="{1EE9FF4B-7331-4DE1-A594-C0C335ED5BE5}"/>
              </a:ext>
            </a:extLst>
          </p:cNvPr>
          <p:cNvSpPr>
            <a:spLocks noGrp="1"/>
          </p:cNvSpPr>
          <p:nvPr>
            <p:ph type="subTitle" idx="1"/>
            <p:custDataLst>
              <p:tags r:id="rId7"/>
            </p:custDataLst>
          </p:nvPr>
        </p:nvSpPr>
        <p:spPr>
          <a:xfrm>
            <a:off x="554736" y="903861"/>
            <a:ext cx="11082528" cy="246221"/>
          </a:xfrm>
        </p:spPr>
        <p:txBody>
          <a:bodyPr anchor="t" anchorCtr="0">
            <a:spAutoFit/>
          </a:bodyPr>
          <a:lstStyle/>
          <a:p>
            <a:r>
              <a:rPr lang="en-US" sz="1600"/>
              <a:t>Click to edit Master subtitle style</a:t>
            </a:r>
            <a:endParaRPr lang="en-US" sz="1600" dirty="0"/>
          </a:p>
        </p:txBody>
      </p:sp>
    </p:spTree>
    <p:extLst>
      <p:ext uri="{BB962C8B-B14F-4D97-AF65-F5344CB8AC3E}">
        <p14:creationId xmlns:p14="http://schemas.microsoft.com/office/powerpoint/2010/main" val="1608224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694944"/>
          </a:xfrm>
          <a:prstGeom prst="rect">
            <a:avLst/>
          </a:prstGeom>
        </p:spPr>
        <p:txBody>
          <a:bodyPr anchor="t">
            <a:noAutofit/>
          </a:bodyPr>
          <a:lstStyle>
            <a:lvl1pPr>
              <a:lnSpc>
                <a:spcPct val="90000"/>
              </a:lnSpc>
              <a:defRPr>
                <a:ln w="6350" cap="flat">
                  <a:noFill/>
                  <a:miter lim="800000"/>
                </a:ln>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8" name="1. On-page tracker">
            <a:extLst>
              <a:ext uri="{FF2B5EF4-FFF2-40B4-BE49-F238E27FC236}">
                <a16:creationId xmlns:a16="http://schemas.microsoft.com/office/drawing/2014/main" id="{2382874E-5BAC-44EB-9C53-2930F0FC66DC}"/>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852498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defRPr>
            </a:lvl1pPr>
          </a:lstStyle>
          <a:p>
            <a:r>
              <a:rPr lang="en-US"/>
              <a:t>Click to edit Master title style</a:t>
            </a:r>
            <a:endParaRPr lang="en-US" dirty="0"/>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7" name="1. On-page tracker">
            <a:extLst>
              <a:ext uri="{FF2B5EF4-FFF2-40B4-BE49-F238E27FC236}">
                <a16:creationId xmlns:a16="http://schemas.microsoft.com/office/drawing/2014/main" id="{2A77292F-0F7C-43B4-9782-AB706C93BD64}"/>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079707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A608D4BB-56F5-4BF1-8C9C-8799BAA8CEEB}"/>
              </a:ext>
            </a:extLst>
          </p:cNvPr>
          <p:cNvGraphicFramePr>
            <a:graphicFrameLocks noChangeAspect="1"/>
          </p:cNvGraphicFramePr>
          <p:nvPr userDrawn="1">
            <p:custDataLst>
              <p:tags r:id="rId1"/>
            </p:custDataLst>
            <p:extLst>
              <p:ext uri="{D42A27DB-BD31-4B8C-83A1-F6EECF244321}">
                <p14:modId xmlns:p14="http://schemas.microsoft.com/office/powerpoint/2010/main" val="27037000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6" progId="TCLayout.ActiveDocument.1">
                  <p:embed/>
                </p:oleObj>
              </mc:Choice>
              <mc:Fallback>
                <p:oleObj name="think-cell Slide" r:id="rId8" imgW="473" imgH="476" progId="TCLayout.ActiveDocument.1">
                  <p:embed/>
                  <p:pic>
                    <p:nvPicPr>
                      <p:cNvPr id="3" name="Object 2" hidden="1">
                        <a:extLst>
                          <a:ext uri="{FF2B5EF4-FFF2-40B4-BE49-F238E27FC236}">
                            <a16:creationId xmlns:a16="http://schemas.microsoft.com/office/drawing/2014/main" id="{A608D4BB-56F5-4BF1-8C9C-8799BAA8CEEB}"/>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288743A-B5B4-4D5C-9D2C-F17D5A50E4BE}"/>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554736" y="4580468"/>
            <a:ext cx="11082528" cy="677108"/>
          </a:xfrm>
        </p:spPr>
        <p:txBody>
          <a:bodyPr anchor="b">
            <a:noAutofit/>
          </a:bodyPr>
          <a:lstStyle>
            <a:lvl1pPr>
              <a:lnSpc>
                <a:spcPct val="93000"/>
              </a:lnSpc>
              <a:defRPr sz="4400"/>
            </a:lvl1pPr>
          </a:lstStyle>
          <a:p>
            <a:r>
              <a:rPr lang="en-US"/>
              <a:t>Click to edit Master title style</a:t>
            </a:r>
            <a:endParaRPr lang="en-US" dirty="0"/>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9" name="1. On-page tracker">
            <a:extLst>
              <a:ext uri="{FF2B5EF4-FFF2-40B4-BE49-F238E27FC236}">
                <a16:creationId xmlns:a16="http://schemas.microsoft.com/office/drawing/2014/main" id="{07CA98DC-1A07-45D0-A835-AD1606EE7BAE}"/>
              </a:ext>
            </a:extLst>
          </p:cNvPr>
          <p:cNvSpPr>
            <a:spLocks noGrp="1"/>
          </p:cNvSpPr>
          <p:nvPr>
            <p:ph type="body" sz="quarter" idx="17" hasCustomPrompt="1"/>
            <p:custDataLst>
              <p:tags r:id="rId6"/>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497063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CD01A5A-D383-4F62-8841-DD0172530759}"/>
              </a:ext>
            </a:extLst>
          </p:cNvPr>
          <p:cNvGraphicFramePr>
            <a:graphicFrameLocks noChangeAspect="1"/>
          </p:cNvGraphicFramePr>
          <p:nvPr userDrawn="1">
            <p:custDataLst>
              <p:tags r:id="rId1"/>
            </p:custDataLst>
            <p:extLst>
              <p:ext uri="{D42A27DB-BD31-4B8C-83A1-F6EECF244321}">
                <p14:modId xmlns:p14="http://schemas.microsoft.com/office/powerpoint/2010/main" val="31372114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6" progId="TCLayout.ActiveDocument.1">
                  <p:embed/>
                </p:oleObj>
              </mc:Choice>
              <mc:Fallback>
                <p:oleObj name="think-cell Slide" r:id="rId9" imgW="473" imgH="476" progId="TCLayout.ActiveDocument.1">
                  <p:embed/>
                  <p:pic>
                    <p:nvPicPr>
                      <p:cNvPr id="3" name="Object 2" hidden="1">
                        <a:extLst>
                          <a:ext uri="{FF2B5EF4-FFF2-40B4-BE49-F238E27FC236}">
                            <a16:creationId xmlns:a16="http://schemas.microsoft.com/office/drawing/2014/main" id="{2CD01A5A-D383-4F62-8841-DD0172530759}"/>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AC2F000-47EB-4070-866B-EF082C9E102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34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92841"/>
            <a:ext cx="9180576" cy="486608"/>
          </a:xfrm>
          <a:prstGeom prst="rect">
            <a:avLst/>
          </a:prstGeom>
        </p:spPr>
        <p:txBody>
          <a:bodyPr>
            <a:spAutoFit/>
          </a:bodyPr>
          <a:lstStyle>
            <a:lvl1pPr>
              <a:lnSpc>
                <a:spcPct val="93000"/>
              </a:lnSpc>
              <a:defRPr sz="3400"/>
            </a:lvl1pPr>
          </a:lstStyle>
          <a:p>
            <a:r>
              <a:rPr lang="en-US" dirty="0"/>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46221"/>
          </a:xfrm>
        </p:spPr>
        <p:txBody>
          <a:bodyPr wrap="square" anchor="t">
            <a:spAutoFit/>
          </a:bodyPr>
          <a:lstStyle>
            <a:lvl1pPr marL="0" indent="0" algn="l">
              <a:buNone/>
              <a:defRPr sz="16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quote source</a:t>
            </a:r>
          </a:p>
        </p:txBody>
      </p:sp>
      <p:sp>
        <p:nvSpPr>
          <p:cNvPr id="9" name="Slide Number">
            <a:extLst>
              <a:ext uri="{FF2B5EF4-FFF2-40B4-BE49-F238E27FC236}">
                <a16:creationId xmlns:a16="http://schemas.microsoft.com/office/drawing/2014/main" id="{FAEB6FCE-50CC-4F2B-A5B3-CB508EDFCD46}"/>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97195F4E-ECA7-41A9-AFF3-0C4DAD103DA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0" name="1. On-page tracker">
            <a:extLst>
              <a:ext uri="{FF2B5EF4-FFF2-40B4-BE49-F238E27FC236}">
                <a16:creationId xmlns:a16="http://schemas.microsoft.com/office/drawing/2014/main" id="{469A753E-961A-4AC3-B6E0-4407B9A4AF36}"/>
              </a:ext>
            </a:extLst>
          </p:cNvPr>
          <p:cNvSpPr>
            <a:spLocks noGrp="1"/>
          </p:cNvSpPr>
          <p:nvPr>
            <p:ph type="body" sz="quarter" idx="17" hasCustomPrompt="1"/>
            <p:custDataLst>
              <p:tags r:id="rId7"/>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411697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3707799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DA8D6A48-EE20-4EB4-A234-9F3B16C02872}"/>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6FAC554-F995-4246-BE36-413D2200D983}"/>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userDrawn="1">
            <p:custDataLst>
              <p:tags r:id="rId4"/>
            </p:custDataLst>
          </p:nvPr>
        </p:nvSpPr>
        <p:spPr>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6"/>
            </p:custDataLst>
          </p:nvPr>
        </p:nvSpPr>
        <p:spPr>
          <a:xfrm>
            <a:off x="554736" y="2744369"/>
            <a:ext cx="2514600" cy="769441"/>
          </a:xfrm>
        </p:spPr>
        <p:txBody>
          <a:bodyPr anchor="b">
            <a:noAutofit/>
          </a:bodyPr>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7"/>
            </p:custDataLst>
          </p:nvPr>
        </p:nvSpPr>
        <p:spPr>
          <a:xfrm>
            <a:off x="554736" y="3659644"/>
            <a:ext cx="2514600" cy="492443"/>
          </a:xfrm>
        </p:spPr>
        <p:txBody>
          <a:bodyPr wrap="square" anchor="t">
            <a:spAutoFit/>
          </a:bodyPr>
          <a:lstStyle>
            <a:lvl1pPr marL="0" indent="0" algn="l">
              <a:buNone/>
              <a:defRPr sz="16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5" name="1. On-page tracker">
            <a:extLst>
              <a:ext uri="{FF2B5EF4-FFF2-40B4-BE49-F238E27FC236}">
                <a16:creationId xmlns:a16="http://schemas.microsoft.com/office/drawing/2014/main" id="{2C7757ED-5357-4B01-BB59-15D4406B0FDF}"/>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4189478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2315518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2D2E0F6-5BB5-47A0-8E4A-CD4E6673B19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6"/>
            </p:custDataLst>
          </p:nvPr>
        </p:nvSpPr>
        <p:spPr>
          <a:xfrm>
            <a:off x="554736" y="2744369"/>
            <a:ext cx="3465576" cy="769441"/>
          </a:xfrm>
          <a:prstGeom prst="rect">
            <a:avLst/>
          </a:prstGeom>
        </p:spPr>
        <p:txBody>
          <a:bodyPr wrap="square" anchor="b">
            <a:noAutofit/>
          </a:bodyPr>
          <a:lstStyle>
            <a:lvl1pPr algn="l">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7"/>
            </p:custDataLst>
          </p:nvPr>
        </p:nvSpPr>
        <p:spPr>
          <a:xfrm>
            <a:off x="554735" y="3659644"/>
            <a:ext cx="3465575" cy="246221"/>
          </a:xfrm>
        </p:spPr>
        <p:txBody>
          <a:bodyPr wrap="square" anchor="t">
            <a:spAutoFit/>
          </a:bodyPr>
          <a:lstStyle>
            <a:lvl1pPr marL="0" indent="0" algn="l">
              <a:buNone/>
              <a:defRPr sz="16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5" name="1. On-page tracker">
            <a:extLst>
              <a:ext uri="{FF2B5EF4-FFF2-40B4-BE49-F238E27FC236}">
                <a16:creationId xmlns:a16="http://schemas.microsoft.com/office/drawing/2014/main" id="{1ADFA379-EDDB-4C62-A3BB-AC227312C688}"/>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1108990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3149784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0" name="1. On-page tracker">
            <a:extLst>
              <a:ext uri="{FF2B5EF4-FFF2-40B4-BE49-F238E27FC236}">
                <a16:creationId xmlns:a16="http://schemas.microsoft.com/office/drawing/2014/main" id="{0E1A178A-6BDC-4A0A-9F92-72F6EB95AD81}"/>
              </a:ext>
            </a:extLst>
          </p:cNvPr>
          <p:cNvSpPr>
            <a:spLocks noGrp="1"/>
          </p:cNvSpPr>
          <p:nvPr>
            <p:ph type="body" sz="quarter" idx="17" hasCustomPrompt="1"/>
            <p:custDataLst>
              <p:tags r:id="rId7"/>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
        <p:nvSpPr>
          <p:cNvPr id="24" name="2. Slide Title">
            <a:extLst>
              <a:ext uri="{FF2B5EF4-FFF2-40B4-BE49-F238E27FC236}">
                <a16:creationId xmlns:a16="http://schemas.microsoft.com/office/drawing/2014/main" id="{06A9E224-CFBD-42B8-A4C0-EFE2C017E523}"/>
              </a:ext>
            </a:extLst>
          </p:cNvPr>
          <p:cNvSpPr>
            <a:spLocks noGrp="1"/>
          </p:cNvSpPr>
          <p:nvPr>
            <p:ph type="title"/>
            <p:custDataLst>
              <p:tags r:id="rId8"/>
            </p:custDataLst>
          </p:nvPr>
        </p:nvSpPr>
        <p:spPr>
          <a:xfrm>
            <a:off x="554736" y="182372"/>
            <a:ext cx="5065776" cy="731520"/>
          </a:xfrm>
        </p:spPr>
        <p:txBody>
          <a:bodyPr/>
          <a:lstStyle/>
          <a:p>
            <a:r>
              <a:rPr lang="en-US"/>
              <a:t>Click to edit Master title style</a:t>
            </a:r>
            <a:endParaRPr lang="en-US" dirty="0"/>
          </a:p>
        </p:txBody>
      </p:sp>
      <p:sp>
        <p:nvSpPr>
          <p:cNvPr id="25" name="3. Subtitle">
            <a:extLst>
              <a:ext uri="{FF2B5EF4-FFF2-40B4-BE49-F238E27FC236}">
                <a16:creationId xmlns:a16="http://schemas.microsoft.com/office/drawing/2014/main" id="{F7FC2EC4-28A5-4B24-B46C-79BCB0964344}"/>
              </a:ext>
            </a:extLst>
          </p:cNvPr>
          <p:cNvSpPr>
            <a:spLocks noGrp="1"/>
          </p:cNvSpPr>
          <p:nvPr>
            <p:ph type="subTitle" idx="1"/>
            <p:custDataLst>
              <p:tags r:id="rId9"/>
            </p:custDataLst>
          </p:nvPr>
        </p:nvSpPr>
        <p:spPr>
          <a:xfrm>
            <a:off x="554736" y="903861"/>
            <a:ext cx="5065776" cy="246221"/>
          </a:xfrm>
        </p:spPr>
        <p:txBody>
          <a:bodyPr anchor="t" anchorCtr="0">
            <a:spAutoFit/>
          </a:bodyPr>
          <a:lstStyle/>
          <a:p>
            <a:r>
              <a:rPr lang="en-US" sz="1600"/>
              <a:t>Click to edit Master subtitle style</a:t>
            </a:r>
            <a:endParaRPr lang="en-US" sz="1600" dirty="0"/>
          </a:p>
        </p:txBody>
      </p:sp>
    </p:spTree>
    <p:extLst>
      <p:ext uri="{BB962C8B-B14F-4D97-AF65-F5344CB8AC3E}">
        <p14:creationId xmlns:p14="http://schemas.microsoft.com/office/powerpoint/2010/main" val="2598664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19312443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572" imgH="588" progId="TCLayout.ActiveDocument.1">
                  <p:embed/>
                </p:oleObj>
              </mc:Choice>
              <mc:Fallback>
                <p:oleObj name="think-cell Slide" r:id="rId11"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8F8ABD0-305F-4DFC-AC60-1FB7BB16830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5" name="2. Slide Title">
            <a:extLst>
              <a:ext uri="{FF2B5EF4-FFF2-40B4-BE49-F238E27FC236}">
                <a16:creationId xmlns:a16="http://schemas.microsoft.com/office/drawing/2014/main" id="{AA4BE143-5F32-4F04-B536-5DD597732824}"/>
              </a:ext>
            </a:extLst>
          </p:cNvPr>
          <p:cNvSpPr>
            <a:spLocks noGrp="1"/>
          </p:cNvSpPr>
          <p:nvPr>
            <p:ph type="title"/>
            <p:custDataLst>
              <p:tags r:id="rId7"/>
            </p:custDataLst>
          </p:nvPr>
        </p:nvSpPr>
        <p:spPr>
          <a:xfrm>
            <a:off x="554736" y="182372"/>
            <a:ext cx="6967728" cy="731520"/>
          </a:xfrm>
        </p:spPr>
        <p:txBody>
          <a:bodyPr/>
          <a:lstStyle/>
          <a:p>
            <a:r>
              <a:rPr lang="en-US"/>
              <a:t>Click to edit Master title style</a:t>
            </a:r>
            <a:endParaRPr lang="en-US" dirty="0"/>
          </a:p>
        </p:txBody>
      </p:sp>
      <p:sp>
        <p:nvSpPr>
          <p:cNvPr id="26" name="3. Subtitle">
            <a:extLst>
              <a:ext uri="{FF2B5EF4-FFF2-40B4-BE49-F238E27FC236}">
                <a16:creationId xmlns:a16="http://schemas.microsoft.com/office/drawing/2014/main" id="{97E30C8F-A677-42C7-A072-4ACC7DC3D698}"/>
              </a:ext>
            </a:extLst>
          </p:cNvPr>
          <p:cNvSpPr>
            <a:spLocks noGrp="1"/>
          </p:cNvSpPr>
          <p:nvPr>
            <p:ph type="subTitle" idx="1"/>
            <p:custDataLst>
              <p:tags r:id="rId8"/>
            </p:custDataLst>
          </p:nvPr>
        </p:nvSpPr>
        <p:spPr>
          <a:xfrm>
            <a:off x="554736" y="903861"/>
            <a:ext cx="6967728" cy="246221"/>
          </a:xfrm>
        </p:spPr>
        <p:txBody>
          <a:bodyPr anchor="t" anchorCtr="0">
            <a:spAutoFit/>
          </a:bodyPr>
          <a:lstStyle/>
          <a:p>
            <a:r>
              <a:rPr lang="en-US" sz="1600"/>
              <a:t>Click to edit Master subtitle style</a:t>
            </a:r>
            <a:endParaRPr lang="en-US" sz="1600" dirty="0"/>
          </a:p>
        </p:txBody>
      </p:sp>
      <p:sp>
        <p:nvSpPr>
          <p:cNvPr id="19" name="1. On-page tracker">
            <a:extLst>
              <a:ext uri="{FF2B5EF4-FFF2-40B4-BE49-F238E27FC236}">
                <a16:creationId xmlns:a16="http://schemas.microsoft.com/office/drawing/2014/main" id="{288125BB-6CB4-4B7C-8E2B-CB1912430A39}"/>
              </a:ext>
            </a:extLst>
          </p:cNvPr>
          <p:cNvSpPr>
            <a:spLocks noGrp="1"/>
          </p:cNvSpPr>
          <p:nvPr>
            <p:ph type="body" sz="quarter" idx="18" hasCustomPrompt="1"/>
            <p:custDataLst>
              <p:tags r:id="rId9"/>
            </p:custDataLst>
          </p:nvPr>
        </p:nvSpPr>
        <p:spPr>
          <a:xfrm>
            <a:off x="8170323" y="78768"/>
            <a:ext cx="3466941" cy="123111"/>
          </a:xfrm>
        </p:spPr>
        <p:txBody>
          <a:bodyPr wrap="square"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257985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602346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dirty="0" err="1">
              <a:ln>
                <a:noFill/>
              </a:ln>
              <a:solidFill>
                <a:srgbClr val="FFFFFF"/>
              </a:solidFill>
              <a:effectLst/>
              <a:uLnTx/>
              <a:uFillTx/>
              <a:latin typeface="Georgia" panose="02040502050405020303" pitchFamily="18" charset="0"/>
              <a:ea typeface="+mj-ea"/>
              <a:cs typeface="+mj-cs"/>
              <a:sym typeface="Georgia" panose="02040502050405020303" pitchFamily="18"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Source: …</a:t>
            </a:r>
          </a:p>
        </p:txBody>
      </p:sp>
      <p:sp>
        <p:nvSpPr>
          <p:cNvPr id="20" name="1. On-page tracker">
            <a:extLst>
              <a:ext uri="{FF2B5EF4-FFF2-40B4-BE49-F238E27FC236}">
                <a16:creationId xmlns:a16="http://schemas.microsoft.com/office/drawing/2014/main" id="{CA286AFC-8B29-4E70-86B3-6C866D5BEC95}"/>
              </a:ext>
            </a:extLst>
          </p:cNvPr>
          <p:cNvSpPr>
            <a:spLocks noGrp="1"/>
          </p:cNvSpPr>
          <p:nvPr>
            <p:ph type="body" sz="quarter" idx="17" hasCustomPrompt="1"/>
            <p:custDataLst>
              <p:tags r:id="rId7"/>
            </p:custDataLst>
          </p:nvPr>
        </p:nvSpPr>
        <p:spPr>
          <a:xfrm>
            <a:off x="9116813" y="78768"/>
            <a:ext cx="2520451" cy="123111"/>
          </a:xfrm>
        </p:spPr>
        <p:txBody>
          <a:bodyPr wrap="square" anchor="ctr" anchorCtr="0">
            <a:spAutoFit/>
          </a:bodyPr>
          <a:lstStyle>
            <a:lvl1pPr algn="r">
              <a:defRPr sz="800">
                <a:latin typeface="+mn-lt"/>
              </a:defRPr>
            </a:lvl1pPr>
          </a:lstStyle>
          <a:p>
            <a:pPr lvl="0"/>
            <a:r>
              <a:rPr lang="en-US" dirty="0"/>
              <a:t>Chapter › Topic</a:t>
            </a:r>
          </a:p>
        </p:txBody>
      </p:sp>
      <p:sp>
        <p:nvSpPr>
          <p:cNvPr id="21" name="2. Slide Title">
            <a:extLst>
              <a:ext uri="{FF2B5EF4-FFF2-40B4-BE49-F238E27FC236}">
                <a16:creationId xmlns:a16="http://schemas.microsoft.com/office/drawing/2014/main" id="{37073CF3-4B2B-440D-B24E-174E36B7892F}"/>
              </a:ext>
            </a:extLst>
          </p:cNvPr>
          <p:cNvSpPr>
            <a:spLocks noGrp="1"/>
          </p:cNvSpPr>
          <p:nvPr>
            <p:ph type="title"/>
            <p:custDataLst>
              <p:tags r:id="rId8"/>
            </p:custDataLst>
          </p:nvPr>
        </p:nvSpPr>
        <p:spPr>
          <a:xfrm>
            <a:off x="554736" y="182372"/>
            <a:ext cx="7918704" cy="731520"/>
          </a:xfrm>
        </p:spPr>
        <p:txBody>
          <a:bodyPr/>
          <a:lstStyle/>
          <a:p>
            <a:r>
              <a:rPr lang="en-US"/>
              <a:t>Click to edit Master title style</a:t>
            </a:r>
            <a:endParaRPr lang="en-US" dirty="0"/>
          </a:p>
        </p:txBody>
      </p:sp>
      <p:sp>
        <p:nvSpPr>
          <p:cNvPr id="26" name="3. Subtitle">
            <a:extLst>
              <a:ext uri="{FF2B5EF4-FFF2-40B4-BE49-F238E27FC236}">
                <a16:creationId xmlns:a16="http://schemas.microsoft.com/office/drawing/2014/main" id="{61C78DC4-4C20-4AA3-93C4-00442F85A83B}"/>
              </a:ext>
            </a:extLst>
          </p:cNvPr>
          <p:cNvSpPr>
            <a:spLocks noGrp="1"/>
          </p:cNvSpPr>
          <p:nvPr>
            <p:ph type="subTitle" idx="1"/>
            <p:custDataLst>
              <p:tags r:id="rId9"/>
            </p:custDataLst>
          </p:nvPr>
        </p:nvSpPr>
        <p:spPr>
          <a:xfrm>
            <a:off x="554736" y="903861"/>
            <a:ext cx="7918704" cy="246221"/>
          </a:xfrm>
        </p:spPr>
        <p:txBody>
          <a:bodyPr anchor="t" anchorCtr="0">
            <a:spAutoFit/>
          </a:bodyPr>
          <a:lstStyle/>
          <a:p>
            <a:r>
              <a:rPr lang="en-US" sz="1600"/>
              <a:t>Click to edit Master subtitle style</a:t>
            </a:r>
            <a:endParaRPr lang="en-US" sz="1600" dirty="0"/>
          </a:p>
        </p:txBody>
      </p:sp>
    </p:spTree>
    <p:extLst>
      <p:ext uri="{BB962C8B-B14F-4D97-AF65-F5344CB8AC3E}">
        <p14:creationId xmlns:p14="http://schemas.microsoft.com/office/powerpoint/2010/main" val="2083795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sp>
        <p:nvSpPr>
          <p:cNvPr id="14" name="SlideLogoText">
            <a:extLst>
              <a:ext uri="{FF2B5EF4-FFF2-40B4-BE49-F238E27FC236}">
                <a16:creationId xmlns:a16="http://schemas.microsoft.com/office/drawing/2014/main" id="{B789CE62-716F-47B1-B8FE-60436A1FA5A7}"/>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a:noAutofit/>
          </a:bodyPr>
          <a:lstStyle>
            <a:lvl1pPr>
              <a:defRPr/>
            </a:lvl1pPr>
          </a:lstStyle>
          <a:p>
            <a:r>
              <a:rPr lang="en-US"/>
              <a:t>Click to edit Master title style</a:t>
            </a:r>
            <a:endParaRPr lang="en-US" dirty="0"/>
          </a:p>
        </p:txBody>
      </p:sp>
      <p:sp>
        <p:nvSpPr>
          <p:cNvPr id="10" name="5. Source" hidden="1">
            <a:extLst>
              <a:ext uri="{FF2B5EF4-FFF2-40B4-BE49-F238E27FC236}">
                <a16:creationId xmlns:a16="http://schemas.microsoft.com/office/drawing/2014/main" id="{81E2484B-3E40-408C-A350-5EB40C8A09F0}"/>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9" name="1. On-page tracker">
            <a:extLst>
              <a:ext uri="{FF2B5EF4-FFF2-40B4-BE49-F238E27FC236}">
                <a16:creationId xmlns:a16="http://schemas.microsoft.com/office/drawing/2014/main" id="{A91FB312-B423-41B9-AEAA-2BE53183470B}"/>
              </a:ext>
            </a:extLst>
          </p:cNvPr>
          <p:cNvSpPr>
            <a:spLocks noGrp="1"/>
          </p:cNvSpPr>
          <p:nvPr>
            <p:ph type="body" sz="quarter" idx="17" hasCustomPrompt="1"/>
            <p:custDataLst>
              <p:tags r:id="rId5"/>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9774993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ustom">
    <p:spTree>
      <p:nvGrpSpPr>
        <p:cNvPr id="1" name=""/>
        <p:cNvGrpSpPr/>
        <p:nvPr/>
      </p:nvGrpSpPr>
      <p:grpSpPr>
        <a:xfrm>
          <a:off x="0" y="0"/>
          <a:ext cx="0" cy="0"/>
          <a:chOff x="0" y="0"/>
          <a:chExt cx="0" cy="0"/>
        </a:xfrm>
      </p:grpSpPr>
      <p:sp>
        <p:nvSpPr>
          <p:cNvPr id="8" name="SlideLogoText">
            <a:extLst>
              <a:ext uri="{FF2B5EF4-FFF2-40B4-BE49-F238E27FC236}">
                <a16:creationId xmlns:a16="http://schemas.microsoft.com/office/drawing/2014/main" id="{92A63429-03F1-4595-BAE1-A5F5E74A0DF2}"/>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0" name="1. On-page tracker">
            <a:extLst>
              <a:ext uri="{FF2B5EF4-FFF2-40B4-BE49-F238E27FC236}">
                <a16:creationId xmlns:a16="http://schemas.microsoft.com/office/drawing/2014/main" id="{9AEB01CB-E358-4EC5-960A-ABFC66CD5A21}"/>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86300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7F09DF09-7587-AE72-141E-A41B41F94451}"/>
              </a:ext>
            </a:extLst>
          </p:cNvPr>
          <p:cNvPicPr>
            <a:picLocks noChangeAspect="1"/>
          </p:cNvPicPr>
          <p:nvPr userDrawn="1">
            <p:custDataLst>
              <p:tags r:id="rId1"/>
            </p:custDataLst>
          </p:nvPr>
        </p:nvPicPr>
        <p:blipFill>
          <a:blip r:embed="rId6"/>
          <a:stretch>
            <a:fillRect/>
          </a:stretch>
        </p:blipFill>
        <p:spPr>
          <a:xfrm>
            <a:off x="0" y="0"/>
            <a:ext cx="12192000" cy="6858000"/>
          </a:xfrm>
          <a:prstGeom prst="rect">
            <a:avLst/>
          </a:prstGeom>
        </p:spPr>
      </p:pic>
      <p:graphicFrame>
        <p:nvGraphicFramePr>
          <p:cNvPr id="4" name="Object 3" hidden="1">
            <a:extLst>
              <a:ext uri="{FF2B5EF4-FFF2-40B4-BE49-F238E27FC236}">
                <a16:creationId xmlns:a16="http://schemas.microsoft.com/office/drawing/2014/main" id="{832E4BA7-205B-4431-879A-B60A0FD6D20C}"/>
              </a:ext>
            </a:extLst>
          </p:cNvPr>
          <p:cNvGraphicFramePr>
            <a:graphicFrameLocks noChangeAspect="1"/>
          </p:cNvGraphicFramePr>
          <p:nvPr userDrawn="1">
            <p:custDataLst>
              <p:tags r:id="rId2"/>
            </p:custDataLst>
            <p:extLst>
              <p:ext uri="{D42A27DB-BD31-4B8C-83A1-F6EECF244321}">
                <p14:modId xmlns:p14="http://schemas.microsoft.com/office/powerpoint/2010/main" val="387788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44" imgH="344" progId="TCLayout.ActiveDocument.1">
                  <p:embed/>
                </p:oleObj>
              </mc:Choice>
              <mc:Fallback>
                <p:oleObj name="think-cell Slide" r:id="rId7" imgW="344" imgH="344" progId="TCLayout.ActiveDocument.1">
                  <p:embed/>
                  <p:pic>
                    <p:nvPicPr>
                      <p:cNvPr id="4" name="Object 3" hidden="1">
                        <a:extLst>
                          <a:ext uri="{FF2B5EF4-FFF2-40B4-BE49-F238E27FC236}">
                            <a16:creationId xmlns:a16="http://schemas.microsoft.com/office/drawing/2014/main" id="{832E4BA7-205B-4431-879A-B60A0FD6D20C}"/>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grpSp>
        <p:nvGrpSpPr>
          <p:cNvPr id="11" name="logoimage">
            <a:extLst>
              <a:ext uri="{FF2B5EF4-FFF2-40B4-BE49-F238E27FC236}">
                <a16:creationId xmlns:a16="http://schemas.microsoft.com/office/drawing/2014/main" id="{732728C7-2C89-08A1-41A9-162BDB8C5CB9}"/>
              </a:ext>
            </a:extLst>
          </p:cNvPr>
          <p:cNvGrpSpPr/>
          <p:nvPr userDrawn="1">
            <p:custDataLst>
              <p:tags r:id="rId3"/>
            </p:custDataLst>
          </p:nvPr>
        </p:nvGrpSpPr>
        <p:grpSpPr>
          <a:xfrm>
            <a:off x="549271" y="481160"/>
            <a:ext cx="1893201" cy="585216"/>
            <a:chOff x="549271" y="481160"/>
            <a:chExt cx="1893201" cy="585216"/>
          </a:xfrm>
        </p:grpSpPr>
        <p:sp>
          <p:nvSpPr>
            <p:cNvPr id="14" name="AutoShape 3">
              <a:extLst>
                <a:ext uri="{FF2B5EF4-FFF2-40B4-BE49-F238E27FC236}">
                  <a16:creationId xmlns:a16="http://schemas.microsoft.com/office/drawing/2014/main" id="{DD51008E-BD46-4558-BF00-CDD9F0CE18C6}"/>
                </a:ext>
              </a:extLst>
            </p:cNvPr>
            <p:cNvSpPr>
              <a:spLocks noChangeAspect="1" noChangeArrowheads="1" noTextEdit="1"/>
            </p:cNvSpPr>
            <p:nvPr userDrawn="1"/>
          </p:nvSpPr>
          <p:spPr bwMode="black">
            <a:xfrm>
              <a:off x="549271"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sp>
          <p:nvSpPr>
            <p:cNvPr id="15" name="Freeform 5">
              <a:extLst>
                <a:ext uri="{FF2B5EF4-FFF2-40B4-BE49-F238E27FC236}">
                  <a16:creationId xmlns:a16="http://schemas.microsoft.com/office/drawing/2014/main" id="{FC37904A-905D-4FD7-8DD4-604C419D9AB5}"/>
                </a:ext>
              </a:extLst>
            </p:cNvPr>
            <p:cNvSpPr>
              <a:spLocks noEditPoints="1"/>
            </p:cNvSpPr>
            <p:nvPr userDrawn="1"/>
          </p:nvSpPr>
          <p:spPr bwMode="black">
            <a:xfrm>
              <a:off x="549271"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grpSp>
      <p:sp>
        <p:nvSpPr>
          <p:cNvPr id="8" name="5. Source" hidden="1">
            <a:extLst>
              <a:ext uri="{FF2B5EF4-FFF2-40B4-BE49-F238E27FC236}">
                <a16:creationId xmlns:a16="http://schemas.microsoft.com/office/drawing/2014/main" id="{330AE89A-7771-4A6E-A02D-893DCB66C876}"/>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Tree>
    <p:extLst>
      <p:ext uri="{BB962C8B-B14F-4D97-AF65-F5344CB8AC3E}">
        <p14:creationId xmlns:p14="http://schemas.microsoft.com/office/powerpoint/2010/main" val="466470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LIGH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94392" y="6473952"/>
            <a:ext cx="1737360" cy="237744"/>
          </a:xfrm>
          <a:prstGeom prst="rect">
            <a:avLst/>
          </a:prstGeom>
          <a:noFill/>
          <a:ln/>
        </p:spPr>
        <p:txBody>
          <a:bodyPr wrap="square" rtlCol="0" anchor="ctr"/>
          <a:lstStyle/>
          <a:p>
            <a:pPr marL="0" indent="0" algn="r">
              <a:buNone/>
            </a:pPr>
            <a:r>
              <a:rPr lang="en-US" sz="900" dirty="0">
                <a:solidFill>
                  <a:srgbClr val="6E7B85"/>
                </a:solidFill>
                <a:latin typeface="Arial" pitchFamily="34" charset="0"/>
                <a:ea typeface="Arial" pitchFamily="34" charset="-122"/>
                <a:cs typeface="Arial" pitchFamily="34" charset="-120"/>
              </a:rPr>
              <a:t>McKinsey &amp; Company</a:t>
            </a:r>
            <a:endParaRPr lang="en-US" sz="900" dirty="0"/>
          </a:p>
        </p:txBody>
      </p:sp>
    </p:spTree>
    <p:extLst>
      <p:ext uri="{BB962C8B-B14F-4D97-AF65-F5344CB8AC3E}">
        <p14:creationId xmlns:p14="http://schemas.microsoft.com/office/powerpoint/2010/main" val="13086041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54378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ontrast Title">
    <p:bg>
      <p:bgPr>
        <a:solidFill>
          <a:srgbClr val="FFFFFF"/>
        </a:solidFill>
        <a:effectLst/>
      </p:bgPr>
    </p:bg>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0E1AA1CA-B589-A148-3F5A-385105B9B6B6}"/>
              </a:ext>
            </a:extLst>
          </p:cNvPr>
          <p:cNvPicPr>
            <a:picLocks noChangeAspect="1"/>
          </p:cNvPicPr>
          <p:nvPr userDrawn="1">
            <p:custDataLst>
              <p:tags r:id="rId1"/>
            </p:custDataLst>
          </p:nvPr>
        </p:nvPicPr>
        <p:blipFill>
          <a:blip r:embed="rId11"/>
          <a:stretch>
            <a:fillRect/>
          </a:stretch>
        </p:blipFill>
        <p:spPr>
          <a:xfrm>
            <a:off x="0" y="0"/>
            <a:ext cx="12192000" cy="6858000"/>
          </a:xfrm>
          <a:prstGeom prst="rect">
            <a:avLst/>
          </a:prstGeom>
        </p:spPr>
      </p:pic>
      <p:pic>
        <p:nvPicPr>
          <p:cNvPr id="4" name="Partnership">
            <a:extLst>
              <a:ext uri="{FF2B5EF4-FFF2-40B4-BE49-F238E27FC236}">
                <a16:creationId xmlns:a16="http://schemas.microsoft.com/office/drawing/2014/main" id="{CBBFD578-F950-EA3D-3920-76D96A09AA53}"/>
              </a:ext>
            </a:extLst>
          </p:cNvPr>
          <p:cNvPicPr>
            <a:picLocks noChangeAspect="1"/>
          </p:cNvPicPr>
          <p:nvPr userDrawn="1"/>
        </p:nvPicPr>
        <p:blipFill>
          <a:blip r:embed="rId12"/>
          <a:stretch>
            <a:fillRect/>
          </a:stretch>
        </p:blipFill>
        <p:spPr>
          <a:xfrm>
            <a:off x="4238171" y="-8806"/>
            <a:ext cx="7953829" cy="6866806"/>
          </a:xfrm>
          <a:prstGeom prst="rect">
            <a:avLst/>
          </a:prstGeom>
        </p:spPr>
      </p:pic>
      <p:graphicFrame>
        <p:nvGraphicFramePr>
          <p:cNvPr id="3" name="Object 2" hidden="1">
            <a:extLst>
              <a:ext uri="{FF2B5EF4-FFF2-40B4-BE49-F238E27FC236}">
                <a16:creationId xmlns:a16="http://schemas.microsoft.com/office/drawing/2014/main" id="{7BEFF58C-83CF-420F-BF45-F188AE9E7308}"/>
              </a:ext>
            </a:extLst>
          </p:cNvPr>
          <p:cNvGraphicFramePr>
            <a:graphicFrameLocks noChangeAspect="1"/>
          </p:cNvGraphicFramePr>
          <p:nvPr userDrawn="1">
            <p:custDataLst>
              <p:tags r:id="rId2"/>
            </p:custDataLst>
            <p:extLst>
              <p:ext uri="{D42A27DB-BD31-4B8C-83A1-F6EECF244321}">
                <p14:modId xmlns:p14="http://schemas.microsoft.com/office/powerpoint/2010/main" val="13400213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44" imgH="344" progId="TCLayout.ActiveDocument.1">
                  <p:embed/>
                </p:oleObj>
              </mc:Choice>
              <mc:Fallback>
                <p:oleObj name="think-cell Slide" r:id="rId13" imgW="344" imgH="344" progId="TCLayout.ActiveDocument.1">
                  <p:embed/>
                  <p:pic>
                    <p:nvPicPr>
                      <p:cNvPr id="3" name="Object 2" hidden="1">
                        <a:extLst>
                          <a:ext uri="{FF2B5EF4-FFF2-40B4-BE49-F238E27FC236}">
                            <a16:creationId xmlns:a16="http://schemas.microsoft.com/office/drawing/2014/main" id="{7BEFF58C-83CF-420F-BF45-F188AE9E7308}"/>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BEC3B16-0840-4135-8BED-D45704C35593}"/>
              </a:ext>
            </a:extLst>
          </p:cNvPr>
          <p:cNvSpPr/>
          <p:nvPr userDrawn="1">
            <p:custDataLst>
              <p:tags r:id="rId3"/>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2" name="ClientLogo">
            <a:extLst>
              <a:ext uri="{FF2B5EF4-FFF2-40B4-BE49-F238E27FC236}">
                <a16:creationId xmlns:a16="http://schemas.microsoft.com/office/drawing/2014/main" id="{5A541723-8353-4CC2-AFDA-19C8B3B786BF}"/>
              </a:ext>
            </a:extLst>
          </p:cNvPr>
          <p:cNvSpPr>
            <a:spLocks noGrp="1"/>
          </p:cNvSpPr>
          <p:nvPr>
            <p:ph type="pic" sz="quarter" idx="14" hasCustomPrompt="1"/>
            <p:custDataLst>
              <p:tags r:id="rId4"/>
            </p:custDataLst>
          </p:nvPr>
        </p:nvSpPr>
        <p:spPr>
          <a:xfrm>
            <a:off x="551942" y="4984025"/>
            <a:ext cx="1901952" cy="969264"/>
          </a:xfrm>
          <a:prstGeom prst="rect">
            <a:avLst/>
          </a:prstGeom>
        </p:spPr>
        <p:txBody>
          <a:bodyPr>
            <a:noAutofit/>
          </a:bodyPr>
          <a:lstStyle>
            <a:lvl1pPr algn="ctr">
              <a:defRPr sz="1200">
                <a:solidFill>
                  <a:schemeClr val="tx1"/>
                </a:solidFill>
              </a:defRPr>
            </a:lvl1pPr>
          </a:lstStyle>
          <a:p>
            <a:r>
              <a:rPr lang="en-US" dirty="0"/>
              <a:t>Client logo goes here.</a:t>
            </a:r>
          </a:p>
        </p:txBody>
      </p:sp>
      <p:sp>
        <p:nvSpPr>
          <p:cNvPr id="13" name="Documenttype">
            <a:extLst>
              <a:ext uri="{FF2B5EF4-FFF2-40B4-BE49-F238E27FC236}">
                <a16:creationId xmlns:a16="http://schemas.microsoft.com/office/drawing/2014/main" id="{A8F38EAB-8863-4F94-ACD0-B6D27373BCC1}"/>
              </a:ext>
            </a:extLst>
          </p:cNvPr>
          <p:cNvSpPr>
            <a:spLocks noGrp="1"/>
          </p:cNvSpPr>
          <p:nvPr>
            <p:ph type="body" sz="quarter" idx="13" hasCustomPrompt="1"/>
            <p:custDataLst>
              <p:tags r:id="rId5"/>
            </p:custDataLst>
          </p:nvPr>
        </p:nvSpPr>
        <p:spPr>
          <a:xfrm>
            <a:off x="551942" y="4510168"/>
            <a:ext cx="6016752" cy="215444"/>
          </a:xfrm>
          <a:prstGeom prst="rect">
            <a:avLst/>
          </a:prstGeom>
        </p:spPr>
        <p:txBody>
          <a:bodyPr wrap="square">
            <a:noAutofit/>
          </a:bodyPr>
          <a:lstStyle>
            <a:lvl1pPr>
              <a:buNone/>
              <a:defRPr sz="1400">
                <a:solidFill>
                  <a:schemeClr val="tx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dirty="0"/>
              <a:t>Edit date or title/role</a:t>
            </a:r>
          </a:p>
        </p:txBody>
      </p:sp>
      <p:sp>
        <p:nvSpPr>
          <p:cNvPr id="14" name="Subtitle">
            <a:extLst>
              <a:ext uri="{FF2B5EF4-FFF2-40B4-BE49-F238E27FC236}">
                <a16:creationId xmlns:a16="http://schemas.microsoft.com/office/drawing/2014/main" id="{6C219131-971A-4BF6-8DFB-186691126F2C}"/>
              </a:ext>
            </a:extLst>
          </p:cNvPr>
          <p:cNvSpPr>
            <a:spLocks noGrp="1"/>
          </p:cNvSpPr>
          <p:nvPr>
            <p:ph type="subTitle" idx="1"/>
            <p:custDataLst>
              <p:tags r:id="rId6"/>
            </p:custDataLst>
          </p:nvPr>
        </p:nvSpPr>
        <p:spPr>
          <a:xfrm>
            <a:off x="551942" y="4092559"/>
            <a:ext cx="6016752" cy="307777"/>
          </a:xfrm>
          <a:prstGeom prst="rect">
            <a:avLst/>
          </a:prstGeom>
        </p:spPr>
        <p:txBody>
          <a:bodyPr wrap="square">
            <a:sp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1" name="Title">
            <a:extLst>
              <a:ext uri="{FF2B5EF4-FFF2-40B4-BE49-F238E27FC236}">
                <a16:creationId xmlns:a16="http://schemas.microsoft.com/office/drawing/2014/main" id="{B280F3D7-8B5E-4751-907E-C1D9BEBFDCB8}"/>
              </a:ext>
            </a:extLst>
          </p:cNvPr>
          <p:cNvSpPr>
            <a:spLocks noGrp="1"/>
          </p:cNvSpPr>
          <p:nvPr>
            <p:ph type="title"/>
            <p:custDataLst>
              <p:tags r:id="rId7"/>
            </p:custDataLst>
          </p:nvPr>
        </p:nvSpPr>
        <p:spPr>
          <a:xfrm>
            <a:off x="551942" y="2049805"/>
            <a:ext cx="6016752" cy="1921708"/>
          </a:xfrm>
          <a:prstGeom prst="rect">
            <a:avLst/>
          </a:prstGeom>
        </p:spPr>
        <p:txBody>
          <a:bodyPr vert="horz" anchor="b">
            <a:normAutofit/>
          </a:bodyPr>
          <a:lstStyle>
            <a:lvl1pPr>
              <a:defRPr sz="4400" baseline="0">
                <a:ln w="6350" cap="flat">
                  <a:noFill/>
                  <a:miter lim="800000"/>
                </a:ln>
                <a:solidFill>
                  <a:schemeClr val="tx1"/>
                </a:solidFill>
              </a:defRPr>
            </a:lvl1pPr>
          </a:lstStyle>
          <a:p>
            <a:r>
              <a:rPr lang="en-US" dirty="0"/>
              <a:t>Click to edit Master title style</a:t>
            </a:r>
          </a:p>
        </p:txBody>
      </p:sp>
      <p:sp>
        <p:nvSpPr>
          <p:cNvPr id="25" name="Disclaimer-English (United States)">
            <a:extLst>
              <a:ext uri="{FF2B5EF4-FFF2-40B4-BE49-F238E27FC236}">
                <a16:creationId xmlns:a16="http://schemas.microsoft.com/office/drawing/2014/main" id="{365FDE2E-B4AC-48A0-8D5A-94F648AEA896}"/>
              </a:ext>
            </a:extLst>
          </p:cNvPr>
          <p:cNvSpPr>
            <a:spLocks noChangeArrowheads="1"/>
          </p:cNvSpPr>
          <p:nvPr userDrawn="1">
            <p:custDataLst>
              <p:tags r:id="rId8"/>
            </p:custDataLst>
          </p:nvPr>
        </p:nvSpPr>
        <p:spPr bwMode="black">
          <a:xfrm>
            <a:off x="551942" y="6190488"/>
            <a:ext cx="3995928"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750">
                <a:solidFill>
                  <a:schemeClr val="tx1"/>
                </a:solidFill>
                <a:latin typeface="+mn-lt"/>
              </a:rPr>
              <a:t>CONFIDENTIAL AND PROPRIETARY | © 2026 McKinsey &amp; Company. </a:t>
            </a:r>
          </a:p>
          <a:p>
            <a:pPr defTabSz="804863" eaLnBrk="0" hangingPunct="0"/>
            <a:r>
              <a:rPr lang="en-US" sz="750">
                <a:solidFill>
                  <a:schemeClr val="tx1"/>
                </a:solidFill>
                <a:latin typeface="+mn-lt"/>
              </a:rPr>
              <a:t>This material is intended solely for your internal use and any use of this material without specific permission of McKinsey &amp; Company is strictly prohibited. All rights reserved.</a:t>
            </a:r>
            <a:endParaRPr lang="en-US" sz="750" dirty="0">
              <a:solidFill>
                <a:schemeClr val="tx1"/>
              </a:solidFill>
              <a:latin typeface="+mn-lt"/>
            </a:endParaRPr>
          </a:p>
        </p:txBody>
      </p:sp>
      <p:grpSp>
        <p:nvGrpSpPr>
          <p:cNvPr id="11" name="logoimage">
            <a:extLst>
              <a:ext uri="{FF2B5EF4-FFF2-40B4-BE49-F238E27FC236}">
                <a16:creationId xmlns:a16="http://schemas.microsoft.com/office/drawing/2014/main" id="{1CF91F61-1A9C-80E4-FFA2-69DB20BBACC3}"/>
              </a:ext>
            </a:extLst>
          </p:cNvPr>
          <p:cNvGrpSpPr/>
          <p:nvPr userDrawn="1">
            <p:custDataLst>
              <p:tags r:id="rId9"/>
            </p:custDataLst>
          </p:nvPr>
        </p:nvGrpSpPr>
        <p:grpSpPr>
          <a:xfrm>
            <a:off x="551942" y="481160"/>
            <a:ext cx="1893201" cy="585216"/>
            <a:chOff x="551942" y="481160"/>
            <a:chExt cx="1893201" cy="585216"/>
          </a:xfrm>
        </p:grpSpPr>
        <p:sp>
          <p:nvSpPr>
            <p:cNvPr id="18" name="AutoShape 3">
              <a:extLst>
                <a:ext uri="{FF2B5EF4-FFF2-40B4-BE49-F238E27FC236}">
                  <a16:creationId xmlns:a16="http://schemas.microsoft.com/office/drawing/2014/main" id="{E8A472B5-EC20-41F1-91D8-281D2B5D8D1E}"/>
                </a:ext>
              </a:extLst>
            </p:cNvPr>
            <p:cNvSpPr>
              <a:spLocks noChangeAspect="1" noChangeArrowheads="1" noTextEdit="1"/>
            </p:cNvSpPr>
            <p:nvPr userDrawn="1"/>
          </p:nvSpPr>
          <p:spPr bwMode="black">
            <a:xfrm>
              <a:off x="551942"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sp>
          <p:nvSpPr>
            <p:cNvPr id="22" name="Freeform 5">
              <a:extLst>
                <a:ext uri="{FF2B5EF4-FFF2-40B4-BE49-F238E27FC236}">
                  <a16:creationId xmlns:a16="http://schemas.microsoft.com/office/drawing/2014/main" id="{B5153A5B-4B89-4D4A-96F0-F9AFF4E7D0F5}"/>
                </a:ext>
              </a:extLst>
            </p:cNvPr>
            <p:cNvSpPr>
              <a:spLocks noEditPoints="1"/>
            </p:cNvSpPr>
            <p:nvPr userDrawn="1"/>
          </p:nvSpPr>
          <p:spPr bwMode="black">
            <a:xfrm>
              <a:off x="551942"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grpSp>
    </p:spTree>
    <p:extLst>
      <p:ext uri="{BB962C8B-B14F-4D97-AF65-F5344CB8AC3E}">
        <p14:creationId xmlns:p14="http://schemas.microsoft.com/office/powerpoint/2010/main" val="26885933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1"/>
            </p:custDataLst>
            <p:extLst>
              <p:ext uri="{D42A27DB-BD31-4B8C-83A1-F6EECF244321}">
                <p14:modId xmlns:p14="http://schemas.microsoft.com/office/powerpoint/2010/main" val="3530856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95EE31F-4647-48C1-8F33-15A7FC3D359F}"/>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2" name="2. Slide Title">
            <a:extLst>
              <a:ext uri="{FF2B5EF4-FFF2-40B4-BE49-F238E27FC236}">
                <a16:creationId xmlns:a16="http://schemas.microsoft.com/office/drawing/2014/main" id="{0BDEB94E-58BF-43E2-8FF2-DCDA24AD4E9D}"/>
              </a:ext>
            </a:extLst>
          </p:cNvPr>
          <p:cNvSpPr>
            <a:spLocks noGrp="1"/>
          </p:cNvSpPr>
          <p:nvPr>
            <p:ph type="title"/>
            <p:custDataLst>
              <p:tags r:id="rId5"/>
            </p:custDataLst>
          </p:nvPr>
        </p:nvSpPr>
        <p:spPr>
          <a:xfrm>
            <a:off x="554736" y="182372"/>
            <a:ext cx="11082528" cy="731520"/>
          </a:xfrm>
        </p:spPr>
        <p:txBody>
          <a:bodyPr/>
          <a:lstStyle/>
          <a:p>
            <a:r>
              <a:rPr lang="en-US"/>
              <a:t>Click to edit Master title style</a:t>
            </a:r>
            <a:endParaRPr lang="en-US" dirty="0"/>
          </a:p>
        </p:txBody>
      </p:sp>
      <p:sp>
        <p:nvSpPr>
          <p:cNvPr id="14" name="3. Subtitle">
            <a:extLst>
              <a:ext uri="{FF2B5EF4-FFF2-40B4-BE49-F238E27FC236}">
                <a16:creationId xmlns:a16="http://schemas.microsoft.com/office/drawing/2014/main" id="{A865C2CC-D12C-4517-9906-7CCD161322EB}"/>
              </a:ext>
            </a:extLst>
          </p:cNvPr>
          <p:cNvSpPr>
            <a:spLocks noGrp="1"/>
          </p:cNvSpPr>
          <p:nvPr>
            <p:ph type="subTitle" idx="1"/>
            <p:custDataLst>
              <p:tags r:id="rId6"/>
            </p:custDataLst>
          </p:nvPr>
        </p:nvSpPr>
        <p:spPr>
          <a:xfrm>
            <a:off x="554736" y="903861"/>
            <a:ext cx="11082528" cy="246221"/>
          </a:xfrm>
        </p:spPr>
        <p:txBody>
          <a:bodyPr anchor="t" anchorCtr="0">
            <a:spAutoFit/>
          </a:bodyPr>
          <a:lstStyle/>
          <a:p>
            <a:r>
              <a:rPr lang="en-US" sz="1600" dirty="0"/>
              <a:t>Click to edit Master subtitle style</a:t>
            </a:r>
          </a:p>
        </p:txBody>
      </p:sp>
      <p:sp>
        <p:nvSpPr>
          <p:cNvPr id="17" name="1. On-page tracker">
            <a:extLst>
              <a:ext uri="{FF2B5EF4-FFF2-40B4-BE49-F238E27FC236}">
                <a16:creationId xmlns:a16="http://schemas.microsoft.com/office/drawing/2014/main" id="{FE52895E-A8CE-4207-AC48-2296C3D01401}"/>
              </a:ext>
            </a:extLst>
          </p:cNvPr>
          <p:cNvSpPr>
            <a:spLocks noGrp="1"/>
          </p:cNvSpPr>
          <p:nvPr>
            <p:ph type="body" sz="quarter" idx="17" hasCustomPrompt="1"/>
            <p:custDataLst>
              <p:tags r:id="rId7"/>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8545150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rast Top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861774"/>
          </a:xfrm>
          <a:prstGeom prst="rect">
            <a:avLst/>
          </a:prstGeom>
        </p:spPr>
        <p:txBody>
          <a:bodyPr anchor="t">
            <a:noAutofit/>
          </a:bodyPr>
          <a:lstStyle>
            <a:lvl1pPr>
              <a:defRPr>
                <a:ln w="6350" cap="flat">
                  <a:noFill/>
                  <a:miter lim="800000"/>
                </a:ln>
              </a:defRPr>
            </a:lvl1pPr>
          </a:lstStyle>
          <a:p>
            <a:r>
              <a:rPr lang="en-US" dirty="0"/>
              <a:t>Click to edit Master title style</a:t>
            </a:r>
          </a:p>
        </p:txBody>
      </p:sp>
      <p:sp>
        <p:nvSpPr>
          <p:cNvPr id="4" name="Slide Number">
            <a:extLst>
              <a:ext uri="{FF2B5EF4-FFF2-40B4-BE49-F238E27FC236}">
                <a16:creationId xmlns:a16="http://schemas.microsoft.com/office/drawing/2014/main" id="{E74A6D15-9D93-480F-A207-CA245151AE26}"/>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33F722E2-991C-4728-97C9-8D281DB3C594}"/>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8" name="1. On-page tracker">
            <a:extLst>
              <a:ext uri="{FF2B5EF4-FFF2-40B4-BE49-F238E27FC236}">
                <a16:creationId xmlns:a16="http://schemas.microsoft.com/office/drawing/2014/main" id="{86FA29AF-027A-4D55-B276-E2DD256DB988}"/>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9219664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rast Mid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defRPr>
            </a:lvl1pPr>
          </a:lstStyle>
          <a:p>
            <a:r>
              <a:rPr lang="en-US" dirty="0"/>
              <a:t>Click to edit Master title style</a:t>
            </a:r>
          </a:p>
        </p:txBody>
      </p:sp>
      <p:sp>
        <p:nvSpPr>
          <p:cNvPr id="9" name="Slide Number">
            <a:extLst>
              <a:ext uri="{FF2B5EF4-FFF2-40B4-BE49-F238E27FC236}">
                <a16:creationId xmlns:a16="http://schemas.microsoft.com/office/drawing/2014/main" id="{8CFBA6B2-A084-4532-80C0-2629A5553A76}"/>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677DA9EB-F148-4622-AB71-9F38D348578D}"/>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8" name="1. On-page tracker">
            <a:extLst>
              <a:ext uri="{FF2B5EF4-FFF2-40B4-BE49-F238E27FC236}">
                <a16:creationId xmlns:a16="http://schemas.microsoft.com/office/drawing/2014/main" id="{93728AF3-A71A-4C7A-97DE-605BB9E1802D}"/>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5282945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rast 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70A466E0-AD73-4F3A-9B78-5C1BB1238B16}"/>
              </a:ext>
            </a:extLst>
          </p:cNvPr>
          <p:cNvGraphicFramePr>
            <a:graphicFrameLocks noChangeAspect="1"/>
          </p:cNvGraphicFramePr>
          <p:nvPr userDrawn="1">
            <p:custDataLst>
              <p:tags r:id="rId1"/>
            </p:custDataLst>
            <p:extLst>
              <p:ext uri="{D42A27DB-BD31-4B8C-83A1-F6EECF244321}">
                <p14:modId xmlns:p14="http://schemas.microsoft.com/office/powerpoint/2010/main" val="18142986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6" progId="TCLayout.ActiveDocument.1">
                  <p:embed/>
                </p:oleObj>
              </mc:Choice>
              <mc:Fallback>
                <p:oleObj name="think-cell Slide" r:id="rId8" imgW="473" imgH="476" progId="TCLayout.ActiveDocument.1">
                  <p:embed/>
                  <p:pic>
                    <p:nvPicPr>
                      <p:cNvPr id="3" name="Object 2" hidden="1">
                        <a:extLst>
                          <a:ext uri="{FF2B5EF4-FFF2-40B4-BE49-F238E27FC236}">
                            <a16:creationId xmlns:a16="http://schemas.microsoft.com/office/drawing/2014/main" id="{70A466E0-AD73-4F3A-9B78-5C1BB1238B1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52DFA4F-F49F-468D-B19A-F0D9ACACF902}"/>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E222DC4C-FD9F-4495-B0EA-3E6F1E35596A}"/>
              </a:ext>
            </a:extLst>
          </p:cNvPr>
          <p:cNvSpPr>
            <a:spLocks noGrp="1"/>
          </p:cNvSpPr>
          <p:nvPr>
            <p:ph type="title"/>
            <p:custDataLst>
              <p:tags r:id="rId3"/>
            </p:custDataLst>
          </p:nvPr>
        </p:nvSpPr>
        <p:spPr>
          <a:xfrm>
            <a:off x="554736" y="4580468"/>
            <a:ext cx="11082528" cy="677108"/>
          </a:xfrm>
        </p:spPr>
        <p:txBody>
          <a:bodyPr anchor="b">
            <a:noAutofit/>
          </a:bodyPr>
          <a:lstStyle>
            <a:lvl1pPr>
              <a:lnSpc>
                <a:spcPct val="93000"/>
              </a:lnSpc>
              <a:defRPr sz="4400"/>
            </a:lvl1pPr>
          </a:lstStyle>
          <a:p>
            <a:r>
              <a:rPr lang="en-US" dirty="0"/>
              <a:t>Click to edit Master title style</a:t>
            </a:r>
          </a:p>
        </p:txBody>
      </p:sp>
      <p:sp>
        <p:nvSpPr>
          <p:cNvPr id="8" name="Slide Number">
            <a:extLst>
              <a:ext uri="{FF2B5EF4-FFF2-40B4-BE49-F238E27FC236}">
                <a16:creationId xmlns:a16="http://schemas.microsoft.com/office/drawing/2014/main" id="{9AC4B822-CA6B-4F05-8715-F74C6D5D34B1}"/>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4376B40D-309A-4442-81B2-638CDEBB2F7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9" name="1. On-page tracker">
            <a:extLst>
              <a:ext uri="{FF2B5EF4-FFF2-40B4-BE49-F238E27FC236}">
                <a16:creationId xmlns:a16="http://schemas.microsoft.com/office/drawing/2014/main" id="{54D7CBA4-82F6-465D-A903-99498223AB1A}"/>
              </a:ext>
            </a:extLst>
          </p:cNvPr>
          <p:cNvSpPr>
            <a:spLocks noGrp="1"/>
          </p:cNvSpPr>
          <p:nvPr>
            <p:ph type="body" sz="quarter" idx="17" hasCustomPrompt="1"/>
            <p:custDataLst>
              <p:tags r:id="rId6"/>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7750153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rast 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65A42E5-8A95-48CC-91A7-EC09BEF8D283}"/>
              </a:ext>
            </a:extLst>
          </p:cNvPr>
          <p:cNvGraphicFramePr>
            <a:graphicFrameLocks noChangeAspect="1"/>
          </p:cNvGraphicFramePr>
          <p:nvPr userDrawn="1">
            <p:custDataLst>
              <p:tags r:id="rId1"/>
            </p:custDataLst>
            <p:extLst>
              <p:ext uri="{D42A27DB-BD31-4B8C-83A1-F6EECF244321}">
                <p14:modId xmlns:p14="http://schemas.microsoft.com/office/powerpoint/2010/main" val="41813966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6" progId="TCLayout.ActiveDocument.1">
                  <p:embed/>
                </p:oleObj>
              </mc:Choice>
              <mc:Fallback>
                <p:oleObj name="think-cell Slide" r:id="rId9" imgW="473" imgH="476" progId="TCLayout.ActiveDocument.1">
                  <p:embed/>
                  <p:pic>
                    <p:nvPicPr>
                      <p:cNvPr id="3" name="Object 2" hidden="1">
                        <a:extLst>
                          <a:ext uri="{FF2B5EF4-FFF2-40B4-BE49-F238E27FC236}">
                            <a16:creationId xmlns:a16="http://schemas.microsoft.com/office/drawing/2014/main" id="{965A42E5-8A95-48CC-91A7-EC09BEF8D2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796343A1-B4C8-41A2-9540-F666771DD092}"/>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34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FB296734-15F7-4BDF-BF7F-AD560B3E09D7}"/>
              </a:ext>
            </a:extLst>
          </p:cNvPr>
          <p:cNvSpPr>
            <a:spLocks noGrp="1"/>
          </p:cNvSpPr>
          <p:nvPr>
            <p:ph type="title" hasCustomPrompt="1"/>
            <p:custDataLst>
              <p:tags r:id="rId3"/>
            </p:custDataLst>
          </p:nvPr>
        </p:nvSpPr>
        <p:spPr>
          <a:xfrm>
            <a:off x="1505712" y="3592841"/>
            <a:ext cx="9180576" cy="486608"/>
          </a:xfrm>
          <a:prstGeom prst="rect">
            <a:avLst/>
          </a:prstGeom>
        </p:spPr>
        <p:txBody>
          <a:bodyPr>
            <a:spAutoFit/>
          </a:bodyPr>
          <a:lstStyle>
            <a:lvl1pPr>
              <a:lnSpc>
                <a:spcPct val="93000"/>
              </a:lnSpc>
              <a:defRPr sz="3400"/>
            </a:lvl1pPr>
          </a:lstStyle>
          <a:p>
            <a:r>
              <a:rPr lang="en-US" dirty="0"/>
              <a:t>“Click to add quote</a:t>
            </a:r>
          </a:p>
        </p:txBody>
      </p:sp>
      <p:sp>
        <p:nvSpPr>
          <p:cNvPr id="9" name="3. Subtitle">
            <a:extLst>
              <a:ext uri="{FF2B5EF4-FFF2-40B4-BE49-F238E27FC236}">
                <a16:creationId xmlns:a16="http://schemas.microsoft.com/office/drawing/2014/main" id="{F91EA195-0A6B-4141-BE0A-C29B8632D98B}"/>
              </a:ext>
            </a:extLst>
          </p:cNvPr>
          <p:cNvSpPr>
            <a:spLocks noGrp="1"/>
          </p:cNvSpPr>
          <p:nvPr>
            <p:ph type="subTitle" idx="1" hasCustomPrompt="1"/>
            <p:custDataLst>
              <p:tags r:id="rId4"/>
            </p:custDataLst>
          </p:nvPr>
        </p:nvSpPr>
        <p:spPr>
          <a:xfrm>
            <a:off x="1505712" y="4284630"/>
            <a:ext cx="9180576" cy="246221"/>
          </a:xfrm>
        </p:spPr>
        <p:txBody>
          <a:bodyPr wrap="square" anchor="t">
            <a:spAutoFit/>
          </a:bodyPr>
          <a:lstStyle>
            <a:lvl1pPr marL="0" indent="0" algn="l">
              <a:buNone/>
              <a:defRPr sz="16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quote source</a:t>
            </a:r>
          </a:p>
        </p:txBody>
      </p:sp>
      <p:sp>
        <p:nvSpPr>
          <p:cNvPr id="8" name="Slide Number">
            <a:extLst>
              <a:ext uri="{FF2B5EF4-FFF2-40B4-BE49-F238E27FC236}">
                <a16:creationId xmlns:a16="http://schemas.microsoft.com/office/drawing/2014/main" id="{9A085514-D1F6-4D77-A23F-C5C66C21AB2E}"/>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11" name="5. Source" hidden="1">
            <a:extLst>
              <a:ext uri="{FF2B5EF4-FFF2-40B4-BE49-F238E27FC236}">
                <a16:creationId xmlns:a16="http://schemas.microsoft.com/office/drawing/2014/main" id="{C5FBD0AF-1EDD-41EB-9A6E-173435ADFFE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3" name="1. On-page tracker">
            <a:extLst>
              <a:ext uri="{FF2B5EF4-FFF2-40B4-BE49-F238E27FC236}">
                <a16:creationId xmlns:a16="http://schemas.microsoft.com/office/drawing/2014/main" id="{F4C99502-105F-4A25-9FB4-3478945E9EF7}"/>
              </a:ext>
            </a:extLst>
          </p:cNvPr>
          <p:cNvSpPr>
            <a:spLocks noGrp="1"/>
          </p:cNvSpPr>
          <p:nvPr>
            <p:ph type="body" sz="quarter" idx="17" hasCustomPrompt="1"/>
            <p:custDataLst>
              <p:tags r:id="rId7"/>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3126788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rast 1/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3A3BA4A-22A3-4843-892F-E42C155B4288}"/>
              </a:ext>
            </a:extLst>
          </p:cNvPr>
          <p:cNvGraphicFramePr>
            <a:graphicFrameLocks noChangeAspect="1"/>
          </p:cNvGraphicFramePr>
          <p:nvPr userDrawn="1">
            <p:custDataLst>
              <p:tags r:id="rId1"/>
            </p:custDataLst>
            <p:extLst>
              <p:ext uri="{D42A27DB-BD31-4B8C-83A1-F6EECF244321}">
                <p14:modId xmlns:p14="http://schemas.microsoft.com/office/powerpoint/2010/main" val="42599482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3A3BA4A-22A3-4843-892F-E42C155B4288}"/>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BF2AED7-361B-4221-9AF6-77A108DA0C2B}"/>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bg2"/>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7C125983-42A9-42F7-AA00-F56CD87B285E}"/>
              </a:ext>
            </a:extLst>
          </p:cNvPr>
          <p:cNvSpPr>
            <a:spLocks noGrp="1"/>
          </p:cNvSpPr>
          <p:nvPr>
            <p:ph type="title"/>
            <p:custDataLst>
              <p:tags r:id="rId6"/>
            </p:custDataLst>
          </p:nvPr>
        </p:nvSpPr>
        <p:spPr>
          <a:xfrm>
            <a:off x="554736" y="2744369"/>
            <a:ext cx="2514600" cy="769441"/>
          </a:xfrm>
        </p:spPr>
        <p:txBody>
          <a:bodyPr vert="horz" anchor="b">
            <a:noAutofit/>
          </a:bodyPr>
          <a:lstStyle>
            <a:lvl1pPr>
              <a:defRPr>
                <a:solidFill>
                  <a:schemeClr val="bg2"/>
                </a:solidFill>
              </a:defRPr>
            </a:lvl1pPr>
          </a:lstStyle>
          <a:p>
            <a:r>
              <a:rPr lang="en-US" dirty="0"/>
              <a:t>Click to edit Master title</a:t>
            </a:r>
          </a:p>
        </p:txBody>
      </p:sp>
      <p:sp>
        <p:nvSpPr>
          <p:cNvPr id="20" name="3. Subtitle">
            <a:extLst>
              <a:ext uri="{FF2B5EF4-FFF2-40B4-BE49-F238E27FC236}">
                <a16:creationId xmlns:a16="http://schemas.microsoft.com/office/drawing/2014/main" id="{9D41FF9F-DFB7-4DFF-B338-08A2CA649393}"/>
              </a:ext>
            </a:extLst>
          </p:cNvPr>
          <p:cNvSpPr>
            <a:spLocks noGrp="1"/>
          </p:cNvSpPr>
          <p:nvPr>
            <p:ph type="subTitle" idx="1"/>
            <p:custDataLst>
              <p:tags r:id="rId7"/>
            </p:custDataLst>
          </p:nvPr>
        </p:nvSpPr>
        <p:spPr>
          <a:xfrm>
            <a:off x="554736" y="3659644"/>
            <a:ext cx="2514600" cy="492443"/>
          </a:xfrm>
        </p:spPr>
        <p:txBody>
          <a:bodyPr wrap="square" anchor="t">
            <a:spAutoFit/>
          </a:bodyPr>
          <a:lstStyle>
            <a:lvl1pPr marL="0" indent="0" algn="l">
              <a:buNone/>
              <a:defRPr sz="16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21" name="5. Source" hidden="1">
            <a:extLst>
              <a:ext uri="{FF2B5EF4-FFF2-40B4-BE49-F238E27FC236}">
                <a16:creationId xmlns:a16="http://schemas.microsoft.com/office/drawing/2014/main" id="{064AC035-5239-45FF-8383-33CBCD30D33E}"/>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15" name="1. On-page tracker">
            <a:extLst>
              <a:ext uri="{FF2B5EF4-FFF2-40B4-BE49-F238E27FC236}">
                <a16:creationId xmlns:a16="http://schemas.microsoft.com/office/drawing/2014/main" id="{3DF66089-C2CC-4E6A-A7ED-0B333FCF2C47}"/>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9896470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rast 1/3">
    <p:bg>
      <p:bgPr>
        <a:solidFill>
          <a:schemeClr val="tx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6AD2A36-39D2-411F-97A0-A924098965AA}"/>
              </a:ext>
            </a:extLst>
          </p:cNvPr>
          <p:cNvGraphicFramePr>
            <a:graphicFrameLocks noChangeAspect="1"/>
          </p:cNvGraphicFramePr>
          <p:nvPr userDrawn="1">
            <p:custDataLst>
              <p:tags r:id="rId1"/>
            </p:custDataLst>
            <p:extLst>
              <p:ext uri="{D42A27DB-BD31-4B8C-83A1-F6EECF244321}">
                <p14:modId xmlns:p14="http://schemas.microsoft.com/office/powerpoint/2010/main" val="42103786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4" name="Object 3" hidden="1">
                        <a:extLst>
                          <a:ext uri="{FF2B5EF4-FFF2-40B4-BE49-F238E27FC236}">
                            <a16:creationId xmlns:a16="http://schemas.microsoft.com/office/drawing/2014/main" id="{D6AD2A36-39D2-411F-97A0-A924098965AA}"/>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E67A342-8C8E-4A76-A2F2-1541645630AD}"/>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bg2"/>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F2EA5A09-84EC-4368-8C76-0BEA141A4333}"/>
              </a:ext>
            </a:extLst>
          </p:cNvPr>
          <p:cNvSpPr>
            <a:spLocks noGrp="1"/>
          </p:cNvSpPr>
          <p:nvPr>
            <p:ph type="title"/>
            <p:custDataLst>
              <p:tags r:id="rId6"/>
            </p:custDataLst>
          </p:nvPr>
        </p:nvSpPr>
        <p:spPr>
          <a:xfrm>
            <a:off x="554736" y="2744369"/>
            <a:ext cx="3465576" cy="769441"/>
          </a:xfrm>
          <a:prstGeom prst="rect">
            <a:avLst/>
          </a:prstGeom>
        </p:spPr>
        <p:txBody>
          <a:bodyPr vert="horz" wrap="square" anchor="b">
            <a:noAutofit/>
          </a:bodyPr>
          <a:lstStyle>
            <a:lvl1pPr algn="l">
              <a:defRPr>
                <a:solidFill>
                  <a:schemeClr val="bg2"/>
                </a:solidFill>
              </a:defRPr>
            </a:lvl1pPr>
          </a:lstStyle>
          <a:p>
            <a:r>
              <a:rPr lang="en-US" dirty="0"/>
              <a:t>Click to edit Master title style</a:t>
            </a:r>
          </a:p>
        </p:txBody>
      </p:sp>
      <p:sp>
        <p:nvSpPr>
          <p:cNvPr id="21" name="3. Subtitle">
            <a:extLst>
              <a:ext uri="{FF2B5EF4-FFF2-40B4-BE49-F238E27FC236}">
                <a16:creationId xmlns:a16="http://schemas.microsoft.com/office/drawing/2014/main" id="{4BAE0A91-D3D3-4C9A-9F81-3C13D960A341}"/>
              </a:ext>
            </a:extLst>
          </p:cNvPr>
          <p:cNvSpPr>
            <a:spLocks noGrp="1"/>
          </p:cNvSpPr>
          <p:nvPr>
            <p:ph type="subTitle" idx="1"/>
            <p:custDataLst>
              <p:tags r:id="rId7"/>
            </p:custDataLst>
          </p:nvPr>
        </p:nvSpPr>
        <p:spPr>
          <a:xfrm>
            <a:off x="554735" y="3659644"/>
            <a:ext cx="3465575" cy="246221"/>
          </a:xfrm>
        </p:spPr>
        <p:txBody>
          <a:bodyPr wrap="square" anchor="t">
            <a:spAutoFit/>
          </a:bodyPr>
          <a:lstStyle>
            <a:lvl1pPr marL="0" indent="0" algn="l">
              <a:buNone/>
              <a:defRPr sz="16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15" name="5. Source" hidden="1">
            <a:extLst>
              <a:ext uri="{FF2B5EF4-FFF2-40B4-BE49-F238E27FC236}">
                <a16:creationId xmlns:a16="http://schemas.microsoft.com/office/drawing/2014/main" id="{6BA86AD8-0ECF-4EA8-B346-D8EA2716E80C}"/>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19" name="1. On-page tracker">
            <a:extLst>
              <a:ext uri="{FF2B5EF4-FFF2-40B4-BE49-F238E27FC236}">
                <a16:creationId xmlns:a16="http://schemas.microsoft.com/office/drawing/2014/main" id="{EDC5E9D8-BFBA-409D-B6E5-65A580E73B61}"/>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0172942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ntrast 1/2">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5793B5E-3475-4FCD-8164-7A168B5C1B4B}"/>
              </a:ext>
            </a:extLst>
          </p:cNvPr>
          <p:cNvGraphicFramePr>
            <a:graphicFrameLocks noChangeAspect="1"/>
          </p:cNvGraphicFramePr>
          <p:nvPr userDrawn="1">
            <p:custDataLst>
              <p:tags r:id="rId1"/>
            </p:custDataLst>
            <p:extLst>
              <p:ext uri="{D42A27DB-BD31-4B8C-83A1-F6EECF244321}">
                <p14:modId xmlns:p14="http://schemas.microsoft.com/office/powerpoint/2010/main" val="2030535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65793B5E-3475-4FCD-8164-7A168B5C1B4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D89D8F9-1075-4B52-8375-8D4A2673D845}"/>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21" name="2. Slide Title">
            <a:extLst>
              <a:ext uri="{FF2B5EF4-FFF2-40B4-BE49-F238E27FC236}">
                <a16:creationId xmlns:a16="http://schemas.microsoft.com/office/drawing/2014/main" id="{DF67D7DC-1A5A-4301-93C0-59BCC9FE6A85}"/>
              </a:ext>
            </a:extLst>
          </p:cNvPr>
          <p:cNvSpPr>
            <a:spLocks noGrp="1"/>
          </p:cNvSpPr>
          <p:nvPr>
            <p:ph type="title"/>
            <p:custDataLst>
              <p:tags r:id="rId7"/>
            </p:custDataLst>
          </p:nvPr>
        </p:nvSpPr>
        <p:spPr>
          <a:xfrm>
            <a:off x="554736" y="182372"/>
            <a:ext cx="5065776" cy="731520"/>
          </a:xfrm>
        </p:spPr>
        <p:txBody>
          <a:bodyPr vert="horz"/>
          <a:lstStyle>
            <a:lvl1pPr>
              <a:defRPr>
                <a:solidFill>
                  <a:schemeClr val="tx2"/>
                </a:solidFill>
              </a:defRPr>
            </a:lvl1pPr>
          </a:lstStyle>
          <a:p>
            <a:r>
              <a:rPr lang="en-US" dirty="0"/>
              <a:t>Click to edit Master title style</a:t>
            </a:r>
          </a:p>
        </p:txBody>
      </p:sp>
      <p:sp>
        <p:nvSpPr>
          <p:cNvPr id="23" name="3. Subtitle">
            <a:extLst>
              <a:ext uri="{FF2B5EF4-FFF2-40B4-BE49-F238E27FC236}">
                <a16:creationId xmlns:a16="http://schemas.microsoft.com/office/drawing/2014/main" id="{08590DB3-FFB4-489D-B120-ADFDC12014DE}"/>
              </a:ext>
            </a:extLst>
          </p:cNvPr>
          <p:cNvSpPr>
            <a:spLocks noGrp="1"/>
          </p:cNvSpPr>
          <p:nvPr>
            <p:ph type="subTitle" idx="1"/>
            <p:custDataLst>
              <p:tags r:id="rId8"/>
            </p:custDataLst>
          </p:nvPr>
        </p:nvSpPr>
        <p:spPr>
          <a:xfrm>
            <a:off x="554736" y="903861"/>
            <a:ext cx="5065776" cy="246221"/>
          </a:xfrm>
        </p:spPr>
        <p:txBody>
          <a:bodyPr anchor="t" anchorCtr="0">
            <a:spAutoFit/>
          </a:bodyPr>
          <a:lstStyle>
            <a:lvl1pPr>
              <a:defRPr>
                <a:solidFill>
                  <a:schemeClr val="tx2"/>
                </a:solidFill>
              </a:defRPr>
            </a:lvl1pPr>
          </a:lstStyle>
          <a:p>
            <a:r>
              <a:rPr lang="en-US" sz="1600" dirty="0"/>
              <a:t>Click to edit Master subtitle style</a:t>
            </a:r>
          </a:p>
        </p:txBody>
      </p:sp>
      <p:sp>
        <p:nvSpPr>
          <p:cNvPr id="24" name="1. On-page tracker">
            <a:extLst>
              <a:ext uri="{FF2B5EF4-FFF2-40B4-BE49-F238E27FC236}">
                <a16:creationId xmlns:a16="http://schemas.microsoft.com/office/drawing/2014/main" id="{CC3A7643-6C17-4DEC-88AD-F79B0F2E7A18}"/>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5185615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65214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7830312"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21" name="2. Slide Title">
            <a:extLst>
              <a:ext uri="{FF2B5EF4-FFF2-40B4-BE49-F238E27FC236}">
                <a16:creationId xmlns:a16="http://schemas.microsoft.com/office/drawing/2014/main" id="{4A5E485D-7560-4AEC-8D55-C1425B9D1F47}"/>
              </a:ext>
            </a:extLst>
          </p:cNvPr>
          <p:cNvSpPr>
            <a:spLocks noGrp="1"/>
          </p:cNvSpPr>
          <p:nvPr>
            <p:ph type="title"/>
            <p:custDataLst>
              <p:tags r:id="rId7"/>
            </p:custDataLst>
          </p:nvPr>
        </p:nvSpPr>
        <p:spPr>
          <a:xfrm>
            <a:off x="554736" y="182372"/>
            <a:ext cx="6967728" cy="731520"/>
          </a:xfrm>
        </p:spPr>
        <p:txBody>
          <a:bodyPr vert="horz"/>
          <a:lstStyle>
            <a:lvl1pPr>
              <a:defRPr>
                <a:solidFill>
                  <a:schemeClr val="tx2"/>
                </a:solidFill>
              </a:defRPr>
            </a:lvl1pPr>
          </a:lstStyle>
          <a:p>
            <a:r>
              <a:rPr lang="en-US"/>
              <a:t>Click to edit Master title style</a:t>
            </a:r>
            <a:endParaRPr lang="en-US" dirty="0"/>
          </a:p>
        </p:txBody>
      </p:sp>
      <p:sp>
        <p:nvSpPr>
          <p:cNvPr id="22" name="3. Subtitle">
            <a:extLst>
              <a:ext uri="{FF2B5EF4-FFF2-40B4-BE49-F238E27FC236}">
                <a16:creationId xmlns:a16="http://schemas.microsoft.com/office/drawing/2014/main" id="{F1301516-07B7-4BE0-9669-E93BD5C22D18}"/>
              </a:ext>
            </a:extLst>
          </p:cNvPr>
          <p:cNvSpPr>
            <a:spLocks noGrp="1"/>
          </p:cNvSpPr>
          <p:nvPr>
            <p:ph type="subTitle" idx="1"/>
            <p:custDataLst>
              <p:tags r:id="rId8"/>
            </p:custDataLst>
          </p:nvPr>
        </p:nvSpPr>
        <p:spPr>
          <a:xfrm>
            <a:off x="554736" y="903861"/>
            <a:ext cx="6967728" cy="246221"/>
          </a:xfrm>
        </p:spPr>
        <p:txBody>
          <a:bodyPr anchor="t" anchorCtr="0">
            <a:spAutoFit/>
          </a:bodyPr>
          <a:lstStyle>
            <a:lvl1pPr>
              <a:defRPr>
                <a:solidFill>
                  <a:schemeClr val="tx2"/>
                </a:solidFill>
              </a:defRPr>
            </a:lvl1pPr>
          </a:lstStyle>
          <a:p>
            <a:r>
              <a:rPr lang="en-US" sz="1600" dirty="0"/>
              <a:t>Click to edit Master subtitle style</a:t>
            </a:r>
          </a:p>
        </p:txBody>
      </p:sp>
      <p:sp>
        <p:nvSpPr>
          <p:cNvPr id="15" name="1. On-page tracker">
            <a:extLst>
              <a:ext uri="{FF2B5EF4-FFF2-40B4-BE49-F238E27FC236}">
                <a16:creationId xmlns:a16="http://schemas.microsoft.com/office/drawing/2014/main" id="{D374A786-7E98-4488-A29B-98B4E357E7B8}"/>
              </a:ext>
            </a:extLst>
          </p:cNvPr>
          <p:cNvSpPr>
            <a:spLocks noGrp="1"/>
          </p:cNvSpPr>
          <p:nvPr>
            <p:ph type="body" sz="quarter" idx="18" hasCustomPrompt="1"/>
            <p:custDataLst>
              <p:tags r:id="rId9"/>
            </p:custDataLst>
          </p:nvPr>
        </p:nvSpPr>
        <p:spPr>
          <a:xfrm>
            <a:off x="8170322" y="78768"/>
            <a:ext cx="3466942" cy="123111"/>
          </a:xfrm>
        </p:spPr>
        <p:txBody>
          <a:bodyPr wrap="square"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14385532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userDrawn="1">
            <p:custDataLst>
              <p:tags r:id="rId1"/>
            </p:custDataLst>
            <p:extLst>
              <p:ext uri="{D42A27DB-BD31-4B8C-83A1-F6EECF244321}">
                <p14:modId xmlns:p14="http://schemas.microsoft.com/office/powerpoint/2010/main" val="10170600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78F94EA0-F844-4358-BAB1-09AA056D6AC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dirty="0" err="1">
              <a:ln>
                <a:noFill/>
              </a:ln>
              <a:solidFill>
                <a:srgbClr val="051C2C"/>
              </a:solidFill>
              <a:effectLst/>
              <a:uLnTx/>
              <a:uFillTx/>
              <a:latin typeface="Georgia" panose="02040502050405020303" pitchFamily="18" charset="0"/>
              <a:ea typeface="+mj-ea"/>
              <a:cs typeface="+mj-cs"/>
              <a:sym typeface="Georgia" panose="02040502050405020303" pitchFamily="18" charset="0"/>
            </a:endParaRPr>
          </a:p>
        </p:txBody>
      </p:sp>
      <p:sp>
        <p:nvSpPr>
          <p:cNvPr id="22" name="RectangleLight">
            <a:extLst>
              <a:ext uri="{FF2B5EF4-FFF2-40B4-BE49-F238E27FC236}">
                <a16:creationId xmlns:a16="http://schemas.microsoft.com/office/drawing/2014/main" id="{65BA59B8-E166-40EF-A08B-73C27149A153}"/>
              </a:ext>
            </a:extLst>
          </p:cNvPr>
          <p:cNvSpPr/>
          <p:nvPr userDrawn="1">
            <p:custDataLst>
              <p:tags r:id="rId3"/>
            </p:custDataLst>
          </p:nvPr>
        </p:nvSpPr>
        <p:spPr bwMode="ltGray">
          <a:xfrm>
            <a:off x="8781416"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Source: …</a:t>
            </a:r>
          </a:p>
        </p:txBody>
      </p:sp>
      <p:sp>
        <p:nvSpPr>
          <p:cNvPr id="21" name="2. Slide Title">
            <a:extLst>
              <a:ext uri="{FF2B5EF4-FFF2-40B4-BE49-F238E27FC236}">
                <a16:creationId xmlns:a16="http://schemas.microsoft.com/office/drawing/2014/main" id="{7387EF73-467A-4B89-B365-A62C8CF7BE39}"/>
              </a:ext>
            </a:extLst>
          </p:cNvPr>
          <p:cNvSpPr>
            <a:spLocks noGrp="1"/>
          </p:cNvSpPr>
          <p:nvPr>
            <p:ph type="title"/>
            <p:custDataLst>
              <p:tags r:id="rId7"/>
            </p:custDataLst>
          </p:nvPr>
        </p:nvSpPr>
        <p:spPr>
          <a:xfrm>
            <a:off x="554736" y="182372"/>
            <a:ext cx="7918704" cy="731520"/>
          </a:xfrm>
        </p:spPr>
        <p:txBody>
          <a:bodyPr vert="horz"/>
          <a:lstStyle>
            <a:lvl1pPr>
              <a:defRPr>
                <a:solidFill>
                  <a:schemeClr val="tx2"/>
                </a:solidFill>
              </a:defRPr>
            </a:lvl1pPr>
          </a:lstStyle>
          <a:p>
            <a:r>
              <a:rPr lang="en-US"/>
              <a:t>Click to edit Master title style</a:t>
            </a:r>
            <a:endParaRPr lang="en-US" dirty="0"/>
          </a:p>
        </p:txBody>
      </p:sp>
      <p:sp>
        <p:nvSpPr>
          <p:cNvPr id="27" name="3. Subtitle">
            <a:extLst>
              <a:ext uri="{FF2B5EF4-FFF2-40B4-BE49-F238E27FC236}">
                <a16:creationId xmlns:a16="http://schemas.microsoft.com/office/drawing/2014/main" id="{274629CD-1AB4-49FA-9F53-76F3C2EB06BF}"/>
              </a:ext>
            </a:extLst>
          </p:cNvPr>
          <p:cNvSpPr>
            <a:spLocks noGrp="1"/>
          </p:cNvSpPr>
          <p:nvPr>
            <p:ph type="subTitle" idx="1"/>
            <p:custDataLst>
              <p:tags r:id="rId8"/>
            </p:custDataLst>
          </p:nvPr>
        </p:nvSpPr>
        <p:spPr>
          <a:xfrm>
            <a:off x="554736" y="903861"/>
            <a:ext cx="7918704" cy="246221"/>
          </a:xfrm>
        </p:spPr>
        <p:txBody>
          <a:bodyPr anchor="t" anchorCtr="0">
            <a:spAutoFit/>
          </a:bodyPr>
          <a:lstStyle>
            <a:lvl1pPr>
              <a:defRPr>
                <a:solidFill>
                  <a:schemeClr val="tx2"/>
                </a:solidFill>
              </a:defRPr>
            </a:lvl1pPr>
          </a:lstStyle>
          <a:p>
            <a:r>
              <a:rPr lang="en-US" sz="1600" dirty="0"/>
              <a:t>Click to edit Master subtitle style</a:t>
            </a:r>
          </a:p>
        </p:txBody>
      </p:sp>
      <p:sp>
        <p:nvSpPr>
          <p:cNvPr id="28" name="1. On-page tracker">
            <a:extLst>
              <a:ext uri="{FF2B5EF4-FFF2-40B4-BE49-F238E27FC236}">
                <a16:creationId xmlns:a16="http://schemas.microsoft.com/office/drawing/2014/main" id="{DF5FDB83-729E-495E-B061-EB75DD93AD7B}"/>
              </a:ext>
            </a:extLst>
          </p:cNvPr>
          <p:cNvSpPr>
            <a:spLocks noGrp="1"/>
          </p:cNvSpPr>
          <p:nvPr>
            <p:ph type="body" sz="quarter" idx="17" hasCustomPrompt="1"/>
            <p:custDataLst>
              <p:tags r:id="rId9"/>
            </p:custDataLst>
          </p:nvPr>
        </p:nvSpPr>
        <p:spPr>
          <a:xfrm>
            <a:off x="9116813" y="78768"/>
            <a:ext cx="2520451" cy="123111"/>
          </a:xfrm>
        </p:spPr>
        <p:txBody>
          <a:bodyPr wrap="square"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18687019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Reverse Contrast 1/2">
    <p:bg>
      <p:bgPr>
        <a:solidFill>
          <a:schemeClr val="tx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B8ACA33-401E-43F4-A170-DD6C5D984D07}"/>
              </a:ext>
            </a:extLst>
          </p:cNvPr>
          <p:cNvGraphicFramePr>
            <a:graphicFrameLocks noChangeAspect="1"/>
          </p:cNvGraphicFramePr>
          <p:nvPr userDrawn="1">
            <p:custDataLst>
              <p:tags r:id="rId1"/>
            </p:custDataLst>
            <p:extLst>
              <p:ext uri="{D42A27DB-BD31-4B8C-83A1-F6EECF244321}">
                <p14:modId xmlns:p14="http://schemas.microsoft.com/office/powerpoint/2010/main" val="189180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4" name="Object 3" hidden="1">
                        <a:extLst>
                          <a:ext uri="{FF2B5EF4-FFF2-40B4-BE49-F238E27FC236}">
                            <a16:creationId xmlns:a16="http://schemas.microsoft.com/office/drawing/2014/main" id="{DB8ACA33-401E-43F4-A170-DD6C5D984D0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4231008-BBCB-47D1-91D5-881CAE172F7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2"/>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2"/>
              </a:solidFill>
              <a:latin typeface="+mn-lt"/>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tx1"/>
                </a:solidFill>
              </a:rPr>
              <a:t>Source: …</a:t>
            </a:r>
          </a:p>
        </p:txBody>
      </p:sp>
      <p:sp>
        <p:nvSpPr>
          <p:cNvPr id="16" name="2. Slide Title">
            <a:extLst>
              <a:ext uri="{FF2B5EF4-FFF2-40B4-BE49-F238E27FC236}">
                <a16:creationId xmlns:a16="http://schemas.microsoft.com/office/drawing/2014/main" id="{A6572372-0AB1-4E81-BB71-21DAADA26CB0}"/>
              </a:ext>
            </a:extLst>
          </p:cNvPr>
          <p:cNvSpPr>
            <a:spLocks noGrp="1"/>
          </p:cNvSpPr>
          <p:nvPr>
            <p:ph type="title"/>
            <p:custDataLst>
              <p:tags r:id="rId7"/>
            </p:custDataLst>
          </p:nvPr>
        </p:nvSpPr>
        <p:spPr>
          <a:xfrm>
            <a:off x="554736" y="182372"/>
            <a:ext cx="5065776" cy="731520"/>
          </a:xfrm>
        </p:spPr>
        <p:txBody>
          <a:bodyPr vert="horz"/>
          <a:lstStyle>
            <a:lvl1pPr>
              <a:defRPr>
                <a:solidFill>
                  <a:schemeClr val="tx1"/>
                </a:solidFill>
              </a:defRPr>
            </a:lvl1pPr>
          </a:lstStyle>
          <a:p>
            <a:r>
              <a:rPr lang="en-US"/>
              <a:t>Click to edit Master title style</a:t>
            </a:r>
            <a:endParaRPr lang="en-US" dirty="0"/>
          </a:p>
        </p:txBody>
      </p:sp>
      <p:sp>
        <p:nvSpPr>
          <p:cNvPr id="21" name="3. Subtitle">
            <a:extLst>
              <a:ext uri="{FF2B5EF4-FFF2-40B4-BE49-F238E27FC236}">
                <a16:creationId xmlns:a16="http://schemas.microsoft.com/office/drawing/2014/main" id="{ECA9DF7A-E368-4E06-81DB-9573DB7F92EA}"/>
              </a:ext>
            </a:extLst>
          </p:cNvPr>
          <p:cNvSpPr>
            <a:spLocks noGrp="1"/>
          </p:cNvSpPr>
          <p:nvPr>
            <p:ph type="subTitle" idx="1"/>
            <p:custDataLst>
              <p:tags r:id="rId8"/>
            </p:custDataLst>
          </p:nvPr>
        </p:nvSpPr>
        <p:spPr>
          <a:xfrm>
            <a:off x="554736" y="903861"/>
            <a:ext cx="5065776" cy="246221"/>
          </a:xfrm>
        </p:spPr>
        <p:txBody>
          <a:bodyPr anchor="t" anchorCtr="0">
            <a:spAutoFit/>
          </a:bodyPr>
          <a:lstStyle>
            <a:lvl1pPr>
              <a:defRPr>
                <a:solidFill>
                  <a:schemeClr val="tx1"/>
                </a:solidFill>
              </a:defRPr>
            </a:lvl1pPr>
          </a:lstStyle>
          <a:p>
            <a:r>
              <a:rPr lang="en-US" sz="1600" dirty="0"/>
              <a:t>Click to edit Master subtitle style</a:t>
            </a:r>
          </a:p>
        </p:txBody>
      </p:sp>
      <p:sp>
        <p:nvSpPr>
          <p:cNvPr id="24" name="1. On-page tracker">
            <a:extLst>
              <a:ext uri="{FF2B5EF4-FFF2-40B4-BE49-F238E27FC236}">
                <a16:creationId xmlns:a16="http://schemas.microsoft.com/office/drawing/2014/main" id="{0343DE71-74EF-4CF3-AB14-F26D42418051}"/>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solidFill>
                  <a:schemeClr val="tx2"/>
                </a:solidFill>
                <a:latin typeface="+mn-lt"/>
              </a:defRPr>
            </a:lvl1pPr>
          </a:lstStyle>
          <a:p>
            <a:pPr lvl="0"/>
            <a:r>
              <a:rPr lang="en-US" dirty="0"/>
              <a:t>Chapter › Topic</a:t>
            </a:r>
          </a:p>
        </p:txBody>
      </p:sp>
    </p:spTree>
    <p:extLst>
      <p:ext uri="{BB962C8B-B14F-4D97-AF65-F5344CB8AC3E}">
        <p14:creationId xmlns:p14="http://schemas.microsoft.com/office/powerpoint/2010/main" val="27837923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Reverse 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5277506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5702"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2"/>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tx1"/>
                </a:solidFill>
              </a:rPr>
              <a:t>Source: …</a:t>
            </a:r>
          </a:p>
        </p:txBody>
      </p:sp>
      <p:sp>
        <p:nvSpPr>
          <p:cNvPr id="21" name="2. Slide Title">
            <a:extLst>
              <a:ext uri="{FF2B5EF4-FFF2-40B4-BE49-F238E27FC236}">
                <a16:creationId xmlns:a16="http://schemas.microsoft.com/office/drawing/2014/main" id="{61BAB226-116B-4061-AAA6-FA0B19E0A17E}"/>
              </a:ext>
            </a:extLst>
          </p:cNvPr>
          <p:cNvSpPr>
            <a:spLocks noGrp="1"/>
          </p:cNvSpPr>
          <p:nvPr>
            <p:ph type="title"/>
            <p:custDataLst>
              <p:tags r:id="rId7"/>
            </p:custDataLst>
          </p:nvPr>
        </p:nvSpPr>
        <p:spPr>
          <a:xfrm>
            <a:off x="554736" y="2743200"/>
            <a:ext cx="3465576" cy="770400"/>
          </a:xfrm>
        </p:spPr>
        <p:txBody>
          <a:bodyPr vert="horz"/>
          <a:lstStyle>
            <a:lvl1pPr>
              <a:defRPr>
                <a:solidFill>
                  <a:schemeClr val="tx1"/>
                </a:solidFill>
              </a:defRPr>
            </a:lvl1pPr>
          </a:lstStyle>
          <a:p>
            <a:r>
              <a:rPr lang="en-US" dirty="0"/>
              <a:t>Click to edit Master title style</a:t>
            </a:r>
          </a:p>
        </p:txBody>
      </p:sp>
      <p:sp>
        <p:nvSpPr>
          <p:cNvPr id="22" name="3. Subtitle">
            <a:extLst>
              <a:ext uri="{FF2B5EF4-FFF2-40B4-BE49-F238E27FC236}">
                <a16:creationId xmlns:a16="http://schemas.microsoft.com/office/drawing/2014/main" id="{901EC9FA-65C7-4AC6-A9AC-B43BD4264291}"/>
              </a:ext>
            </a:extLst>
          </p:cNvPr>
          <p:cNvSpPr>
            <a:spLocks noGrp="1"/>
          </p:cNvSpPr>
          <p:nvPr>
            <p:ph type="subTitle" idx="1"/>
            <p:custDataLst>
              <p:tags r:id="rId8"/>
            </p:custDataLst>
          </p:nvPr>
        </p:nvSpPr>
        <p:spPr>
          <a:xfrm>
            <a:off x="554736" y="3661200"/>
            <a:ext cx="3465576" cy="244800"/>
          </a:xfrm>
        </p:spPr>
        <p:txBody>
          <a:bodyPr anchor="t" anchorCtr="0">
            <a:spAutoFit/>
          </a:bodyPr>
          <a:lstStyle>
            <a:lvl1pPr>
              <a:defRPr>
                <a:solidFill>
                  <a:schemeClr val="tx1"/>
                </a:solidFill>
              </a:defRPr>
            </a:lvl1pPr>
          </a:lstStyle>
          <a:p>
            <a:r>
              <a:rPr lang="en-US" sz="1600" dirty="0"/>
              <a:t>Click to edit Master subtitle style</a:t>
            </a:r>
          </a:p>
        </p:txBody>
      </p:sp>
      <p:sp>
        <p:nvSpPr>
          <p:cNvPr id="23" name="1. On-page tracker">
            <a:extLst>
              <a:ext uri="{FF2B5EF4-FFF2-40B4-BE49-F238E27FC236}">
                <a16:creationId xmlns:a16="http://schemas.microsoft.com/office/drawing/2014/main" id="{A75CDD39-93AC-4160-B69B-06F75E5A85A6}"/>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solidFill>
                  <a:schemeClr val="tx2"/>
                </a:solidFill>
                <a:latin typeface="+mn-lt"/>
              </a:defRPr>
            </a:lvl1pPr>
          </a:lstStyle>
          <a:p>
            <a:pPr lvl="0"/>
            <a:r>
              <a:rPr lang="en-US" dirty="0"/>
              <a:t>Chapter › Topic</a:t>
            </a:r>
          </a:p>
        </p:txBody>
      </p:sp>
    </p:spTree>
    <p:extLst>
      <p:ext uri="{BB962C8B-B14F-4D97-AF65-F5344CB8AC3E}">
        <p14:creationId xmlns:p14="http://schemas.microsoft.com/office/powerpoint/2010/main" val="28794959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Reverse 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34713505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5702"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2"/>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tx1"/>
                </a:solidFill>
              </a:rPr>
              <a:t>Source: …</a:t>
            </a:r>
          </a:p>
        </p:txBody>
      </p:sp>
      <p:sp>
        <p:nvSpPr>
          <p:cNvPr id="24" name="2. Slide Title">
            <a:extLst>
              <a:ext uri="{FF2B5EF4-FFF2-40B4-BE49-F238E27FC236}">
                <a16:creationId xmlns:a16="http://schemas.microsoft.com/office/drawing/2014/main" id="{931FDB32-E5DC-4F7F-A1B1-FB3CC830903E}"/>
              </a:ext>
            </a:extLst>
          </p:cNvPr>
          <p:cNvSpPr>
            <a:spLocks noGrp="1"/>
          </p:cNvSpPr>
          <p:nvPr>
            <p:ph type="title" hasCustomPrompt="1"/>
            <p:custDataLst>
              <p:tags r:id="rId7"/>
            </p:custDataLst>
          </p:nvPr>
        </p:nvSpPr>
        <p:spPr>
          <a:xfrm>
            <a:off x="554736" y="2743200"/>
            <a:ext cx="2514600" cy="770400"/>
          </a:xfrm>
        </p:spPr>
        <p:txBody>
          <a:bodyPr vert="horz"/>
          <a:lstStyle>
            <a:lvl1pPr>
              <a:defRPr>
                <a:solidFill>
                  <a:schemeClr val="tx1"/>
                </a:solidFill>
              </a:defRPr>
            </a:lvl1pPr>
          </a:lstStyle>
          <a:p>
            <a:r>
              <a:rPr lang="en-US" dirty="0"/>
              <a:t>Click to edit title style</a:t>
            </a:r>
          </a:p>
        </p:txBody>
      </p:sp>
      <p:sp>
        <p:nvSpPr>
          <p:cNvPr id="25" name="3. Subtitle">
            <a:extLst>
              <a:ext uri="{FF2B5EF4-FFF2-40B4-BE49-F238E27FC236}">
                <a16:creationId xmlns:a16="http://schemas.microsoft.com/office/drawing/2014/main" id="{04057707-3F89-441E-A13E-6FCB40A78D50}"/>
              </a:ext>
            </a:extLst>
          </p:cNvPr>
          <p:cNvSpPr>
            <a:spLocks noGrp="1"/>
          </p:cNvSpPr>
          <p:nvPr>
            <p:ph type="subTitle" idx="1" hasCustomPrompt="1"/>
            <p:custDataLst>
              <p:tags r:id="rId8"/>
            </p:custDataLst>
          </p:nvPr>
        </p:nvSpPr>
        <p:spPr>
          <a:xfrm>
            <a:off x="554736" y="3661200"/>
            <a:ext cx="2514600" cy="246221"/>
          </a:xfrm>
        </p:spPr>
        <p:txBody>
          <a:bodyPr anchor="t" anchorCtr="0">
            <a:spAutoFit/>
          </a:bodyPr>
          <a:lstStyle>
            <a:lvl1pPr>
              <a:defRPr>
                <a:solidFill>
                  <a:schemeClr val="tx1"/>
                </a:solidFill>
              </a:defRPr>
            </a:lvl1pPr>
          </a:lstStyle>
          <a:p>
            <a:r>
              <a:rPr lang="en-US" sz="1600" dirty="0"/>
              <a:t>Click to edit subtitle style</a:t>
            </a:r>
          </a:p>
        </p:txBody>
      </p:sp>
      <p:sp>
        <p:nvSpPr>
          <p:cNvPr id="26" name="1. On-page tracker">
            <a:extLst>
              <a:ext uri="{FF2B5EF4-FFF2-40B4-BE49-F238E27FC236}">
                <a16:creationId xmlns:a16="http://schemas.microsoft.com/office/drawing/2014/main" id="{95F50EB6-435E-4A8C-B188-9BE2198DB2B9}"/>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solidFill>
                  <a:schemeClr val="tx2"/>
                </a:solidFill>
                <a:latin typeface="+mn-lt"/>
              </a:defRPr>
            </a:lvl1pPr>
          </a:lstStyle>
          <a:p>
            <a:pPr lvl="0"/>
            <a:r>
              <a:rPr lang="en-US" dirty="0"/>
              <a:t>Chapter › Topic</a:t>
            </a:r>
          </a:p>
        </p:txBody>
      </p:sp>
    </p:spTree>
    <p:extLst>
      <p:ext uri="{BB962C8B-B14F-4D97-AF65-F5344CB8AC3E}">
        <p14:creationId xmlns:p14="http://schemas.microsoft.com/office/powerpoint/2010/main" val="13798855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ntrast 3-line">
    <p:spTree>
      <p:nvGrpSpPr>
        <p:cNvPr id="1" name=""/>
        <p:cNvGrpSpPr/>
        <p:nvPr/>
      </p:nvGrpSpPr>
      <p:grpSpPr>
        <a:xfrm>
          <a:off x="0" y="0"/>
          <a:ext cx="0" cy="0"/>
          <a:chOff x="0" y="0"/>
          <a:chExt cx="0" cy="0"/>
        </a:xfrm>
      </p:grpSpPr>
      <p:sp>
        <p:nvSpPr>
          <p:cNvPr id="14" name="SlideLogoText">
            <a:extLst>
              <a:ext uri="{FF2B5EF4-FFF2-40B4-BE49-F238E27FC236}">
                <a16:creationId xmlns:a16="http://schemas.microsoft.com/office/drawing/2014/main" id="{B789CE62-716F-47B1-B8FE-60436A1FA5A7}"/>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a:noAutofit/>
          </a:bodyPr>
          <a:lstStyle>
            <a:lvl1pPr>
              <a:defRPr/>
            </a:lvl1pPr>
          </a:lstStyle>
          <a:p>
            <a:r>
              <a:rPr lang="en-US" dirty="0"/>
              <a:t>Click to edit Master title style</a:t>
            </a:r>
          </a:p>
        </p:txBody>
      </p:sp>
      <p:sp>
        <p:nvSpPr>
          <p:cNvPr id="10" name="5. Source" hidden="1">
            <a:extLst>
              <a:ext uri="{FF2B5EF4-FFF2-40B4-BE49-F238E27FC236}">
                <a16:creationId xmlns:a16="http://schemas.microsoft.com/office/drawing/2014/main" id="{67B1A162-B59D-4B89-B39B-FBDD9E751175}"/>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9" name="1. On-page tracker">
            <a:extLst>
              <a:ext uri="{FF2B5EF4-FFF2-40B4-BE49-F238E27FC236}">
                <a16:creationId xmlns:a16="http://schemas.microsoft.com/office/drawing/2014/main" id="{4511BB28-C86B-4C18-B1A3-EF33CF458B8E}"/>
              </a:ext>
            </a:extLst>
          </p:cNvPr>
          <p:cNvSpPr>
            <a:spLocks noGrp="1"/>
          </p:cNvSpPr>
          <p:nvPr>
            <p:ph type="body" sz="quarter" idx="17" hasCustomPrompt="1"/>
            <p:custDataLst>
              <p:tags r:id="rId5"/>
            </p:custDataLst>
          </p:nvPr>
        </p:nvSpPr>
        <p:spPr>
          <a:xfrm>
            <a:off x="7156704" y="78768"/>
            <a:ext cx="4480560" cy="123111"/>
          </a:xfrm>
        </p:spPr>
        <p:txBody>
          <a:bodyPr anchor="ctr" anchorCtr="0">
            <a:spAutoFit/>
          </a:bodyPr>
          <a:lstStyle>
            <a:lvl1pPr algn="r">
              <a:defRPr sz="800">
                <a:solidFill>
                  <a:schemeClr val="tx1"/>
                </a:solidFill>
                <a:latin typeface="+mn-lt"/>
              </a:defRPr>
            </a:lvl1pPr>
          </a:lstStyle>
          <a:p>
            <a:pPr lvl="0"/>
            <a:r>
              <a:rPr lang="en-US" dirty="0"/>
              <a:t>Chapter › Topic</a:t>
            </a:r>
          </a:p>
        </p:txBody>
      </p:sp>
    </p:spTree>
    <p:extLst>
      <p:ext uri="{BB962C8B-B14F-4D97-AF65-F5344CB8AC3E}">
        <p14:creationId xmlns:p14="http://schemas.microsoft.com/office/powerpoint/2010/main" val="15464079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Contrast Custom">
    <p:spTree>
      <p:nvGrpSpPr>
        <p:cNvPr id="1" name=""/>
        <p:cNvGrpSpPr/>
        <p:nvPr/>
      </p:nvGrpSpPr>
      <p:grpSpPr>
        <a:xfrm>
          <a:off x="0" y="0"/>
          <a:ext cx="0" cy="0"/>
          <a:chOff x="0" y="0"/>
          <a:chExt cx="0" cy="0"/>
        </a:xfrm>
      </p:grpSpPr>
      <p:sp>
        <p:nvSpPr>
          <p:cNvPr id="4" name="SlideLogoText">
            <a:extLst>
              <a:ext uri="{FF2B5EF4-FFF2-40B4-BE49-F238E27FC236}">
                <a16:creationId xmlns:a16="http://schemas.microsoft.com/office/drawing/2014/main" id="{2F705A80-1DB0-43C3-A71A-9587E6BCC3AD}"/>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McKinsey &amp; Company</a:t>
            </a:r>
          </a:p>
        </p:txBody>
      </p:sp>
      <p:sp>
        <p:nvSpPr>
          <p:cNvPr id="5" name="Slide Number">
            <a:extLst>
              <a:ext uri="{FF2B5EF4-FFF2-40B4-BE49-F238E27FC236}">
                <a16:creationId xmlns:a16="http://schemas.microsoft.com/office/drawing/2014/main" id="{4833D5AF-2A75-4978-AA54-00BA594BBA72}"/>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48684DB6-320C-4E95-A29C-791B412C8164}"/>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7" name="1. On-page tracker">
            <a:extLst>
              <a:ext uri="{FF2B5EF4-FFF2-40B4-BE49-F238E27FC236}">
                <a16:creationId xmlns:a16="http://schemas.microsoft.com/office/drawing/2014/main" id="{AD9436C5-E5F5-42BD-9013-D04449180E92}"/>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solidFill>
                  <a:schemeClr val="tx1"/>
                </a:solidFill>
                <a:latin typeface="+mn-lt"/>
              </a:defRPr>
            </a:lvl1pPr>
          </a:lstStyle>
          <a:p>
            <a:pPr lvl="0"/>
            <a:r>
              <a:rPr lang="en-US" dirty="0"/>
              <a:t>Chapter › Topic</a:t>
            </a:r>
          </a:p>
        </p:txBody>
      </p:sp>
    </p:spTree>
    <p:extLst>
      <p:ext uri="{BB962C8B-B14F-4D97-AF65-F5344CB8AC3E}">
        <p14:creationId xmlns:p14="http://schemas.microsoft.com/office/powerpoint/2010/main" val="3196490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Contrast End">
    <p:bg>
      <p:bgPr>
        <a:solidFill>
          <a:srgbClr val="FFFFFF"/>
        </a:solidFill>
        <a:effectLst/>
      </p:bgPr>
    </p:bg>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CA123D5B-74B8-F064-78F4-0D9EDB033343}"/>
              </a:ext>
            </a:extLst>
          </p:cNvPr>
          <p:cNvPicPr>
            <a:picLocks noChangeAspect="1"/>
          </p:cNvPicPr>
          <p:nvPr userDrawn="1">
            <p:custDataLst>
              <p:tags r:id="rId1"/>
            </p:custDataLst>
          </p:nvPr>
        </p:nvPicPr>
        <p:blipFill>
          <a:blip r:embed="rId6"/>
          <a:stretch>
            <a:fillRect/>
          </a:stretch>
        </p:blipFill>
        <p:spPr>
          <a:xfrm>
            <a:off x="0" y="0"/>
            <a:ext cx="12192000" cy="6858000"/>
          </a:xfrm>
          <a:prstGeom prst="rect">
            <a:avLst/>
          </a:prstGeom>
        </p:spPr>
      </p:pic>
      <p:graphicFrame>
        <p:nvGraphicFramePr>
          <p:cNvPr id="2" name="Object 1" hidden="1">
            <a:extLst>
              <a:ext uri="{FF2B5EF4-FFF2-40B4-BE49-F238E27FC236}">
                <a16:creationId xmlns:a16="http://schemas.microsoft.com/office/drawing/2014/main" id="{D491B0EE-37B4-4A8C-9C8F-48909747EA09}"/>
              </a:ext>
            </a:extLst>
          </p:cNvPr>
          <p:cNvGraphicFramePr>
            <a:graphicFrameLocks noChangeAspect="1"/>
          </p:cNvGraphicFramePr>
          <p:nvPr userDrawn="1">
            <p:custDataLst>
              <p:tags r:id="rId2"/>
            </p:custDataLst>
            <p:extLst>
              <p:ext uri="{D42A27DB-BD31-4B8C-83A1-F6EECF244321}">
                <p14:modId xmlns:p14="http://schemas.microsoft.com/office/powerpoint/2010/main" val="18422630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44" imgH="344" progId="TCLayout.ActiveDocument.1">
                  <p:embed/>
                </p:oleObj>
              </mc:Choice>
              <mc:Fallback>
                <p:oleObj name="think-cell Slide" r:id="rId7" imgW="344" imgH="344" progId="TCLayout.ActiveDocument.1">
                  <p:embed/>
                  <p:pic>
                    <p:nvPicPr>
                      <p:cNvPr id="2" name="Object 1" hidden="1">
                        <a:extLst>
                          <a:ext uri="{FF2B5EF4-FFF2-40B4-BE49-F238E27FC236}">
                            <a16:creationId xmlns:a16="http://schemas.microsoft.com/office/drawing/2014/main" id="{D491B0EE-37B4-4A8C-9C8F-48909747EA09}"/>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grpSp>
        <p:nvGrpSpPr>
          <p:cNvPr id="13" name="logoimage">
            <a:extLst>
              <a:ext uri="{FF2B5EF4-FFF2-40B4-BE49-F238E27FC236}">
                <a16:creationId xmlns:a16="http://schemas.microsoft.com/office/drawing/2014/main" id="{AD0997EF-FD61-992F-A8FF-31AE0FC310F2}"/>
              </a:ext>
            </a:extLst>
          </p:cNvPr>
          <p:cNvGrpSpPr/>
          <p:nvPr userDrawn="1">
            <p:custDataLst>
              <p:tags r:id="rId3"/>
            </p:custDataLst>
          </p:nvPr>
        </p:nvGrpSpPr>
        <p:grpSpPr>
          <a:xfrm>
            <a:off x="549271" y="481161"/>
            <a:ext cx="1893202" cy="585216"/>
            <a:chOff x="549271" y="481161"/>
            <a:chExt cx="1893202" cy="585216"/>
          </a:xfrm>
        </p:grpSpPr>
        <p:sp>
          <p:nvSpPr>
            <p:cNvPr id="8" name="AutoShape 3">
              <a:extLst>
                <a:ext uri="{FF2B5EF4-FFF2-40B4-BE49-F238E27FC236}">
                  <a16:creationId xmlns:a16="http://schemas.microsoft.com/office/drawing/2014/main" id="{FD120780-E7D0-42EA-AB5A-363335299EBE}"/>
                </a:ext>
              </a:extLst>
            </p:cNvPr>
            <p:cNvSpPr>
              <a:spLocks noChangeAspect="1" noChangeArrowheads="1" noTextEdit="1"/>
            </p:cNvSpPr>
            <p:nvPr userDrawn="1"/>
          </p:nvSpPr>
          <p:spPr bwMode="black">
            <a:xfrm>
              <a:off x="549271" y="481161"/>
              <a:ext cx="1893202"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sp>
          <p:nvSpPr>
            <p:cNvPr id="9" name="Freeform 5">
              <a:extLst>
                <a:ext uri="{FF2B5EF4-FFF2-40B4-BE49-F238E27FC236}">
                  <a16:creationId xmlns:a16="http://schemas.microsoft.com/office/drawing/2014/main" id="{A9C60168-96E8-4CC3-91EC-B2F7F57959D9}"/>
                </a:ext>
              </a:extLst>
            </p:cNvPr>
            <p:cNvSpPr>
              <a:spLocks noEditPoints="1"/>
            </p:cNvSpPr>
            <p:nvPr userDrawn="1"/>
          </p:nvSpPr>
          <p:spPr bwMode="black">
            <a:xfrm>
              <a:off x="549271" y="481408"/>
              <a:ext cx="1893202"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grpSp>
      <p:sp>
        <p:nvSpPr>
          <p:cNvPr id="10" name="5. Source" hidden="1">
            <a:extLst>
              <a:ext uri="{FF2B5EF4-FFF2-40B4-BE49-F238E27FC236}">
                <a16:creationId xmlns:a16="http://schemas.microsoft.com/office/drawing/2014/main" id="{EED9D83D-9CC3-45F3-876D-CC42BC0B70E0}"/>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Tree>
    <p:extLst>
      <p:ext uri="{BB962C8B-B14F-4D97-AF65-F5344CB8AC3E}">
        <p14:creationId xmlns:p14="http://schemas.microsoft.com/office/powerpoint/2010/main" val="138970500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18" Type="http://schemas.openxmlformats.org/officeDocument/2006/relationships/tags" Target="../tags/tag2.xml"/><Relationship Id="rId19" Type="http://schemas.openxmlformats.org/officeDocument/2006/relationships/tags" Target="../tags/tag3.xml"/><Relationship Id="rId20" Type="http://schemas.openxmlformats.org/officeDocument/2006/relationships/tags" Target="../tags/tag4.xml"/><Relationship Id="rId21" Type="http://schemas.openxmlformats.org/officeDocument/2006/relationships/tags" Target="../tags/tag5.xml"/><Relationship Id="rId22" Type="http://schemas.openxmlformats.org/officeDocument/2006/relationships/tags" Target="../tags/tag6.xml"/><Relationship Id="rId23" Type="http://schemas.openxmlformats.org/officeDocument/2006/relationships/tags" Target="../tags/tag7.xml"/><Relationship Id="rId24" Type="http://schemas.openxmlformats.org/officeDocument/2006/relationships/tags" Target="../tags/tag8.xml"/><Relationship Id="rId25" Type="http://schemas.openxmlformats.org/officeDocument/2006/relationships/tags" Target="../tags/tag9.xml"/><Relationship Id="rId26" Type="http://schemas.openxmlformats.org/officeDocument/2006/relationships/tags" Target="../tags/tag10.xml"/><Relationship Id="rId27" Type="http://schemas.openxmlformats.org/officeDocument/2006/relationships/tags" Target="../tags/tag11.xml"/><Relationship Id="rId28" Type="http://schemas.openxmlformats.org/officeDocument/2006/relationships/tags" Target="../tags/tag12.xml"/><Relationship Id="rId29" Type="http://schemas.openxmlformats.org/officeDocument/2006/relationships/tags" Target="../tags/tag13.xml"/><Relationship Id="rId30" Type="http://schemas.openxmlformats.org/officeDocument/2006/relationships/tags" Target="../tags/tag14.xml"/><Relationship Id="rId31" Type="http://schemas.openxmlformats.org/officeDocument/2006/relationships/tags" Target="../tags/tag15.xml"/><Relationship Id="rId32" Type="http://schemas.openxmlformats.org/officeDocument/2006/relationships/tags" Target="../tags/tag16.xml"/><Relationship Id="rId33" Type="http://schemas.openxmlformats.org/officeDocument/2006/relationships/tags" Target="../tags/tag17.xml"/><Relationship Id="rId34" Type="http://schemas.openxmlformats.org/officeDocument/2006/relationships/tags" Target="../tags/tag18.xml"/><Relationship Id="rId35" Type="http://schemas.openxmlformats.org/officeDocument/2006/relationships/tags" Target="../tags/tag19.xml"/><Relationship Id="rId36" Type="http://schemas.openxmlformats.org/officeDocument/2006/relationships/tags" Target="../tags/tag20.xml"/><Relationship Id="rId37" Type="http://schemas.openxmlformats.org/officeDocument/2006/relationships/tags" Target="../tags/tag21.xml"/><Relationship Id="rId38" Type="http://schemas.openxmlformats.org/officeDocument/2006/relationships/tags" Target="../tags/tag22.xml"/><Relationship Id="rId39" Type="http://schemas.openxmlformats.org/officeDocument/2006/relationships/oleObject" Target="../embeddings/oleObject1.bin"/><Relationship Id="rId40" Type="http://schemas.openxmlformats.org/officeDocument/2006/relationships/image" Target="../media/image1.emf"/><Relationship Id="rId41"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 Id="rId9" Type="http://schemas.openxmlformats.org/officeDocument/2006/relationships/slideLayout" Target="../slideLayouts/slideLayout25.xml"/><Relationship Id="rId10" Type="http://schemas.openxmlformats.org/officeDocument/2006/relationships/slideLayout" Target="../slideLayouts/slideLayout26.xml"/><Relationship Id="rId11" Type="http://schemas.openxmlformats.org/officeDocument/2006/relationships/slideLayout" Target="../slideLayouts/slideLayout27.xml"/><Relationship Id="rId12" Type="http://schemas.openxmlformats.org/officeDocument/2006/relationships/slideLayout" Target="../slideLayouts/slideLayout28.xml"/><Relationship Id="rId13" Type="http://schemas.openxmlformats.org/officeDocument/2006/relationships/slideLayout" Target="../slideLayouts/slideLayout29.xml"/><Relationship Id="rId14" Type="http://schemas.openxmlformats.org/officeDocument/2006/relationships/slideLayout" Target="../slideLayouts/slideLayout30.xml"/><Relationship Id="rId15" Type="http://schemas.openxmlformats.org/officeDocument/2006/relationships/slideLayout" Target="../slideLayouts/slideLayout31.xml"/><Relationship Id="rId16" Type="http://schemas.openxmlformats.org/officeDocument/2006/relationships/slideLayout" Target="../slideLayouts/slideLayout32.xml"/><Relationship Id="rId17" Type="http://schemas.openxmlformats.org/officeDocument/2006/relationships/slideLayout" Target="../slideLayouts/slideLayout33.xml"/><Relationship Id="rId18" Type="http://schemas.openxmlformats.org/officeDocument/2006/relationships/theme" Target="../theme/theme2.xml"/><Relationship Id="rId19" Type="http://schemas.openxmlformats.org/officeDocument/2006/relationships/tags" Target="../tags/tag118.xml"/><Relationship Id="rId20" Type="http://schemas.openxmlformats.org/officeDocument/2006/relationships/tags" Target="../tags/tag119.xml"/><Relationship Id="rId21" Type="http://schemas.openxmlformats.org/officeDocument/2006/relationships/tags" Target="../tags/tag120.xml"/><Relationship Id="rId22" Type="http://schemas.openxmlformats.org/officeDocument/2006/relationships/tags" Target="../tags/tag121.xml"/><Relationship Id="rId23" Type="http://schemas.openxmlformats.org/officeDocument/2006/relationships/tags" Target="../tags/tag122.xml"/><Relationship Id="rId24" Type="http://schemas.openxmlformats.org/officeDocument/2006/relationships/tags" Target="../tags/tag123.xml"/><Relationship Id="rId25" Type="http://schemas.openxmlformats.org/officeDocument/2006/relationships/tags" Target="../tags/tag124.xml"/><Relationship Id="rId26" Type="http://schemas.openxmlformats.org/officeDocument/2006/relationships/tags" Target="../tags/tag125.xml"/><Relationship Id="rId27" Type="http://schemas.openxmlformats.org/officeDocument/2006/relationships/tags" Target="../tags/tag126.xml"/><Relationship Id="rId28" Type="http://schemas.openxmlformats.org/officeDocument/2006/relationships/tags" Target="../tags/tag127.xml"/><Relationship Id="rId29" Type="http://schemas.openxmlformats.org/officeDocument/2006/relationships/tags" Target="../tags/tag128.xml"/><Relationship Id="rId30" Type="http://schemas.openxmlformats.org/officeDocument/2006/relationships/tags" Target="../tags/tag129.xml"/><Relationship Id="rId31" Type="http://schemas.openxmlformats.org/officeDocument/2006/relationships/tags" Target="../tags/tag130.xml"/><Relationship Id="rId32" Type="http://schemas.openxmlformats.org/officeDocument/2006/relationships/tags" Target="../tags/tag131.xml"/><Relationship Id="rId33" Type="http://schemas.openxmlformats.org/officeDocument/2006/relationships/tags" Target="../tags/tag132.xml"/><Relationship Id="rId34" Type="http://schemas.openxmlformats.org/officeDocument/2006/relationships/tags" Target="../tags/tag133.xml"/><Relationship Id="rId35" Type="http://schemas.openxmlformats.org/officeDocument/2006/relationships/tags" Target="../tags/tag134.xml"/><Relationship Id="rId36" Type="http://schemas.openxmlformats.org/officeDocument/2006/relationships/tags" Target="../tags/tag135.xml"/><Relationship Id="rId37" Type="http://schemas.openxmlformats.org/officeDocument/2006/relationships/tags" Target="../tags/tag136.xml"/><Relationship Id="rId38" Type="http://schemas.openxmlformats.org/officeDocument/2006/relationships/tags" Target="../tags/tag137.xml"/><Relationship Id="rId39" Type="http://schemas.openxmlformats.org/officeDocument/2006/relationships/tags" Target="../tags/tag138.xml"/><Relationship Id="rId40" Type="http://schemas.openxmlformats.org/officeDocument/2006/relationships/oleObject" Target="../embeddings/oleObject11.bin"/><Relationship Id="rId41" Type="http://schemas.openxmlformats.org/officeDocument/2006/relationships/image" Target="../media/image5.emf"/><Relationship Id="rId42" Type="http://schemas.openxmlformats.org/officeDocument/2006/relationships/image" Target="../media/image8.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18"/>
            </p:custDataLst>
            <p:extLst>
              <p:ext uri="{D42A27DB-BD31-4B8C-83A1-F6EECF244321}">
                <p14:modId xmlns:p14="http://schemas.microsoft.com/office/powerpoint/2010/main" val="15842838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9" imgW="413" imgH="416" progId="TCLayout.ActiveDocument.1">
                  <p:embed/>
                </p:oleObj>
              </mc:Choice>
              <mc:Fallback>
                <p:oleObj name="think-cell Slide" r:id="rId39" imgW="413" imgH="416" progId="TCLayout.ActiveDocument.1">
                  <p:embed/>
                  <p:pic>
                    <p:nvPicPr>
                      <p:cNvPr id="3" name="Object 2" hidden="1">
                        <a:extLst>
                          <a:ext uri="{FF2B5EF4-FFF2-40B4-BE49-F238E27FC236}">
                            <a16:creationId xmlns:a16="http://schemas.microsoft.com/office/drawing/2014/main" id="{4BC40847-AF8B-4097-9A07-2349A751A051}"/>
                          </a:ext>
                        </a:extLst>
                      </p:cNvPr>
                      <p:cNvPicPr/>
                      <p:nvPr/>
                    </p:nvPicPr>
                    <p:blipFill>
                      <a:blip r:embed="rId4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194173E-7BB3-47F4-8EAD-18BFC563F97A}"/>
              </a:ext>
            </a:extLst>
          </p:cNvPr>
          <p:cNvSpPr/>
          <p:nvPr userDrawn="1">
            <p:custDataLst>
              <p:tags r:id="rId19"/>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userDrawn="1">
            <p:custDataLst>
              <p:tags r:id="rId20"/>
            </p:custDataLst>
          </p:nvPr>
        </p:nvSpPr>
        <p:spPr>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McKinsey &amp; Company</a:t>
            </a:r>
          </a:p>
        </p:txBody>
      </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21"/>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dirty="0">
                <a:latin typeface="+mn-lt"/>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2"/>
            </p:custDataLst>
          </p:nvPr>
        </p:nvSpPr>
        <p:spPr>
          <a:xfrm>
            <a:off x="554736" y="172212"/>
            <a:ext cx="11082528" cy="731520"/>
          </a:xfrm>
          <a:prstGeom prst="rect">
            <a:avLst/>
          </a:prstGeom>
        </p:spPr>
        <p:txBody>
          <a:bodyPr vert="horz" wrap="square" lIns="0" tIns="0" rIns="0" bIns="0" rtlCol="0" anchor="b" anchorCtr="0">
            <a:noAutofit/>
          </a:bodyPr>
          <a:lstStyle/>
          <a:p>
            <a:r>
              <a:rPr lang="en-US"/>
              <a:t>Click to edit Master title style</a:t>
            </a:r>
            <a:endParaRPr lang="en-US" dirty="0"/>
          </a:p>
        </p:txBody>
      </p:sp>
      <p:sp>
        <p:nvSpPr>
          <p:cNvPr id="58" name="Text Placeholder 2">
            <a:extLst>
              <a:ext uri="{FF2B5EF4-FFF2-40B4-BE49-F238E27FC236}">
                <a16:creationId xmlns:a16="http://schemas.microsoft.com/office/drawing/2014/main" id="{192DB789-515B-4504-BE53-6445F2427687}"/>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6" name="Grid" hidden="1">
            <a:extLst>
              <a:ext uri="{FF2B5EF4-FFF2-40B4-BE49-F238E27FC236}">
                <a16:creationId xmlns:a16="http://schemas.microsoft.com/office/drawing/2014/main" id="{6579EC00-B6CE-6B6A-27BD-68A33477E9F1}"/>
              </a:ext>
            </a:extLst>
          </p:cNvPr>
          <p:cNvPicPr>
            <a:picLocks noChangeAspect="1"/>
          </p:cNvPicPr>
          <p:nvPr userDrawn="1">
            <p:custDataLst>
              <p:tags r:id="rId23"/>
            </p:custDataLst>
          </p:nvPr>
        </p:nvPicPr>
        <p:blipFill>
          <a:blip>
            <a:extLst>
              <a:ext uri="{96DAC541-7B7A-43D3-8B79-37D633B846F1}">
                <asvg:svgBlip xmlns:asvg="http://schemas.microsoft.com/office/drawing/2016/SVG/main" r:embed="rId41"/>
              </a:ext>
            </a:extLst>
          </a:blip>
          <a:stretch>
            <a:fillRect/>
          </a:stretch>
        </p:blipFill>
        <p:spPr>
          <a:xfrm>
            <a:off x="3699" y="0"/>
            <a:ext cx="12184602" cy="6858000"/>
          </a:xfrm>
          <a:prstGeom prst="rect">
            <a:avLst/>
          </a:prstGeom>
        </p:spPr>
      </p:pic>
      <p:grpSp>
        <p:nvGrpSpPr>
          <p:cNvPr id="187" name="LegendBoxes" hidden="1">
            <a:extLst>
              <a:ext uri="{FF2B5EF4-FFF2-40B4-BE49-F238E27FC236}">
                <a16:creationId xmlns:a16="http://schemas.microsoft.com/office/drawing/2014/main" id="{5048A9C9-0655-49B2-A283-6A54678F321B}"/>
              </a:ext>
            </a:extLst>
          </p:cNvPr>
          <p:cNvGrpSpPr/>
          <p:nvPr userDrawn="1"/>
        </p:nvGrpSpPr>
        <p:grpSpPr>
          <a:xfrm>
            <a:off x="10728000" y="4323600"/>
            <a:ext cx="984864" cy="1717282"/>
            <a:chOff x="9585951" y="2980105"/>
            <a:chExt cx="984864" cy="1717282"/>
          </a:xfrm>
        </p:grpSpPr>
        <p:sp>
          <p:nvSpPr>
            <p:cNvPr id="188" name="RectangleLegend1">
              <a:extLst>
                <a:ext uri="{FF2B5EF4-FFF2-40B4-BE49-F238E27FC236}">
                  <a16:creationId xmlns:a16="http://schemas.microsoft.com/office/drawing/2014/main" id="{8F219674-AEDF-41A7-B3C3-07BD8D165776}"/>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9" name="RectangleLegend2">
              <a:extLst>
                <a:ext uri="{FF2B5EF4-FFF2-40B4-BE49-F238E27FC236}">
                  <a16:creationId xmlns:a16="http://schemas.microsoft.com/office/drawing/2014/main" id="{76884974-3CCD-4F11-B109-02708F18B04E}"/>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0" name="RectangleLegend3">
              <a:extLst>
                <a:ext uri="{FF2B5EF4-FFF2-40B4-BE49-F238E27FC236}">
                  <a16:creationId xmlns:a16="http://schemas.microsoft.com/office/drawing/2014/main" id="{D440B2EC-6FE5-4259-BA11-DC2E3B68E637}"/>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1" name="RectangleLegend4">
              <a:extLst>
                <a:ext uri="{FF2B5EF4-FFF2-40B4-BE49-F238E27FC236}">
                  <a16:creationId xmlns:a16="http://schemas.microsoft.com/office/drawing/2014/main" id="{52FE9D34-332E-47CD-94B8-12A069181C03}"/>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2" name="RectangleLegend5">
              <a:extLst>
                <a:ext uri="{FF2B5EF4-FFF2-40B4-BE49-F238E27FC236}">
                  <a16:creationId xmlns:a16="http://schemas.microsoft.com/office/drawing/2014/main" id="{1D6EA8D9-42BE-4743-876B-1050D1436021}"/>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3" name="Legend1">
              <a:extLst>
                <a:ext uri="{FF2B5EF4-FFF2-40B4-BE49-F238E27FC236}">
                  <a16:creationId xmlns:a16="http://schemas.microsoft.com/office/drawing/2014/main" id="{50F3208A-D1A9-4DEE-B968-1381D0DE88E8}"/>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4" name="Legend2">
              <a:extLst>
                <a:ext uri="{FF2B5EF4-FFF2-40B4-BE49-F238E27FC236}">
                  <a16:creationId xmlns:a16="http://schemas.microsoft.com/office/drawing/2014/main" id="{69AC8C80-52E4-4497-A147-009E23FB42A5}"/>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5" name="Legend3">
              <a:extLst>
                <a:ext uri="{FF2B5EF4-FFF2-40B4-BE49-F238E27FC236}">
                  <a16:creationId xmlns:a16="http://schemas.microsoft.com/office/drawing/2014/main" id="{218BEB5C-C19E-451D-B538-56A492CF74C6}"/>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6" name="Legend4">
              <a:extLst>
                <a:ext uri="{FF2B5EF4-FFF2-40B4-BE49-F238E27FC236}">
                  <a16:creationId xmlns:a16="http://schemas.microsoft.com/office/drawing/2014/main" id="{B77C1590-32D9-4A52-8AF0-454D06E80BF2}"/>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7" name="Legend5">
              <a:extLst>
                <a:ext uri="{FF2B5EF4-FFF2-40B4-BE49-F238E27FC236}">
                  <a16:creationId xmlns:a16="http://schemas.microsoft.com/office/drawing/2014/main" id="{A40A9DB6-E1B2-47A6-8B66-4FCDC31DD60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grpSp>
        <p:nvGrpSpPr>
          <p:cNvPr id="4" name="LegendMoons" hidden="1">
            <a:extLst>
              <a:ext uri="{FF2B5EF4-FFF2-40B4-BE49-F238E27FC236}">
                <a16:creationId xmlns:a16="http://schemas.microsoft.com/office/drawing/2014/main" id="{A74D0957-B8E1-0203-5942-B3CDCECEFC07}"/>
              </a:ext>
            </a:extLst>
          </p:cNvPr>
          <p:cNvGrpSpPr/>
          <p:nvPr userDrawn="1"/>
        </p:nvGrpSpPr>
        <p:grpSpPr>
          <a:xfrm>
            <a:off x="10692000" y="1339200"/>
            <a:ext cx="1023616" cy="1731859"/>
            <a:chOff x="7723680" y="1702457"/>
            <a:chExt cx="1023616" cy="1731859"/>
          </a:xfrm>
        </p:grpSpPr>
        <p:sp>
          <p:nvSpPr>
            <p:cNvPr id="5" name="Legend1">
              <a:extLst>
                <a:ext uri="{FF2B5EF4-FFF2-40B4-BE49-F238E27FC236}">
                  <a16:creationId xmlns:a16="http://schemas.microsoft.com/office/drawing/2014/main" id="{A579D789-E781-7373-9902-2ED2044F84A0}"/>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6" name="Legend2">
              <a:extLst>
                <a:ext uri="{FF2B5EF4-FFF2-40B4-BE49-F238E27FC236}">
                  <a16:creationId xmlns:a16="http://schemas.microsoft.com/office/drawing/2014/main" id="{AE219666-526F-9C6F-0799-DEDE1ED7C6B4}"/>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7" name="Legend3">
              <a:extLst>
                <a:ext uri="{FF2B5EF4-FFF2-40B4-BE49-F238E27FC236}">
                  <a16:creationId xmlns:a16="http://schemas.microsoft.com/office/drawing/2014/main" id="{22CE313E-44F3-0F57-9118-789F5A7E4BE2}"/>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8" name="Legend4">
              <a:extLst>
                <a:ext uri="{FF2B5EF4-FFF2-40B4-BE49-F238E27FC236}">
                  <a16:creationId xmlns:a16="http://schemas.microsoft.com/office/drawing/2014/main" id="{D0B5E1D7-1CD7-D84F-3620-B4FA0EF324DB}"/>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9" name="Legend5">
              <a:extLst>
                <a:ext uri="{FF2B5EF4-FFF2-40B4-BE49-F238E27FC236}">
                  <a16:creationId xmlns:a16="http://schemas.microsoft.com/office/drawing/2014/main" id="{F40C396B-7721-8A80-0BC4-C8F93B6E54CA}"/>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nvGrpSpPr>
            <p:cNvPr id="10" name="MoonLegend1">
              <a:extLst>
                <a:ext uri="{FF2B5EF4-FFF2-40B4-BE49-F238E27FC236}">
                  <a16:creationId xmlns:a16="http://schemas.microsoft.com/office/drawing/2014/main" id="{D19BD4EA-9682-50D3-B979-152445E49E10}"/>
                </a:ext>
              </a:extLst>
            </p:cNvPr>
            <p:cNvGrpSpPr>
              <a:grpSpLocks noChangeAspect="1"/>
            </p:cNvGrpSpPr>
            <p:nvPr>
              <p:custDataLst>
                <p:tags r:id="rId24"/>
              </p:custDataLst>
            </p:nvPr>
          </p:nvGrpSpPr>
          <p:grpSpPr>
            <a:xfrm>
              <a:off x="7723680" y="1702457"/>
              <a:ext cx="228600" cy="228600"/>
              <a:chOff x="762000" y="1270000"/>
              <a:chExt cx="254000" cy="254000"/>
            </a:xfrm>
          </p:grpSpPr>
          <p:sp>
            <p:nvSpPr>
              <p:cNvPr id="24" name="Oval 23">
                <a:extLst>
                  <a:ext uri="{FF2B5EF4-FFF2-40B4-BE49-F238E27FC236}">
                    <a16:creationId xmlns:a16="http://schemas.microsoft.com/office/drawing/2014/main" id="{4A0B6C31-1F56-F41C-44CD-9D5FBF4D0344}"/>
                  </a:ext>
                </a:extLst>
              </p:cNvPr>
              <p:cNvSpPr/>
              <p:nvPr>
                <p:custDataLst>
                  <p:tags r:id="rId37"/>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25" name="Arc 24" hidden="1">
                <a:extLst>
                  <a:ext uri="{FF2B5EF4-FFF2-40B4-BE49-F238E27FC236}">
                    <a16:creationId xmlns:a16="http://schemas.microsoft.com/office/drawing/2014/main" id="{B50CF1FE-8D31-700D-F0C2-ACB607372AE4}"/>
                  </a:ext>
                </a:extLst>
              </p:cNvPr>
              <p:cNvSpPr/>
              <p:nvPr>
                <p:custDataLst>
                  <p:tags r:id="rId38"/>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1" name="MoonLegend2">
              <a:extLst>
                <a:ext uri="{FF2B5EF4-FFF2-40B4-BE49-F238E27FC236}">
                  <a16:creationId xmlns:a16="http://schemas.microsoft.com/office/drawing/2014/main" id="{E34FB525-F2A2-061A-A353-799809BF5FC7}"/>
                </a:ext>
              </a:extLst>
            </p:cNvPr>
            <p:cNvGrpSpPr>
              <a:grpSpLocks noChangeAspect="1"/>
            </p:cNvGrpSpPr>
            <p:nvPr>
              <p:custDataLst>
                <p:tags r:id="rId25"/>
              </p:custDataLst>
            </p:nvPr>
          </p:nvGrpSpPr>
          <p:grpSpPr>
            <a:xfrm>
              <a:off x="7723680" y="2078270"/>
              <a:ext cx="228600" cy="228600"/>
              <a:chOff x="762000" y="1270000"/>
              <a:chExt cx="254000" cy="254000"/>
            </a:xfrm>
          </p:grpSpPr>
          <p:sp>
            <p:nvSpPr>
              <p:cNvPr id="22" name="Oval 21">
                <a:extLst>
                  <a:ext uri="{FF2B5EF4-FFF2-40B4-BE49-F238E27FC236}">
                    <a16:creationId xmlns:a16="http://schemas.microsoft.com/office/drawing/2014/main" id="{0DC6EA1B-42E3-0F8A-87FD-05CAF1FDA5FA}"/>
                  </a:ext>
                </a:extLst>
              </p:cNvPr>
              <p:cNvSpPr/>
              <p:nvPr>
                <p:custDataLst>
                  <p:tags r:id="rId35"/>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23" name="Arc 22">
                <a:extLst>
                  <a:ext uri="{FF2B5EF4-FFF2-40B4-BE49-F238E27FC236}">
                    <a16:creationId xmlns:a16="http://schemas.microsoft.com/office/drawing/2014/main" id="{349961EB-4044-DDFA-0CF7-F5D66FDD64FA}"/>
                  </a:ext>
                </a:extLst>
              </p:cNvPr>
              <p:cNvSpPr/>
              <p:nvPr>
                <p:custDataLst>
                  <p:tags r:id="rId36"/>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2" name="MoonLegend3">
              <a:extLst>
                <a:ext uri="{FF2B5EF4-FFF2-40B4-BE49-F238E27FC236}">
                  <a16:creationId xmlns:a16="http://schemas.microsoft.com/office/drawing/2014/main" id="{81D58525-2DB4-58E3-4841-2B88C4F9BBE1}"/>
                </a:ext>
              </a:extLst>
            </p:cNvPr>
            <p:cNvGrpSpPr>
              <a:grpSpLocks noChangeAspect="1"/>
            </p:cNvGrpSpPr>
            <p:nvPr>
              <p:custDataLst>
                <p:tags r:id="rId26"/>
              </p:custDataLst>
            </p:nvPr>
          </p:nvGrpSpPr>
          <p:grpSpPr>
            <a:xfrm>
              <a:off x="7723680" y="2454085"/>
              <a:ext cx="228600" cy="228600"/>
              <a:chOff x="762000" y="1270000"/>
              <a:chExt cx="254000" cy="254000"/>
            </a:xfrm>
          </p:grpSpPr>
          <p:sp>
            <p:nvSpPr>
              <p:cNvPr id="20" name="Oval 19">
                <a:extLst>
                  <a:ext uri="{FF2B5EF4-FFF2-40B4-BE49-F238E27FC236}">
                    <a16:creationId xmlns:a16="http://schemas.microsoft.com/office/drawing/2014/main" id="{6D052903-9CD8-AB5E-E69F-03405F848828}"/>
                  </a:ext>
                </a:extLst>
              </p:cNvPr>
              <p:cNvSpPr/>
              <p:nvPr>
                <p:custDataLst>
                  <p:tags r:id="rId33"/>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21" name="Arc 20">
                <a:extLst>
                  <a:ext uri="{FF2B5EF4-FFF2-40B4-BE49-F238E27FC236}">
                    <a16:creationId xmlns:a16="http://schemas.microsoft.com/office/drawing/2014/main" id="{BB370F7E-886E-6962-667A-24DD8C636B1C}"/>
                  </a:ext>
                </a:extLst>
              </p:cNvPr>
              <p:cNvSpPr/>
              <p:nvPr>
                <p:custDataLst>
                  <p:tags r:id="rId34"/>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3" name="MoonLegend4">
              <a:extLst>
                <a:ext uri="{FF2B5EF4-FFF2-40B4-BE49-F238E27FC236}">
                  <a16:creationId xmlns:a16="http://schemas.microsoft.com/office/drawing/2014/main" id="{12DC2918-BD74-B2EB-0BB2-D46E7084496E}"/>
                </a:ext>
              </a:extLst>
            </p:cNvPr>
            <p:cNvGrpSpPr>
              <a:grpSpLocks noChangeAspect="1"/>
            </p:cNvGrpSpPr>
            <p:nvPr>
              <p:custDataLst>
                <p:tags r:id="rId27"/>
              </p:custDataLst>
            </p:nvPr>
          </p:nvGrpSpPr>
          <p:grpSpPr>
            <a:xfrm>
              <a:off x="7723680" y="2829900"/>
              <a:ext cx="228600" cy="228600"/>
              <a:chOff x="762000" y="1270000"/>
              <a:chExt cx="254000" cy="254000"/>
            </a:xfrm>
          </p:grpSpPr>
          <p:sp>
            <p:nvSpPr>
              <p:cNvPr id="18" name="Oval 17">
                <a:extLst>
                  <a:ext uri="{FF2B5EF4-FFF2-40B4-BE49-F238E27FC236}">
                    <a16:creationId xmlns:a16="http://schemas.microsoft.com/office/drawing/2014/main" id="{78309338-2E0C-8EAB-278B-36BB84E8955A}"/>
                  </a:ext>
                </a:extLst>
              </p:cNvPr>
              <p:cNvSpPr/>
              <p:nvPr>
                <p:custDataLst>
                  <p:tags r:id="rId31"/>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9" name="Arc 18">
                <a:extLst>
                  <a:ext uri="{FF2B5EF4-FFF2-40B4-BE49-F238E27FC236}">
                    <a16:creationId xmlns:a16="http://schemas.microsoft.com/office/drawing/2014/main" id="{28AA2C47-9903-4C18-8098-1106BE8B1977}"/>
                  </a:ext>
                </a:extLst>
              </p:cNvPr>
              <p:cNvSpPr/>
              <p:nvPr>
                <p:custDataLst>
                  <p:tags r:id="rId32"/>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4" name="MoonLegend5">
              <a:extLst>
                <a:ext uri="{FF2B5EF4-FFF2-40B4-BE49-F238E27FC236}">
                  <a16:creationId xmlns:a16="http://schemas.microsoft.com/office/drawing/2014/main" id="{85016F10-0401-6973-A0D0-23D227FF8FED}"/>
                </a:ext>
              </a:extLst>
            </p:cNvPr>
            <p:cNvGrpSpPr>
              <a:grpSpLocks noChangeAspect="1"/>
            </p:cNvGrpSpPr>
            <p:nvPr>
              <p:custDataLst>
                <p:tags r:id="rId28"/>
              </p:custDataLst>
            </p:nvPr>
          </p:nvGrpSpPr>
          <p:grpSpPr>
            <a:xfrm>
              <a:off x="7723680" y="3205716"/>
              <a:ext cx="228600" cy="228600"/>
              <a:chOff x="762000" y="1270000"/>
              <a:chExt cx="254000" cy="254000"/>
            </a:xfrm>
          </p:grpSpPr>
          <p:sp>
            <p:nvSpPr>
              <p:cNvPr id="15" name="Oval 14">
                <a:extLst>
                  <a:ext uri="{FF2B5EF4-FFF2-40B4-BE49-F238E27FC236}">
                    <a16:creationId xmlns:a16="http://schemas.microsoft.com/office/drawing/2014/main" id="{88041A10-C91C-7EF2-F7EA-D1D0412188C6}"/>
                  </a:ext>
                </a:extLst>
              </p:cNvPr>
              <p:cNvSpPr/>
              <p:nvPr>
                <p:custDataLst>
                  <p:tags r:id="rId29"/>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7" name="Arc 16">
                <a:extLst>
                  <a:ext uri="{FF2B5EF4-FFF2-40B4-BE49-F238E27FC236}">
                    <a16:creationId xmlns:a16="http://schemas.microsoft.com/office/drawing/2014/main" id="{B1A7ADC8-55DF-963B-3C8A-AAB44F2EF672}"/>
                  </a:ext>
                </a:extLst>
              </p:cNvPr>
              <p:cNvSpPr/>
              <p:nvPr>
                <p:custDataLst>
                  <p:tags r:id="rId30"/>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9" name="Sticker" hidden="1">
            <a:extLst>
              <a:ext uri="{FF2B5EF4-FFF2-40B4-BE49-F238E27FC236}">
                <a16:creationId xmlns:a16="http://schemas.microsoft.com/office/drawing/2014/main" id="{2FA9271D-5EE0-4D66-9FDF-E4D1535949E8}"/>
              </a:ext>
            </a:extLst>
          </p:cNvPr>
          <p:cNvGrpSpPr>
            <a:grpSpLocks noChangeAspect="1"/>
          </p:cNvGrpSpPr>
          <p:nvPr userDrawn="1"/>
        </p:nvGrpSpPr>
        <p:grpSpPr bwMode="gray">
          <a:xfrm>
            <a:off x="558192" y="1289273"/>
            <a:ext cx="429605" cy="156997"/>
            <a:chOff x="8456447" y="272180"/>
            <a:chExt cx="322188" cy="156966"/>
          </a:xfrm>
        </p:grpSpPr>
        <p:sp>
          <p:nvSpPr>
            <p:cNvPr id="170" name="StickerRectangle">
              <a:extLst>
                <a:ext uri="{FF2B5EF4-FFF2-40B4-BE49-F238E27FC236}">
                  <a16:creationId xmlns:a16="http://schemas.microsoft.com/office/drawing/2014/main" id="{27342EFB-A6AF-4379-A9C9-4F8DD97D160E}"/>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dirty="0">
                  <a:ln w="3175">
                    <a:noFill/>
                  </a:ln>
                  <a:solidFill>
                    <a:schemeClr val="tx1"/>
                  </a:solidFill>
                </a:rPr>
                <a:t>Sticker</a:t>
              </a:r>
              <a:endParaRPr lang="en-US" sz="800" baseline="0" dirty="0">
                <a:solidFill>
                  <a:schemeClr val="tx1"/>
                </a:solidFill>
                <a:latin typeface="+mn-lt"/>
                <a:ea typeface="+mn-ea"/>
              </a:endParaRPr>
            </a:p>
          </p:txBody>
        </p:sp>
        <p:cxnSp>
          <p:nvCxnSpPr>
            <p:cNvPr id="171" name="StickerUnderline">
              <a:extLst>
                <a:ext uri="{FF2B5EF4-FFF2-40B4-BE49-F238E27FC236}">
                  <a16:creationId xmlns:a16="http://schemas.microsoft.com/office/drawing/2014/main" id="{AC518518-EC41-445B-B558-9DBD24A778EA}"/>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9" name="LegendLines" hidden="1">
            <a:extLst>
              <a:ext uri="{FF2B5EF4-FFF2-40B4-BE49-F238E27FC236}">
                <a16:creationId xmlns:a16="http://schemas.microsoft.com/office/drawing/2014/main" id="{BA3F11B7-574B-46B5-AA05-051B7C0195CA}"/>
              </a:ext>
            </a:extLst>
          </p:cNvPr>
          <p:cNvGrpSpPr/>
          <p:nvPr userDrawn="1"/>
        </p:nvGrpSpPr>
        <p:grpSpPr>
          <a:xfrm>
            <a:off x="10440000" y="3243600"/>
            <a:ext cx="1269335" cy="958286"/>
            <a:chOff x="4372690" y="3739101"/>
            <a:chExt cx="1269335" cy="958286"/>
          </a:xfrm>
        </p:grpSpPr>
        <p:sp>
          <p:nvSpPr>
            <p:cNvPr id="180" name="Legend1">
              <a:extLst>
                <a:ext uri="{FF2B5EF4-FFF2-40B4-BE49-F238E27FC236}">
                  <a16:creationId xmlns:a16="http://schemas.microsoft.com/office/drawing/2014/main" id="{A89F3277-B9B0-4605-94B5-1A0F3CF3FD94}"/>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1" name="Legend2">
              <a:extLst>
                <a:ext uri="{FF2B5EF4-FFF2-40B4-BE49-F238E27FC236}">
                  <a16:creationId xmlns:a16="http://schemas.microsoft.com/office/drawing/2014/main" id="{728FD0F6-6F17-4DBC-A433-275600325C11}"/>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2" name="Legend3">
              <a:extLst>
                <a:ext uri="{FF2B5EF4-FFF2-40B4-BE49-F238E27FC236}">
                  <a16:creationId xmlns:a16="http://schemas.microsoft.com/office/drawing/2014/main" id="{824D0AAE-0E8B-4539-A5E0-724A7C2C5FB7}"/>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3" name="LineLegend3">
              <a:extLst>
                <a:ext uri="{FF2B5EF4-FFF2-40B4-BE49-F238E27FC236}">
                  <a16:creationId xmlns:a16="http://schemas.microsoft.com/office/drawing/2014/main" id="{15B966CE-74A4-42D7-84D1-50EE1BD807B7}"/>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84" name="LineLegend2">
              <a:extLst>
                <a:ext uri="{FF2B5EF4-FFF2-40B4-BE49-F238E27FC236}">
                  <a16:creationId xmlns:a16="http://schemas.microsoft.com/office/drawing/2014/main" id="{4AD11E2E-205C-4B89-BD31-DA18921C3385}"/>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85" name="LineLegend1">
              <a:extLst>
                <a:ext uri="{FF2B5EF4-FFF2-40B4-BE49-F238E27FC236}">
                  <a16:creationId xmlns:a16="http://schemas.microsoft.com/office/drawing/2014/main" id="{393D5D55-EAFF-4EBE-B2CF-AF057C324E68}"/>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grpSp>
    </p:spTree>
    <p:extLst>
      <p:ext uri="{BB962C8B-B14F-4D97-AF65-F5344CB8AC3E}">
        <p14:creationId xmlns:p14="http://schemas.microsoft.com/office/powerpoint/2010/main" val="2969229741"/>
      </p:ext>
    </p:extLst>
  </p:cSld>
  <p:clrMap bg1="lt1" tx1="dk1" bg2="lt2" tx2="dk2" accent1="accent1" accent2="accent2" accent3="accent3" accent4="accent4" accent5="accent5" accent6="accent6" hlink="hlink" folHlink="folHlink"/>
  <p:sldLayoutIdLst>
    <p:sldLayoutId id="2147483794" r:id="rId1"/>
    <p:sldLayoutId id="2147483654" r:id="rId2"/>
    <p:sldLayoutId id="2147483807" r:id="rId3"/>
    <p:sldLayoutId id="2147483800" r:id="rId4"/>
    <p:sldLayoutId id="2147483659" r:id="rId5"/>
    <p:sldLayoutId id="2147483804" r:id="rId6"/>
    <p:sldLayoutId id="2147483886" r:id="rId7"/>
    <p:sldLayoutId id="2147483887" r:id="rId8"/>
    <p:sldLayoutId id="2147483888" r:id="rId9"/>
    <p:sldLayoutId id="2147483889" r:id="rId10"/>
    <p:sldLayoutId id="2147483890" r:id="rId11"/>
    <p:sldLayoutId id="2147483879" r:id="rId12"/>
    <p:sldLayoutId id="2147483706" r:id="rId13"/>
    <p:sldLayoutId id="2147483718" r:id="rId14"/>
    <p:sldLayoutId id="2147483901" r:id="rId15"/>
    <p:sldLayoutId id="2147483902" r:id="rId16"/>
  </p:sldLayoutIdLst>
  <p:txStyles>
    <p:titleStyle>
      <a:lvl1pPr algn="l" defTabSz="914400" rtl="0" eaLnBrk="1" latinLnBrk="0" hangingPunct="1">
        <a:lnSpc>
          <a:spcPct val="93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08800E62-ECD5-472D-995B-013B57BB4C07}"/>
              </a:ext>
            </a:extLst>
          </p:cNvPr>
          <p:cNvGraphicFramePr>
            <a:graphicFrameLocks noChangeAspect="1"/>
          </p:cNvGraphicFramePr>
          <p:nvPr userDrawn="1">
            <p:custDataLst>
              <p:tags r:id="rId19"/>
            </p:custDataLst>
            <p:extLst>
              <p:ext uri="{D42A27DB-BD31-4B8C-83A1-F6EECF244321}">
                <p14:modId xmlns:p14="http://schemas.microsoft.com/office/powerpoint/2010/main" val="23644373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0" imgW="344" imgH="344" progId="TCLayout.ActiveDocument.1">
                  <p:embed/>
                </p:oleObj>
              </mc:Choice>
              <mc:Fallback>
                <p:oleObj name="think-cell Slide" r:id="rId40" imgW="344" imgH="344" progId="TCLayout.ActiveDocument.1">
                  <p:embed/>
                  <p:pic>
                    <p:nvPicPr>
                      <p:cNvPr id="3" name="Object 2" hidden="1">
                        <a:extLst>
                          <a:ext uri="{FF2B5EF4-FFF2-40B4-BE49-F238E27FC236}">
                            <a16:creationId xmlns:a16="http://schemas.microsoft.com/office/drawing/2014/main" id="{08800E62-ECD5-472D-995B-013B57BB4C07}"/>
                          </a:ext>
                        </a:extLst>
                      </p:cNvPr>
                      <p:cNvPicPr/>
                      <p:nvPr/>
                    </p:nvPicPr>
                    <p:blipFill>
                      <a:blip r:embed="rId41"/>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D1744EB-7E76-4AE2-88F6-C0D4CE03B5BB}"/>
              </a:ext>
            </a:extLst>
          </p:cNvPr>
          <p:cNvSpPr/>
          <p:nvPr userDrawn="1">
            <p:custDataLst>
              <p:tags r:id="rId20"/>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userDrawn="1">
            <p:custDataLst>
              <p:tags r:id="rId2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53" name="2. Slide Title">
            <a:extLst>
              <a:ext uri="{FF2B5EF4-FFF2-40B4-BE49-F238E27FC236}">
                <a16:creationId xmlns:a16="http://schemas.microsoft.com/office/drawing/2014/main" id="{7C8D601E-A2E1-4979-AE83-B694B9829662}"/>
              </a:ext>
            </a:extLst>
          </p:cNvPr>
          <p:cNvSpPr>
            <a:spLocks noGrp="1"/>
          </p:cNvSpPr>
          <p:nvPr>
            <p:ph type="title"/>
            <p:custDataLst>
              <p:tags r:id="rId22"/>
            </p:custDataLst>
          </p:nvPr>
        </p:nvSpPr>
        <p:spPr>
          <a:xfrm>
            <a:off x="554736" y="172212"/>
            <a:ext cx="11082528" cy="731520"/>
          </a:xfrm>
          <a:prstGeom prst="rect">
            <a:avLst/>
          </a:prstGeom>
        </p:spPr>
        <p:txBody>
          <a:bodyPr vert="horz" wrap="square" lIns="0" tIns="0" rIns="0" bIns="0" rtlCol="0" anchor="b" anchorCtr="0">
            <a:noAutofit/>
          </a:bodyPr>
          <a:lstStyle/>
          <a:p>
            <a:r>
              <a:rPr lang="en-US" dirty="0"/>
              <a:t>Click to edit Master title style</a:t>
            </a:r>
          </a:p>
        </p:txBody>
      </p:sp>
      <p:sp>
        <p:nvSpPr>
          <p:cNvPr id="54" name="Text Placeholder 2">
            <a:extLst>
              <a:ext uri="{FF2B5EF4-FFF2-40B4-BE49-F238E27FC236}">
                <a16:creationId xmlns:a16="http://schemas.microsoft.com/office/drawing/2014/main" id="{6A9C4AD8-E579-4AD3-9B92-5A31AC8DDA01}"/>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5" name="Grid" hidden="1">
            <a:extLst>
              <a:ext uri="{FF2B5EF4-FFF2-40B4-BE49-F238E27FC236}">
                <a16:creationId xmlns:a16="http://schemas.microsoft.com/office/drawing/2014/main" id="{4ADF17BC-6AB0-D905-BDC8-DB658360EB6C}"/>
              </a:ext>
            </a:extLst>
          </p:cNvPr>
          <p:cNvPicPr>
            <a:picLocks noChangeAspect="1"/>
          </p:cNvPicPr>
          <p:nvPr userDrawn="1">
            <p:custDataLst>
              <p:tags r:id="rId23"/>
            </p:custDataLst>
          </p:nvPr>
        </p:nvPicPr>
        <p:blipFill>
          <a:blip>
            <a:extLst>
              <a:ext uri="{96DAC541-7B7A-43D3-8B79-37D633B846F1}">
                <asvg:svgBlip xmlns:asvg="http://schemas.microsoft.com/office/drawing/2016/SVG/main" r:embed="rId42"/>
              </a:ext>
            </a:extLst>
          </a:blip>
          <a:stretch>
            <a:fillRect/>
          </a:stretch>
        </p:blipFill>
        <p:spPr>
          <a:xfrm>
            <a:off x="3699" y="0"/>
            <a:ext cx="12184602" cy="6858000"/>
          </a:xfrm>
          <a:prstGeom prst="rect">
            <a:avLst/>
          </a:prstGeom>
        </p:spPr>
      </p:pic>
      <p:sp>
        <p:nvSpPr>
          <p:cNvPr id="145" name="4. Footnote" hidden="1">
            <a:extLst>
              <a:ext uri="{FF2B5EF4-FFF2-40B4-BE49-F238E27FC236}">
                <a16:creationId xmlns:a16="http://schemas.microsoft.com/office/drawing/2014/main" id="{56E3DC21-21DB-42FE-8721-1BC0E89F13AE}"/>
              </a:ext>
            </a:extLst>
          </p:cNvPr>
          <p:cNvSpPr txBox="1"/>
          <p:nvPr userDrawn="1">
            <p:custDataLst>
              <p:tags r:id="rId24"/>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dirty="0">
                <a:latin typeface="+mn-lt"/>
                <a:ea typeface="+mn-ea"/>
                <a:cs typeface="Arial" panose="020B0604020202020204" pitchFamily="34" charset="0"/>
              </a:rPr>
              <a:t>Footnotes</a:t>
            </a:r>
          </a:p>
        </p:txBody>
      </p:sp>
      <p:grpSp>
        <p:nvGrpSpPr>
          <p:cNvPr id="185" name="LegendBoxes" hidden="1">
            <a:extLst>
              <a:ext uri="{FF2B5EF4-FFF2-40B4-BE49-F238E27FC236}">
                <a16:creationId xmlns:a16="http://schemas.microsoft.com/office/drawing/2014/main" id="{28785628-9685-42DD-85C6-4A7FDEAEB9E4}"/>
              </a:ext>
            </a:extLst>
          </p:cNvPr>
          <p:cNvGrpSpPr/>
          <p:nvPr userDrawn="1"/>
        </p:nvGrpSpPr>
        <p:grpSpPr>
          <a:xfrm>
            <a:off x="10722394" y="4323600"/>
            <a:ext cx="984864" cy="1717282"/>
            <a:chOff x="9585951" y="2980105"/>
            <a:chExt cx="984864" cy="1717282"/>
          </a:xfrm>
        </p:grpSpPr>
        <p:sp>
          <p:nvSpPr>
            <p:cNvPr id="186" name="RectangleLegend1">
              <a:extLst>
                <a:ext uri="{FF2B5EF4-FFF2-40B4-BE49-F238E27FC236}">
                  <a16:creationId xmlns:a16="http://schemas.microsoft.com/office/drawing/2014/main" id="{F6C915EA-5130-4DA7-8B9A-5E522A1DBE2F}"/>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7" name="RectangleLegend2">
              <a:extLst>
                <a:ext uri="{FF2B5EF4-FFF2-40B4-BE49-F238E27FC236}">
                  <a16:creationId xmlns:a16="http://schemas.microsoft.com/office/drawing/2014/main" id="{056BAC0D-94D9-4BAA-A238-909A42CD485B}"/>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8" name="RectangleLegend3">
              <a:extLst>
                <a:ext uri="{FF2B5EF4-FFF2-40B4-BE49-F238E27FC236}">
                  <a16:creationId xmlns:a16="http://schemas.microsoft.com/office/drawing/2014/main" id="{BC7BB400-0474-421B-B1C4-D9D83F8D7025}"/>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9" name="RectangleLegend4">
              <a:extLst>
                <a:ext uri="{FF2B5EF4-FFF2-40B4-BE49-F238E27FC236}">
                  <a16:creationId xmlns:a16="http://schemas.microsoft.com/office/drawing/2014/main" id="{5D84FBCC-8195-429D-ADA2-ADF26D0822E2}"/>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0" name="RectangleLegend5">
              <a:extLst>
                <a:ext uri="{FF2B5EF4-FFF2-40B4-BE49-F238E27FC236}">
                  <a16:creationId xmlns:a16="http://schemas.microsoft.com/office/drawing/2014/main" id="{655825D0-671B-44EC-90C5-7913A4E7BAB9}"/>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1" name="Legend1">
              <a:extLst>
                <a:ext uri="{FF2B5EF4-FFF2-40B4-BE49-F238E27FC236}">
                  <a16:creationId xmlns:a16="http://schemas.microsoft.com/office/drawing/2014/main" id="{CD018A8B-4FD0-4C99-AA47-D684D1049136}"/>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2" name="Legend2">
              <a:extLst>
                <a:ext uri="{FF2B5EF4-FFF2-40B4-BE49-F238E27FC236}">
                  <a16:creationId xmlns:a16="http://schemas.microsoft.com/office/drawing/2014/main" id="{24E194E3-38A9-4A3A-AEBA-D1DCF1935051}"/>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3" name="Legend3">
              <a:extLst>
                <a:ext uri="{FF2B5EF4-FFF2-40B4-BE49-F238E27FC236}">
                  <a16:creationId xmlns:a16="http://schemas.microsoft.com/office/drawing/2014/main" id="{DCCF084D-A8B2-46B3-BE03-CFDA8E58B2B9}"/>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4" name="Legend4">
              <a:extLst>
                <a:ext uri="{FF2B5EF4-FFF2-40B4-BE49-F238E27FC236}">
                  <a16:creationId xmlns:a16="http://schemas.microsoft.com/office/drawing/2014/main" id="{0E49468C-EFEE-4C9A-BECB-CC10BE34BF4B}"/>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5" name="Legend5">
              <a:extLst>
                <a:ext uri="{FF2B5EF4-FFF2-40B4-BE49-F238E27FC236}">
                  <a16:creationId xmlns:a16="http://schemas.microsoft.com/office/drawing/2014/main" id="{443480AB-89E7-497E-A131-91869590BDB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grpSp>
        <p:nvGrpSpPr>
          <p:cNvPr id="4" name="LegendMoons" hidden="1">
            <a:extLst>
              <a:ext uri="{FF2B5EF4-FFF2-40B4-BE49-F238E27FC236}">
                <a16:creationId xmlns:a16="http://schemas.microsoft.com/office/drawing/2014/main" id="{78CA310D-6D76-F64D-43BD-A9F8058D0B83}"/>
              </a:ext>
            </a:extLst>
          </p:cNvPr>
          <p:cNvGrpSpPr/>
          <p:nvPr userDrawn="1"/>
        </p:nvGrpSpPr>
        <p:grpSpPr>
          <a:xfrm>
            <a:off x="10692000" y="1339200"/>
            <a:ext cx="1023616" cy="1731859"/>
            <a:chOff x="7723680" y="1702457"/>
            <a:chExt cx="1023616" cy="1731859"/>
          </a:xfrm>
        </p:grpSpPr>
        <p:sp>
          <p:nvSpPr>
            <p:cNvPr id="5" name="Legend1">
              <a:extLst>
                <a:ext uri="{FF2B5EF4-FFF2-40B4-BE49-F238E27FC236}">
                  <a16:creationId xmlns:a16="http://schemas.microsoft.com/office/drawing/2014/main" id="{5EB4C1BD-D02B-BD12-5727-6F58C39BD4CB}"/>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6" name="Legend2">
              <a:extLst>
                <a:ext uri="{FF2B5EF4-FFF2-40B4-BE49-F238E27FC236}">
                  <a16:creationId xmlns:a16="http://schemas.microsoft.com/office/drawing/2014/main" id="{760D5CA7-F2EA-45CF-81C8-C3EDA5FA3954}"/>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7" name="Legend3">
              <a:extLst>
                <a:ext uri="{FF2B5EF4-FFF2-40B4-BE49-F238E27FC236}">
                  <a16:creationId xmlns:a16="http://schemas.microsoft.com/office/drawing/2014/main" id="{EB43A491-1FC0-C08D-DC0F-9312F78D3BB5}"/>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8" name="Legend4">
              <a:extLst>
                <a:ext uri="{FF2B5EF4-FFF2-40B4-BE49-F238E27FC236}">
                  <a16:creationId xmlns:a16="http://schemas.microsoft.com/office/drawing/2014/main" id="{41DC0170-C64F-96F4-DD57-F6BBE781B8CA}"/>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9" name="Legend5">
              <a:extLst>
                <a:ext uri="{FF2B5EF4-FFF2-40B4-BE49-F238E27FC236}">
                  <a16:creationId xmlns:a16="http://schemas.microsoft.com/office/drawing/2014/main" id="{7E1C2B9C-8B0A-AC6B-B386-E28E8F253128}"/>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nvGrpSpPr>
            <p:cNvPr id="10" name="MoonLegend1">
              <a:extLst>
                <a:ext uri="{FF2B5EF4-FFF2-40B4-BE49-F238E27FC236}">
                  <a16:creationId xmlns:a16="http://schemas.microsoft.com/office/drawing/2014/main" id="{C1E862B0-BA6B-93BC-31CC-9EDF1CA824BB}"/>
                </a:ext>
              </a:extLst>
            </p:cNvPr>
            <p:cNvGrpSpPr>
              <a:grpSpLocks noChangeAspect="1"/>
            </p:cNvGrpSpPr>
            <p:nvPr>
              <p:custDataLst>
                <p:tags r:id="rId25"/>
              </p:custDataLst>
            </p:nvPr>
          </p:nvGrpSpPr>
          <p:grpSpPr>
            <a:xfrm>
              <a:off x="7723680" y="1702457"/>
              <a:ext cx="228600" cy="228600"/>
              <a:chOff x="762000" y="1270000"/>
              <a:chExt cx="254000" cy="254000"/>
            </a:xfrm>
          </p:grpSpPr>
          <p:sp>
            <p:nvSpPr>
              <p:cNvPr id="23" name="Oval 22">
                <a:extLst>
                  <a:ext uri="{FF2B5EF4-FFF2-40B4-BE49-F238E27FC236}">
                    <a16:creationId xmlns:a16="http://schemas.microsoft.com/office/drawing/2014/main" id="{34A84F48-2944-98CC-156D-EC5FA62990B9}"/>
                  </a:ext>
                </a:extLst>
              </p:cNvPr>
              <p:cNvSpPr/>
              <p:nvPr>
                <p:custDataLst>
                  <p:tags r:id="rId38"/>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24" name="Arc 23" hidden="1">
                <a:extLst>
                  <a:ext uri="{FF2B5EF4-FFF2-40B4-BE49-F238E27FC236}">
                    <a16:creationId xmlns:a16="http://schemas.microsoft.com/office/drawing/2014/main" id="{49AE9D7C-3BC5-C5DD-0AFA-71D915D9D8D1}"/>
                  </a:ext>
                </a:extLst>
              </p:cNvPr>
              <p:cNvSpPr/>
              <p:nvPr>
                <p:custDataLst>
                  <p:tags r:id="rId39"/>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1" name="MoonLegend2">
              <a:extLst>
                <a:ext uri="{FF2B5EF4-FFF2-40B4-BE49-F238E27FC236}">
                  <a16:creationId xmlns:a16="http://schemas.microsoft.com/office/drawing/2014/main" id="{3623EFE0-7A55-35A0-763D-A7CCEABC5767}"/>
                </a:ext>
              </a:extLst>
            </p:cNvPr>
            <p:cNvGrpSpPr>
              <a:grpSpLocks noChangeAspect="1"/>
            </p:cNvGrpSpPr>
            <p:nvPr>
              <p:custDataLst>
                <p:tags r:id="rId26"/>
              </p:custDataLst>
            </p:nvPr>
          </p:nvGrpSpPr>
          <p:grpSpPr>
            <a:xfrm>
              <a:off x="7723680" y="2078270"/>
              <a:ext cx="228600" cy="228600"/>
              <a:chOff x="762000" y="1270000"/>
              <a:chExt cx="254000" cy="254000"/>
            </a:xfrm>
          </p:grpSpPr>
          <p:sp>
            <p:nvSpPr>
              <p:cNvPr id="21" name="Oval 20">
                <a:extLst>
                  <a:ext uri="{FF2B5EF4-FFF2-40B4-BE49-F238E27FC236}">
                    <a16:creationId xmlns:a16="http://schemas.microsoft.com/office/drawing/2014/main" id="{FA3B4311-025C-426B-9E06-BDDA476EF4AE}"/>
                  </a:ext>
                </a:extLst>
              </p:cNvPr>
              <p:cNvSpPr/>
              <p:nvPr>
                <p:custDataLst>
                  <p:tags r:id="rId36"/>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22" name="Arc 21">
                <a:extLst>
                  <a:ext uri="{FF2B5EF4-FFF2-40B4-BE49-F238E27FC236}">
                    <a16:creationId xmlns:a16="http://schemas.microsoft.com/office/drawing/2014/main" id="{9ABB8959-417A-20E2-3BFB-820D653F8B1E}"/>
                  </a:ext>
                </a:extLst>
              </p:cNvPr>
              <p:cNvSpPr/>
              <p:nvPr>
                <p:custDataLst>
                  <p:tags r:id="rId37"/>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2" name="MoonLegend3">
              <a:extLst>
                <a:ext uri="{FF2B5EF4-FFF2-40B4-BE49-F238E27FC236}">
                  <a16:creationId xmlns:a16="http://schemas.microsoft.com/office/drawing/2014/main" id="{7A7E4CBF-9B94-C8D7-EF8F-9662FD33055A}"/>
                </a:ext>
              </a:extLst>
            </p:cNvPr>
            <p:cNvGrpSpPr>
              <a:grpSpLocks noChangeAspect="1"/>
            </p:cNvGrpSpPr>
            <p:nvPr>
              <p:custDataLst>
                <p:tags r:id="rId27"/>
              </p:custDataLst>
            </p:nvPr>
          </p:nvGrpSpPr>
          <p:grpSpPr>
            <a:xfrm>
              <a:off x="7723680" y="2454085"/>
              <a:ext cx="228600" cy="228600"/>
              <a:chOff x="762000" y="1270000"/>
              <a:chExt cx="254000" cy="254000"/>
            </a:xfrm>
          </p:grpSpPr>
          <p:sp>
            <p:nvSpPr>
              <p:cNvPr id="19" name="Oval 18">
                <a:extLst>
                  <a:ext uri="{FF2B5EF4-FFF2-40B4-BE49-F238E27FC236}">
                    <a16:creationId xmlns:a16="http://schemas.microsoft.com/office/drawing/2014/main" id="{25A66490-5468-AC46-5ED5-E8212992AFCC}"/>
                  </a:ext>
                </a:extLst>
              </p:cNvPr>
              <p:cNvSpPr/>
              <p:nvPr>
                <p:custDataLst>
                  <p:tags r:id="rId34"/>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20" name="Arc 19">
                <a:extLst>
                  <a:ext uri="{FF2B5EF4-FFF2-40B4-BE49-F238E27FC236}">
                    <a16:creationId xmlns:a16="http://schemas.microsoft.com/office/drawing/2014/main" id="{2164DC02-AF00-DEB2-344B-46D05BDC2865}"/>
                  </a:ext>
                </a:extLst>
              </p:cNvPr>
              <p:cNvSpPr/>
              <p:nvPr>
                <p:custDataLst>
                  <p:tags r:id="rId35"/>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3" name="MoonLegend4">
              <a:extLst>
                <a:ext uri="{FF2B5EF4-FFF2-40B4-BE49-F238E27FC236}">
                  <a16:creationId xmlns:a16="http://schemas.microsoft.com/office/drawing/2014/main" id="{37ACCC41-9C6B-7C20-5C62-B34B467FA718}"/>
                </a:ext>
              </a:extLst>
            </p:cNvPr>
            <p:cNvGrpSpPr>
              <a:grpSpLocks noChangeAspect="1"/>
            </p:cNvGrpSpPr>
            <p:nvPr>
              <p:custDataLst>
                <p:tags r:id="rId28"/>
              </p:custDataLst>
            </p:nvPr>
          </p:nvGrpSpPr>
          <p:grpSpPr>
            <a:xfrm>
              <a:off x="7723680" y="2829900"/>
              <a:ext cx="228600" cy="228600"/>
              <a:chOff x="762000" y="1270000"/>
              <a:chExt cx="254000" cy="254000"/>
            </a:xfrm>
          </p:grpSpPr>
          <p:sp>
            <p:nvSpPr>
              <p:cNvPr id="17" name="Oval 16">
                <a:extLst>
                  <a:ext uri="{FF2B5EF4-FFF2-40B4-BE49-F238E27FC236}">
                    <a16:creationId xmlns:a16="http://schemas.microsoft.com/office/drawing/2014/main" id="{14731651-049D-FD74-10A9-3B77CDA9C266}"/>
                  </a:ext>
                </a:extLst>
              </p:cNvPr>
              <p:cNvSpPr/>
              <p:nvPr>
                <p:custDataLst>
                  <p:tags r:id="rId32"/>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8" name="Arc 17">
                <a:extLst>
                  <a:ext uri="{FF2B5EF4-FFF2-40B4-BE49-F238E27FC236}">
                    <a16:creationId xmlns:a16="http://schemas.microsoft.com/office/drawing/2014/main" id="{5AADA01A-6C4E-7E32-6930-9C7BE1CCCDFC}"/>
                  </a:ext>
                </a:extLst>
              </p:cNvPr>
              <p:cNvSpPr/>
              <p:nvPr>
                <p:custDataLst>
                  <p:tags r:id="rId33"/>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4" name="MoonLegend5">
              <a:extLst>
                <a:ext uri="{FF2B5EF4-FFF2-40B4-BE49-F238E27FC236}">
                  <a16:creationId xmlns:a16="http://schemas.microsoft.com/office/drawing/2014/main" id="{E9C1FE7B-027B-2A18-4D77-A6B6DC1EDC9F}"/>
                </a:ext>
              </a:extLst>
            </p:cNvPr>
            <p:cNvGrpSpPr>
              <a:grpSpLocks noChangeAspect="1"/>
            </p:cNvGrpSpPr>
            <p:nvPr>
              <p:custDataLst>
                <p:tags r:id="rId29"/>
              </p:custDataLst>
            </p:nvPr>
          </p:nvGrpSpPr>
          <p:grpSpPr>
            <a:xfrm>
              <a:off x="7723680" y="3205716"/>
              <a:ext cx="228600" cy="228600"/>
              <a:chOff x="762000" y="1270000"/>
              <a:chExt cx="254000" cy="254000"/>
            </a:xfrm>
          </p:grpSpPr>
          <p:sp>
            <p:nvSpPr>
              <p:cNvPr id="15" name="Oval 14">
                <a:extLst>
                  <a:ext uri="{FF2B5EF4-FFF2-40B4-BE49-F238E27FC236}">
                    <a16:creationId xmlns:a16="http://schemas.microsoft.com/office/drawing/2014/main" id="{25520F20-D7D9-7F64-BF4E-B26721F00ED8}"/>
                  </a:ext>
                </a:extLst>
              </p:cNvPr>
              <p:cNvSpPr/>
              <p:nvPr>
                <p:custDataLst>
                  <p:tags r:id="rId30"/>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6" name="Arc 15">
                <a:extLst>
                  <a:ext uri="{FF2B5EF4-FFF2-40B4-BE49-F238E27FC236}">
                    <a16:creationId xmlns:a16="http://schemas.microsoft.com/office/drawing/2014/main" id="{1AC3D5E5-FFBA-7695-4382-807739B76632}"/>
                  </a:ext>
                </a:extLst>
              </p:cNvPr>
              <p:cNvSpPr/>
              <p:nvPr>
                <p:custDataLst>
                  <p:tags r:id="rId31"/>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7" name="Sticker" hidden="1">
            <a:extLst>
              <a:ext uri="{FF2B5EF4-FFF2-40B4-BE49-F238E27FC236}">
                <a16:creationId xmlns:a16="http://schemas.microsoft.com/office/drawing/2014/main" id="{174FA759-1A16-45E2-B8DB-6AC61DFC92D4}"/>
              </a:ext>
            </a:extLst>
          </p:cNvPr>
          <p:cNvGrpSpPr>
            <a:grpSpLocks noChangeAspect="1"/>
          </p:cNvGrpSpPr>
          <p:nvPr userDrawn="1"/>
        </p:nvGrpSpPr>
        <p:grpSpPr bwMode="gray">
          <a:xfrm>
            <a:off x="559460" y="1289273"/>
            <a:ext cx="428337" cy="156997"/>
            <a:chOff x="8456447" y="272180"/>
            <a:chExt cx="322188" cy="156966"/>
          </a:xfrm>
        </p:grpSpPr>
        <p:sp>
          <p:nvSpPr>
            <p:cNvPr id="168" name="StickerRectangle">
              <a:extLst>
                <a:ext uri="{FF2B5EF4-FFF2-40B4-BE49-F238E27FC236}">
                  <a16:creationId xmlns:a16="http://schemas.microsoft.com/office/drawing/2014/main" id="{99FB5892-A9FF-4D0E-8661-19A39D5E096E}"/>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dirty="0">
                  <a:ln w="3175">
                    <a:noFill/>
                  </a:ln>
                  <a:solidFill>
                    <a:schemeClr val="tx1"/>
                  </a:solidFill>
                </a:rPr>
                <a:t>Sticker</a:t>
              </a:r>
              <a:endParaRPr lang="en-US" sz="800" baseline="0" dirty="0">
                <a:solidFill>
                  <a:schemeClr val="tx1"/>
                </a:solidFill>
                <a:latin typeface="+mn-lt"/>
                <a:ea typeface="+mn-ea"/>
              </a:endParaRPr>
            </a:p>
          </p:txBody>
        </p:sp>
        <p:cxnSp>
          <p:nvCxnSpPr>
            <p:cNvPr id="169" name="StickerUnderline">
              <a:extLst>
                <a:ext uri="{FF2B5EF4-FFF2-40B4-BE49-F238E27FC236}">
                  <a16:creationId xmlns:a16="http://schemas.microsoft.com/office/drawing/2014/main" id="{B821CB31-49E5-49E7-966F-3C5449557168}"/>
                </a:ext>
              </a:extLst>
            </p:cNvPr>
            <p:cNvCxnSpPr>
              <a:cxnSpLocks noChangeShapeType="1"/>
              <a:stCxn id="168" idx="4"/>
              <a:endCxn id="168"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44" name="LegendLines" hidden="1">
            <a:extLst>
              <a:ext uri="{FF2B5EF4-FFF2-40B4-BE49-F238E27FC236}">
                <a16:creationId xmlns:a16="http://schemas.microsoft.com/office/drawing/2014/main" id="{96520A0D-E8D0-48B5-8162-BA1976A5C3E1}"/>
              </a:ext>
            </a:extLst>
          </p:cNvPr>
          <p:cNvGrpSpPr/>
          <p:nvPr userDrawn="1"/>
        </p:nvGrpSpPr>
        <p:grpSpPr>
          <a:xfrm>
            <a:off x="10440000" y="3243600"/>
            <a:ext cx="1269335" cy="958286"/>
            <a:chOff x="4372690" y="3739101"/>
            <a:chExt cx="1269335" cy="958286"/>
          </a:xfrm>
        </p:grpSpPr>
        <p:sp>
          <p:nvSpPr>
            <p:cNvPr id="170" name="Legend1">
              <a:extLst>
                <a:ext uri="{FF2B5EF4-FFF2-40B4-BE49-F238E27FC236}">
                  <a16:creationId xmlns:a16="http://schemas.microsoft.com/office/drawing/2014/main" id="{D5E27233-7661-43E0-8C1B-859EBE562598}"/>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71" name="Legend2">
              <a:extLst>
                <a:ext uri="{FF2B5EF4-FFF2-40B4-BE49-F238E27FC236}">
                  <a16:creationId xmlns:a16="http://schemas.microsoft.com/office/drawing/2014/main" id="{215BA769-FC3A-4971-81E8-16C8E7138029}"/>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72" name="Legend3">
              <a:extLst>
                <a:ext uri="{FF2B5EF4-FFF2-40B4-BE49-F238E27FC236}">
                  <a16:creationId xmlns:a16="http://schemas.microsoft.com/office/drawing/2014/main" id="{75880242-A8D7-441D-805E-B817DF5CA854}"/>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73" name="LineLegend3">
              <a:extLst>
                <a:ext uri="{FF2B5EF4-FFF2-40B4-BE49-F238E27FC236}">
                  <a16:creationId xmlns:a16="http://schemas.microsoft.com/office/drawing/2014/main" id="{5C3089E9-5649-4103-BA5F-72175F24BEF8}"/>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74" name="LineLegend2">
              <a:extLst>
                <a:ext uri="{FF2B5EF4-FFF2-40B4-BE49-F238E27FC236}">
                  <a16:creationId xmlns:a16="http://schemas.microsoft.com/office/drawing/2014/main" id="{70A7CFCE-D526-433E-9FBC-6DEF2F5E9EB4}"/>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75" name="LineLegend1">
              <a:extLst>
                <a:ext uri="{FF2B5EF4-FFF2-40B4-BE49-F238E27FC236}">
                  <a16:creationId xmlns:a16="http://schemas.microsoft.com/office/drawing/2014/main" id="{4AD9EC0A-8F45-49FA-BB0F-195682A6F6BE}"/>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grpSp>
    </p:spTree>
    <p:extLst>
      <p:ext uri="{BB962C8B-B14F-4D97-AF65-F5344CB8AC3E}">
        <p14:creationId xmlns:p14="http://schemas.microsoft.com/office/powerpoint/2010/main" val="3386525249"/>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70" r:id="rId5"/>
    <p:sldLayoutId id="2147483871" r:id="rId6"/>
    <p:sldLayoutId id="2147483891" r:id="rId7"/>
    <p:sldLayoutId id="2147483892" r:id="rId8"/>
    <p:sldLayoutId id="2147483893" r:id="rId9"/>
    <p:sldLayoutId id="2147483894" r:id="rId10"/>
    <p:sldLayoutId id="2147483895" r:id="rId11"/>
    <p:sldLayoutId id="2147483896" r:id="rId12"/>
    <p:sldLayoutId id="2147483897" r:id="rId13"/>
    <p:sldLayoutId id="2147483898" r:id="rId14"/>
    <p:sldLayoutId id="2147483880" r:id="rId15"/>
    <p:sldLayoutId id="2147483877" r:id="rId16"/>
    <p:sldLayoutId id="2147483899" r:id="rId17"/>
  </p:sldLayoutIdLst>
  <p:txStyles>
    <p:titleStyle>
      <a:lvl1pPr algn="l" defTabSz="914400" rtl="0" eaLnBrk="1" latinLnBrk="0" hangingPunct="1">
        <a:lnSpc>
          <a:spcPct val="93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tags" Target="../tags/tag261.xml"/><Relationship Id="rId2" Type="http://schemas.openxmlformats.org/officeDocument/2006/relationships/tags" Target="../tags/tag262.xml"/><Relationship Id="rId3" Type="http://schemas.openxmlformats.org/officeDocument/2006/relationships/tags" Target="../tags/tag263.xml"/><Relationship Id="rId4" Type="http://schemas.openxmlformats.org/officeDocument/2006/relationships/slideLayout" Target="../slideLayouts/slideLayout1.xml"/><Relationship Id="rId5" Type="http://schemas.openxmlformats.org/officeDocument/2006/relationships/notesSlide" Target="../notesSlides/notesSlide1.xml"/><Relationship Id="rId6" Type="http://schemas.openxmlformats.org/officeDocument/2006/relationships/oleObject" Target="../embeddings/oleObject25.bin"/><Relationship Id="rId7" Type="http://schemas.openxmlformats.org/officeDocument/2006/relationships/image" Target="../media/image7.emf"/></Relationships>
</file>

<file path=ppt/slides/_rels/slide2.xml.rels><?xml version='1.0' encoding='UTF-8' standalone='yes'?>
<Relationships xmlns="http://schemas.openxmlformats.org/package/2006/relationships"><Relationship Id="rId1" Type="http://schemas.openxmlformats.org/officeDocument/2006/relationships/tags" Target="../tags/tag264.xml"/><Relationship Id="rId2" Type="http://schemas.openxmlformats.org/officeDocument/2006/relationships/tags" Target="../tags/tag265.xml"/><Relationship Id="rId3" Type="http://schemas.openxmlformats.org/officeDocument/2006/relationships/tags" Target="../tags/tag266.xml"/><Relationship Id="rId4" Type="http://schemas.openxmlformats.org/officeDocument/2006/relationships/tags" Target="../tags/tag267.xml"/><Relationship Id="rId5" Type="http://schemas.openxmlformats.org/officeDocument/2006/relationships/slideLayout" Target="../slideLayouts/slideLayout7.xml"/><Relationship Id="rId6" Type="http://schemas.openxmlformats.org/officeDocument/2006/relationships/oleObject" Target="../embeddings/oleObject26.bin"/><Relationship Id="rId7" Type="http://schemas.openxmlformats.org/officeDocument/2006/relationships/image" Target="../media/image10.emf"/><Relationship Id="rId8" Type="http://schemas.openxmlformats.org/officeDocument/2006/relationships/slide" Target="slide6.xml"/><Relationship Id="rId9" Type="http://schemas.openxmlformats.org/officeDocument/2006/relationships/slide" Target="slide11.xml"/></Relationships>
</file>

<file path=ppt/slides/_rels/slide3.xml.rels><?xml version='1.0' encoding='UTF-8' standalone='yes'?>
<Relationships xmlns="http://schemas.openxmlformats.org/package/2006/relationships"><Relationship Id="rId1" Type="http://schemas.openxmlformats.org/officeDocument/2006/relationships/tags" Target="../tags/tag268.xml"/><Relationship Id="rId2" Type="http://schemas.openxmlformats.org/officeDocument/2006/relationships/tags" Target="../tags/tag269.xml"/><Relationship Id="rId3" Type="http://schemas.openxmlformats.org/officeDocument/2006/relationships/tags" Target="../tags/tag270.xml"/><Relationship Id="rId4" Type="http://schemas.openxmlformats.org/officeDocument/2006/relationships/tags" Target="../tags/tag271.xml"/><Relationship Id="rId5" Type="http://schemas.openxmlformats.org/officeDocument/2006/relationships/tags" Target="../tags/tag272.xml"/><Relationship Id="rId6" Type="http://schemas.openxmlformats.org/officeDocument/2006/relationships/tags" Target="../tags/tag273.xml"/><Relationship Id="rId7" Type="http://schemas.openxmlformats.org/officeDocument/2006/relationships/slideLayout" Target="../slideLayouts/slideLayout2.xml"/><Relationship Id="rId8" Type="http://schemas.openxmlformats.org/officeDocument/2006/relationships/oleObject" Target="../embeddings/oleObject27.bin"/><Relationship Id="rId9" Type="http://schemas.openxmlformats.org/officeDocument/2006/relationships/image" Target="../media/image10.emf"/></Relationships>
</file>

<file path=ppt/slides/_rels/slide4.xml.rels><?xml version='1.0' encoding='UTF-8' standalone='yes'?>
<Relationships xmlns="http://schemas.openxmlformats.org/package/2006/relationships"><Relationship Id="rId1" Type="http://schemas.openxmlformats.org/officeDocument/2006/relationships/tags" Target="../tags/tag274.xml"/><Relationship Id="rId2" Type="http://schemas.openxmlformats.org/officeDocument/2006/relationships/tags" Target="../tags/tag275.xml"/><Relationship Id="rId3" Type="http://schemas.openxmlformats.org/officeDocument/2006/relationships/tags" Target="../tags/tag276.xml"/><Relationship Id="rId4" Type="http://schemas.openxmlformats.org/officeDocument/2006/relationships/tags" Target="../tags/tag277.xml"/><Relationship Id="rId5" Type="http://schemas.openxmlformats.org/officeDocument/2006/relationships/tags" Target="../tags/tag278.xml"/><Relationship Id="rId6" Type="http://schemas.openxmlformats.org/officeDocument/2006/relationships/tags" Target="../tags/tag279.xml"/><Relationship Id="rId7" Type="http://schemas.openxmlformats.org/officeDocument/2006/relationships/tags" Target="../tags/tag280.xml"/><Relationship Id="rId8" Type="http://schemas.openxmlformats.org/officeDocument/2006/relationships/tags" Target="../tags/tag281.xml"/><Relationship Id="rId9" Type="http://schemas.openxmlformats.org/officeDocument/2006/relationships/tags" Target="../tags/tag282.xml"/><Relationship Id="rId10" Type="http://schemas.openxmlformats.org/officeDocument/2006/relationships/tags" Target="../tags/tag283.xml"/><Relationship Id="rId11" Type="http://schemas.openxmlformats.org/officeDocument/2006/relationships/tags" Target="../tags/tag284.xml"/><Relationship Id="rId12" Type="http://schemas.openxmlformats.org/officeDocument/2006/relationships/tags" Target="../tags/tag285.xml"/><Relationship Id="rId13" Type="http://schemas.openxmlformats.org/officeDocument/2006/relationships/tags" Target="../tags/tag286.xml"/><Relationship Id="rId14" Type="http://schemas.openxmlformats.org/officeDocument/2006/relationships/tags" Target="../tags/tag287.xml"/><Relationship Id="rId15" Type="http://schemas.openxmlformats.org/officeDocument/2006/relationships/tags" Target="../tags/tag288.xml"/><Relationship Id="rId16" Type="http://schemas.openxmlformats.org/officeDocument/2006/relationships/tags" Target="../tags/tag289.xml"/><Relationship Id="rId17" Type="http://schemas.openxmlformats.org/officeDocument/2006/relationships/tags" Target="../tags/tag290.xml"/><Relationship Id="rId18" Type="http://schemas.openxmlformats.org/officeDocument/2006/relationships/tags" Target="../tags/tag291.xml"/><Relationship Id="rId19" Type="http://schemas.openxmlformats.org/officeDocument/2006/relationships/tags" Target="../tags/tag292.xml"/><Relationship Id="rId20" Type="http://schemas.openxmlformats.org/officeDocument/2006/relationships/tags" Target="../tags/tag293.xml"/><Relationship Id="rId21" Type="http://schemas.openxmlformats.org/officeDocument/2006/relationships/tags" Target="../tags/tag294.xml"/><Relationship Id="rId22" Type="http://schemas.openxmlformats.org/officeDocument/2006/relationships/tags" Target="../tags/tag295.xml"/><Relationship Id="rId23" Type="http://schemas.openxmlformats.org/officeDocument/2006/relationships/tags" Target="../tags/tag296.xml"/><Relationship Id="rId24" Type="http://schemas.openxmlformats.org/officeDocument/2006/relationships/tags" Target="../tags/tag297.xml"/><Relationship Id="rId25" Type="http://schemas.openxmlformats.org/officeDocument/2006/relationships/tags" Target="../tags/tag298.xml"/><Relationship Id="rId26" Type="http://schemas.openxmlformats.org/officeDocument/2006/relationships/tags" Target="../tags/tag299.xml"/><Relationship Id="rId27" Type="http://schemas.openxmlformats.org/officeDocument/2006/relationships/tags" Target="../tags/tag300.xml"/><Relationship Id="rId28" Type="http://schemas.openxmlformats.org/officeDocument/2006/relationships/tags" Target="../tags/tag301.xml"/><Relationship Id="rId29" Type="http://schemas.openxmlformats.org/officeDocument/2006/relationships/tags" Target="../tags/tag302.xml"/><Relationship Id="rId30" Type="http://schemas.openxmlformats.org/officeDocument/2006/relationships/tags" Target="../tags/tag303.xml"/><Relationship Id="rId31" Type="http://schemas.openxmlformats.org/officeDocument/2006/relationships/tags" Target="../tags/tag304.xml"/><Relationship Id="rId32" Type="http://schemas.openxmlformats.org/officeDocument/2006/relationships/tags" Target="../tags/tag305.xml"/><Relationship Id="rId33" Type="http://schemas.openxmlformats.org/officeDocument/2006/relationships/tags" Target="../tags/tag306.xml"/><Relationship Id="rId34" Type="http://schemas.openxmlformats.org/officeDocument/2006/relationships/slideLayout" Target="../slideLayouts/slideLayout2.xml"/><Relationship Id="rId35" Type="http://schemas.openxmlformats.org/officeDocument/2006/relationships/oleObject" Target="../embeddings/oleObject28.bin"/><Relationship Id="rId36" Type="http://schemas.openxmlformats.org/officeDocument/2006/relationships/image" Target="../media/image10.emf"/></Relationships>
</file>

<file path=ppt/slides/_rels/slide5.xml.rels><?xml version='1.0' encoding='UTF-8' standalone='yes'?>
<Relationships xmlns="http://schemas.openxmlformats.org/package/2006/relationships"><Relationship Id="rId1" Type="http://schemas.openxmlformats.org/officeDocument/2006/relationships/tags" Target="../tags/tag307.xml"/><Relationship Id="rId2" Type="http://schemas.openxmlformats.org/officeDocument/2006/relationships/tags" Target="../tags/tag308.xml"/><Relationship Id="rId3" Type="http://schemas.openxmlformats.org/officeDocument/2006/relationships/tags" Target="../tags/tag309.xml"/><Relationship Id="rId4" Type="http://schemas.openxmlformats.org/officeDocument/2006/relationships/tags" Target="../tags/tag310.xml"/><Relationship Id="rId5" Type="http://schemas.openxmlformats.org/officeDocument/2006/relationships/tags" Target="../tags/tag311.xml"/><Relationship Id="rId6" Type="http://schemas.openxmlformats.org/officeDocument/2006/relationships/tags" Target="../tags/tag312.xml"/><Relationship Id="rId7" Type="http://schemas.openxmlformats.org/officeDocument/2006/relationships/tags" Target="../tags/tag313.xml"/><Relationship Id="rId8" Type="http://schemas.openxmlformats.org/officeDocument/2006/relationships/tags" Target="../tags/tag314.xml"/><Relationship Id="rId9" Type="http://schemas.openxmlformats.org/officeDocument/2006/relationships/tags" Target="../tags/tag315.xml"/><Relationship Id="rId10" Type="http://schemas.openxmlformats.org/officeDocument/2006/relationships/tags" Target="../tags/tag316.xml"/><Relationship Id="rId11" Type="http://schemas.openxmlformats.org/officeDocument/2006/relationships/tags" Target="../tags/tag317.xml"/><Relationship Id="rId12" Type="http://schemas.openxmlformats.org/officeDocument/2006/relationships/tags" Target="../tags/tag318.xml"/><Relationship Id="rId13" Type="http://schemas.openxmlformats.org/officeDocument/2006/relationships/tags" Target="../tags/tag319.xml"/><Relationship Id="rId14" Type="http://schemas.openxmlformats.org/officeDocument/2006/relationships/tags" Target="../tags/tag320.xml"/><Relationship Id="rId15" Type="http://schemas.openxmlformats.org/officeDocument/2006/relationships/tags" Target="../tags/tag321.xml"/><Relationship Id="rId16" Type="http://schemas.openxmlformats.org/officeDocument/2006/relationships/tags" Target="../tags/tag322.xml"/><Relationship Id="rId17" Type="http://schemas.openxmlformats.org/officeDocument/2006/relationships/tags" Target="../tags/tag323.xml"/><Relationship Id="rId18" Type="http://schemas.openxmlformats.org/officeDocument/2006/relationships/tags" Target="../tags/tag324.xml"/><Relationship Id="rId19" Type="http://schemas.openxmlformats.org/officeDocument/2006/relationships/tags" Target="../tags/tag325.xml"/><Relationship Id="rId20" Type="http://schemas.openxmlformats.org/officeDocument/2006/relationships/tags" Target="../tags/tag326.xml"/><Relationship Id="rId21" Type="http://schemas.openxmlformats.org/officeDocument/2006/relationships/tags" Target="../tags/tag327.xml"/><Relationship Id="rId22" Type="http://schemas.openxmlformats.org/officeDocument/2006/relationships/tags" Target="../tags/tag328.xml"/><Relationship Id="rId23" Type="http://schemas.openxmlformats.org/officeDocument/2006/relationships/tags" Target="../tags/tag329.xml"/><Relationship Id="rId24" Type="http://schemas.openxmlformats.org/officeDocument/2006/relationships/tags" Target="../tags/tag330.xml"/><Relationship Id="rId25" Type="http://schemas.openxmlformats.org/officeDocument/2006/relationships/tags" Target="../tags/tag331.xml"/><Relationship Id="rId26" Type="http://schemas.openxmlformats.org/officeDocument/2006/relationships/tags" Target="../tags/tag332.xml"/><Relationship Id="rId27" Type="http://schemas.openxmlformats.org/officeDocument/2006/relationships/tags" Target="../tags/tag333.xml"/><Relationship Id="rId28" Type="http://schemas.openxmlformats.org/officeDocument/2006/relationships/tags" Target="../tags/tag334.xml"/><Relationship Id="rId29" Type="http://schemas.openxmlformats.org/officeDocument/2006/relationships/tags" Target="../tags/tag335.xml"/><Relationship Id="rId30" Type="http://schemas.openxmlformats.org/officeDocument/2006/relationships/tags" Target="../tags/tag336.xml"/><Relationship Id="rId31" Type="http://schemas.openxmlformats.org/officeDocument/2006/relationships/tags" Target="../tags/tag337.xml"/><Relationship Id="rId32" Type="http://schemas.openxmlformats.org/officeDocument/2006/relationships/tags" Target="../tags/tag338.xml"/><Relationship Id="rId33" Type="http://schemas.openxmlformats.org/officeDocument/2006/relationships/tags" Target="../tags/tag339.xml"/><Relationship Id="rId34" Type="http://schemas.openxmlformats.org/officeDocument/2006/relationships/tags" Target="../tags/tag340.xml"/><Relationship Id="rId35" Type="http://schemas.openxmlformats.org/officeDocument/2006/relationships/tags" Target="../tags/tag341.xml"/><Relationship Id="rId36" Type="http://schemas.openxmlformats.org/officeDocument/2006/relationships/tags" Target="../tags/tag342.xml"/><Relationship Id="rId37" Type="http://schemas.openxmlformats.org/officeDocument/2006/relationships/tags" Target="../tags/tag343.xml"/><Relationship Id="rId38" Type="http://schemas.openxmlformats.org/officeDocument/2006/relationships/slideLayout" Target="../slideLayouts/slideLayout2.xml"/><Relationship Id="rId39" Type="http://schemas.openxmlformats.org/officeDocument/2006/relationships/oleObject" Target="../embeddings/oleObject29.bin"/><Relationship Id="rId40" Type="http://schemas.openxmlformats.org/officeDocument/2006/relationships/image" Target="../media/image10.emf"/></Relationships>
</file>

<file path=ppt/slides/_rels/slide6.xml.rels><?xml version='1.0' encoding='UTF-8' standalone='yes'?>
<Relationships xmlns="http://schemas.openxmlformats.org/package/2006/relationships"><Relationship Id="rId1" Type="http://schemas.openxmlformats.org/officeDocument/2006/relationships/tags" Target="../tags/tag344.xml"/><Relationship Id="rId2" Type="http://schemas.openxmlformats.org/officeDocument/2006/relationships/tags" Target="../tags/tag345.xml"/><Relationship Id="rId3" Type="http://schemas.openxmlformats.org/officeDocument/2006/relationships/tags" Target="../tags/tag346.xml"/><Relationship Id="rId4" Type="http://schemas.openxmlformats.org/officeDocument/2006/relationships/tags" Target="../tags/tag347.xml"/><Relationship Id="rId5" Type="http://schemas.openxmlformats.org/officeDocument/2006/relationships/tags" Target="../tags/tag348.xml"/><Relationship Id="rId6" Type="http://schemas.openxmlformats.org/officeDocument/2006/relationships/slideLayout" Target="../slideLayouts/slideLayout7.xml"/><Relationship Id="rId7" Type="http://schemas.openxmlformats.org/officeDocument/2006/relationships/oleObject" Target="../embeddings/oleObject30.bin"/><Relationship Id="rId8" Type="http://schemas.openxmlformats.org/officeDocument/2006/relationships/image" Target="../media/image10.emf"/><Relationship Id="rId9" Type="http://schemas.openxmlformats.org/officeDocument/2006/relationships/slide" Target="slide2.xml"/><Relationship Id="rId10" Type="http://schemas.openxmlformats.org/officeDocument/2006/relationships/slide" Target="slide11.xml"/></Relationships>
</file>

<file path=ppt/slides/_rels/slide7.xml.rels><?xml version='1.0' encoding='UTF-8' standalone='yes'?>
<Relationships xmlns="http://schemas.openxmlformats.org/package/2006/relationships"><Relationship Id="rId1" Type="http://schemas.openxmlformats.org/officeDocument/2006/relationships/tags" Target="../tags/tag349.xml"/><Relationship Id="rId2" Type="http://schemas.openxmlformats.org/officeDocument/2006/relationships/tags" Target="../tags/tag350.xml"/><Relationship Id="rId3" Type="http://schemas.openxmlformats.org/officeDocument/2006/relationships/tags" Target="../tags/tag351.xml"/><Relationship Id="rId4" Type="http://schemas.openxmlformats.org/officeDocument/2006/relationships/tags" Target="../tags/tag352.xml"/><Relationship Id="rId5" Type="http://schemas.openxmlformats.org/officeDocument/2006/relationships/tags" Target="../tags/tag353.xml"/><Relationship Id="rId6" Type="http://schemas.openxmlformats.org/officeDocument/2006/relationships/slideLayout" Target="../slideLayouts/slideLayout2.xml"/><Relationship Id="rId7" Type="http://schemas.openxmlformats.org/officeDocument/2006/relationships/oleObject" Target="../embeddings/oleObject31.bin"/><Relationship Id="rId8" Type="http://schemas.openxmlformats.org/officeDocument/2006/relationships/image" Target="../media/image10.emf"/></Relationships>
</file>

<file path=ppt/slides/_rels/slide8.xml.rels><?xml version='1.0' encoding='UTF-8' standalone='yes'?>
<Relationships xmlns="http://schemas.openxmlformats.org/package/2006/relationships"><Relationship Id="rId1" Type="http://schemas.openxmlformats.org/officeDocument/2006/relationships/tags" Target="../tags/tag354.xml"/><Relationship Id="rId2" Type="http://schemas.openxmlformats.org/officeDocument/2006/relationships/tags" Target="../tags/tag355.xml"/><Relationship Id="rId3" Type="http://schemas.openxmlformats.org/officeDocument/2006/relationships/tags" Target="../tags/tag356.xml"/><Relationship Id="rId4" Type="http://schemas.openxmlformats.org/officeDocument/2006/relationships/slideLayout" Target="../slideLayouts/slideLayout2.xml"/><Relationship Id="rId5" Type="http://schemas.openxmlformats.org/officeDocument/2006/relationships/oleObject" Target="../embeddings/oleObject32.bin"/><Relationship Id="rId6" Type="http://schemas.openxmlformats.org/officeDocument/2006/relationships/image" Target="../media/image10.emf"/></Relationships>
</file>

<file path=ppt/slides/_rels/slide9.xml.rels><?xml version='1.0' encoding='UTF-8' standalone='yes'?>
<Relationships xmlns="http://schemas.openxmlformats.org/package/2006/relationships"><Relationship Id="rId1" Type="http://schemas.openxmlformats.org/officeDocument/2006/relationships/tags" Target="../tags/tag357.xml"/><Relationship Id="rId2" Type="http://schemas.openxmlformats.org/officeDocument/2006/relationships/tags" Target="../tags/tag358.xml"/><Relationship Id="rId3" Type="http://schemas.openxmlformats.org/officeDocument/2006/relationships/tags" Target="../tags/tag359.xml"/><Relationship Id="rId4" Type="http://schemas.openxmlformats.org/officeDocument/2006/relationships/tags" Target="../tags/tag360.xml"/><Relationship Id="rId5" Type="http://schemas.openxmlformats.org/officeDocument/2006/relationships/tags" Target="../tags/tag361.xml"/><Relationship Id="rId6" Type="http://schemas.openxmlformats.org/officeDocument/2006/relationships/tags" Target="../tags/tag362.xml"/><Relationship Id="rId7" Type="http://schemas.openxmlformats.org/officeDocument/2006/relationships/tags" Target="../tags/tag363.xml"/><Relationship Id="rId8" Type="http://schemas.openxmlformats.org/officeDocument/2006/relationships/tags" Target="../tags/tag364.xml"/><Relationship Id="rId9" Type="http://schemas.openxmlformats.org/officeDocument/2006/relationships/tags" Target="../tags/tag365.xml"/><Relationship Id="rId10" Type="http://schemas.openxmlformats.org/officeDocument/2006/relationships/tags" Target="../tags/tag366.xml"/><Relationship Id="rId11" Type="http://schemas.openxmlformats.org/officeDocument/2006/relationships/tags" Target="../tags/tag367.xml"/><Relationship Id="rId12" Type="http://schemas.openxmlformats.org/officeDocument/2006/relationships/tags" Target="../tags/tag368.xml"/><Relationship Id="rId13" Type="http://schemas.openxmlformats.org/officeDocument/2006/relationships/tags" Target="../tags/tag369.xml"/><Relationship Id="rId14" Type="http://schemas.openxmlformats.org/officeDocument/2006/relationships/tags" Target="../tags/tag370.xml"/><Relationship Id="rId15" Type="http://schemas.openxmlformats.org/officeDocument/2006/relationships/tags" Target="../tags/tag371.xml"/><Relationship Id="rId16" Type="http://schemas.openxmlformats.org/officeDocument/2006/relationships/tags" Target="../tags/tag372.xml"/><Relationship Id="rId17" Type="http://schemas.openxmlformats.org/officeDocument/2006/relationships/tags" Target="../tags/tag373.xml"/><Relationship Id="rId18" Type="http://schemas.openxmlformats.org/officeDocument/2006/relationships/tags" Target="../tags/tag374.xml"/><Relationship Id="rId19" Type="http://schemas.openxmlformats.org/officeDocument/2006/relationships/tags" Target="../tags/tag375.xml"/><Relationship Id="rId20" Type="http://schemas.openxmlformats.org/officeDocument/2006/relationships/tags" Target="../tags/tag376.xml"/><Relationship Id="rId21" Type="http://schemas.openxmlformats.org/officeDocument/2006/relationships/tags" Target="../tags/tag377.xml"/><Relationship Id="rId22" Type="http://schemas.openxmlformats.org/officeDocument/2006/relationships/tags" Target="../tags/tag378.xml"/><Relationship Id="rId23" Type="http://schemas.openxmlformats.org/officeDocument/2006/relationships/tags" Target="../tags/tag379.xml"/><Relationship Id="rId24" Type="http://schemas.openxmlformats.org/officeDocument/2006/relationships/tags" Target="../tags/tag380.xml"/><Relationship Id="rId25" Type="http://schemas.openxmlformats.org/officeDocument/2006/relationships/tags" Target="../tags/tag381.xml"/><Relationship Id="rId26" Type="http://schemas.openxmlformats.org/officeDocument/2006/relationships/tags" Target="../tags/tag382.xml"/><Relationship Id="rId27" Type="http://schemas.openxmlformats.org/officeDocument/2006/relationships/tags" Target="../tags/tag383.xml"/><Relationship Id="rId28" Type="http://schemas.openxmlformats.org/officeDocument/2006/relationships/tags" Target="../tags/tag384.xml"/><Relationship Id="rId29" Type="http://schemas.openxmlformats.org/officeDocument/2006/relationships/tags" Target="../tags/tag385.xml"/><Relationship Id="rId30" Type="http://schemas.openxmlformats.org/officeDocument/2006/relationships/tags" Target="../tags/tag386.xml"/><Relationship Id="rId31" Type="http://schemas.openxmlformats.org/officeDocument/2006/relationships/tags" Target="../tags/tag387.xml"/><Relationship Id="rId32" Type="http://schemas.openxmlformats.org/officeDocument/2006/relationships/tags" Target="../tags/tag388.xml"/><Relationship Id="rId33" Type="http://schemas.openxmlformats.org/officeDocument/2006/relationships/tags" Target="../tags/tag389.xml"/><Relationship Id="rId34" Type="http://schemas.openxmlformats.org/officeDocument/2006/relationships/slideLayout" Target="../slideLayouts/slideLayout2.xml"/><Relationship Id="rId35" Type="http://schemas.openxmlformats.org/officeDocument/2006/relationships/oleObject" Target="../embeddings/oleObject33.bin"/><Relationship Id="rId36" Type="http://schemas.openxmlformats.org/officeDocument/2006/relationships/image" Target="../media/image10.emf"/></Relationships>
</file>

<file path=ppt/slides/_rels/slide10.xml.rels><?xml version='1.0' encoding='UTF-8' standalone='yes'?>
<Relationships xmlns="http://schemas.openxmlformats.org/package/2006/relationships"><Relationship Id="rId1" Type="http://schemas.openxmlformats.org/officeDocument/2006/relationships/tags" Target="../tags/tag390.xml"/><Relationship Id="rId2" Type="http://schemas.openxmlformats.org/officeDocument/2006/relationships/tags" Target="../tags/tag391.xml"/><Relationship Id="rId3" Type="http://schemas.openxmlformats.org/officeDocument/2006/relationships/tags" Target="../tags/tag392.xml"/><Relationship Id="rId4" Type="http://schemas.openxmlformats.org/officeDocument/2006/relationships/tags" Target="../tags/tag393.xml"/><Relationship Id="rId5" Type="http://schemas.openxmlformats.org/officeDocument/2006/relationships/tags" Target="../tags/tag394.xml"/><Relationship Id="rId6" Type="http://schemas.openxmlformats.org/officeDocument/2006/relationships/tags" Target="../tags/tag395.xml"/><Relationship Id="rId7" Type="http://schemas.openxmlformats.org/officeDocument/2006/relationships/tags" Target="../tags/tag396.xml"/><Relationship Id="rId8" Type="http://schemas.openxmlformats.org/officeDocument/2006/relationships/tags" Target="../tags/tag397.xml"/><Relationship Id="rId9" Type="http://schemas.openxmlformats.org/officeDocument/2006/relationships/tags" Target="../tags/tag398.xml"/><Relationship Id="rId10" Type="http://schemas.openxmlformats.org/officeDocument/2006/relationships/tags" Target="../tags/tag399.xml"/><Relationship Id="rId11" Type="http://schemas.openxmlformats.org/officeDocument/2006/relationships/tags" Target="../tags/tag400.xml"/><Relationship Id="rId12" Type="http://schemas.openxmlformats.org/officeDocument/2006/relationships/tags" Target="../tags/tag401.xml"/><Relationship Id="rId13" Type="http://schemas.openxmlformats.org/officeDocument/2006/relationships/tags" Target="../tags/tag402.xml"/><Relationship Id="rId14" Type="http://schemas.openxmlformats.org/officeDocument/2006/relationships/tags" Target="../tags/tag403.xml"/><Relationship Id="rId15" Type="http://schemas.openxmlformats.org/officeDocument/2006/relationships/tags" Target="../tags/tag404.xml"/><Relationship Id="rId16" Type="http://schemas.openxmlformats.org/officeDocument/2006/relationships/tags" Target="../tags/tag405.xml"/><Relationship Id="rId17" Type="http://schemas.openxmlformats.org/officeDocument/2006/relationships/tags" Target="../tags/tag406.xml"/><Relationship Id="rId18" Type="http://schemas.openxmlformats.org/officeDocument/2006/relationships/tags" Target="../tags/tag407.xml"/><Relationship Id="rId19" Type="http://schemas.openxmlformats.org/officeDocument/2006/relationships/tags" Target="../tags/tag408.xml"/><Relationship Id="rId20" Type="http://schemas.openxmlformats.org/officeDocument/2006/relationships/tags" Target="../tags/tag409.xml"/><Relationship Id="rId21" Type="http://schemas.openxmlformats.org/officeDocument/2006/relationships/tags" Target="../tags/tag410.xml"/><Relationship Id="rId22" Type="http://schemas.openxmlformats.org/officeDocument/2006/relationships/tags" Target="../tags/tag411.xml"/><Relationship Id="rId23" Type="http://schemas.openxmlformats.org/officeDocument/2006/relationships/tags" Target="../tags/tag412.xml"/><Relationship Id="rId24" Type="http://schemas.openxmlformats.org/officeDocument/2006/relationships/tags" Target="../tags/tag413.xml"/><Relationship Id="rId25" Type="http://schemas.openxmlformats.org/officeDocument/2006/relationships/tags" Target="../tags/tag414.xml"/><Relationship Id="rId26" Type="http://schemas.openxmlformats.org/officeDocument/2006/relationships/tags" Target="../tags/tag415.xml"/><Relationship Id="rId27" Type="http://schemas.openxmlformats.org/officeDocument/2006/relationships/tags" Target="../tags/tag416.xml"/><Relationship Id="rId28" Type="http://schemas.openxmlformats.org/officeDocument/2006/relationships/tags" Target="../tags/tag417.xml"/><Relationship Id="rId29" Type="http://schemas.openxmlformats.org/officeDocument/2006/relationships/tags" Target="../tags/tag418.xml"/><Relationship Id="rId30" Type="http://schemas.openxmlformats.org/officeDocument/2006/relationships/tags" Target="../tags/tag419.xml"/><Relationship Id="rId31" Type="http://schemas.openxmlformats.org/officeDocument/2006/relationships/tags" Target="../tags/tag420.xml"/><Relationship Id="rId32" Type="http://schemas.openxmlformats.org/officeDocument/2006/relationships/tags" Target="../tags/tag421.xml"/><Relationship Id="rId33" Type="http://schemas.openxmlformats.org/officeDocument/2006/relationships/tags" Target="../tags/tag422.xml"/><Relationship Id="rId34" Type="http://schemas.openxmlformats.org/officeDocument/2006/relationships/tags" Target="../tags/tag423.xml"/><Relationship Id="rId35" Type="http://schemas.openxmlformats.org/officeDocument/2006/relationships/tags" Target="../tags/tag424.xml"/><Relationship Id="rId36" Type="http://schemas.openxmlformats.org/officeDocument/2006/relationships/tags" Target="../tags/tag425.xml"/><Relationship Id="rId37" Type="http://schemas.openxmlformats.org/officeDocument/2006/relationships/tags" Target="../tags/tag426.xml"/><Relationship Id="rId38" Type="http://schemas.openxmlformats.org/officeDocument/2006/relationships/tags" Target="../tags/tag427.xml"/><Relationship Id="rId39" Type="http://schemas.openxmlformats.org/officeDocument/2006/relationships/tags" Target="../tags/tag428.xml"/><Relationship Id="rId40" Type="http://schemas.openxmlformats.org/officeDocument/2006/relationships/tags" Target="../tags/tag429.xml"/><Relationship Id="rId41" Type="http://schemas.openxmlformats.org/officeDocument/2006/relationships/tags" Target="../tags/tag430.xml"/><Relationship Id="rId42" Type="http://schemas.openxmlformats.org/officeDocument/2006/relationships/tags" Target="../tags/tag431.xml"/><Relationship Id="rId43" Type="http://schemas.openxmlformats.org/officeDocument/2006/relationships/tags" Target="../tags/tag432.xml"/><Relationship Id="rId44" Type="http://schemas.openxmlformats.org/officeDocument/2006/relationships/tags" Target="../tags/tag433.xml"/><Relationship Id="rId45" Type="http://schemas.openxmlformats.org/officeDocument/2006/relationships/tags" Target="../tags/tag434.xml"/><Relationship Id="rId46" Type="http://schemas.openxmlformats.org/officeDocument/2006/relationships/tags" Target="../tags/tag435.xml"/><Relationship Id="rId47" Type="http://schemas.openxmlformats.org/officeDocument/2006/relationships/tags" Target="../tags/tag436.xml"/><Relationship Id="rId48" Type="http://schemas.openxmlformats.org/officeDocument/2006/relationships/tags" Target="../tags/tag437.xml"/><Relationship Id="rId49" Type="http://schemas.openxmlformats.org/officeDocument/2006/relationships/tags" Target="../tags/tag438.xml"/><Relationship Id="rId50" Type="http://schemas.openxmlformats.org/officeDocument/2006/relationships/tags" Target="../tags/tag439.xml"/><Relationship Id="rId51" Type="http://schemas.openxmlformats.org/officeDocument/2006/relationships/tags" Target="../tags/tag440.xml"/><Relationship Id="rId52" Type="http://schemas.openxmlformats.org/officeDocument/2006/relationships/tags" Target="../tags/tag441.xml"/><Relationship Id="rId53" Type="http://schemas.openxmlformats.org/officeDocument/2006/relationships/slideLayout" Target="../slideLayouts/slideLayout2.xml"/><Relationship Id="rId54" Type="http://schemas.openxmlformats.org/officeDocument/2006/relationships/oleObject" Target="../embeddings/oleObject34.bin"/><Relationship Id="rId55" Type="http://schemas.openxmlformats.org/officeDocument/2006/relationships/image" Target="../media/image10.emf"/></Relationships>
</file>

<file path=ppt/slides/_rels/slide11.xml.rels><?xml version='1.0' encoding='UTF-8' standalone='yes'?>
<Relationships xmlns="http://schemas.openxmlformats.org/package/2006/relationships"><Relationship Id="rId1" Type="http://schemas.openxmlformats.org/officeDocument/2006/relationships/tags" Target="../tags/tag442.xml"/><Relationship Id="rId2" Type="http://schemas.openxmlformats.org/officeDocument/2006/relationships/tags" Target="../tags/tag443.xml"/><Relationship Id="rId3" Type="http://schemas.openxmlformats.org/officeDocument/2006/relationships/tags" Target="../tags/tag444.xml"/><Relationship Id="rId4" Type="http://schemas.openxmlformats.org/officeDocument/2006/relationships/tags" Target="../tags/tag445.xml"/><Relationship Id="rId5" Type="http://schemas.openxmlformats.org/officeDocument/2006/relationships/tags" Target="../tags/tag446.xml"/><Relationship Id="rId6" Type="http://schemas.openxmlformats.org/officeDocument/2006/relationships/slideLayout" Target="../slideLayouts/slideLayout7.xml"/><Relationship Id="rId7" Type="http://schemas.openxmlformats.org/officeDocument/2006/relationships/oleObject" Target="../embeddings/oleObject35.bin"/><Relationship Id="rId8" Type="http://schemas.openxmlformats.org/officeDocument/2006/relationships/image" Target="../media/image10.emf"/><Relationship Id="rId9" Type="http://schemas.openxmlformats.org/officeDocument/2006/relationships/slide" Target="slide2.xml"/><Relationship Id="rId10" Type="http://schemas.openxmlformats.org/officeDocument/2006/relationships/slide" Target="slide6.xml"/></Relationships>
</file>

<file path=ppt/slides/_rels/slide12.xml.rels><?xml version='1.0' encoding='UTF-8' standalone='yes'?>
<Relationships xmlns="http://schemas.openxmlformats.org/package/2006/relationships"><Relationship Id="rId1" Type="http://schemas.openxmlformats.org/officeDocument/2006/relationships/tags" Target="../tags/tag447.xml"/><Relationship Id="rId2" Type="http://schemas.openxmlformats.org/officeDocument/2006/relationships/slideLayout" Target="../slideLayouts/slideLayout2.xml"/><Relationship Id="rId3" Type="http://schemas.openxmlformats.org/officeDocument/2006/relationships/notesSlide" Target="../notesSlides/notesSlide2.xml"/><Relationship Id="rId4" Type="http://schemas.openxmlformats.org/officeDocument/2006/relationships/oleObject" Target="../embeddings/oleObject36.bin"/><Relationship Id="rId5" Type="http://schemas.openxmlformats.org/officeDocument/2006/relationships/image" Target="../media/image10.emf"/><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tags" Target="../tags/tag448.xml"/><Relationship Id="rId2" Type="http://schemas.openxmlformats.org/officeDocument/2006/relationships/tags" Target="../tags/tag449.xml"/><Relationship Id="rId3" Type="http://schemas.openxmlformats.org/officeDocument/2006/relationships/tags" Target="../tags/tag450.xml"/><Relationship Id="rId4" Type="http://schemas.openxmlformats.org/officeDocument/2006/relationships/tags" Target="../tags/tag451.xml"/><Relationship Id="rId5" Type="http://schemas.openxmlformats.org/officeDocument/2006/relationships/slideLayout" Target="../slideLayouts/slideLayout2.xml"/><Relationship Id="rId6" Type="http://schemas.openxmlformats.org/officeDocument/2006/relationships/notesSlide" Target="../notesSlides/notesSlide3.xml"/><Relationship Id="rId7" Type="http://schemas.openxmlformats.org/officeDocument/2006/relationships/oleObject" Target="../embeddings/oleObject37.bin"/><Relationship Id="rId8" Type="http://schemas.openxmlformats.org/officeDocument/2006/relationships/image" Target="../media/image10.emf"/></Relationships>
</file>

<file path=ppt/slides/_rels/slide14.xml.rels><?xml version='1.0' encoding='UTF-8' standalone='yes'?>
<Relationships xmlns="http://schemas.openxmlformats.org/package/2006/relationships"><Relationship Id="rId1" Type="http://schemas.openxmlformats.org/officeDocument/2006/relationships/tags" Target="../tags/tag452.xml"/><Relationship Id="rId2" Type="http://schemas.openxmlformats.org/officeDocument/2006/relationships/tags" Target="../tags/tag453.xml"/><Relationship Id="rId3" Type="http://schemas.openxmlformats.org/officeDocument/2006/relationships/tags" Target="../tags/tag454.xml"/><Relationship Id="rId4" Type="http://schemas.openxmlformats.org/officeDocument/2006/relationships/slideLayout" Target="../slideLayouts/slideLayout2.xml"/><Relationship Id="rId5" Type="http://schemas.openxmlformats.org/officeDocument/2006/relationships/oleObject" Target="../embeddings/oleObject38.bin"/><Relationship Id="rId6" Type="http://schemas.openxmlformats.org/officeDocument/2006/relationships/image" Target="../media/image10.emf"/></Relationships>
</file>

<file path=ppt/slides/_rels/slide15.xml.rels><?xml version='1.0' encoding='UTF-8' standalone='yes'?>
<Relationships xmlns="http://schemas.openxmlformats.org/package/2006/relationships"><Relationship Id="rId1" Type="http://schemas.openxmlformats.org/officeDocument/2006/relationships/tags" Target="../tags/tag455.xml"/><Relationship Id="rId2" Type="http://schemas.openxmlformats.org/officeDocument/2006/relationships/tags" Target="../tags/tag456.xml"/><Relationship Id="rId3" Type="http://schemas.openxmlformats.org/officeDocument/2006/relationships/tags" Target="../tags/tag457.xml"/><Relationship Id="rId4" Type="http://schemas.openxmlformats.org/officeDocument/2006/relationships/slideLayout" Target="../slideLayouts/slideLayout2.xml"/><Relationship Id="rId5" Type="http://schemas.openxmlformats.org/officeDocument/2006/relationships/notesSlide" Target="../notesSlides/notesSlide4.xml"/><Relationship Id="rId6" Type="http://schemas.openxmlformats.org/officeDocument/2006/relationships/oleObject" Target="../embeddings/oleObject39.bin"/><Relationship Id="rId7" Type="http://schemas.openxmlformats.org/officeDocument/2006/relationships/image" Target="../media/image10.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8" hidden="1">
            <a:extLst>
              <a:ext uri="{FF2B5EF4-FFF2-40B4-BE49-F238E27FC236}">
                <a16:creationId xmlns:a16="http://schemas.microsoft.com/office/drawing/2014/main" id="{DFC82A3A-0A2D-4C91-9164-E53833C359F6}"/>
              </a:ext>
            </a:extLst>
          </p:cNvPr>
          <p:cNvGraphicFramePr>
            <a:graphicFrameLocks noChangeAspect="1"/>
          </p:cNvGraphicFramePr>
          <p:nvPr>
            <p:custDataLst>
              <p:tags r:id="rId1"/>
            </p:custDataLst>
            <p:extLst>
              <p:ext uri="{D42A27DB-BD31-4B8C-83A1-F6EECF244321}">
                <p14:modId xmlns:p14="http://schemas.microsoft.com/office/powerpoint/2010/main" val="25312079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572" imgH="588" progId="TCLayout.ActiveDocument.1">
                  <p:embed/>
                </p:oleObj>
              </mc:Choice>
              <mc:Fallback>
                <p:oleObj name="think-cell Slide" r:id="rId6" imgW="572" imgH="588" progId="TCLayout.ActiveDocument.1">
                  <p:embed/>
                  <p:pic>
                    <p:nvPicPr>
                      <p:cNvPr id="3" name="Object 8" hidden="1">
                        <a:extLst>
                          <a:ext uri="{FF2B5EF4-FFF2-40B4-BE49-F238E27FC236}">
                            <a16:creationId xmlns:a16="http://schemas.microsoft.com/office/drawing/2014/main" id="{DFC82A3A-0A2D-4C91-9164-E53833C359F6}"/>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Background" hidden="1">
            <a:extLst>
              <a:ext uri="{FF2B5EF4-FFF2-40B4-BE49-F238E27FC236}">
                <a16:creationId xmlns:a16="http://schemas.microsoft.com/office/drawing/2014/main" id="{108DE052-9238-470A-B7A3-D8EB461E3CEB}"/>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4400" b="1"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4" name="Text Placeholder 13">
            <a:extLst>
              <a:ext uri="{FF2B5EF4-FFF2-40B4-BE49-F238E27FC236}">
                <a16:creationId xmlns:a16="http://schemas.microsoft.com/office/drawing/2014/main" id="{7835DA42-CBF3-4299-9CD7-2662B8C52E8E}"/>
              </a:ext>
            </a:extLst>
          </p:cNvPr>
          <p:cNvSpPr>
            <a:spLocks noGrp="1"/>
          </p:cNvSpPr>
          <p:nvPr>
            <p:ph type="body" sz="quarter" idx="13"/>
          </p:nvPr>
        </p:nvSpPr>
        <p:spPr>
          <a:xfrm>
            <a:off x="592686" y="4139232"/>
            <a:ext cx="6016752" cy="215444"/>
          </a:xfrm>
        </p:spPr>
        <p:txBody>
          <a:bodyPr/>
          <a:lstStyle/>
          <a:p>
            <a:r>
              <a:rPr lang="en-US" dirty="0"/>
              <a:t>Technology productivity: levers, assets to deploy, and expected outputs</a:t>
            </a:r>
          </a:p>
          <a:p>
            <a:r>
              <a:rPr lang="en-US" dirty="0"/>
              <a:t>July 30, 2026</a:t>
            </a:r>
          </a:p>
        </p:txBody>
      </p:sp>
      <p:sp>
        <p:nvSpPr>
          <p:cNvPr id="4" name="Title">
            <a:extLst>
              <a:ext uri="{FF2B5EF4-FFF2-40B4-BE49-F238E27FC236}">
                <a16:creationId xmlns:a16="http://schemas.microsoft.com/office/drawing/2014/main" id="{FA5D4630-F7DD-45DE-8B28-13C4C3DDAD21}"/>
              </a:ext>
            </a:extLst>
          </p:cNvPr>
          <p:cNvSpPr>
            <a:spLocks noGrp="1"/>
          </p:cNvSpPr>
          <p:nvPr>
            <p:ph type="title"/>
            <p:custDataLst>
              <p:tags r:id="rId3"/>
            </p:custDataLst>
          </p:nvPr>
        </p:nvSpPr>
        <p:spPr>
          <a:xfrm>
            <a:off x="551942" y="2049805"/>
            <a:ext cx="6098240" cy="1921708"/>
          </a:xfrm>
        </p:spPr>
        <p:txBody>
          <a:bodyPr vert="horz"/>
          <a:lstStyle/>
          <a:p>
            <a:r>
              <a:rPr lang="en-US" dirty="0"/>
              <a:t>Vanguard- Enterprise Productivity</a:t>
            </a:r>
          </a:p>
        </p:txBody>
      </p:sp>
    </p:spTree>
    <p:extLst>
      <p:ext uri="{BB962C8B-B14F-4D97-AF65-F5344CB8AC3E}">
        <p14:creationId xmlns:p14="http://schemas.microsoft.com/office/powerpoint/2010/main" val="886847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06B19E1-8A3B-1087-EA66-A8BBBAE0D2DF}"/>
              </a:ext>
            </a:extLst>
          </p:cNvPr>
          <p:cNvGraphicFramePr>
            <a:graphicFrameLocks noChangeAspect="1"/>
          </p:cNvGraphicFramePr>
          <p:nvPr>
            <p:custDataLst>
              <p:tags r:id="rId1"/>
            </p:custDataLst>
            <p:extLst>
              <p:ext uri="{D42A27DB-BD31-4B8C-83A1-F6EECF244321}">
                <p14:modId xmlns:p14="http://schemas.microsoft.com/office/powerpoint/2010/main" val="9255086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428" imgH="428" progId="TCLayout.ActiveDocument.1">
                  <p:embed/>
                </p:oleObj>
              </mc:Choice>
              <mc:Fallback>
                <p:oleObj name="think-cell Slide" r:id="rId6" imgW="428" imgH="428" progId="TCLayout.ActiveDocument.1">
                  <p:embed/>
                  <p:pic>
                    <p:nvPicPr>
                      <p:cNvPr id="8" name="think-cell data - do not delete" hidden="1">
                        <a:extLst>
                          <a:ext uri="{FF2B5EF4-FFF2-40B4-BE49-F238E27FC236}">
                            <a16:creationId xmlns:a16="http://schemas.microsoft.com/office/drawing/2014/main" id="{B06B19E1-8A3B-1087-EA66-A8BBBAE0D2DF}"/>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4349BFFE-BCFD-7B85-823B-9840B44B1CEA}"/>
              </a:ext>
            </a:extLst>
          </p:cNvPr>
          <p:cNvSpPr>
            <a:spLocks noGrp="1"/>
          </p:cNvSpPr>
          <p:nvPr>
            <p:ph type="title"/>
          </p:nvPr>
        </p:nvSpPr>
        <p:spPr>
          <a:xfrm>
            <a:off x="554736" y="3156020"/>
            <a:ext cx="2514600" cy="357790"/>
          </a:xfrm>
        </p:spPr>
        <p:txBody>
          <a:bodyPr vert="horz">
            <a:spAutoFit/>
          </a:bodyPr>
          <a:lstStyle/>
          <a:p>
            <a:r>
              <a:rPr lang="en-US" dirty="0"/>
              <a:t>For discussion</a:t>
            </a:r>
          </a:p>
        </p:txBody>
      </p:sp>
      <p:sp>
        <p:nvSpPr>
          <p:cNvPr id="12" name="Text Placeholder 11">
            <a:extLst>
              <a:ext uri="{FF2B5EF4-FFF2-40B4-BE49-F238E27FC236}">
                <a16:creationId xmlns:a16="http://schemas.microsoft.com/office/drawing/2014/main" id="{61D873E3-7415-9263-54BC-8E9DD0C880B3}"/>
              </a:ext>
            </a:extLst>
          </p:cNvPr>
          <p:cNvSpPr>
            <a:spLocks noGrp="1"/>
          </p:cNvSpPr>
          <p:nvPr>
            <p:ph type="body" sz="quarter" idx="17"/>
          </p:nvPr>
        </p:nvSpPr>
        <p:spPr/>
        <p:txBody>
          <a:bodyPr/>
          <a:lstStyle/>
          <a:p>
            <a:endParaRPr lang="en-US"/>
          </a:p>
        </p:txBody>
      </p:sp>
      <p:sp>
        <p:nvSpPr>
          <p:cNvPr id="6" name="Text Placeholder 2">
            <a:extLst>
              <a:ext uri="{FF2B5EF4-FFF2-40B4-BE49-F238E27FC236}">
                <a16:creationId xmlns:a16="http://schemas.microsoft.com/office/drawing/2014/main" id="{192DB789-515B-4504-BE53-6445F2427687}"/>
              </a:ext>
            </a:extLst>
          </p:cNvPr>
          <p:cNvSpPr>
            <a:spLocks noGrp="1"/>
          </p:cNvSpPr>
          <p:nvPr>
            <p:custDataLst>
              <p:tags r:id="rId2"/>
            </p:custDataLst>
          </p:nvPr>
        </p:nvSpPr>
        <p:spPr bwMode="auto">
          <a:xfrm>
            <a:off x="5016500" y="2743200"/>
            <a:ext cx="5116513" cy="696913"/>
          </a:xfrm>
          <a:prstGeom prst="rect">
            <a:avLst/>
          </a:prstGeom>
          <a:solidFill>
            <a:schemeClr val="accent3"/>
          </a:solidFill>
          <a:ln>
            <a:noFill/>
          </a:ln>
          <a:effectLst/>
        </p:spPr>
        <p:txBody>
          <a:bodyPr vert="horz" wrap="none" lIns="92075" tIns="211138" rIns="0" bIns="211138"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sz="1800" b="1" dirty="0">
                <a:solidFill>
                  <a:schemeClr val="tx2"/>
                </a:solidFill>
                <a:latin typeface="Cambria" pitchFamily="34" charset="0"/>
                <a:ea typeface="Cambria" pitchFamily="34" charset="-122"/>
                <a:cs typeface="Cambria" pitchFamily="34" charset="-120"/>
              </a:rPr>
              <a:t>The levers we will go after</a:t>
            </a:r>
            <a:endParaRPr lang="en-US" sz="1800" b="1" dirty="0">
              <a:solidFill>
                <a:schemeClr val="tx2"/>
              </a:solidFill>
            </a:endParaRPr>
          </a:p>
        </p:txBody>
      </p:sp>
      <p:sp>
        <p:nvSpPr>
          <p:cNvPr id="30" name="Text Placeholder 2">
            <a:hlinkClick r:id="rId8" action="ppaction://hlinksldjump"/>
            <a:extLst>
              <a:ext uri="{FF2B5EF4-FFF2-40B4-BE49-F238E27FC236}">
                <a16:creationId xmlns:a16="http://schemas.microsoft.com/office/drawing/2014/main" id="{A98D5C2C-8294-CBBD-DBE5-96CE664DCD21}"/>
              </a:ext>
            </a:extLst>
          </p:cNvPr>
          <p:cNvSpPr>
            <a:spLocks noGrp="1"/>
          </p:cNvSpPr>
          <p:nvPr>
            <p:custDataLst>
              <p:tags r:id="rId3"/>
            </p:custDataLst>
          </p:nvPr>
        </p:nvSpPr>
        <p:spPr bwMode="auto">
          <a:xfrm>
            <a:off x="5016500" y="3440113"/>
            <a:ext cx="5116513" cy="6985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92075" tIns="212725" rIns="0" bIns="211138"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sz="1800">
                <a:latin typeface="Cambria" pitchFamily="34" charset="0"/>
                <a:ea typeface="Cambria" pitchFamily="34" charset="-122"/>
                <a:cs typeface="Cambria" pitchFamily="34" charset="-120"/>
              </a:rPr>
              <a:t>The assets we will deploy and the data we need</a:t>
            </a:r>
            <a:endParaRPr lang="en-US" sz="1800" dirty="0">
              <a:latin typeface="Cambria" pitchFamily="34" charset="0"/>
              <a:ea typeface="Cambria" pitchFamily="34" charset="-122"/>
              <a:cs typeface="Cambria" pitchFamily="34" charset="-120"/>
            </a:endParaRPr>
          </a:p>
        </p:txBody>
      </p:sp>
      <p:sp>
        <p:nvSpPr>
          <p:cNvPr id="34" name="Text Placeholder 2">
            <a:hlinkClick r:id="rId9" action="ppaction://hlinksldjump"/>
            <a:extLst>
              <a:ext uri="{FF2B5EF4-FFF2-40B4-BE49-F238E27FC236}">
                <a16:creationId xmlns:a16="http://schemas.microsoft.com/office/drawing/2014/main" id="{C99D6C01-8D44-320E-DE5C-973BE0E8D9FD}"/>
              </a:ext>
            </a:extLst>
          </p:cNvPr>
          <p:cNvSpPr>
            <a:spLocks noGrp="1"/>
          </p:cNvSpPr>
          <p:nvPr>
            <p:custDataLst>
              <p:tags r:id="rId4"/>
            </p:custDataLst>
          </p:nvPr>
        </p:nvSpPr>
        <p:spPr bwMode="auto">
          <a:xfrm>
            <a:off x="5016500" y="4138613"/>
            <a:ext cx="5116513" cy="6985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92075" tIns="212725" rIns="0" bIns="211138"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sz="1800">
                <a:latin typeface="Cambria" pitchFamily="34" charset="0"/>
                <a:ea typeface="Cambria" pitchFamily="34" charset="-122"/>
                <a:cs typeface="Cambria" pitchFamily="34" charset="-120"/>
              </a:rPr>
              <a:t>The outputs to expect</a:t>
            </a:r>
            <a:endParaRPr lang="en-US" sz="1800" dirty="0">
              <a:latin typeface="Cambria" pitchFamily="34" charset="0"/>
              <a:ea typeface="Cambria" pitchFamily="34" charset="-122"/>
              <a:cs typeface="Cambria" pitchFamily="34" charset="-120"/>
            </a:endParaRPr>
          </a:p>
        </p:txBody>
      </p:sp>
    </p:spTree>
    <p:extLst>
      <p:ext uri="{BB962C8B-B14F-4D97-AF65-F5344CB8AC3E}">
        <p14:creationId xmlns:p14="http://schemas.microsoft.com/office/powerpoint/2010/main" val="837576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3EA1CD29-F740-AC1C-FF52-4D278E837FB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28" imgH="428" progId="TCLayout.ActiveDocument.1">
                  <p:embed/>
                </p:oleObj>
              </mc:Choice>
              <mc:Fallback>
                <p:oleObj name="think-cell Slide" r:id="rId8" imgW="428" imgH="428" progId="TCLayout.ActiveDocument.1">
                  <p:embed/>
                  <p:pic>
                    <p:nvPicPr>
                      <p:cNvPr id="5" name="Object 2" hidden="1">
                        <a:extLst>
                          <a:ext uri="{FF2B5EF4-FFF2-40B4-BE49-F238E27FC236}">
                            <a16:creationId xmlns:a16="http://schemas.microsoft.com/office/drawing/2014/main" id="{3EA1CD29-F740-AC1C-FF52-4D278E837FBC}"/>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3C9DF2DB-8FF8-12D6-CFEA-4BAFEC5C68A1}"/>
              </a:ext>
            </a:extLst>
          </p:cNvPr>
          <p:cNvSpPr>
            <a:spLocks noGrp="1"/>
          </p:cNvSpPr>
          <p:nvPr>
            <p:ph type="title"/>
          </p:nvPr>
        </p:nvSpPr>
        <p:spPr>
          <a:xfrm>
            <a:off x="554736" y="244901"/>
            <a:ext cx="11082528" cy="357790"/>
          </a:xfrm>
        </p:spPr>
        <p:txBody>
          <a:bodyPr vert="horz">
            <a:spAutoFit/>
          </a:bodyPr>
          <a:lstStyle/>
          <a:p>
            <a:r>
              <a:rPr lang="en-US" dirty="0"/>
              <a:t>The levers we will go after</a:t>
            </a:r>
          </a:p>
        </p:txBody>
      </p:sp>
      <p:grpSp>
        <p:nvGrpSpPr>
          <p:cNvPr id="118" name="Group 117">
            <a:extLst>
              <a:ext uri="{FF2B5EF4-FFF2-40B4-BE49-F238E27FC236}">
                <a16:creationId xmlns:a16="http://schemas.microsoft.com/office/drawing/2014/main" id="{C311F8BF-CA87-9BF5-B582-10D8170E9D54}"/>
              </a:ext>
            </a:extLst>
          </p:cNvPr>
          <p:cNvGrpSpPr>
            <a:grpSpLocks/>
          </p:cNvGrpSpPr>
          <p:nvPr/>
        </p:nvGrpSpPr>
        <p:grpSpPr>
          <a:xfrm>
            <a:off x="457200" y="2255352"/>
            <a:ext cx="1962912" cy="694944"/>
            <a:chOff x="457200" y="2523744"/>
            <a:chExt cx="2194560" cy="694944"/>
          </a:xfrm>
        </p:grpSpPr>
        <p:sp>
          <p:nvSpPr>
            <p:cNvPr id="15" name="Shape 8">
              <a:extLst>
                <a:ext uri="{FF2B5EF4-FFF2-40B4-BE49-F238E27FC236}">
                  <a16:creationId xmlns:a16="http://schemas.microsoft.com/office/drawing/2014/main" id="{FBBE4A1C-D0F8-2BC7-E467-ED607B74ECBB}"/>
                </a:ext>
              </a:extLst>
            </p:cNvPr>
            <p:cNvSpPr/>
            <p:nvPr/>
          </p:nvSpPr>
          <p:spPr>
            <a:xfrm>
              <a:off x="457200" y="2523744"/>
              <a:ext cx="2194560" cy="694944"/>
            </a:xfrm>
            <a:prstGeom prst="rect">
              <a:avLst/>
            </a:prstGeom>
            <a:solidFill>
              <a:srgbClr val="F2F6FC"/>
            </a:solidFill>
            <a:ln w="9525">
              <a:solidFill>
                <a:srgbClr val="D9DDE1"/>
              </a:solidFill>
              <a:prstDash val="solid"/>
            </a:ln>
          </p:spPr>
          <p:txBody>
            <a:bodyPr/>
            <a:lstStyle/>
            <a:p>
              <a:endParaRPr lang="en-US" sz="1400"/>
            </a:p>
          </p:txBody>
        </p:sp>
        <p:sp>
          <p:nvSpPr>
            <p:cNvPr id="17" name="Text 9">
              <a:extLst>
                <a:ext uri="{FF2B5EF4-FFF2-40B4-BE49-F238E27FC236}">
                  <a16:creationId xmlns:a16="http://schemas.microsoft.com/office/drawing/2014/main" id="{C0F2873D-B007-AF61-D88E-3675F69279D0}"/>
                </a:ext>
              </a:extLst>
            </p:cNvPr>
            <p:cNvSpPr/>
            <p:nvPr/>
          </p:nvSpPr>
          <p:spPr>
            <a:xfrm>
              <a:off x="603504" y="2523744"/>
              <a:ext cx="1901952" cy="694944"/>
            </a:xfrm>
            <a:prstGeom prst="rect">
              <a:avLst/>
            </a:prstGeom>
            <a:noFill/>
            <a:ln/>
          </p:spPr>
          <p:txBody>
            <a:bodyPr wrap="square" lIns="0" tIns="0" rIns="0" bIns="0" rtlCol="0" anchor="ctr"/>
            <a:lstStyle/>
            <a:p>
              <a:pPr marL="0" indent="0">
                <a:buNone/>
              </a:pPr>
              <a:r>
                <a:rPr lang="en-US" sz="1400" dirty="0">
                  <a:solidFill>
                    <a:srgbClr val="1A1A1A"/>
                  </a:solidFill>
                  <a:latin typeface="Arial" pitchFamily="34" charset="0"/>
                  <a:ea typeface="Arial" pitchFamily="34" charset="-122"/>
                  <a:cs typeface="Arial" pitchFamily="34" charset="-120"/>
                </a:rPr>
                <a:t>A. Project prioritization</a:t>
              </a:r>
              <a:endParaRPr lang="en-US" sz="1400" dirty="0"/>
            </a:p>
          </p:txBody>
        </p:sp>
      </p:grpSp>
      <p:grpSp>
        <p:nvGrpSpPr>
          <p:cNvPr id="119" name="Group 118">
            <a:extLst>
              <a:ext uri="{FF2B5EF4-FFF2-40B4-BE49-F238E27FC236}">
                <a16:creationId xmlns:a16="http://schemas.microsoft.com/office/drawing/2014/main" id="{07125449-9856-8844-42A8-D65B113A849D}"/>
              </a:ext>
            </a:extLst>
          </p:cNvPr>
          <p:cNvGrpSpPr>
            <a:grpSpLocks/>
          </p:cNvGrpSpPr>
          <p:nvPr/>
        </p:nvGrpSpPr>
        <p:grpSpPr>
          <a:xfrm>
            <a:off x="457200" y="3131590"/>
            <a:ext cx="1962912" cy="694944"/>
            <a:chOff x="457200" y="3291840"/>
            <a:chExt cx="2194560" cy="694944"/>
          </a:xfrm>
        </p:grpSpPr>
        <p:sp>
          <p:nvSpPr>
            <p:cNvPr id="19" name="Shape 10">
              <a:extLst>
                <a:ext uri="{FF2B5EF4-FFF2-40B4-BE49-F238E27FC236}">
                  <a16:creationId xmlns:a16="http://schemas.microsoft.com/office/drawing/2014/main" id="{9037260B-A0DA-3D0A-C2D1-F8177EA2EB49}"/>
                </a:ext>
              </a:extLst>
            </p:cNvPr>
            <p:cNvSpPr/>
            <p:nvPr/>
          </p:nvSpPr>
          <p:spPr>
            <a:xfrm>
              <a:off x="457200" y="3291840"/>
              <a:ext cx="2194560" cy="694944"/>
            </a:xfrm>
            <a:prstGeom prst="rect">
              <a:avLst/>
            </a:prstGeom>
            <a:solidFill>
              <a:srgbClr val="F2F6FC"/>
            </a:solidFill>
            <a:ln w="9525">
              <a:solidFill>
                <a:srgbClr val="D9DDE1"/>
              </a:solidFill>
              <a:prstDash val="solid"/>
            </a:ln>
          </p:spPr>
          <p:txBody>
            <a:bodyPr/>
            <a:lstStyle/>
            <a:p>
              <a:endParaRPr lang="en-US" sz="1400"/>
            </a:p>
          </p:txBody>
        </p:sp>
        <p:sp>
          <p:nvSpPr>
            <p:cNvPr id="21" name="Text 11">
              <a:extLst>
                <a:ext uri="{FF2B5EF4-FFF2-40B4-BE49-F238E27FC236}">
                  <a16:creationId xmlns:a16="http://schemas.microsoft.com/office/drawing/2014/main" id="{8BE190AC-75C3-063B-A9DA-F21495BAFD2B}"/>
                </a:ext>
              </a:extLst>
            </p:cNvPr>
            <p:cNvSpPr/>
            <p:nvPr/>
          </p:nvSpPr>
          <p:spPr>
            <a:xfrm>
              <a:off x="603504" y="3291840"/>
              <a:ext cx="1901952" cy="694944"/>
            </a:xfrm>
            <a:prstGeom prst="rect">
              <a:avLst/>
            </a:prstGeom>
            <a:noFill/>
            <a:ln/>
          </p:spPr>
          <p:txBody>
            <a:bodyPr wrap="square" lIns="0" tIns="0" rIns="0" bIns="0" rtlCol="0" anchor="ctr"/>
            <a:lstStyle/>
            <a:p>
              <a:pPr marL="0" indent="0">
                <a:buNone/>
              </a:pPr>
              <a:r>
                <a:rPr lang="en-US" sz="1400" dirty="0">
                  <a:solidFill>
                    <a:srgbClr val="1A1A1A"/>
                  </a:solidFill>
                  <a:latin typeface="Arial" pitchFamily="34" charset="0"/>
                  <a:ea typeface="Arial" pitchFamily="34" charset="-122"/>
                  <a:cs typeface="Arial" pitchFamily="34" charset="-120"/>
                </a:rPr>
                <a:t>B. Value capture</a:t>
              </a:r>
              <a:endParaRPr lang="en-US" sz="1400" dirty="0"/>
            </a:p>
          </p:txBody>
        </p:sp>
      </p:grpSp>
      <p:grpSp>
        <p:nvGrpSpPr>
          <p:cNvPr id="120" name="Group 119">
            <a:extLst>
              <a:ext uri="{FF2B5EF4-FFF2-40B4-BE49-F238E27FC236}">
                <a16:creationId xmlns:a16="http://schemas.microsoft.com/office/drawing/2014/main" id="{CB470AD6-5AF7-E686-DCFD-2ACABC9C2A4D}"/>
              </a:ext>
            </a:extLst>
          </p:cNvPr>
          <p:cNvGrpSpPr>
            <a:grpSpLocks/>
          </p:cNvGrpSpPr>
          <p:nvPr/>
        </p:nvGrpSpPr>
        <p:grpSpPr>
          <a:xfrm>
            <a:off x="2761488" y="2255352"/>
            <a:ext cx="1962912" cy="694944"/>
            <a:chOff x="2788920" y="2523744"/>
            <a:chExt cx="2194560" cy="694944"/>
          </a:xfrm>
        </p:grpSpPr>
        <p:sp>
          <p:nvSpPr>
            <p:cNvPr id="35" name="Shape 18">
              <a:extLst>
                <a:ext uri="{FF2B5EF4-FFF2-40B4-BE49-F238E27FC236}">
                  <a16:creationId xmlns:a16="http://schemas.microsoft.com/office/drawing/2014/main" id="{DD684BC8-BE54-6551-E6E9-26C8029CAFD7}"/>
                </a:ext>
              </a:extLst>
            </p:cNvPr>
            <p:cNvSpPr/>
            <p:nvPr/>
          </p:nvSpPr>
          <p:spPr>
            <a:xfrm>
              <a:off x="2788920" y="2523744"/>
              <a:ext cx="2194560" cy="694944"/>
            </a:xfrm>
            <a:prstGeom prst="rect">
              <a:avLst/>
            </a:prstGeom>
            <a:solidFill>
              <a:srgbClr val="F2F6FC"/>
            </a:solidFill>
            <a:ln w="9525">
              <a:solidFill>
                <a:srgbClr val="D9DDE1"/>
              </a:solidFill>
              <a:prstDash val="solid"/>
            </a:ln>
          </p:spPr>
          <p:txBody>
            <a:bodyPr/>
            <a:lstStyle/>
            <a:p>
              <a:endParaRPr lang="en-US" sz="1400"/>
            </a:p>
          </p:txBody>
        </p:sp>
        <p:sp>
          <p:nvSpPr>
            <p:cNvPr id="37" name="Text 19">
              <a:extLst>
                <a:ext uri="{FF2B5EF4-FFF2-40B4-BE49-F238E27FC236}">
                  <a16:creationId xmlns:a16="http://schemas.microsoft.com/office/drawing/2014/main" id="{CCE8EBEA-2656-EA31-5385-228B43996269}"/>
                </a:ext>
              </a:extLst>
            </p:cNvPr>
            <p:cNvSpPr/>
            <p:nvPr/>
          </p:nvSpPr>
          <p:spPr>
            <a:xfrm>
              <a:off x="2935224" y="2523744"/>
              <a:ext cx="1901952" cy="694944"/>
            </a:xfrm>
            <a:prstGeom prst="rect">
              <a:avLst/>
            </a:prstGeom>
            <a:noFill/>
            <a:ln/>
          </p:spPr>
          <p:txBody>
            <a:bodyPr wrap="square" lIns="0" tIns="0" rIns="0" bIns="0" rtlCol="0" anchor="ctr"/>
            <a:lstStyle/>
            <a:p>
              <a:pPr marL="0" indent="0">
                <a:buNone/>
              </a:pPr>
              <a:r>
                <a:rPr lang="en-US" sz="1400" dirty="0">
                  <a:solidFill>
                    <a:srgbClr val="1A1A1A"/>
                  </a:solidFill>
                  <a:latin typeface="Arial" pitchFamily="34" charset="0"/>
                  <a:ea typeface="Arial" pitchFamily="34" charset="-122"/>
                  <a:cs typeface="Arial" pitchFamily="34" charset="-120"/>
                </a:rPr>
                <a:t>C. Engineering practices</a:t>
              </a:r>
              <a:endParaRPr lang="en-US" sz="1400" dirty="0"/>
            </a:p>
          </p:txBody>
        </p:sp>
      </p:grpSp>
      <p:grpSp>
        <p:nvGrpSpPr>
          <p:cNvPr id="121" name="Group 120">
            <a:extLst>
              <a:ext uri="{FF2B5EF4-FFF2-40B4-BE49-F238E27FC236}">
                <a16:creationId xmlns:a16="http://schemas.microsoft.com/office/drawing/2014/main" id="{21E79254-3196-1B7C-4757-6842233A7A76}"/>
              </a:ext>
            </a:extLst>
          </p:cNvPr>
          <p:cNvGrpSpPr>
            <a:grpSpLocks/>
          </p:cNvGrpSpPr>
          <p:nvPr/>
        </p:nvGrpSpPr>
        <p:grpSpPr>
          <a:xfrm>
            <a:off x="2761488" y="3131590"/>
            <a:ext cx="1962912" cy="694944"/>
            <a:chOff x="2788920" y="3291840"/>
            <a:chExt cx="2194560" cy="694944"/>
          </a:xfrm>
        </p:grpSpPr>
        <p:sp>
          <p:nvSpPr>
            <p:cNvPr id="39" name="Shape 20">
              <a:extLst>
                <a:ext uri="{FF2B5EF4-FFF2-40B4-BE49-F238E27FC236}">
                  <a16:creationId xmlns:a16="http://schemas.microsoft.com/office/drawing/2014/main" id="{AFDC6C5A-1FCA-2659-C5BE-469C921D40DE}"/>
                </a:ext>
              </a:extLst>
            </p:cNvPr>
            <p:cNvSpPr/>
            <p:nvPr/>
          </p:nvSpPr>
          <p:spPr>
            <a:xfrm>
              <a:off x="2788920" y="3291840"/>
              <a:ext cx="2194560" cy="694944"/>
            </a:xfrm>
            <a:prstGeom prst="rect">
              <a:avLst/>
            </a:prstGeom>
            <a:solidFill>
              <a:srgbClr val="F2F6FC"/>
            </a:solidFill>
            <a:ln w="9525">
              <a:solidFill>
                <a:srgbClr val="D9DDE1"/>
              </a:solidFill>
              <a:prstDash val="solid"/>
            </a:ln>
          </p:spPr>
          <p:txBody>
            <a:bodyPr/>
            <a:lstStyle/>
            <a:p>
              <a:endParaRPr lang="en-US" sz="1400"/>
            </a:p>
          </p:txBody>
        </p:sp>
        <p:sp>
          <p:nvSpPr>
            <p:cNvPr id="41" name="Text 21">
              <a:extLst>
                <a:ext uri="{FF2B5EF4-FFF2-40B4-BE49-F238E27FC236}">
                  <a16:creationId xmlns:a16="http://schemas.microsoft.com/office/drawing/2014/main" id="{35AA0AC6-4FA4-EE09-8073-180154AA18E5}"/>
                </a:ext>
              </a:extLst>
            </p:cNvPr>
            <p:cNvSpPr/>
            <p:nvPr/>
          </p:nvSpPr>
          <p:spPr>
            <a:xfrm>
              <a:off x="2935224" y="3291840"/>
              <a:ext cx="1901952" cy="694944"/>
            </a:xfrm>
            <a:prstGeom prst="rect">
              <a:avLst/>
            </a:prstGeom>
            <a:noFill/>
            <a:ln/>
          </p:spPr>
          <p:txBody>
            <a:bodyPr wrap="square" lIns="0" tIns="0" rIns="0" bIns="0" rtlCol="0" anchor="ctr"/>
            <a:lstStyle/>
            <a:p>
              <a:pPr marL="0" indent="0">
                <a:buNone/>
              </a:pPr>
              <a:r>
                <a:rPr lang="en-US" sz="1400" dirty="0">
                  <a:solidFill>
                    <a:srgbClr val="1A1A1A"/>
                  </a:solidFill>
                  <a:latin typeface="Arial" pitchFamily="34" charset="0"/>
                  <a:ea typeface="Arial" pitchFamily="34" charset="-122"/>
                  <a:cs typeface="Arial" pitchFamily="34" charset="-120"/>
                </a:rPr>
                <a:t>D. Performance optimization</a:t>
              </a:r>
              <a:endParaRPr lang="en-US" sz="1400" dirty="0"/>
            </a:p>
          </p:txBody>
        </p:sp>
      </p:grpSp>
      <p:grpSp>
        <p:nvGrpSpPr>
          <p:cNvPr id="122" name="Group 121">
            <a:extLst>
              <a:ext uri="{FF2B5EF4-FFF2-40B4-BE49-F238E27FC236}">
                <a16:creationId xmlns:a16="http://schemas.microsoft.com/office/drawing/2014/main" id="{1ACE39D8-05F0-1DC8-352D-45F72212FE88}"/>
              </a:ext>
            </a:extLst>
          </p:cNvPr>
          <p:cNvGrpSpPr>
            <a:grpSpLocks/>
          </p:cNvGrpSpPr>
          <p:nvPr/>
        </p:nvGrpSpPr>
        <p:grpSpPr>
          <a:xfrm>
            <a:off x="2761488" y="4007828"/>
            <a:ext cx="1962912" cy="694944"/>
            <a:chOff x="2788920" y="4059936"/>
            <a:chExt cx="2194560" cy="694944"/>
          </a:xfrm>
        </p:grpSpPr>
        <p:sp>
          <p:nvSpPr>
            <p:cNvPr id="43" name="Shape 22">
              <a:extLst>
                <a:ext uri="{FF2B5EF4-FFF2-40B4-BE49-F238E27FC236}">
                  <a16:creationId xmlns:a16="http://schemas.microsoft.com/office/drawing/2014/main" id="{0D47FE3B-E9FE-8874-E913-5576EA7277EE}"/>
                </a:ext>
              </a:extLst>
            </p:cNvPr>
            <p:cNvSpPr/>
            <p:nvPr/>
          </p:nvSpPr>
          <p:spPr>
            <a:xfrm>
              <a:off x="2788920" y="4059936"/>
              <a:ext cx="2194560" cy="694944"/>
            </a:xfrm>
            <a:prstGeom prst="rect">
              <a:avLst/>
            </a:prstGeom>
            <a:solidFill>
              <a:srgbClr val="F2F6FC"/>
            </a:solidFill>
            <a:ln w="9525">
              <a:solidFill>
                <a:srgbClr val="D9DDE1"/>
              </a:solidFill>
              <a:prstDash val="solid"/>
            </a:ln>
          </p:spPr>
          <p:txBody>
            <a:bodyPr/>
            <a:lstStyle/>
            <a:p>
              <a:endParaRPr lang="en-US" sz="1400"/>
            </a:p>
          </p:txBody>
        </p:sp>
        <p:sp>
          <p:nvSpPr>
            <p:cNvPr id="45" name="Text 23">
              <a:extLst>
                <a:ext uri="{FF2B5EF4-FFF2-40B4-BE49-F238E27FC236}">
                  <a16:creationId xmlns:a16="http://schemas.microsoft.com/office/drawing/2014/main" id="{007AA024-3FA9-6087-2562-EE25C32CC714}"/>
                </a:ext>
              </a:extLst>
            </p:cNvPr>
            <p:cNvSpPr/>
            <p:nvPr/>
          </p:nvSpPr>
          <p:spPr>
            <a:xfrm>
              <a:off x="2935224" y="4059936"/>
              <a:ext cx="1901952" cy="694944"/>
            </a:xfrm>
            <a:prstGeom prst="rect">
              <a:avLst/>
            </a:prstGeom>
            <a:noFill/>
            <a:ln/>
          </p:spPr>
          <p:txBody>
            <a:bodyPr wrap="square" lIns="0" tIns="0" rIns="0" bIns="0" rtlCol="0" anchor="ctr"/>
            <a:lstStyle/>
            <a:p>
              <a:pPr marL="0" indent="0">
                <a:buNone/>
              </a:pPr>
              <a:r>
                <a:rPr lang="en-US" sz="1400" dirty="0">
                  <a:solidFill>
                    <a:srgbClr val="1A1A1A"/>
                  </a:solidFill>
                  <a:latin typeface="Arial" pitchFamily="34" charset="0"/>
                  <a:ea typeface="Arial" pitchFamily="34" charset="-122"/>
                  <a:cs typeface="Arial" pitchFamily="34" charset="-120"/>
                </a:rPr>
                <a:t>E. Software delivery outcomes</a:t>
              </a:r>
              <a:endParaRPr lang="en-US" sz="1400" dirty="0"/>
            </a:p>
          </p:txBody>
        </p:sp>
      </p:grpSp>
      <p:grpSp>
        <p:nvGrpSpPr>
          <p:cNvPr id="124" name="Group 123">
            <a:extLst>
              <a:ext uri="{FF2B5EF4-FFF2-40B4-BE49-F238E27FC236}">
                <a16:creationId xmlns:a16="http://schemas.microsoft.com/office/drawing/2014/main" id="{253205FD-135F-B5DB-EA65-C70F95D8C151}"/>
              </a:ext>
            </a:extLst>
          </p:cNvPr>
          <p:cNvGrpSpPr>
            <a:grpSpLocks/>
          </p:cNvGrpSpPr>
          <p:nvPr/>
        </p:nvGrpSpPr>
        <p:grpSpPr>
          <a:xfrm>
            <a:off x="5065776" y="2255352"/>
            <a:ext cx="1962912" cy="694944"/>
            <a:chOff x="5120640" y="2523744"/>
            <a:chExt cx="2194560" cy="694944"/>
          </a:xfrm>
        </p:grpSpPr>
        <p:sp>
          <p:nvSpPr>
            <p:cNvPr id="59" name="Shape 30">
              <a:extLst>
                <a:ext uri="{FF2B5EF4-FFF2-40B4-BE49-F238E27FC236}">
                  <a16:creationId xmlns:a16="http://schemas.microsoft.com/office/drawing/2014/main" id="{CB410219-05D6-7026-80A2-573633EB6D1F}"/>
                </a:ext>
              </a:extLst>
            </p:cNvPr>
            <p:cNvSpPr/>
            <p:nvPr/>
          </p:nvSpPr>
          <p:spPr>
            <a:xfrm>
              <a:off x="5120640" y="2523744"/>
              <a:ext cx="2194560" cy="694944"/>
            </a:xfrm>
            <a:prstGeom prst="rect">
              <a:avLst/>
            </a:prstGeom>
            <a:solidFill>
              <a:srgbClr val="F2F6FC"/>
            </a:solidFill>
            <a:ln w="9525">
              <a:solidFill>
                <a:srgbClr val="D9DDE1"/>
              </a:solidFill>
              <a:prstDash val="solid"/>
            </a:ln>
          </p:spPr>
          <p:txBody>
            <a:bodyPr/>
            <a:lstStyle/>
            <a:p>
              <a:endParaRPr lang="en-US" sz="1400"/>
            </a:p>
          </p:txBody>
        </p:sp>
        <p:sp>
          <p:nvSpPr>
            <p:cNvPr id="61" name="Text 31">
              <a:extLst>
                <a:ext uri="{FF2B5EF4-FFF2-40B4-BE49-F238E27FC236}">
                  <a16:creationId xmlns:a16="http://schemas.microsoft.com/office/drawing/2014/main" id="{98D3D924-D0B3-EE68-CBB8-DA246248C8E8}"/>
                </a:ext>
              </a:extLst>
            </p:cNvPr>
            <p:cNvSpPr/>
            <p:nvPr/>
          </p:nvSpPr>
          <p:spPr>
            <a:xfrm>
              <a:off x="5266944" y="2523744"/>
              <a:ext cx="1901952" cy="694944"/>
            </a:xfrm>
            <a:prstGeom prst="rect">
              <a:avLst/>
            </a:prstGeom>
            <a:noFill/>
            <a:ln/>
          </p:spPr>
          <p:txBody>
            <a:bodyPr wrap="square" lIns="0" tIns="0" rIns="0" bIns="0" rtlCol="0" anchor="ctr"/>
            <a:lstStyle/>
            <a:p>
              <a:pPr marL="0" indent="0">
                <a:buNone/>
              </a:pPr>
              <a:r>
                <a:rPr lang="en-US" sz="1400" dirty="0">
                  <a:solidFill>
                    <a:srgbClr val="1A1A1A"/>
                  </a:solidFill>
                  <a:latin typeface="Arial" pitchFamily="34" charset="0"/>
                  <a:ea typeface="Arial" pitchFamily="34" charset="-122"/>
                  <a:cs typeface="Arial" pitchFamily="34" charset="-120"/>
                </a:rPr>
                <a:t>F. Org structure, spans and layers</a:t>
              </a:r>
              <a:endParaRPr lang="en-US" sz="1400" dirty="0"/>
            </a:p>
          </p:txBody>
        </p:sp>
      </p:grpSp>
      <p:grpSp>
        <p:nvGrpSpPr>
          <p:cNvPr id="123" name="Group 122">
            <a:extLst>
              <a:ext uri="{FF2B5EF4-FFF2-40B4-BE49-F238E27FC236}">
                <a16:creationId xmlns:a16="http://schemas.microsoft.com/office/drawing/2014/main" id="{FEA2ADBA-9432-FC83-7342-F416EC33944F}"/>
              </a:ext>
            </a:extLst>
          </p:cNvPr>
          <p:cNvGrpSpPr>
            <a:grpSpLocks/>
          </p:cNvGrpSpPr>
          <p:nvPr/>
        </p:nvGrpSpPr>
        <p:grpSpPr>
          <a:xfrm>
            <a:off x="5065776" y="4007828"/>
            <a:ext cx="1962912" cy="694944"/>
            <a:chOff x="5120640" y="3291840"/>
            <a:chExt cx="2194560" cy="694944"/>
          </a:xfrm>
        </p:grpSpPr>
      </p:grpSp>
      <p:grpSp>
        <p:nvGrpSpPr>
          <p:cNvPr id="125" name="Group 124">
            <a:extLst>
              <a:ext uri="{FF2B5EF4-FFF2-40B4-BE49-F238E27FC236}">
                <a16:creationId xmlns:a16="http://schemas.microsoft.com/office/drawing/2014/main" id="{F613550C-950A-5483-5182-4153F9ED0511}"/>
              </a:ext>
            </a:extLst>
          </p:cNvPr>
          <p:cNvGrpSpPr>
            <a:grpSpLocks/>
          </p:cNvGrpSpPr>
          <p:nvPr/>
        </p:nvGrpSpPr>
        <p:grpSpPr>
          <a:xfrm>
            <a:off x="7370064" y="2255352"/>
            <a:ext cx="1962912" cy="694944"/>
            <a:chOff x="7452360" y="2523744"/>
            <a:chExt cx="2194560" cy="694944"/>
          </a:xfrm>
        </p:grpSpPr>
        <p:sp>
          <p:nvSpPr>
            <p:cNvPr id="79" name="Shape 40">
              <a:extLst>
                <a:ext uri="{FF2B5EF4-FFF2-40B4-BE49-F238E27FC236}">
                  <a16:creationId xmlns:a16="http://schemas.microsoft.com/office/drawing/2014/main" id="{10DE7B6F-2DE0-0C44-93D6-AEBC91215008}"/>
                </a:ext>
              </a:extLst>
            </p:cNvPr>
            <p:cNvSpPr/>
            <p:nvPr/>
          </p:nvSpPr>
          <p:spPr>
            <a:xfrm>
              <a:off x="7452360" y="2523744"/>
              <a:ext cx="2194560" cy="694944"/>
            </a:xfrm>
            <a:prstGeom prst="rect">
              <a:avLst/>
            </a:prstGeom>
            <a:solidFill>
              <a:srgbClr val="F2F6FC"/>
            </a:solidFill>
            <a:ln w="9525">
              <a:solidFill>
                <a:srgbClr val="D9DDE1"/>
              </a:solidFill>
              <a:prstDash val="solid"/>
            </a:ln>
          </p:spPr>
          <p:txBody>
            <a:bodyPr/>
            <a:lstStyle/>
            <a:p>
              <a:endParaRPr lang="en-US" sz="1400"/>
            </a:p>
          </p:txBody>
        </p:sp>
        <p:sp>
          <p:nvSpPr>
            <p:cNvPr id="81" name="Text 41">
              <a:extLst>
                <a:ext uri="{FF2B5EF4-FFF2-40B4-BE49-F238E27FC236}">
                  <a16:creationId xmlns:a16="http://schemas.microsoft.com/office/drawing/2014/main" id="{83D6D60F-B1EA-3121-E095-C14843CBD843}"/>
                </a:ext>
              </a:extLst>
            </p:cNvPr>
            <p:cNvSpPr/>
            <p:nvPr/>
          </p:nvSpPr>
          <p:spPr>
            <a:xfrm>
              <a:off x="7598664" y="2523744"/>
              <a:ext cx="1901952" cy="694944"/>
            </a:xfrm>
            <a:prstGeom prst="rect">
              <a:avLst/>
            </a:prstGeom>
            <a:noFill/>
            <a:ln/>
          </p:spPr>
          <p:txBody>
            <a:bodyPr wrap="square" lIns="0" tIns="0" rIns="0" bIns="0" rtlCol="0" anchor="ctr"/>
            <a:lstStyle/>
            <a:p>
              <a:pPr marL="0" indent="0">
                <a:buNone/>
              </a:pPr>
              <a:r>
                <a:rPr lang="en-US" sz="1400" dirty="0">
                  <a:solidFill>
                    <a:srgbClr val="1A1A1A"/>
                  </a:solidFill>
                  <a:latin typeface="Arial" pitchFamily="34" charset="0"/>
                  <a:ea typeface="Arial" pitchFamily="34" charset="-122"/>
                  <a:cs typeface="Arial" pitchFamily="34" charset="-120"/>
                </a:rPr>
                <a:t>H. FinOps</a:t>
              </a:r>
              <a:endParaRPr lang="en-US" sz="1400" dirty="0"/>
            </a:p>
          </p:txBody>
        </p:sp>
      </p:grpSp>
      <p:grpSp>
        <p:nvGrpSpPr>
          <p:cNvPr id="126" name="Group 125">
            <a:extLst>
              <a:ext uri="{FF2B5EF4-FFF2-40B4-BE49-F238E27FC236}">
                <a16:creationId xmlns:a16="http://schemas.microsoft.com/office/drawing/2014/main" id="{77F6BDD6-EE4F-B50E-57C1-48EF40859D85}"/>
              </a:ext>
            </a:extLst>
          </p:cNvPr>
          <p:cNvGrpSpPr>
            <a:grpSpLocks/>
          </p:cNvGrpSpPr>
          <p:nvPr/>
        </p:nvGrpSpPr>
        <p:grpSpPr>
          <a:xfrm>
            <a:off x="7370064" y="3131590"/>
            <a:ext cx="1962912" cy="694944"/>
            <a:chOff x="7452360" y="3291840"/>
            <a:chExt cx="2194560" cy="694944"/>
          </a:xfrm>
        </p:grpSpPr>
        <p:sp>
          <p:nvSpPr>
            <p:cNvPr id="83" name="Shape 42">
              <a:extLst>
                <a:ext uri="{FF2B5EF4-FFF2-40B4-BE49-F238E27FC236}">
                  <a16:creationId xmlns:a16="http://schemas.microsoft.com/office/drawing/2014/main" id="{85EB8639-4941-0B62-E326-9B6E612F8CE9}"/>
                </a:ext>
              </a:extLst>
            </p:cNvPr>
            <p:cNvSpPr/>
            <p:nvPr/>
          </p:nvSpPr>
          <p:spPr>
            <a:xfrm>
              <a:off x="7452360" y="3291840"/>
              <a:ext cx="2194560" cy="694944"/>
            </a:xfrm>
            <a:prstGeom prst="rect">
              <a:avLst/>
            </a:prstGeom>
            <a:solidFill>
              <a:srgbClr val="F2F6FC"/>
            </a:solidFill>
            <a:ln w="9525">
              <a:solidFill>
                <a:srgbClr val="D9DDE1"/>
              </a:solidFill>
              <a:prstDash val="solid"/>
            </a:ln>
          </p:spPr>
          <p:txBody>
            <a:bodyPr/>
            <a:lstStyle/>
            <a:p>
              <a:endParaRPr lang="en-US" sz="1400"/>
            </a:p>
          </p:txBody>
        </p:sp>
        <p:sp>
          <p:nvSpPr>
            <p:cNvPr id="85" name="Text 43">
              <a:extLst>
                <a:ext uri="{FF2B5EF4-FFF2-40B4-BE49-F238E27FC236}">
                  <a16:creationId xmlns:a16="http://schemas.microsoft.com/office/drawing/2014/main" id="{0B99F877-D92B-E41D-30ED-A3792551FA7F}"/>
                </a:ext>
              </a:extLst>
            </p:cNvPr>
            <p:cNvSpPr/>
            <p:nvPr/>
          </p:nvSpPr>
          <p:spPr>
            <a:xfrm>
              <a:off x="7598664" y="3291840"/>
              <a:ext cx="1901952" cy="694944"/>
            </a:xfrm>
            <a:prstGeom prst="rect">
              <a:avLst/>
            </a:prstGeom>
            <a:noFill/>
            <a:ln/>
          </p:spPr>
          <p:txBody>
            <a:bodyPr wrap="square" lIns="0" tIns="0" rIns="0" bIns="0" rtlCol="0" anchor="ctr"/>
            <a:lstStyle/>
            <a:p>
              <a:pPr marL="0" indent="0">
                <a:buNone/>
              </a:pPr>
              <a:r>
                <a:rPr lang="en-US" sz="1400" dirty="0">
                  <a:solidFill>
                    <a:srgbClr val="1A1A1A"/>
                  </a:solidFill>
                  <a:latin typeface="Arial" pitchFamily="34" charset="0"/>
                  <a:ea typeface="Arial" pitchFamily="34" charset="-122"/>
                  <a:cs typeface="Arial" pitchFamily="34" charset="-120"/>
                </a:rPr>
                <a:t>I. Supplier management</a:t>
              </a:r>
              <a:endParaRPr lang="en-US" sz="1400" dirty="0"/>
            </a:p>
          </p:txBody>
        </p:sp>
      </p:grpSp>
      <p:grpSp>
        <p:nvGrpSpPr>
          <p:cNvPr id="128" name="Group 127">
            <a:extLst>
              <a:ext uri="{FF2B5EF4-FFF2-40B4-BE49-F238E27FC236}">
                <a16:creationId xmlns:a16="http://schemas.microsoft.com/office/drawing/2014/main" id="{3FF4E465-1D4D-20A8-BA69-995FC24EC573}"/>
              </a:ext>
            </a:extLst>
          </p:cNvPr>
          <p:cNvGrpSpPr>
            <a:grpSpLocks/>
          </p:cNvGrpSpPr>
          <p:nvPr/>
        </p:nvGrpSpPr>
        <p:grpSpPr>
          <a:xfrm>
            <a:off x="7370064" y="4007828"/>
            <a:ext cx="1962912" cy="694944"/>
            <a:chOff x="7452360" y="4059936"/>
            <a:chExt cx="2194560" cy="694944"/>
          </a:xfrm>
        </p:grpSpPr>
        <p:sp>
          <p:nvSpPr>
            <p:cNvPr id="87" name="Shape 44">
              <a:extLst>
                <a:ext uri="{FF2B5EF4-FFF2-40B4-BE49-F238E27FC236}">
                  <a16:creationId xmlns:a16="http://schemas.microsoft.com/office/drawing/2014/main" id="{07602070-2FA4-7EBF-C79E-04D925C76E1B}"/>
                </a:ext>
              </a:extLst>
            </p:cNvPr>
            <p:cNvSpPr/>
            <p:nvPr/>
          </p:nvSpPr>
          <p:spPr>
            <a:xfrm>
              <a:off x="7452360" y="4059936"/>
              <a:ext cx="2194560" cy="694944"/>
            </a:xfrm>
            <a:prstGeom prst="rect">
              <a:avLst/>
            </a:prstGeom>
            <a:solidFill>
              <a:srgbClr val="F2F6FC"/>
            </a:solidFill>
            <a:ln w="9525">
              <a:solidFill>
                <a:srgbClr val="D9DDE1"/>
              </a:solidFill>
              <a:prstDash val="solid"/>
            </a:ln>
          </p:spPr>
          <p:txBody>
            <a:bodyPr/>
            <a:lstStyle/>
            <a:p>
              <a:endParaRPr lang="en-US" sz="1400"/>
            </a:p>
          </p:txBody>
        </p:sp>
        <p:sp>
          <p:nvSpPr>
            <p:cNvPr id="89" name="Text 45">
              <a:extLst>
                <a:ext uri="{FF2B5EF4-FFF2-40B4-BE49-F238E27FC236}">
                  <a16:creationId xmlns:a16="http://schemas.microsoft.com/office/drawing/2014/main" id="{FC5507C4-0747-6149-AFB1-C5C1DB3A8649}"/>
                </a:ext>
              </a:extLst>
            </p:cNvPr>
            <p:cNvSpPr/>
            <p:nvPr/>
          </p:nvSpPr>
          <p:spPr>
            <a:xfrm>
              <a:off x="7598664" y="4059936"/>
              <a:ext cx="1901952" cy="694944"/>
            </a:xfrm>
            <a:prstGeom prst="rect">
              <a:avLst/>
            </a:prstGeom>
            <a:noFill/>
            <a:ln/>
          </p:spPr>
          <p:txBody>
            <a:bodyPr wrap="square" lIns="0" tIns="0" rIns="0" bIns="0" rtlCol="0" anchor="ctr"/>
            <a:lstStyle/>
            <a:p>
              <a:pPr marL="0" indent="0">
                <a:buNone/>
              </a:pPr>
              <a:r>
                <a:rPr lang="en-US" sz="1400" dirty="0">
                  <a:solidFill>
                    <a:srgbClr val="1A1A1A"/>
                  </a:solidFill>
                  <a:latin typeface="Arial" pitchFamily="34" charset="0"/>
                  <a:ea typeface="Arial" pitchFamily="34" charset="-122"/>
                  <a:cs typeface="Arial" pitchFamily="34" charset="-120"/>
                </a:rPr>
                <a:t>J. Demand policies</a:t>
              </a:r>
              <a:endParaRPr lang="en-US" sz="1400" dirty="0"/>
            </a:p>
          </p:txBody>
        </p:sp>
      </p:grpSp>
      <p:grpSp>
        <p:nvGrpSpPr>
          <p:cNvPr id="127" name="Group 126">
            <a:extLst>
              <a:ext uri="{FF2B5EF4-FFF2-40B4-BE49-F238E27FC236}">
                <a16:creationId xmlns:a16="http://schemas.microsoft.com/office/drawing/2014/main" id="{D77CBFCD-21AB-0FDE-04C7-971048191679}"/>
              </a:ext>
            </a:extLst>
          </p:cNvPr>
          <p:cNvGrpSpPr>
            <a:grpSpLocks/>
          </p:cNvGrpSpPr>
          <p:nvPr/>
        </p:nvGrpSpPr>
        <p:grpSpPr>
          <a:xfrm>
            <a:off x="9674352" y="2255352"/>
            <a:ext cx="1962912" cy="694944"/>
            <a:chOff x="9784080" y="2523744"/>
            <a:chExt cx="2194560" cy="694944"/>
          </a:xfrm>
        </p:grpSpPr>
        <p:sp>
          <p:nvSpPr>
            <p:cNvPr id="103" name="Shape 52">
              <a:extLst>
                <a:ext uri="{FF2B5EF4-FFF2-40B4-BE49-F238E27FC236}">
                  <a16:creationId xmlns:a16="http://schemas.microsoft.com/office/drawing/2014/main" id="{C6FEC6E4-4569-6F4D-2823-0A3851B58A94}"/>
                </a:ext>
              </a:extLst>
            </p:cNvPr>
            <p:cNvSpPr/>
            <p:nvPr/>
          </p:nvSpPr>
          <p:spPr>
            <a:xfrm>
              <a:off x="9784080" y="2523744"/>
              <a:ext cx="2194560" cy="694944"/>
            </a:xfrm>
            <a:prstGeom prst="rect">
              <a:avLst/>
            </a:prstGeom>
            <a:solidFill>
              <a:srgbClr val="F2F6FC"/>
            </a:solidFill>
            <a:ln w="9525">
              <a:solidFill>
                <a:srgbClr val="D9DDE1"/>
              </a:solidFill>
              <a:prstDash val="solid"/>
            </a:ln>
          </p:spPr>
          <p:txBody>
            <a:bodyPr/>
            <a:lstStyle/>
            <a:p>
              <a:endParaRPr lang="en-US" sz="1400"/>
            </a:p>
          </p:txBody>
        </p:sp>
        <p:sp>
          <p:nvSpPr>
            <p:cNvPr id="105" name="Text 53">
              <a:extLst>
                <a:ext uri="{FF2B5EF4-FFF2-40B4-BE49-F238E27FC236}">
                  <a16:creationId xmlns:a16="http://schemas.microsoft.com/office/drawing/2014/main" id="{E0990DF6-6ECB-B306-F6FE-7A4017B19397}"/>
                </a:ext>
              </a:extLst>
            </p:cNvPr>
            <p:cNvSpPr/>
            <p:nvPr/>
          </p:nvSpPr>
          <p:spPr>
            <a:xfrm>
              <a:off x="9930384" y="2523744"/>
              <a:ext cx="1901952" cy="694944"/>
            </a:xfrm>
            <a:prstGeom prst="rect">
              <a:avLst/>
            </a:prstGeom>
            <a:noFill/>
            <a:ln/>
          </p:spPr>
          <p:txBody>
            <a:bodyPr wrap="square" lIns="0" tIns="0" rIns="0" bIns="0" rtlCol="0" anchor="ctr"/>
            <a:lstStyle/>
            <a:p>
              <a:pPr marL="0" indent="0">
                <a:buNone/>
              </a:pPr>
              <a:r>
                <a:rPr lang="en-US" sz="1400" dirty="0">
                  <a:solidFill>
                    <a:srgbClr val="1A1A1A"/>
                  </a:solidFill>
                  <a:latin typeface="Arial" pitchFamily="34" charset="0"/>
                  <a:ea typeface="Arial" pitchFamily="34" charset="-122"/>
                  <a:cs typeface="Arial" pitchFamily="34" charset="-120"/>
                </a:rPr>
                <a:t>K. Process streamlining</a:t>
              </a:r>
              <a:endParaRPr lang="en-US" sz="1400" dirty="0"/>
            </a:p>
          </p:txBody>
        </p:sp>
      </p:grpSp>
      <p:sp>
        <p:nvSpPr>
          <p:cNvPr id="25" name="Text 13">
            <a:extLst>
              <a:ext uri="{FF2B5EF4-FFF2-40B4-BE49-F238E27FC236}">
                <a16:creationId xmlns:a16="http://schemas.microsoft.com/office/drawing/2014/main" id="{A042F332-C9E8-9651-7D1E-1286AEE2B84F}"/>
              </a:ext>
            </a:extLst>
          </p:cNvPr>
          <p:cNvSpPr/>
          <p:nvPr/>
        </p:nvSpPr>
        <p:spPr>
          <a:xfrm>
            <a:off x="721953" y="5244649"/>
            <a:ext cx="1433406" cy="461665"/>
          </a:xfrm>
          <a:prstGeom prst="rect">
            <a:avLst/>
          </a:prstGeom>
          <a:noFill/>
          <a:ln/>
        </p:spPr>
        <p:txBody>
          <a:bodyPr wrap="none" rtlCol="0" anchor="ctr">
            <a:spAutoFit/>
          </a:bodyPr>
          <a:lstStyle/>
          <a:p>
            <a:pPr marL="0" indent="0" algn="ctr">
              <a:buNone/>
            </a:pPr>
            <a:r>
              <a:rPr lang="en-US" sz="2400" b="1" dirty="0">
                <a:solidFill>
                  <a:schemeClr val="accent3"/>
                </a:solidFill>
                <a:latin typeface="Arial" pitchFamily="34" charset="0"/>
                <a:ea typeface="Arial" pitchFamily="34" charset="-122"/>
                <a:cs typeface="Arial" pitchFamily="34" charset="-120"/>
              </a:rPr>
              <a:t>5 to 25%</a:t>
            </a:r>
            <a:endParaRPr lang="en-US" sz="1000" dirty="0">
              <a:solidFill>
                <a:schemeClr val="accent3"/>
              </a:solidFill>
            </a:endParaRPr>
          </a:p>
        </p:txBody>
      </p:sp>
      <p:sp>
        <p:nvSpPr>
          <p:cNvPr id="49" name="Text 25">
            <a:extLst>
              <a:ext uri="{FF2B5EF4-FFF2-40B4-BE49-F238E27FC236}">
                <a16:creationId xmlns:a16="http://schemas.microsoft.com/office/drawing/2014/main" id="{FF16B3B9-3EAC-278C-803C-41BA24135F18}"/>
              </a:ext>
            </a:extLst>
          </p:cNvPr>
          <p:cNvSpPr/>
          <p:nvPr/>
        </p:nvSpPr>
        <p:spPr>
          <a:xfrm>
            <a:off x="2940481" y="5244649"/>
            <a:ext cx="1604927" cy="461665"/>
          </a:xfrm>
          <a:prstGeom prst="rect">
            <a:avLst/>
          </a:prstGeom>
          <a:noFill/>
          <a:ln/>
        </p:spPr>
        <p:txBody>
          <a:bodyPr wrap="none" rtlCol="0" anchor="ctr">
            <a:spAutoFit/>
          </a:bodyPr>
          <a:lstStyle/>
          <a:p>
            <a:pPr marL="0" indent="0" algn="ctr">
              <a:buNone/>
            </a:pPr>
            <a:r>
              <a:rPr lang="en-US" sz="2400" b="1" dirty="0">
                <a:solidFill>
                  <a:schemeClr val="accent3"/>
                </a:solidFill>
                <a:latin typeface="Arial" pitchFamily="34" charset="0"/>
                <a:ea typeface="Arial" pitchFamily="34" charset="-122"/>
                <a:cs typeface="Arial" pitchFamily="34" charset="-120"/>
              </a:rPr>
              <a:t>10 to 15%</a:t>
            </a:r>
            <a:endParaRPr lang="en-US" sz="1000" dirty="0">
              <a:solidFill>
                <a:schemeClr val="accent3"/>
              </a:solidFill>
            </a:endParaRPr>
          </a:p>
        </p:txBody>
      </p:sp>
      <p:sp>
        <p:nvSpPr>
          <p:cNvPr id="69" name="Text 35">
            <a:extLst>
              <a:ext uri="{FF2B5EF4-FFF2-40B4-BE49-F238E27FC236}">
                <a16:creationId xmlns:a16="http://schemas.microsoft.com/office/drawing/2014/main" id="{0B6C58C9-671E-73B3-475A-C458F2F4DD14}"/>
              </a:ext>
            </a:extLst>
          </p:cNvPr>
          <p:cNvSpPr/>
          <p:nvPr/>
        </p:nvSpPr>
        <p:spPr>
          <a:xfrm>
            <a:off x="5244769" y="5244649"/>
            <a:ext cx="1604927" cy="461665"/>
          </a:xfrm>
          <a:prstGeom prst="rect">
            <a:avLst/>
          </a:prstGeom>
          <a:noFill/>
          <a:ln/>
        </p:spPr>
        <p:txBody>
          <a:bodyPr wrap="none" rtlCol="0" anchor="ctr">
            <a:spAutoFit/>
          </a:bodyPr>
          <a:lstStyle/>
          <a:p>
            <a:pPr marL="0" indent="0" algn="ctr">
              <a:buNone/>
            </a:pPr>
            <a:r>
              <a:rPr lang="en-US" sz="2400" b="1" dirty="0">
                <a:solidFill>
                  <a:schemeClr val="accent3"/>
                </a:solidFill>
                <a:latin typeface="Arial" pitchFamily="34" charset="0"/>
                <a:ea typeface="Arial" pitchFamily="34" charset="-122"/>
                <a:cs typeface="Arial" pitchFamily="34" charset="-120"/>
              </a:rPr>
              <a:t>10 to 25%</a:t>
            </a:r>
            <a:endParaRPr lang="en-US" sz="1000" dirty="0">
              <a:solidFill>
                <a:schemeClr val="accent3"/>
              </a:solidFill>
            </a:endParaRPr>
          </a:p>
        </p:txBody>
      </p:sp>
      <p:sp>
        <p:nvSpPr>
          <p:cNvPr id="93" name="Text 47">
            <a:extLst>
              <a:ext uri="{FF2B5EF4-FFF2-40B4-BE49-F238E27FC236}">
                <a16:creationId xmlns:a16="http://schemas.microsoft.com/office/drawing/2014/main" id="{C52CBF7B-C9F2-1798-2FDF-F02256867B35}"/>
              </a:ext>
            </a:extLst>
          </p:cNvPr>
          <p:cNvSpPr/>
          <p:nvPr/>
        </p:nvSpPr>
        <p:spPr>
          <a:xfrm>
            <a:off x="7634816" y="5244649"/>
            <a:ext cx="1433406" cy="461665"/>
          </a:xfrm>
          <a:prstGeom prst="rect">
            <a:avLst/>
          </a:prstGeom>
          <a:noFill/>
          <a:ln/>
        </p:spPr>
        <p:txBody>
          <a:bodyPr wrap="none" rtlCol="0" anchor="ctr">
            <a:spAutoFit/>
          </a:bodyPr>
          <a:lstStyle/>
          <a:p>
            <a:pPr marL="0" indent="0" algn="ctr">
              <a:buNone/>
            </a:pPr>
            <a:r>
              <a:rPr lang="en-US" sz="2400" b="1" dirty="0">
                <a:solidFill>
                  <a:schemeClr val="accent3"/>
                </a:solidFill>
                <a:latin typeface="Arial" pitchFamily="34" charset="0"/>
                <a:ea typeface="Arial" pitchFamily="34" charset="-122"/>
                <a:cs typeface="Arial" pitchFamily="34" charset="-120"/>
              </a:rPr>
              <a:t>8 to 25%</a:t>
            </a:r>
            <a:endParaRPr lang="en-US" sz="1000" dirty="0">
              <a:solidFill>
                <a:schemeClr val="accent3"/>
              </a:solidFill>
            </a:endParaRPr>
          </a:p>
        </p:txBody>
      </p:sp>
      <p:sp>
        <p:nvSpPr>
          <p:cNvPr id="109" name="Text 55">
            <a:extLst>
              <a:ext uri="{FF2B5EF4-FFF2-40B4-BE49-F238E27FC236}">
                <a16:creationId xmlns:a16="http://schemas.microsoft.com/office/drawing/2014/main" id="{C220A7A8-956C-A978-1870-7F99FE8D10FA}"/>
              </a:ext>
            </a:extLst>
          </p:cNvPr>
          <p:cNvSpPr/>
          <p:nvPr/>
        </p:nvSpPr>
        <p:spPr>
          <a:xfrm>
            <a:off x="9853343" y="5244649"/>
            <a:ext cx="1604927" cy="461665"/>
          </a:xfrm>
          <a:prstGeom prst="rect">
            <a:avLst/>
          </a:prstGeom>
          <a:noFill/>
          <a:ln/>
        </p:spPr>
        <p:txBody>
          <a:bodyPr wrap="none" rtlCol="0" anchor="ctr">
            <a:spAutoFit/>
          </a:bodyPr>
          <a:lstStyle/>
          <a:p>
            <a:pPr marL="0" indent="0" algn="ctr">
              <a:buNone/>
            </a:pPr>
            <a:r>
              <a:rPr lang="en-US" sz="2400" b="1" dirty="0">
                <a:solidFill>
                  <a:schemeClr val="accent3"/>
                </a:solidFill>
                <a:latin typeface="Arial" pitchFamily="34" charset="0"/>
                <a:ea typeface="Arial" pitchFamily="34" charset="-122"/>
                <a:cs typeface="Arial" pitchFamily="34" charset="-120"/>
              </a:rPr>
              <a:t>10 to 25%</a:t>
            </a:r>
            <a:endParaRPr lang="en-US" sz="1000" dirty="0">
              <a:solidFill>
                <a:schemeClr val="accent3"/>
              </a:solidFill>
            </a:endParaRPr>
          </a:p>
        </p:txBody>
      </p:sp>
      <p:grpSp>
        <p:nvGrpSpPr>
          <p:cNvPr id="130" name="Group 129">
            <a:extLst>
              <a:ext uri="{FF2B5EF4-FFF2-40B4-BE49-F238E27FC236}">
                <a16:creationId xmlns:a16="http://schemas.microsoft.com/office/drawing/2014/main" id="{5543DE73-65B0-7A33-23FB-4329505EC13B}"/>
              </a:ext>
            </a:extLst>
          </p:cNvPr>
          <p:cNvGrpSpPr>
            <a:grpSpLocks/>
          </p:cNvGrpSpPr>
          <p:nvPr/>
        </p:nvGrpSpPr>
        <p:grpSpPr>
          <a:xfrm>
            <a:off x="457200" y="1379114"/>
            <a:ext cx="1962912" cy="694944"/>
            <a:chOff x="457200" y="1481328"/>
            <a:chExt cx="1962912" cy="694944"/>
          </a:xfrm>
        </p:grpSpPr>
        <p:sp>
          <p:nvSpPr>
            <p:cNvPr id="3" name="Shape 4">
              <a:extLst>
                <a:ext uri="{FF2B5EF4-FFF2-40B4-BE49-F238E27FC236}">
                  <a16:creationId xmlns:a16="http://schemas.microsoft.com/office/drawing/2014/main" id="{9AE37DAC-3D1B-75F6-2AC2-F751F225166B}"/>
                </a:ext>
              </a:extLst>
            </p:cNvPr>
            <p:cNvSpPr>
              <a:spLocks/>
            </p:cNvSpPr>
            <p:nvPr/>
          </p:nvSpPr>
          <p:spPr>
            <a:xfrm>
              <a:off x="457200" y="1481328"/>
              <a:ext cx="1962912" cy="694944"/>
            </a:xfrm>
            <a:prstGeom prst="rect">
              <a:avLst/>
            </a:prstGeom>
            <a:solidFill>
              <a:schemeClr val="accent3"/>
            </a:solidFill>
            <a:ln/>
          </p:spPr>
          <p:txBody>
            <a:bodyPr>
              <a:noAutofit/>
            </a:bodyPr>
            <a:lstStyle/>
            <a:p>
              <a:endParaRPr lang="en-US" sz="1600"/>
            </a:p>
          </p:txBody>
        </p:sp>
        <p:sp>
          <p:nvSpPr>
            <p:cNvPr id="9" name="Shape 5">
              <a:extLst>
                <a:ext uri="{FF2B5EF4-FFF2-40B4-BE49-F238E27FC236}">
                  <a16:creationId xmlns:a16="http://schemas.microsoft.com/office/drawing/2014/main" id="{2C83B2FC-A3E7-BD9E-CA81-B17BF599366B}"/>
                </a:ext>
              </a:extLst>
            </p:cNvPr>
            <p:cNvSpPr/>
            <p:nvPr/>
          </p:nvSpPr>
          <p:spPr>
            <a:xfrm>
              <a:off x="603504" y="1609344"/>
              <a:ext cx="329184" cy="329184"/>
            </a:xfrm>
            <a:prstGeom prst="ellipse">
              <a:avLst/>
            </a:prstGeom>
            <a:solidFill>
              <a:srgbClr val="2251FF"/>
            </a:solidFill>
            <a:ln/>
          </p:spPr>
          <p:txBody>
            <a:bodyPr/>
            <a:lstStyle/>
            <a:p>
              <a:endParaRPr lang="en-US" sz="1600"/>
            </a:p>
          </p:txBody>
        </p:sp>
        <p:sp>
          <p:nvSpPr>
            <p:cNvPr id="13" name="Text 7">
              <a:extLst>
                <a:ext uri="{FF2B5EF4-FFF2-40B4-BE49-F238E27FC236}">
                  <a16:creationId xmlns:a16="http://schemas.microsoft.com/office/drawing/2014/main" id="{BA9B5897-95F1-EB35-BFC5-FD977A401463}"/>
                </a:ext>
              </a:extLst>
            </p:cNvPr>
            <p:cNvSpPr>
              <a:spLocks/>
            </p:cNvSpPr>
            <p:nvPr/>
          </p:nvSpPr>
          <p:spPr>
            <a:xfrm>
              <a:off x="1005841" y="1609344"/>
              <a:ext cx="1242829" cy="461665"/>
            </a:xfrm>
            <a:prstGeom prst="rect">
              <a:avLst/>
            </a:prstGeom>
            <a:noFill/>
            <a:ln/>
          </p:spPr>
          <p:txBody>
            <a:bodyPr wrap="square" lIns="0" tIns="0" rIns="0" bIns="0" rtlCol="0" anchor="ctr">
              <a:noAutofit/>
            </a:bodyPr>
            <a:lstStyle/>
            <a:p>
              <a:pPr marL="0" indent="0">
                <a:buNone/>
              </a:pPr>
              <a:r>
                <a:rPr lang="en-US" sz="1600" b="1" dirty="0">
                  <a:solidFill>
                    <a:srgbClr val="FFFFFF"/>
                  </a:solidFill>
                  <a:latin typeface="Cambria" pitchFamily="34" charset="0"/>
                  <a:ea typeface="Cambria" pitchFamily="34" charset="-122"/>
                  <a:cs typeface="Cambria" pitchFamily="34" charset="-120"/>
                </a:rPr>
                <a:t>Demand</a:t>
              </a:r>
              <a:endParaRPr lang="en-US" sz="1600" dirty="0"/>
            </a:p>
            <a:p>
              <a:pPr marL="0" indent="0">
                <a:buNone/>
              </a:pPr>
              <a:r>
                <a:rPr lang="en-US" sz="1600" b="1" dirty="0">
                  <a:solidFill>
                    <a:srgbClr val="FFFFFF"/>
                  </a:solidFill>
                  <a:latin typeface="Cambria" pitchFamily="34" charset="0"/>
                  <a:ea typeface="Cambria" pitchFamily="34" charset="-122"/>
                  <a:cs typeface="Cambria" pitchFamily="34" charset="-120"/>
                </a:rPr>
                <a:t>management</a:t>
              </a:r>
              <a:endParaRPr lang="en-US" sz="1600" dirty="0"/>
            </a:p>
          </p:txBody>
        </p:sp>
        <p:sp>
          <p:nvSpPr>
            <p:cNvPr id="112" name="TrackerNumWhite 112">
              <a:extLst>
                <a:ext uri="{FF2B5EF4-FFF2-40B4-BE49-F238E27FC236}">
                  <a16:creationId xmlns:a16="http://schemas.microsoft.com/office/drawing/2014/main" id="{3BB24AFD-26F3-8E06-A8E7-A85FC7D15FEA}"/>
                </a:ext>
              </a:extLst>
            </p:cNvPr>
            <p:cNvSpPr/>
            <p:nvPr>
              <p:custDataLst>
                <p:tags r:id="rId6"/>
              </p:custDataLst>
            </p:nvPr>
          </p:nvSpPr>
          <p:spPr>
            <a:xfrm>
              <a:off x="603504" y="1609344"/>
              <a:ext cx="279340" cy="279340"/>
            </a:xfrm>
            <a:prstGeom prst="ellipse">
              <a:avLst/>
            </a:prstGeom>
            <a:solidFill>
              <a:schemeClr val="bg1"/>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600">
                  <a:solidFill>
                    <a:schemeClr val="accent3"/>
                  </a:solidFill>
                </a:rPr>
                <a:t>1</a:t>
              </a:r>
              <a:endParaRPr lang="en-US" sz="1600" dirty="0" err="1">
                <a:solidFill>
                  <a:schemeClr val="accent3"/>
                </a:solidFill>
              </a:endParaRPr>
            </a:p>
          </p:txBody>
        </p:sp>
      </p:grpSp>
      <p:grpSp>
        <p:nvGrpSpPr>
          <p:cNvPr id="131" name="Group 130">
            <a:extLst>
              <a:ext uri="{FF2B5EF4-FFF2-40B4-BE49-F238E27FC236}">
                <a16:creationId xmlns:a16="http://schemas.microsoft.com/office/drawing/2014/main" id="{8961612F-863E-DF93-6057-C1ADA3CCAD43}"/>
              </a:ext>
            </a:extLst>
          </p:cNvPr>
          <p:cNvGrpSpPr/>
          <p:nvPr/>
        </p:nvGrpSpPr>
        <p:grpSpPr>
          <a:xfrm>
            <a:off x="2761488" y="1379114"/>
            <a:ext cx="1962912" cy="694944"/>
            <a:chOff x="2788920" y="1481328"/>
            <a:chExt cx="1962912" cy="694944"/>
          </a:xfrm>
        </p:grpSpPr>
        <p:sp>
          <p:nvSpPr>
            <p:cNvPr id="27" name="Shape 14">
              <a:extLst>
                <a:ext uri="{FF2B5EF4-FFF2-40B4-BE49-F238E27FC236}">
                  <a16:creationId xmlns:a16="http://schemas.microsoft.com/office/drawing/2014/main" id="{162CE6EE-4E6F-FFDA-2553-6973048A296C}"/>
                </a:ext>
              </a:extLst>
            </p:cNvPr>
            <p:cNvSpPr>
              <a:spLocks/>
            </p:cNvSpPr>
            <p:nvPr/>
          </p:nvSpPr>
          <p:spPr>
            <a:xfrm>
              <a:off x="2788920" y="1481328"/>
              <a:ext cx="1962912" cy="694944"/>
            </a:xfrm>
            <a:prstGeom prst="rect">
              <a:avLst/>
            </a:prstGeom>
            <a:solidFill>
              <a:schemeClr val="accent3"/>
            </a:solidFill>
            <a:ln/>
          </p:spPr>
          <p:txBody>
            <a:bodyPr>
              <a:noAutofit/>
            </a:bodyPr>
            <a:lstStyle/>
            <a:p>
              <a:endParaRPr lang="en-US" sz="1600"/>
            </a:p>
          </p:txBody>
        </p:sp>
        <p:sp>
          <p:nvSpPr>
            <p:cNvPr id="29" name="Shape 15">
              <a:extLst>
                <a:ext uri="{FF2B5EF4-FFF2-40B4-BE49-F238E27FC236}">
                  <a16:creationId xmlns:a16="http://schemas.microsoft.com/office/drawing/2014/main" id="{DC34A835-5F2A-8AA4-574B-C2F4811A7410}"/>
                </a:ext>
              </a:extLst>
            </p:cNvPr>
            <p:cNvSpPr/>
            <p:nvPr/>
          </p:nvSpPr>
          <p:spPr>
            <a:xfrm>
              <a:off x="2935224" y="1609344"/>
              <a:ext cx="329184" cy="329184"/>
            </a:xfrm>
            <a:prstGeom prst="ellipse">
              <a:avLst/>
            </a:prstGeom>
            <a:solidFill>
              <a:srgbClr val="2251FF"/>
            </a:solidFill>
            <a:ln/>
          </p:spPr>
          <p:txBody>
            <a:bodyPr/>
            <a:lstStyle/>
            <a:p>
              <a:endParaRPr lang="en-US" sz="1600"/>
            </a:p>
          </p:txBody>
        </p:sp>
        <p:sp>
          <p:nvSpPr>
            <p:cNvPr id="33" name="Text 17">
              <a:extLst>
                <a:ext uri="{FF2B5EF4-FFF2-40B4-BE49-F238E27FC236}">
                  <a16:creationId xmlns:a16="http://schemas.microsoft.com/office/drawing/2014/main" id="{86015614-9251-B059-F9A9-0591552AEE2F}"/>
                </a:ext>
              </a:extLst>
            </p:cNvPr>
            <p:cNvSpPr>
              <a:spLocks/>
            </p:cNvSpPr>
            <p:nvPr/>
          </p:nvSpPr>
          <p:spPr>
            <a:xfrm>
              <a:off x="3337560" y="1609344"/>
              <a:ext cx="1242829" cy="461665"/>
            </a:xfrm>
            <a:prstGeom prst="rect">
              <a:avLst/>
            </a:prstGeom>
            <a:noFill/>
            <a:ln/>
          </p:spPr>
          <p:txBody>
            <a:bodyPr wrap="square" lIns="0" tIns="0" rIns="0" bIns="0" rtlCol="0" anchor="ctr">
              <a:noAutofit/>
            </a:bodyPr>
            <a:lstStyle/>
            <a:p>
              <a:pPr marL="0" indent="0">
                <a:buNone/>
              </a:pPr>
              <a:r>
                <a:rPr lang="en-US" sz="1600" b="1" dirty="0">
                  <a:solidFill>
                    <a:srgbClr val="FFFFFF"/>
                  </a:solidFill>
                  <a:latin typeface="Cambria" pitchFamily="34" charset="0"/>
                  <a:ea typeface="Cambria" pitchFamily="34" charset="-122"/>
                  <a:cs typeface="Cambria" pitchFamily="34" charset="-120"/>
                </a:rPr>
                <a:t>Workforce</a:t>
              </a:r>
              <a:endParaRPr lang="en-US" sz="1600" dirty="0"/>
            </a:p>
            <a:p>
              <a:pPr marL="0" indent="0">
                <a:buNone/>
              </a:pPr>
              <a:r>
                <a:rPr lang="en-US" sz="1600" b="1" dirty="0">
                  <a:solidFill>
                    <a:srgbClr val="FFFFFF"/>
                  </a:solidFill>
                  <a:latin typeface="Cambria" pitchFamily="34" charset="0"/>
                  <a:ea typeface="Cambria" pitchFamily="34" charset="-122"/>
                  <a:cs typeface="Cambria" pitchFamily="34" charset="-120"/>
                </a:rPr>
                <a:t>productivity</a:t>
              </a:r>
              <a:endParaRPr lang="en-US" sz="1600" dirty="0"/>
            </a:p>
          </p:txBody>
        </p:sp>
        <p:sp>
          <p:nvSpPr>
            <p:cNvPr id="114" name="TrackerNumWhite 112">
              <a:extLst>
                <a:ext uri="{FF2B5EF4-FFF2-40B4-BE49-F238E27FC236}">
                  <a16:creationId xmlns:a16="http://schemas.microsoft.com/office/drawing/2014/main" id="{B0FE3F8A-8667-6019-C7B4-B3629A226D53}"/>
                </a:ext>
              </a:extLst>
            </p:cNvPr>
            <p:cNvSpPr/>
            <p:nvPr>
              <p:custDataLst>
                <p:tags r:id="rId5"/>
              </p:custDataLst>
            </p:nvPr>
          </p:nvSpPr>
          <p:spPr>
            <a:xfrm>
              <a:off x="2935224" y="1609344"/>
              <a:ext cx="279340" cy="279340"/>
            </a:xfrm>
            <a:prstGeom prst="ellipse">
              <a:avLst/>
            </a:prstGeom>
            <a:solidFill>
              <a:schemeClr val="bg1"/>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600" dirty="0">
                  <a:solidFill>
                    <a:schemeClr val="accent3"/>
                  </a:solidFill>
                </a:rPr>
                <a:t>2</a:t>
              </a:r>
            </a:p>
          </p:txBody>
        </p:sp>
      </p:grpSp>
      <p:grpSp>
        <p:nvGrpSpPr>
          <p:cNvPr id="132" name="Group 131">
            <a:extLst>
              <a:ext uri="{FF2B5EF4-FFF2-40B4-BE49-F238E27FC236}">
                <a16:creationId xmlns:a16="http://schemas.microsoft.com/office/drawing/2014/main" id="{3D5867E5-20D7-032C-6ED7-096652FF2B83}"/>
              </a:ext>
            </a:extLst>
          </p:cNvPr>
          <p:cNvGrpSpPr/>
          <p:nvPr/>
        </p:nvGrpSpPr>
        <p:grpSpPr>
          <a:xfrm>
            <a:off x="5065776" y="1379114"/>
            <a:ext cx="1962912" cy="694944"/>
            <a:chOff x="5120640" y="1481328"/>
            <a:chExt cx="1962912" cy="694944"/>
          </a:xfrm>
        </p:grpSpPr>
        <p:sp>
          <p:nvSpPr>
            <p:cNvPr id="51" name="Shape 26">
              <a:extLst>
                <a:ext uri="{FF2B5EF4-FFF2-40B4-BE49-F238E27FC236}">
                  <a16:creationId xmlns:a16="http://schemas.microsoft.com/office/drawing/2014/main" id="{1B92DA11-E365-9FE3-CBEB-5C2DE9A57157}"/>
                </a:ext>
              </a:extLst>
            </p:cNvPr>
            <p:cNvSpPr>
              <a:spLocks/>
            </p:cNvSpPr>
            <p:nvPr/>
          </p:nvSpPr>
          <p:spPr>
            <a:xfrm>
              <a:off x="5120640" y="1481328"/>
              <a:ext cx="1962912" cy="694944"/>
            </a:xfrm>
            <a:prstGeom prst="rect">
              <a:avLst/>
            </a:prstGeom>
            <a:solidFill>
              <a:schemeClr val="accent3"/>
            </a:solidFill>
            <a:ln/>
          </p:spPr>
          <p:txBody>
            <a:bodyPr>
              <a:noAutofit/>
            </a:bodyPr>
            <a:lstStyle/>
            <a:p>
              <a:endParaRPr lang="en-US" sz="1600"/>
            </a:p>
          </p:txBody>
        </p:sp>
        <p:sp>
          <p:nvSpPr>
            <p:cNvPr id="53" name="Shape 27">
              <a:extLst>
                <a:ext uri="{FF2B5EF4-FFF2-40B4-BE49-F238E27FC236}">
                  <a16:creationId xmlns:a16="http://schemas.microsoft.com/office/drawing/2014/main" id="{40181CD6-6304-DCBF-ACCB-D5D42027CF5D}"/>
                </a:ext>
              </a:extLst>
            </p:cNvPr>
            <p:cNvSpPr/>
            <p:nvPr/>
          </p:nvSpPr>
          <p:spPr>
            <a:xfrm>
              <a:off x="5266944" y="1609344"/>
              <a:ext cx="329184" cy="329184"/>
            </a:xfrm>
            <a:prstGeom prst="ellipse">
              <a:avLst/>
            </a:prstGeom>
            <a:solidFill>
              <a:srgbClr val="2251FF"/>
            </a:solidFill>
            <a:ln/>
          </p:spPr>
          <p:txBody>
            <a:bodyPr/>
            <a:lstStyle/>
            <a:p>
              <a:endParaRPr lang="en-US" sz="1600"/>
            </a:p>
          </p:txBody>
        </p:sp>
        <p:sp>
          <p:nvSpPr>
            <p:cNvPr id="57" name="Text 29">
              <a:extLst>
                <a:ext uri="{FF2B5EF4-FFF2-40B4-BE49-F238E27FC236}">
                  <a16:creationId xmlns:a16="http://schemas.microsoft.com/office/drawing/2014/main" id="{F160C020-CA41-02D1-3714-A9910963FF9B}"/>
                </a:ext>
              </a:extLst>
            </p:cNvPr>
            <p:cNvSpPr>
              <a:spLocks/>
            </p:cNvSpPr>
            <p:nvPr/>
          </p:nvSpPr>
          <p:spPr>
            <a:xfrm>
              <a:off x="5669281" y="1609344"/>
              <a:ext cx="1242829" cy="461665"/>
            </a:xfrm>
            <a:prstGeom prst="rect">
              <a:avLst/>
            </a:prstGeom>
            <a:noFill/>
            <a:ln/>
          </p:spPr>
          <p:txBody>
            <a:bodyPr wrap="square" lIns="0" tIns="0" rIns="0" bIns="0" rtlCol="0" anchor="ctr">
              <a:noAutofit/>
            </a:bodyPr>
            <a:lstStyle/>
            <a:p>
              <a:pPr marL="0" indent="0">
                <a:buNone/>
              </a:pPr>
              <a:r>
                <a:rPr lang="en-US" sz="1600" b="1" dirty="0">
                  <a:solidFill>
                    <a:srgbClr val="FFFFFF"/>
                  </a:solidFill>
                  <a:latin typeface="Cambria" pitchFamily="34" charset="0"/>
                  <a:ea typeface="Cambria" pitchFamily="34" charset="-122"/>
                  <a:cs typeface="Cambria" pitchFamily="34" charset="-120"/>
                </a:rPr>
                <a:t>Operating</a:t>
              </a:r>
              <a:endParaRPr lang="en-US" sz="1600" dirty="0"/>
            </a:p>
            <a:p>
              <a:pPr marL="0" indent="0">
                <a:buNone/>
              </a:pPr>
              <a:r>
                <a:rPr lang="en-US" sz="1600" b="1" dirty="0">
                  <a:solidFill>
                    <a:srgbClr val="FFFFFF"/>
                  </a:solidFill>
                  <a:latin typeface="Cambria" pitchFamily="34" charset="0"/>
                  <a:ea typeface="Cambria" pitchFamily="34" charset="-122"/>
                  <a:cs typeface="Cambria" pitchFamily="34" charset="-120"/>
                </a:rPr>
                <a:t>model</a:t>
              </a:r>
              <a:endParaRPr lang="en-US" sz="1600" dirty="0"/>
            </a:p>
          </p:txBody>
        </p:sp>
        <p:sp>
          <p:nvSpPr>
            <p:cNvPr id="115" name="TrackerNumWhite 112">
              <a:extLst>
                <a:ext uri="{FF2B5EF4-FFF2-40B4-BE49-F238E27FC236}">
                  <a16:creationId xmlns:a16="http://schemas.microsoft.com/office/drawing/2014/main" id="{F74FEDA6-445E-68C1-E604-97CF72089263}"/>
                </a:ext>
              </a:extLst>
            </p:cNvPr>
            <p:cNvSpPr/>
            <p:nvPr>
              <p:custDataLst>
                <p:tags r:id="rId4"/>
              </p:custDataLst>
            </p:nvPr>
          </p:nvSpPr>
          <p:spPr>
            <a:xfrm>
              <a:off x="5266944" y="1609344"/>
              <a:ext cx="279340" cy="279340"/>
            </a:xfrm>
            <a:prstGeom prst="ellipse">
              <a:avLst/>
            </a:prstGeom>
            <a:solidFill>
              <a:schemeClr val="bg1"/>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600" dirty="0">
                  <a:solidFill>
                    <a:schemeClr val="accent3"/>
                  </a:solidFill>
                </a:rPr>
                <a:t>3</a:t>
              </a:r>
            </a:p>
          </p:txBody>
        </p:sp>
      </p:grpSp>
      <p:grpSp>
        <p:nvGrpSpPr>
          <p:cNvPr id="133" name="Group 132">
            <a:extLst>
              <a:ext uri="{FF2B5EF4-FFF2-40B4-BE49-F238E27FC236}">
                <a16:creationId xmlns:a16="http://schemas.microsoft.com/office/drawing/2014/main" id="{BCF677AE-A85F-D098-8D12-B3CA206AD25A}"/>
              </a:ext>
            </a:extLst>
          </p:cNvPr>
          <p:cNvGrpSpPr/>
          <p:nvPr/>
        </p:nvGrpSpPr>
        <p:grpSpPr>
          <a:xfrm>
            <a:off x="7370064" y="1379114"/>
            <a:ext cx="1962912" cy="694944"/>
            <a:chOff x="7452360" y="1481328"/>
            <a:chExt cx="1962912" cy="694944"/>
          </a:xfrm>
        </p:grpSpPr>
        <p:sp>
          <p:nvSpPr>
            <p:cNvPr id="71" name="Shape 36">
              <a:extLst>
                <a:ext uri="{FF2B5EF4-FFF2-40B4-BE49-F238E27FC236}">
                  <a16:creationId xmlns:a16="http://schemas.microsoft.com/office/drawing/2014/main" id="{9161C107-157E-DE82-55C2-09977B0E5EDB}"/>
                </a:ext>
              </a:extLst>
            </p:cNvPr>
            <p:cNvSpPr>
              <a:spLocks/>
            </p:cNvSpPr>
            <p:nvPr/>
          </p:nvSpPr>
          <p:spPr>
            <a:xfrm>
              <a:off x="7452360" y="1481328"/>
              <a:ext cx="1962912" cy="694944"/>
            </a:xfrm>
            <a:prstGeom prst="rect">
              <a:avLst/>
            </a:prstGeom>
            <a:solidFill>
              <a:schemeClr val="accent3"/>
            </a:solidFill>
            <a:ln/>
          </p:spPr>
          <p:txBody>
            <a:bodyPr>
              <a:noAutofit/>
            </a:bodyPr>
            <a:lstStyle/>
            <a:p>
              <a:endParaRPr lang="en-US" sz="1600"/>
            </a:p>
          </p:txBody>
        </p:sp>
        <p:sp>
          <p:nvSpPr>
            <p:cNvPr id="73" name="Shape 37">
              <a:extLst>
                <a:ext uri="{FF2B5EF4-FFF2-40B4-BE49-F238E27FC236}">
                  <a16:creationId xmlns:a16="http://schemas.microsoft.com/office/drawing/2014/main" id="{35038A98-59D8-429E-92AA-AD421CAF48AA}"/>
                </a:ext>
              </a:extLst>
            </p:cNvPr>
            <p:cNvSpPr/>
            <p:nvPr/>
          </p:nvSpPr>
          <p:spPr>
            <a:xfrm>
              <a:off x="7598664" y="1609344"/>
              <a:ext cx="329184" cy="329184"/>
            </a:xfrm>
            <a:prstGeom prst="ellipse">
              <a:avLst/>
            </a:prstGeom>
            <a:solidFill>
              <a:srgbClr val="2251FF"/>
            </a:solidFill>
            <a:ln/>
          </p:spPr>
          <p:txBody>
            <a:bodyPr/>
            <a:lstStyle/>
            <a:p>
              <a:endParaRPr lang="en-US" sz="1600"/>
            </a:p>
          </p:txBody>
        </p:sp>
        <p:sp>
          <p:nvSpPr>
            <p:cNvPr id="77" name="Text 39">
              <a:extLst>
                <a:ext uri="{FF2B5EF4-FFF2-40B4-BE49-F238E27FC236}">
                  <a16:creationId xmlns:a16="http://schemas.microsoft.com/office/drawing/2014/main" id="{5D0C5E0B-5553-B685-79CC-6A7C3E1B3802}"/>
                </a:ext>
              </a:extLst>
            </p:cNvPr>
            <p:cNvSpPr>
              <a:spLocks/>
            </p:cNvSpPr>
            <p:nvPr/>
          </p:nvSpPr>
          <p:spPr>
            <a:xfrm>
              <a:off x="8001001" y="1609344"/>
              <a:ext cx="1242829" cy="461665"/>
            </a:xfrm>
            <a:prstGeom prst="rect">
              <a:avLst/>
            </a:prstGeom>
            <a:noFill/>
            <a:ln/>
          </p:spPr>
          <p:txBody>
            <a:bodyPr wrap="square" lIns="0" tIns="0" rIns="0" bIns="0" rtlCol="0" anchor="ctr">
              <a:noAutofit/>
            </a:bodyPr>
            <a:lstStyle/>
            <a:p>
              <a:pPr marL="0" indent="0">
                <a:buNone/>
              </a:pPr>
              <a:r>
                <a:rPr lang="en-US" sz="1600" b="1" dirty="0">
                  <a:solidFill>
                    <a:srgbClr val="FFFFFF"/>
                  </a:solidFill>
                  <a:latin typeface="Cambria" pitchFamily="34" charset="0"/>
                  <a:ea typeface="Cambria" pitchFamily="34" charset="-122"/>
                  <a:cs typeface="Cambria" pitchFamily="34" charset="-120"/>
                </a:rPr>
                <a:t>Expense</a:t>
              </a:r>
              <a:endParaRPr lang="en-US" sz="1600" dirty="0"/>
            </a:p>
            <a:p>
              <a:pPr marL="0" indent="0">
                <a:buNone/>
              </a:pPr>
              <a:r>
                <a:rPr lang="en-US" sz="1600" b="1" dirty="0">
                  <a:solidFill>
                    <a:srgbClr val="FFFFFF"/>
                  </a:solidFill>
                  <a:latin typeface="Cambria" pitchFamily="34" charset="0"/>
                  <a:ea typeface="Cambria" pitchFamily="34" charset="-122"/>
                  <a:cs typeface="Cambria" pitchFamily="34" charset="-120"/>
                </a:rPr>
                <a:t>management</a:t>
              </a:r>
              <a:endParaRPr lang="en-US" sz="1600" dirty="0"/>
            </a:p>
          </p:txBody>
        </p:sp>
        <p:sp>
          <p:nvSpPr>
            <p:cNvPr id="116" name="TrackerNumWhite 112">
              <a:extLst>
                <a:ext uri="{FF2B5EF4-FFF2-40B4-BE49-F238E27FC236}">
                  <a16:creationId xmlns:a16="http://schemas.microsoft.com/office/drawing/2014/main" id="{BE9B9F8A-604B-3F36-CC00-72418E0B052A}"/>
                </a:ext>
              </a:extLst>
            </p:cNvPr>
            <p:cNvSpPr/>
            <p:nvPr>
              <p:custDataLst>
                <p:tags r:id="rId3"/>
              </p:custDataLst>
            </p:nvPr>
          </p:nvSpPr>
          <p:spPr>
            <a:xfrm>
              <a:off x="7598664" y="1609344"/>
              <a:ext cx="279340" cy="279340"/>
            </a:xfrm>
            <a:prstGeom prst="ellipse">
              <a:avLst/>
            </a:prstGeom>
            <a:solidFill>
              <a:schemeClr val="bg1"/>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600" dirty="0">
                  <a:solidFill>
                    <a:schemeClr val="accent3"/>
                  </a:solidFill>
                </a:rPr>
                <a:t>4</a:t>
              </a:r>
            </a:p>
          </p:txBody>
        </p:sp>
      </p:grpSp>
      <p:grpSp>
        <p:nvGrpSpPr>
          <p:cNvPr id="134" name="Group 133">
            <a:extLst>
              <a:ext uri="{FF2B5EF4-FFF2-40B4-BE49-F238E27FC236}">
                <a16:creationId xmlns:a16="http://schemas.microsoft.com/office/drawing/2014/main" id="{635AAB78-E5CB-27CC-6ABA-93D6D07F0B9A}"/>
              </a:ext>
            </a:extLst>
          </p:cNvPr>
          <p:cNvGrpSpPr/>
          <p:nvPr/>
        </p:nvGrpSpPr>
        <p:grpSpPr>
          <a:xfrm>
            <a:off x="9674352" y="1379114"/>
            <a:ext cx="1962912" cy="694944"/>
            <a:chOff x="9784080" y="1481328"/>
            <a:chExt cx="1962912" cy="694944"/>
          </a:xfrm>
        </p:grpSpPr>
        <p:sp>
          <p:nvSpPr>
            <p:cNvPr id="95" name="Shape 48">
              <a:extLst>
                <a:ext uri="{FF2B5EF4-FFF2-40B4-BE49-F238E27FC236}">
                  <a16:creationId xmlns:a16="http://schemas.microsoft.com/office/drawing/2014/main" id="{8FF6620E-E966-FF5D-FAB2-3AB71D0C4A46}"/>
                </a:ext>
              </a:extLst>
            </p:cNvPr>
            <p:cNvSpPr>
              <a:spLocks/>
            </p:cNvSpPr>
            <p:nvPr/>
          </p:nvSpPr>
          <p:spPr>
            <a:xfrm>
              <a:off x="9784080" y="1481328"/>
              <a:ext cx="1962912" cy="694944"/>
            </a:xfrm>
            <a:prstGeom prst="rect">
              <a:avLst/>
            </a:prstGeom>
            <a:solidFill>
              <a:schemeClr val="accent3"/>
            </a:solidFill>
            <a:ln/>
          </p:spPr>
          <p:txBody>
            <a:bodyPr>
              <a:noAutofit/>
            </a:bodyPr>
            <a:lstStyle/>
            <a:p>
              <a:endParaRPr lang="en-US" sz="1600"/>
            </a:p>
          </p:txBody>
        </p:sp>
        <p:sp>
          <p:nvSpPr>
            <p:cNvPr id="97" name="Shape 49">
              <a:extLst>
                <a:ext uri="{FF2B5EF4-FFF2-40B4-BE49-F238E27FC236}">
                  <a16:creationId xmlns:a16="http://schemas.microsoft.com/office/drawing/2014/main" id="{386756EE-FEAB-0307-4158-247A9877A2F6}"/>
                </a:ext>
              </a:extLst>
            </p:cNvPr>
            <p:cNvSpPr/>
            <p:nvPr/>
          </p:nvSpPr>
          <p:spPr>
            <a:xfrm>
              <a:off x="9930384" y="1609344"/>
              <a:ext cx="329184" cy="329184"/>
            </a:xfrm>
            <a:prstGeom prst="ellipse">
              <a:avLst/>
            </a:prstGeom>
            <a:solidFill>
              <a:srgbClr val="2251FF"/>
            </a:solidFill>
            <a:ln/>
          </p:spPr>
          <p:txBody>
            <a:bodyPr/>
            <a:lstStyle/>
            <a:p>
              <a:endParaRPr lang="en-US" sz="1600"/>
            </a:p>
          </p:txBody>
        </p:sp>
        <p:sp>
          <p:nvSpPr>
            <p:cNvPr id="101" name="Text 51">
              <a:extLst>
                <a:ext uri="{FF2B5EF4-FFF2-40B4-BE49-F238E27FC236}">
                  <a16:creationId xmlns:a16="http://schemas.microsoft.com/office/drawing/2014/main" id="{5590F89D-16BC-9E30-5B35-D83FADDB7E22}"/>
                </a:ext>
              </a:extLst>
            </p:cNvPr>
            <p:cNvSpPr>
              <a:spLocks/>
            </p:cNvSpPr>
            <p:nvPr/>
          </p:nvSpPr>
          <p:spPr>
            <a:xfrm>
              <a:off x="10332721" y="1609344"/>
              <a:ext cx="1242829" cy="461665"/>
            </a:xfrm>
            <a:prstGeom prst="rect">
              <a:avLst/>
            </a:prstGeom>
            <a:noFill/>
            <a:ln/>
          </p:spPr>
          <p:txBody>
            <a:bodyPr wrap="square" lIns="0" tIns="0" rIns="0" bIns="0" rtlCol="0" anchor="ctr">
              <a:noAutofit/>
            </a:bodyPr>
            <a:lstStyle/>
            <a:p>
              <a:pPr marL="0" indent="0">
                <a:buNone/>
              </a:pPr>
              <a:r>
                <a:rPr lang="en-US" sz="1600" b="1" dirty="0">
                  <a:solidFill>
                    <a:srgbClr val="FFFFFF"/>
                  </a:solidFill>
                  <a:latin typeface="Cambria" pitchFamily="34" charset="0"/>
                  <a:ea typeface="Cambria" pitchFamily="34" charset="-122"/>
                  <a:cs typeface="Cambria" pitchFamily="34" charset="-120"/>
                </a:rPr>
                <a:t>Automation</a:t>
              </a:r>
              <a:endParaRPr lang="en-US" sz="1600" dirty="0"/>
            </a:p>
            <a:p>
              <a:pPr marL="0" indent="0">
                <a:buNone/>
              </a:pPr>
              <a:r>
                <a:rPr lang="en-US" sz="1600" b="1" dirty="0">
                  <a:solidFill>
                    <a:srgbClr val="FFFFFF"/>
                  </a:solidFill>
                  <a:latin typeface="Cambria" pitchFamily="34" charset="0"/>
                  <a:ea typeface="Cambria" pitchFamily="34" charset="-122"/>
                  <a:cs typeface="Cambria" pitchFamily="34" charset="-120"/>
                </a:rPr>
                <a:t>and AI</a:t>
              </a:r>
              <a:endParaRPr lang="en-US" sz="1600" dirty="0"/>
            </a:p>
          </p:txBody>
        </p:sp>
        <p:sp>
          <p:nvSpPr>
            <p:cNvPr id="117" name="TrackerNumWhite 112">
              <a:extLst>
                <a:ext uri="{FF2B5EF4-FFF2-40B4-BE49-F238E27FC236}">
                  <a16:creationId xmlns:a16="http://schemas.microsoft.com/office/drawing/2014/main" id="{26FF8E32-523C-AE9D-B991-836E3CFF6C78}"/>
                </a:ext>
              </a:extLst>
            </p:cNvPr>
            <p:cNvSpPr/>
            <p:nvPr>
              <p:custDataLst>
                <p:tags r:id="rId2"/>
              </p:custDataLst>
            </p:nvPr>
          </p:nvSpPr>
          <p:spPr>
            <a:xfrm>
              <a:off x="9930384" y="1609344"/>
              <a:ext cx="279340" cy="279340"/>
            </a:xfrm>
            <a:prstGeom prst="ellipse">
              <a:avLst/>
            </a:prstGeom>
            <a:solidFill>
              <a:schemeClr val="bg1"/>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600" dirty="0">
                  <a:solidFill>
                    <a:schemeClr val="accent3"/>
                  </a:solidFill>
                </a:rPr>
                <a:t>5</a:t>
              </a:r>
            </a:p>
          </p:txBody>
        </p:sp>
      </p:grpSp>
      <p:sp>
        <p:nvSpPr>
          <p:cNvPr id="129" name="TextBox 128">
            <a:extLst>
              <a:ext uri="{FF2B5EF4-FFF2-40B4-BE49-F238E27FC236}">
                <a16:creationId xmlns:a16="http://schemas.microsoft.com/office/drawing/2014/main" id="{049ACBAA-A53F-2915-127A-AA9540BBAD4C}"/>
              </a:ext>
            </a:extLst>
          </p:cNvPr>
          <p:cNvSpPr txBox="1"/>
          <p:nvPr/>
        </p:nvSpPr>
        <p:spPr>
          <a:xfrm>
            <a:off x="457200" y="4838829"/>
            <a:ext cx="11332464"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i="1" dirty="0">
                <a:solidFill>
                  <a:schemeClr val="accent3"/>
                </a:solidFill>
              </a:rPr>
              <a:t>Typical savings:</a:t>
            </a:r>
          </a:p>
        </p:txBody>
      </p:sp>
      <p:sp>
        <p:nvSpPr>
          <p:cNvPr id="144" name="Rectangle 143">
            <a:extLst>
              <a:ext uri="{FF2B5EF4-FFF2-40B4-BE49-F238E27FC236}">
                <a16:creationId xmlns:a16="http://schemas.microsoft.com/office/drawing/2014/main" id="{12BF55C5-1A1E-68F6-37A7-8F61E4369F19}"/>
              </a:ext>
            </a:extLst>
          </p:cNvPr>
          <p:cNvSpPr/>
          <p:nvPr/>
        </p:nvSpPr>
        <p:spPr>
          <a:xfrm>
            <a:off x="457200" y="6014906"/>
            <a:ext cx="11180062" cy="502920"/>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600" b="1" i="1" dirty="0">
                <a:solidFill>
                  <a:schemeClr val="bg1"/>
                </a:solidFill>
              </a:rPr>
              <a:t>Note: Directional ranges applied only to the addressable slice of spend each lever can touch; not additive. Source: McKinsey Rapid IT cost diagnostic and Tech IDP typical impact ranges</a:t>
            </a:r>
          </a:p>
        </p:txBody>
      </p:sp>
      <p:cxnSp>
        <p:nvCxnSpPr>
          <p:cNvPr id="10" name="Straight Arrow Connector 9">
            <a:extLst>
              <a:ext uri="{FF2B5EF4-FFF2-40B4-BE49-F238E27FC236}">
                <a16:creationId xmlns:a16="http://schemas.microsoft.com/office/drawing/2014/main" id="{1A22D489-0FA0-C3EF-F316-5037A1A50DB5}"/>
              </a:ext>
            </a:extLst>
          </p:cNvPr>
          <p:cNvCxnSpPr>
            <a:cxnSpLocks/>
          </p:cNvCxnSpPr>
          <p:nvPr/>
        </p:nvCxnSpPr>
        <p:spPr>
          <a:xfrm>
            <a:off x="457200" y="5170559"/>
            <a:ext cx="1962912" cy="0"/>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39CEFD8-3D9E-2A95-EA5E-8B5DBF35C82A}"/>
              </a:ext>
            </a:extLst>
          </p:cNvPr>
          <p:cNvCxnSpPr>
            <a:cxnSpLocks/>
          </p:cNvCxnSpPr>
          <p:nvPr/>
        </p:nvCxnSpPr>
        <p:spPr>
          <a:xfrm>
            <a:off x="2761488" y="5170559"/>
            <a:ext cx="1962912" cy="0"/>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04AF5FF-BC03-AE92-A96D-CCE638514DA0}"/>
              </a:ext>
            </a:extLst>
          </p:cNvPr>
          <p:cNvCxnSpPr>
            <a:cxnSpLocks/>
          </p:cNvCxnSpPr>
          <p:nvPr/>
        </p:nvCxnSpPr>
        <p:spPr>
          <a:xfrm>
            <a:off x="5065776" y="5170559"/>
            <a:ext cx="1962912" cy="0"/>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4D3000E-2F36-772A-9859-B6677456D69E}"/>
              </a:ext>
            </a:extLst>
          </p:cNvPr>
          <p:cNvCxnSpPr>
            <a:cxnSpLocks/>
          </p:cNvCxnSpPr>
          <p:nvPr/>
        </p:nvCxnSpPr>
        <p:spPr>
          <a:xfrm>
            <a:off x="7370063" y="5170559"/>
            <a:ext cx="1962912" cy="0"/>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B1F71F0-0E26-825D-92E7-251837884852}"/>
              </a:ext>
            </a:extLst>
          </p:cNvPr>
          <p:cNvCxnSpPr>
            <a:cxnSpLocks/>
          </p:cNvCxnSpPr>
          <p:nvPr/>
        </p:nvCxnSpPr>
        <p:spPr>
          <a:xfrm>
            <a:off x="9674350" y="5170559"/>
            <a:ext cx="1962912" cy="0"/>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1FB20087-1A0E-0293-44A5-A35267F9432A}"/>
              </a:ext>
            </a:extLst>
          </p:cNvPr>
          <p:cNvGrpSpPr>
            <a:grpSpLocks/>
          </p:cNvGrpSpPr>
          <p:nvPr/>
        </p:nvGrpSpPr>
        <p:grpSpPr>
          <a:xfrm>
            <a:off x="5065776" y="3131590"/>
            <a:ext cx="1962912" cy="694944"/>
            <a:chOff x="5120640" y="2523744"/>
            <a:chExt cx="2194560" cy="694944"/>
          </a:xfrm>
        </p:grpSpPr>
        <p:sp>
          <p:nvSpPr>
            <p:cNvPr id="20" name="Shape 30">
              <a:extLst>
                <a:ext uri="{FF2B5EF4-FFF2-40B4-BE49-F238E27FC236}">
                  <a16:creationId xmlns:a16="http://schemas.microsoft.com/office/drawing/2014/main" id="{9A6A5894-C769-3AAF-006D-027D7F53F326}"/>
                </a:ext>
              </a:extLst>
            </p:cNvPr>
            <p:cNvSpPr/>
            <p:nvPr/>
          </p:nvSpPr>
          <p:spPr>
            <a:xfrm>
              <a:off x="5120640" y="2523744"/>
              <a:ext cx="2194560" cy="694944"/>
            </a:xfrm>
            <a:prstGeom prst="rect">
              <a:avLst/>
            </a:prstGeom>
            <a:solidFill>
              <a:srgbClr val="F2F6FC"/>
            </a:solidFill>
            <a:ln w="9525">
              <a:solidFill>
                <a:srgbClr val="D9DDE1"/>
              </a:solidFill>
              <a:prstDash val="solid"/>
            </a:ln>
          </p:spPr>
          <p:txBody>
            <a:bodyPr/>
            <a:lstStyle/>
            <a:p>
              <a:endParaRPr lang="en-US" sz="1400"/>
            </a:p>
          </p:txBody>
        </p:sp>
        <p:sp>
          <p:nvSpPr>
            <p:cNvPr id="22" name="Text 31">
              <a:extLst>
                <a:ext uri="{FF2B5EF4-FFF2-40B4-BE49-F238E27FC236}">
                  <a16:creationId xmlns:a16="http://schemas.microsoft.com/office/drawing/2014/main" id="{66A44593-E915-5533-8595-A9C9FF255482}"/>
                </a:ext>
              </a:extLst>
            </p:cNvPr>
            <p:cNvSpPr/>
            <p:nvPr/>
          </p:nvSpPr>
          <p:spPr>
            <a:xfrm>
              <a:off x="5266944" y="2523744"/>
              <a:ext cx="1901952" cy="694944"/>
            </a:xfrm>
            <a:prstGeom prst="rect">
              <a:avLst/>
            </a:prstGeom>
            <a:noFill/>
            <a:ln/>
          </p:spPr>
          <p:txBody>
            <a:bodyPr wrap="square" lIns="0" tIns="0" rIns="0" bIns="0" rtlCol="0" anchor="ctr"/>
            <a:lstStyle/>
            <a:p>
              <a:pPr marL="0" indent="0">
                <a:buNone/>
              </a:pPr>
              <a:r>
                <a:rPr lang="en-US" sz="1400" dirty="0">
                  <a:solidFill>
                    <a:srgbClr val="1A1A1A"/>
                  </a:solidFill>
                  <a:latin typeface="Arial" pitchFamily="34" charset="0"/>
                  <a:ea typeface="Arial" pitchFamily="34" charset="-122"/>
                  <a:cs typeface="Arial" pitchFamily="34" charset="-120"/>
                </a:rPr>
                <a:t>G. Location mix</a:t>
              </a:r>
            </a:p>
          </p:txBody>
        </p:sp>
      </p:grpSp>
      <p:grpSp>
        <p:nvGrpSpPr>
          <p:cNvPr id="23" name="Group 22">
            <a:extLst>
              <a:ext uri="{FF2B5EF4-FFF2-40B4-BE49-F238E27FC236}">
                <a16:creationId xmlns:a16="http://schemas.microsoft.com/office/drawing/2014/main" id="{16EAF10B-24AB-050D-552E-9A6FE5F1AD11}"/>
              </a:ext>
            </a:extLst>
          </p:cNvPr>
          <p:cNvGrpSpPr>
            <a:grpSpLocks/>
          </p:cNvGrpSpPr>
          <p:nvPr/>
        </p:nvGrpSpPr>
        <p:grpSpPr>
          <a:xfrm>
            <a:off x="10211417" y="1003134"/>
            <a:ext cx="305562" cy="153888"/>
            <a:chOff x="9784080" y="2523744"/>
            <a:chExt cx="2194560" cy="694944"/>
          </a:xfrm>
        </p:grpSpPr>
        <p:sp>
          <p:nvSpPr>
            <p:cNvPr id="24" name="Shape 52">
              <a:extLst>
                <a:ext uri="{FF2B5EF4-FFF2-40B4-BE49-F238E27FC236}">
                  <a16:creationId xmlns:a16="http://schemas.microsoft.com/office/drawing/2014/main" id="{42E19FAE-D59C-6B12-8B2E-22D1CC5200DE}"/>
                </a:ext>
              </a:extLst>
            </p:cNvPr>
            <p:cNvSpPr/>
            <p:nvPr/>
          </p:nvSpPr>
          <p:spPr>
            <a:xfrm>
              <a:off x="9784080" y="2523744"/>
              <a:ext cx="2194560" cy="694944"/>
            </a:xfrm>
            <a:prstGeom prst="rect">
              <a:avLst/>
            </a:prstGeom>
            <a:solidFill>
              <a:srgbClr val="F2F6FC"/>
            </a:solidFill>
            <a:ln w="9525">
              <a:solidFill>
                <a:srgbClr val="D9DDE1"/>
              </a:solidFill>
              <a:prstDash val="solid"/>
            </a:ln>
          </p:spPr>
          <p:txBody>
            <a:bodyPr/>
            <a:lstStyle/>
            <a:p>
              <a:endParaRPr lang="en-US" sz="1400"/>
            </a:p>
          </p:txBody>
        </p:sp>
        <p:sp>
          <p:nvSpPr>
            <p:cNvPr id="26" name="Text 53">
              <a:extLst>
                <a:ext uri="{FF2B5EF4-FFF2-40B4-BE49-F238E27FC236}">
                  <a16:creationId xmlns:a16="http://schemas.microsoft.com/office/drawing/2014/main" id="{48C00CD0-500E-7142-0764-736B856D0ADD}"/>
                </a:ext>
              </a:extLst>
            </p:cNvPr>
            <p:cNvSpPr/>
            <p:nvPr/>
          </p:nvSpPr>
          <p:spPr>
            <a:xfrm>
              <a:off x="9930384" y="2523744"/>
              <a:ext cx="1901952" cy="694944"/>
            </a:xfrm>
            <a:prstGeom prst="rect">
              <a:avLst/>
            </a:prstGeom>
            <a:noFill/>
            <a:ln/>
          </p:spPr>
          <p:txBody>
            <a:bodyPr wrap="square" lIns="0" tIns="0" rIns="0" bIns="0" rtlCol="0" anchor="ctr"/>
            <a:lstStyle/>
            <a:p>
              <a:pPr marL="0" indent="0">
                <a:buNone/>
              </a:pPr>
              <a:endParaRPr lang="en-US" sz="1400" dirty="0"/>
            </a:p>
          </p:txBody>
        </p:sp>
      </p:grpSp>
      <p:sp>
        <p:nvSpPr>
          <p:cNvPr id="28" name="TextBox 27">
            <a:extLst>
              <a:ext uri="{FF2B5EF4-FFF2-40B4-BE49-F238E27FC236}">
                <a16:creationId xmlns:a16="http://schemas.microsoft.com/office/drawing/2014/main" id="{6C700855-C6D1-98CF-9FEB-25CDE5CFDD63}"/>
              </a:ext>
            </a:extLst>
          </p:cNvPr>
          <p:cNvSpPr txBox="1">
            <a:spLocks/>
          </p:cNvSpPr>
          <p:nvPr/>
        </p:nvSpPr>
        <p:spPr>
          <a:xfrm>
            <a:off x="10628973" y="1003134"/>
            <a:ext cx="1008289" cy="153888"/>
          </a:xfrm>
          <a:prstGeom prst="rect">
            <a:avLst/>
          </a:prstGeom>
        </p:spPr>
        <p:txBody>
          <a:bodyPr vert="horz" wrap="non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t>Deep-dive follows</a:t>
            </a:r>
          </a:p>
        </p:txBody>
      </p:sp>
      <p:sp>
        <p:nvSpPr>
          <p:cNvPr id="145" name="Rectangle 144"/>
          <p:cNvSpPr/>
          <p:nvPr/>
        </p:nvSpPr>
        <p:spPr>
          <a:xfrm>
            <a:off x="6675120" y="54864"/>
            <a:ext cx="2651760" cy="1261872"/>
          </a:xfrm>
          <a:prstGeom prst="rect">
            <a:avLst/>
          </a:prstGeom>
          <a:solidFill>
            <a:srgbClr val="FFFF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95000"/>
              </a:lnSpc>
            </a:pPr>
            <a:r>
              <a:rPr sz="800" b="0">
                <a:solidFill>
                  <a:srgbClr val="000000"/>
                </a:solidFill>
                <a:latin typeface="Arial"/>
              </a:rPr>
              <a:t>Ranges re-checked vs sources: workforce productivity and operating model were swapped vs the Rapid IT diagnostic lever table ('Operating Model 10-15%' = ways of working; 'Talent &amp; Org 10-25%' = org shape and location). Corrected. Tech IDP quotes 20-30% for full engineering excellence programs; automation's 10-25% is the thinnest-supported range.</a:t>
            </a:r>
          </a:p>
        </p:txBody>
      </p:sp>
    </p:spTree>
    <p:extLst>
      <p:ext uri="{BB962C8B-B14F-4D97-AF65-F5344CB8AC3E}">
        <p14:creationId xmlns:p14="http://schemas.microsoft.com/office/powerpoint/2010/main" val="2744232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2. Slide Title">
            <a:extLst>
              <a:ext uri="{FF2B5EF4-FFF2-40B4-BE49-F238E27FC236}">
                <a16:creationId xmlns:a16="http://schemas.microsoft.com/office/drawing/2014/main" id="{6F700788-3847-3BAC-1B94-C6C6B0903AC4}"/>
              </a:ext>
            </a:extLst>
          </p:cNvPr>
          <p:cNvSpPr>
            <a:spLocks noGrp="1"/>
          </p:cNvSpPr>
          <p:nvPr>
            <p:ph type="title"/>
            <p:custDataLst>
              <p:tags r:id="rId2"/>
            </p:custDataLst>
          </p:nvPr>
        </p:nvSpPr>
        <p:spPr>
          <a:xfrm>
            <a:off x="512064" y="237744"/>
            <a:ext cx="10881360" cy="502920"/>
          </a:xfrm>
        </p:spPr>
        <p:txBody>
          <a:bodyPr vert="horz">
            <a:spAutoFit/>
          </a:bodyPr>
          <a:lstStyle/>
          <a:p>
            <a:r>
              <a:rPr lang="en-US" dirty="0" sz="1800" b="1"/>
              <a:t>Lever deep dive (1/2): demand management and workforce productivity</a:t>
            </a:r>
          </a:p>
        </p:txBody>
      </p:sp>
      <p:sp>
        <p:nvSpPr>
          <p:cNvPr id="3" name="TextBox 2"/>
          <p:cNvSpPr txBox="1"/>
          <p:nvPr/>
        </p:nvSpPr>
        <p:spPr>
          <a:xfrm>
            <a:off x="512064" y="969264"/>
            <a:ext cx="1481328" cy="274320"/>
          </a:xfrm>
          <a:prstGeom prst="rect">
            <a:avLst/>
          </a:prstGeom>
          <a:noFill/>
        </p:spPr>
        <p:txBody>
          <a:bodyPr wrap="square">
            <a:spAutoFit/>
          </a:bodyPr>
          <a:lstStyle/>
          <a:p>
            <a:pPr>
              <a:lnSpc>
                <a:spcPct val="100000"/>
              </a:lnSpc>
            </a:pPr>
            <a:r>
              <a:rPr sz="1200" b="1">
                <a:solidFill>
                  <a:srgbClr val="000000"/>
                </a:solidFill>
                <a:latin typeface="Arial"/>
              </a:rPr>
              <a:t>Lever</a:t>
            </a:r>
          </a:p>
        </p:txBody>
      </p:sp>
      <p:sp>
        <p:nvSpPr>
          <p:cNvPr id="4" name="TextBox 3"/>
          <p:cNvSpPr txBox="1"/>
          <p:nvPr/>
        </p:nvSpPr>
        <p:spPr>
          <a:xfrm>
            <a:off x="2084831" y="969264"/>
            <a:ext cx="2103120" cy="274320"/>
          </a:xfrm>
          <a:prstGeom prst="rect">
            <a:avLst/>
          </a:prstGeom>
          <a:noFill/>
        </p:spPr>
        <p:txBody>
          <a:bodyPr wrap="square">
            <a:spAutoFit/>
          </a:bodyPr>
          <a:lstStyle/>
          <a:p>
            <a:pPr>
              <a:lnSpc>
                <a:spcPct val="100000"/>
              </a:lnSpc>
            </a:pPr>
            <a:r>
              <a:rPr sz="1200" b="1">
                <a:solidFill>
                  <a:srgbClr val="000000"/>
                </a:solidFill>
                <a:latin typeface="Arial"/>
              </a:rPr>
              <a:t>What we measure</a:t>
            </a:r>
          </a:p>
        </p:txBody>
      </p:sp>
      <p:sp>
        <p:nvSpPr>
          <p:cNvPr id="5" name="TextBox 4"/>
          <p:cNvSpPr txBox="1"/>
          <p:nvPr/>
        </p:nvSpPr>
        <p:spPr>
          <a:xfrm>
            <a:off x="4279392" y="969264"/>
            <a:ext cx="2286000" cy="274320"/>
          </a:xfrm>
          <a:prstGeom prst="rect">
            <a:avLst/>
          </a:prstGeom>
          <a:noFill/>
        </p:spPr>
        <p:txBody>
          <a:bodyPr wrap="square">
            <a:spAutoFit/>
          </a:bodyPr>
          <a:lstStyle/>
          <a:p>
            <a:pPr>
              <a:lnSpc>
                <a:spcPct val="100000"/>
              </a:lnSpc>
            </a:pPr>
            <a:r>
              <a:rPr sz="1200" b="1">
                <a:solidFill>
                  <a:srgbClr val="000000"/>
                </a:solidFill>
                <a:latin typeface="Arial"/>
              </a:rPr>
              <a:t>Key analysis</a:t>
            </a:r>
          </a:p>
        </p:txBody>
      </p:sp>
      <p:sp>
        <p:nvSpPr>
          <p:cNvPr id="6" name="TextBox 5"/>
          <p:cNvSpPr txBox="1"/>
          <p:nvPr/>
        </p:nvSpPr>
        <p:spPr>
          <a:xfrm>
            <a:off x="6656832" y="969264"/>
            <a:ext cx="1700784" cy="274320"/>
          </a:xfrm>
          <a:prstGeom prst="rect">
            <a:avLst/>
          </a:prstGeom>
          <a:noFill/>
        </p:spPr>
        <p:txBody>
          <a:bodyPr wrap="square">
            <a:spAutoFit/>
          </a:bodyPr>
          <a:lstStyle/>
          <a:p>
            <a:pPr>
              <a:lnSpc>
                <a:spcPct val="100000"/>
              </a:lnSpc>
            </a:pPr>
            <a:r>
              <a:rPr sz="1200" b="1">
                <a:solidFill>
                  <a:srgbClr val="000000"/>
                </a:solidFill>
                <a:latin typeface="Arial"/>
              </a:rPr>
              <a:t>Assets deployed</a:t>
            </a:r>
          </a:p>
        </p:txBody>
      </p:sp>
      <p:sp>
        <p:nvSpPr>
          <p:cNvPr id="7" name="TextBox 6"/>
          <p:cNvSpPr txBox="1"/>
          <p:nvPr/>
        </p:nvSpPr>
        <p:spPr>
          <a:xfrm>
            <a:off x="8449056" y="969264"/>
            <a:ext cx="2304288" cy="274320"/>
          </a:xfrm>
          <a:prstGeom prst="rect">
            <a:avLst/>
          </a:prstGeom>
          <a:noFill/>
        </p:spPr>
        <p:txBody>
          <a:bodyPr wrap="square">
            <a:spAutoFit/>
          </a:bodyPr>
          <a:lstStyle/>
          <a:p>
            <a:pPr>
              <a:lnSpc>
                <a:spcPct val="100000"/>
              </a:lnSpc>
            </a:pPr>
            <a:r>
              <a:rPr sz="1200" b="1">
                <a:solidFill>
                  <a:srgbClr val="000000"/>
                </a:solidFill>
                <a:latin typeface="Arial"/>
              </a:rPr>
              <a:t>Illustrative outcome</a:t>
            </a:r>
          </a:p>
        </p:txBody>
      </p:sp>
      <p:cxnSp>
        <p:nvCxnSpPr>
          <p:cNvPr id="8" name="Connector 7"/>
          <p:cNvCxnSpPr/>
          <p:nvPr/>
        </p:nvCxnSpPr>
        <p:spPr>
          <a:xfrm>
            <a:off x="512064" y="1280160"/>
            <a:ext cx="10277856" cy="0"/>
          </a:xfrm>
          <a:prstGeom prst="line">
            <a:avLst/>
          </a:prstGeom>
          <a:ln w="1778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12064" y="1408176"/>
            <a:ext cx="1481328" cy="828446"/>
          </a:xfrm>
          <a:prstGeom prst="rect">
            <a:avLst/>
          </a:prstGeom>
          <a:noFill/>
        </p:spPr>
        <p:txBody>
          <a:bodyPr wrap="square">
            <a:spAutoFit/>
          </a:bodyPr>
          <a:lstStyle/>
          <a:p>
            <a:pPr>
              <a:lnSpc>
                <a:spcPct val="100000"/>
              </a:lnSpc>
            </a:pPr>
            <a:r>
              <a:rPr sz="1050" b="1">
                <a:solidFill>
                  <a:srgbClr val="000000"/>
                </a:solidFill>
                <a:latin typeface="Arial"/>
              </a:rPr>
              <a:t>A. Project prioritization</a:t>
            </a:r>
          </a:p>
        </p:txBody>
      </p:sp>
      <p:sp>
        <p:nvSpPr>
          <p:cNvPr id="10" name="TextBox 9"/>
          <p:cNvSpPr txBox="1"/>
          <p:nvPr/>
        </p:nvSpPr>
        <p:spPr>
          <a:xfrm>
            <a:off x="2084831" y="1408176"/>
            <a:ext cx="2103120" cy="828446"/>
          </a:xfrm>
          <a:prstGeom prst="rect">
            <a:avLst/>
          </a:prstGeom>
          <a:noFill/>
        </p:spPr>
        <p:txBody>
          <a:bodyPr wrap="square">
            <a:spAutoFit/>
          </a:bodyPr>
          <a:lstStyle/>
          <a:p>
            <a:pPr>
              <a:lnSpc>
                <a:spcPct val="100000"/>
              </a:lnSpc>
            </a:pPr>
            <a:r>
              <a:rPr sz="1050" b="0">
                <a:solidFill>
                  <a:srgbClr val="000000"/>
                </a:solidFill>
                <a:latin typeface="Arial"/>
              </a:rPr>
              <a:t>Portfolio spread across run, change and regulatory spend</a:t>
            </a:r>
          </a:p>
        </p:txBody>
      </p:sp>
      <p:sp>
        <p:nvSpPr>
          <p:cNvPr id="11" name="TextBox 10"/>
          <p:cNvSpPr txBox="1"/>
          <p:nvPr/>
        </p:nvSpPr>
        <p:spPr>
          <a:xfrm>
            <a:off x="4279392" y="1408176"/>
            <a:ext cx="2286000" cy="828446"/>
          </a:xfrm>
          <a:prstGeom prst="rect">
            <a:avLst/>
          </a:prstGeom>
          <a:noFill/>
        </p:spPr>
        <p:txBody>
          <a:bodyPr wrap="square">
            <a:spAutoFit/>
          </a:bodyPr>
          <a:lstStyle/>
          <a:p>
            <a:pPr>
              <a:lnSpc>
                <a:spcPct val="100000"/>
              </a:lnSpc>
            </a:pPr>
            <a:r>
              <a:rPr sz="1050" b="0">
                <a:solidFill>
                  <a:srgbClr val="000000"/>
                </a:solidFill>
                <a:latin typeface="Arial"/>
              </a:rPr>
              <a:t>Categorize every project and investment by growth cycle and strategic linkage</a:t>
            </a:r>
          </a:p>
        </p:txBody>
      </p:sp>
      <p:sp>
        <p:nvSpPr>
          <p:cNvPr id="12" name="TextBox 11"/>
          <p:cNvSpPr txBox="1"/>
          <p:nvPr/>
        </p:nvSpPr>
        <p:spPr>
          <a:xfrm>
            <a:off x="6656832" y="1408176"/>
            <a:ext cx="1700784" cy="828446"/>
          </a:xfrm>
          <a:prstGeom prst="rect">
            <a:avLst/>
          </a:prstGeom>
          <a:noFill/>
        </p:spPr>
        <p:txBody>
          <a:bodyPr wrap="square">
            <a:spAutoFit/>
          </a:bodyPr>
          <a:lstStyle/>
          <a:p>
            <a:pPr>
              <a:lnSpc>
                <a:spcPct val="100000"/>
              </a:lnSpc>
            </a:pPr>
            <a:r>
              <a:rPr sz="1050" b="0">
                <a:solidFill>
                  <a:srgbClr val="000000"/>
                </a:solidFill>
                <a:latin typeface="Arial"/>
              </a:rPr>
              <a:t>Tech Performance Assessment</a:t>
            </a:r>
          </a:p>
        </p:txBody>
      </p:sp>
      <p:sp>
        <p:nvSpPr>
          <p:cNvPr id="13" name="TextBox 12"/>
          <p:cNvSpPr txBox="1"/>
          <p:nvPr/>
        </p:nvSpPr>
        <p:spPr>
          <a:xfrm>
            <a:off x="8449056" y="1408176"/>
            <a:ext cx="2304288" cy="828446"/>
          </a:xfrm>
          <a:prstGeom prst="rect">
            <a:avLst/>
          </a:prstGeom>
          <a:noFill/>
        </p:spPr>
        <p:txBody>
          <a:bodyPr wrap="square">
            <a:spAutoFit/>
          </a:bodyPr>
          <a:lstStyle/>
          <a:p>
            <a:pPr>
              <a:lnSpc>
                <a:spcPct val="100000"/>
              </a:lnSpc>
            </a:pPr>
            <a:r>
              <a:rPr sz="1050" b="0">
                <a:solidFill>
                  <a:srgbClr val="000000"/>
                </a:solidFill>
                <a:latin typeface="Arial"/>
              </a:rPr>
              <a:t>Pause or stop projects with no clear line to business impact</a:t>
            </a:r>
          </a:p>
        </p:txBody>
      </p:sp>
      <p:sp>
        <p:nvSpPr>
          <p:cNvPr id="14" name="TextBox 13"/>
          <p:cNvSpPr txBox="1"/>
          <p:nvPr/>
        </p:nvSpPr>
        <p:spPr>
          <a:xfrm>
            <a:off x="512064" y="2328062"/>
            <a:ext cx="1481328" cy="828446"/>
          </a:xfrm>
          <a:prstGeom prst="rect">
            <a:avLst/>
          </a:prstGeom>
          <a:noFill/>
        </p:spPr>
        <p:txBody>
          <a:bodyPr wrap="square">
            <a:spAutoFit/>
          </a:bodyPr>
          <a:lstStyle/>
          <a:p>
            <a:pPr>
              <a:lnSpc>
                <a:spcPct val="100000"/>
              </a:lnSpc>
            </a:pPr>
            <a:r>
              <a:rPr sz="1050" b="1">
                <a:solidFill>
                  <a:srgbClr val="000000"/>
                </a:solidFill>
                <a:latin typeface="Arial"/>
              </a:rPr>
              <a:t>B. Value capture</a:t>
            </a:r>
          </a:p>
        </p:txBody>
      </p:sp>
      <p:sp>
        <p:nvSpPr>
          <p:cNvPr id="15" name="TextBox 14"/>
          <p:cNvSpPr txBox="1"/>
          <p:nvPr/>
        </p:nvSpPr>
        <p:spPr>
          <a:xfrm>
            <a:off x="2084831" y="2328062"/>
            <a:ext cx="2103120" cy="828446"/>
          </a:xfrm>
          <a:prstGeom prst="rect">
            <a:avLst/>
          </a:prstGeom>
          <a:noFill/>
        </p:spPr>
        <p:txBody>
          <a:bodyPr wrap="square">
            <a:spAutoFit/>
          </a:bodyPr>
          <a:lstStyle/>
          <a:p>
            <a:pPr>
              <a:lnSpc>
                <a:spcPct val="100000"/>
              </a:lnSpc>
            </a:pPr>
            <a:r>
              <a:rPr sz="1050" b="0">
                <a:solidFill>
                  <a:srgbClr val="000000"/>
                </a:solidFill>
                <a:latin typeface="Arial"/>
              </a:rPr>
              <a:t>ROI, expense-to-revenue ratio, budgeted versus actual investment</a:t>
            </a:r>
          </a:p>
        </p:txBody>
      </p:sp>
      <p:sp>
        <p:nvSpPr>
          <p:cNvPr id="16" name="TextBox 15"/>
          <p:cNvSpPr txBox="1"/>
          <p:nvPr/>
        </p:nvSpPr>
        <p:spPr>
          <a:xfrm>
            <a:off x="4279392" y="2328062"/>
            <a:ext cx="2286000" cy="828446"/>
          </a:xfrm>
          <a:prstGeom prst="rect">
            <a:avLst/>
          </a:prstGeom>
          <a:noFill/>
        </p:spPr>
        <p:txBody>
          <a:bodyPr wrap="square">
            <a:spAutoFit/>
          </a:bodyPr>
          <a:lstStyle/>
          <a:p>
            <a:pPr>
              <a:lnSpc>
                <a:spcPct val="100000"/>
              </a:lnSpc>
            </a:pPr>
            <a:r>
              <a:rPr sz="1050" b="0">
                <a:solidFill>
                  <a:srgbClr val="000000"/>
                </a:solidFill>
                <a:latin typeface="Arial"/>
              </a:rPr>
              <a:t>Deep dive the five largest investments, tracking committed outcomes against actuals</a:t>
            </a:r>
          </a:p>
        </p:txBody>
      </p:sp>
      <p:sp>
        <p:nvSpPr>
          <p:cNvPr id="17" name="TextBox 16"/>
          <p:cNvSpPr txBox="1"/>
          <p:nvPr/>
        </p:nvSpPr>
        <p:spPr>
          <a:xfrm>
            <a:off x="6656832" y="2328062"/>
            <a:ext cx="1700784" cy="828446"/>
          </a:xfrm>
          <a:prstGeom prst="rect">
            <a:avLst/>
          </a:prstGeom>
          <a:noFill/>
        </p:spPr>
        <p:txBody>
          <a:bodyPr wrap="square">
            <a:spAutoFit/>
          </a:bodyPr>
          <a:lstStyle/>
          <a:p>
            <a:pPr>
              <a:lnSpc>
                <a:spcPct val="100000"/>
              </a:lnSpc>
            </a:pPr>
            <a:r>
              <a:rPr sz="1050" b="0">
                <a:solidFill>
                  <a:srgbClr val="000000"/>
                </a:solidFill>
                <a:latin typeface="Arial"/>
              </a:rPr>
              <a:t>Tech Performance Assessment</a:t>
            </a:r>
          </a:p>
        </p:txBody>
      </p:sp>
      <p:sp>
        <p:nvSpPr>
          <p:cNvPr id="18" name="TextBox 17"/>
          <p:cNvSpPr txBox="1"/>
          <p:nvPr/>
        </p:nvSpPr>
        <p:spPr>
          <a:xfrm>
            <a:off x="8449056" y="2328062"/>
            <a:ext cx="2304288" cy="828446"/>
          </a:xfrm>
          <a:prstGeom prst="rect">
            <a:avLst/>
          </a:prstGeom>
          <a:noFill/>
        </p:spPr>
        <p:txBody>
          <a:bodyPr wrap="square">
            <a:spAutoFit/>
          </a:bodyPr>
          <a:lstStyle/>
          <a:p>
            <a:pPr>
              <a:lnSpc>
                <a:spcPct val="100000"/>
              </a:lnSpc>
            </a:pPr>
            <a:r>
              <a:rPr sz="1050" b="0">
                <a:solidFill>
                  <a:srgbClr val="000000"/>
                </a:solidFill>
                <a:latin typeface="Arial"/>
              </a:rPr>
              <a:t>Reset funding on the largest programs and tighten expense management</a:t>
            </a:r>
          </a:p>
        </p:txBody>
      </p:sp>
      <p:cxnSp>
        <p:nvCxnSpPr>
          <p:cNvPr id="19" name="Connector 18"/>
          <p:cNvCxnSpPr/>
          <p:nvPr/>
        </p:nvCxnSpPr>
        <p:spPr>
          <a:xfrm>
            <a:off x="512064" y="2254910"/>
            <a:ext cx="10277856" cy="0"/>
          </a:xfrm>
          <a:prstGeom prst="line">
            <a:avLst/>
          </a:prstGeom>
          <a:ln w="9525">
            <a:solidFill>
              <a:srgbClr val="BFBFBF"/>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12064" y="3247948"/>
            <a:ext cx="1481328" cy="828446"/>
          </a:xfrm>
          <a:prstGeom prst="rect">
            <a:avLst/>
          </a:prstGeom>
          <a:noFill/>
        </p:spPr>
        <p:txBody>
          <a:bodyPr wrap="square">
            <a:spAutoFit/>
          </a:bodyPr>
          <a:lstStyle/>
          <a:p>
            <a:pPr>
              <a:lnSpc>
                <a:spcPct val="100000"/>
              </a:lnSpc>
            </a:pPr>
            <a:r>
              <a:rPr sz="1050" b="1">
                <a:solidFill>
                  <a:srgbClr val="000000"/>
                </a:solidFill>
                <a:latin typeface="Arial"/>
              </a:rPr>
              <a:t>C. Engineering practices</a:t>
            </a:r>
          </a:p>
        </p:txBody>
      </p:sp>
      <p:sp>
        <p:nvSpPr>
          <p:cNvPr id="21" name="TextBox 20"/>
          <p:cNvSpPr txBox="1"/>
          <p:nvPr/>
        </p:nvSpPr>
        <p:spPr>
          <a:xfrm>
            <a:off x="2084831" y="3247948"/>
            <a:ext cx="2103120" cy="828446"/>
          </a:xfrm>
          <a:prstGeom prst="rect">
            <a:avLst/>
          </a:prstGeom>
          <a:noFill/>
        </p:spPr>
        <p:txBody>
          <a:bodyPr wrap="square">
            <a:spAutoFit/>
          </a:bodyPr>
          <a:lstStyle/>
          <a:p>
            <a:pPr>
              <a:lnSpc>
                <a:spcPct val="100000"/>
              </a:lnSpc>
            </a:pPr>
            <a:r>
              <a:rPr sz="1050" b="0">
                <a:solidFill>
                  <a:srgbClr val="000000"/>
                </a:solidFill>
                <a:latin typeface="Arial"/>
              </a:rPr>
              <a:t>Developer Velocity Index, time split between inner loop and outer loop</a:t>
            </a:r>
          </a:p>
        </p:txBody>
      </p:sp>
      <p:sp>
        <p:nvSpPr>
          <p:cNvPr id="22" name="TextBox 21"/>
          <p:cNvSpPr txBox="1"/>
          <p:nvPr/>
        </p:nvSpPr>
        <p:spPr>
          <a:xfrm>
            <a:off x="4279392" y="3247948"/>
            <a:ext cx="2286000" cy="828446"/>
          </a:xfrm>
          <a:prstGeom prst="rect">
            <a:avLst/>
          </a:prstGeom>
          <a:noFill/>
        </p:spPr>
        <p:txBody>
          <a:bodyPr wrap="square">
            <a:spAutoFit/>
          </a:bodyPr>
          <a:lstStyle/>
          <a:p>
            <a:pPr>
              <a:lnSpc>
                <a:spcPct val="100000"/>
              </a:lnSpc>
            </a:pPr>
            <a:r>
              <a:rPr sz="1050" b="0">
                <a:solidFill>
                  <a:srgbClr val="000000"/>
                </a:solidFill>
                <a:latin typeface="Arial"/>
              </a:rPr>
              <a:t>Survey developers across business units, benchmark, then interview engineering leads on root causes</a:t>
            </a:r>
          </a:p>
        </p:txBody>
      </p:sp>
      <p:sp>
        <p:nvSpPr>
          <p:cNvPr id="23" name="TextBox 22"/>
          <p:cNvSpPr txBox="1"/>
          <p:nvPr/>
        </p:nvSpPr>
        <p:spPr>
          <a:xfrm>
            <a:off x="6656832" y="3247948"/>
            <a:ext cx="1700784" cy="828446"/>
          </a:xfrm>
          <a:prstGeom prst="rect">
            <a:avLst/>
          </a:prstGeom>
          <a:noFill/>
        </p:spPr>
        <p:txBody>
          <a:bodyPr wrap="square">
            <a:spAutoFit/>
          </a:bodyPr>
          <a:lstStyle/>
          <a:p>
            <a:pPr>
              <a:lnSpc>
                <a:spcPct val="100000"/>
              </a:lnSpc>
            </a:pPr>
            <a:r>
              <a:rPr sz="1050" b="0">
                <a:solidFill>
                  <a:srgbClr val="000000"/>
                </a:solidFill>
                <a:latin typeface="Arial"/>
              </a:rPr>
              <a:t>Developer Velocity Index</a:t>
            </a:r>
          </a:p>
        </p:txBody>
      </p:sp>
      <p:sp>
        <p:nvSpPr>
          <p:cNvPr id="24" name="TextBox 23"/>
          <p:cNvSpPr txBox="1"/>
          <p:nvPr/>
        </p:nvSpPr>
        <p:spPr>
          <a:xfrm>
            <a:off x="8449056" y="3247948"/>
            <a:ext cx="2304288" cy="828446"/>
          </a:xfrm>
          <a:prstGeom prst="rect">
            <a:avLst/>
          </a:prstGeom>
          <a:noFill/>
        </p:spPr>
        <p:txBody>
          <a:bodyPr wrap="square">
            <a:spAutoFit/>
          </a:bodyPr>
          <a:lstStyle/>
          <a:p>
            <a:pPr>
              <a:lnSpc>
                <a:spcPct val="100000"/>
              </a:lnSpc>
            </a:pPr>
            <a:r>
              <a:rPr sz="1050" b="0">
                <a:solidFill>
                  <a:srgbClr val="000000"/>
                </a:solidFill>
                <a:latin typeface="Arial"/>
              </a:rPr>
              <a:t>Free developer capacity by automating environment setup and protecting focus time</a:t>
            </a:r>
          </a:p>
        </p:txBody>
      </p:sp>
      <p:cxnSp>
        <p:nvCxnSpPr>
          <p:cNvPr id="25" name="Connector 24"/>
          <p:cNvCxnSpPr/>
          <p:nvPr/>
        </p:nvCxnSpPr>
        <p:spPr>
          <a:xfrm>
            <a:off x="512064" y="3174796"/>
            <a:ext cx="10277856" cy="0"/>
          </a:xfrm>
          <a:prstGeom prst="line">
            <a:avLst/>
          </a:prstGeom>
          <a:ln w="9525">
            <a:solidFill>
              <a:srgbClr val="BFBFBF"/>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12064" y="4167835"/>
            <a:ext cx="1481328" cy="828446"/>
          </a:xfrm>
          <a:prstGeom prst="rect">
            <a:avLst/>
          </a:prstGeom>
          <a:noFill/>
        </p:spPr>
        <p:txBody>
          <a:bodyPr wrap="square">
            <a:spAutoFit/>
          </a:bodyPr>
          <a:lstStyle/>
          <a:p>
            <a:pPr>
              <a:lnSpc>
                <a:spcPct val="100000"/>
              </a:lnSpc>
            </a:pPr>
            <a:r>
              <a:rPr sz="1050" b="1">
                <a:solidFill>
                  <a:srgbClr val="000000"/>
                </a:solidFill>
                <a:latin typeface="Arial"/>
              </a:rPr>
              <a:t>D. Performance optimization</a:t>
            </a:r>
          </a:p>
        </p:txBody>
      </p:sp>
      <p:sp>
        <p:nvSpPr>
          <p:cNvPr id="27" name="TextBox 26"/>
          <p:cNvSpPr txBox="1"/>
          <p:nvPr/>
        </p:nvSpPr>
        <p:spPr>
          <a:xfrm>
            <a:off x="2084831" y="4167835"/>
            <a:ext cx="2103120" cy="828446"/>
          </a:xfrm>
          <a:prstGeom prst="rect">
            <a:avLst/>
          </a:prstGeom>
          <a:noFill/>
        </p:spPr>
        <p:txBody>
          <a:bodyPr wrap="square">
            <a:spAutoFit/>
          </a:bodyPr>
          <a:lstStyle/>
          <a:p>
            <a:pPr>
              <a:lnSpc>
                <a:spcPct val="100000"/>
              </a:lnSpc>
            </a:pPr>
            <a:r>
              <a:rPr sz="1050" b="0">
                <a:solidFill>
                  <a:srgbClr val="000000"/>
                </a:solidFill>
                <a:latin typeface="Arial"/>
              </a:rPr>
              <a:t>Average contribution compared to expectation, anonymized</a:t>
            </a:r>
          </a:p>
        </p:txBody>
      </p:sp>
      <p:sp>
        <p:nvSpPr>
          <p:cNvPr id="28" name="TextBox 27"/>
          <p:cNvSpPr txBox="1"/>
          <p:nvPr/>
        </p:nvSpPr>
        <p:spPr>
          <a:xfrm>
            <a:off x="4279392" y="4167835"/>
            <a:ext cx="2286000" cy="828446"/>
          </a:xfrm>
          <a:prstGeom prst="rect">
            <a:avLst/>
          </a:prstGeom>
          <a:noFill/>
        </p:spPr>
        <p:txBody>
          <a:bodyPr wrap="square">
            <a:spAutoFit/>
          </a:bodyPr>
          <a:lstStyle/>
          <a:p>
            <a:pPr>
              <a:lnSpc>
                <a:spcPct val="100000"/>
              </a:lnSpc>
            </a:pPr>
            <a:r>
              <a:rPr sz="1050" b="0">
                <a:solidFill>
                  <a:srgbClr val="000000"/>
                </a:solidFill>
                <a:latin typeface="Arial"/>
              </a:rPr>
              <a:t>Analyze Jira and Git repository data to compare contribution against team median</a:t>
            </a:r>
          </a:p>
        </p:txBody>
      </p:sp>
      <p:sp>
        <p:nvSpPr>
          <p:cNvPr id="29" name="TextBox 28"/>
          <p:cNvSpPr txBox="1"/>
          <p:nvPr/>
        </p:nvSpPr>
        <p:spPr>
          <a:xfrm>
            <a:off x="6656832" y="4167835"/>
            <a:ext cx="1700784" cy="828446"/>
          </a:xfrm>
          <a:prstGeom prst="rect">
            <a:avLst/>
          </a:prstGeom>
          <a:noFill/>
        </p:spPr>
        <p:txBody>
          <a:bodyPr wrap="square">
            <a:spAutoFit/>
          </a:bodyPr>
          <a:lstStyle/>
          <a:p>
            <a:pPr>
              <a:lnSpc>
                <a:spcPct val="100000"/>
              </a:lnSpc>
            </a:pPr>
            <a:r>
              <a:rPr sz="1050" b="0">
                <a:solidFill>
                  <a:srgbClr val="000000"/>
                </a:solidFill>
                <a:latin typeface="Arial"/>
              </a:rPr>
              <a:t>ACCE contribution analytics (Jira and Git data)</a:t>
            </a:r>
          </a:p>
        </p:txBody>
      </p:sp>
      <p:sp>
        <p:nvSpPr>
          <p:cNvPr id="30" name="TextBox 29"/>
          <p:cNvSpPr txBox="1"/>
          <p:nvPr/>
        </p:nvSpPr>
        <p:spPr>
          <a:xfrm>
            <a:off x="8449056" y="4167835"/>
            <a:ext cx="2304288" cy="828446"/>
          </a:xfrm>
          <a:prstGeom prst="rect">
            <a:avLst/>
          </a:prstGeom>
          <a:noFill/>
        </p:spPr>
        <p:txBody>
          <a:bodyPr wrap="square">
            <a:spAutoFit/>
          </a:bodyPr>
          <a:lstStyle/>
          <a:p>
            <a:pPr>
              <a:lnSpc>
                <a:spcPct val="100000"/>
              </a:lnSpc>
            </a:pPr>
            <a:r>
              <a:rPr sz="1050" b="0">
                <a:solidFill>
                  <a:srgbClr val="000000"/>
                </a:solidFill>
                <a:latin typeface="Arial"/>
              </a:rPr>
              <a:t>Lift bottom-quartile contribution toward the team median</a:t>
            </a:r>
          </a:p>
        </p:txBody>
      </p:sp>
      <p:cxnSp>
        <p:nvCxnSpPr>
          <p:cNvPr id="31" name="Connector 30"/>
          <p:cNvCxnSpPr/>
          <p:nvPr/>
        </p:nvCxnSpPr>
        <p:spPr>
          <a:xfrm>
            <a:off x="512064" y="4094683"/>
            <a:ext cx="10277856" cy="0"/>
          </a:xfrm>
          <a:prstGeom prst="line">
            <a:avLst/>
          </a:prstGeom>
          <a:ln w="9525">
            <a:solidFill>
              <a:srgbClr val="BFBFBF"/>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12064" y="5087721"/>
            <a:ext cx="1481328" cy="828446"/>
          </a:xfrm>
          <a:prstGeom prst="rect">
            <a:avLst/>
          </a:prstGeom>
          <a:noFill/>
        </p:spPr>
        <p:txBody>
          <a:bodyPr wrap="square">
            <a:spAutoFit/>
          </a:bodyPr>
          <a:lstStyle/>
          <a:p>
            <a:pPr>
              <a:lnSpc>
                <a:spcPct val="100000"/>
              </a:lnSpc>
            </a:pPr>
            <a:r>
              <a:rPr sz="1050" b="1">
                <a:solidFill>
                  <a:srgbClr val="000000"/>
                </a:solidFill>
                <a:latin typeface="Arial"/>
              </a:rPr>
              <a:t>E. Software delivery outcomes</a:t>
            </a:r>
          </a:p>
        </p:txBody>
      </p:sp>
      <p:sp>
        <p:nvSpPr>
          <p:cNvPr id="33" name="TextBox 32"/>
          <p:cNvSpPr txBox="1"/>
          <p:nvPr/>
        </p:nvSpPr>
        <p:spPr>
          <a:xfrm>
            <a:off x="2084831" y="5087721"/>
            <a:ext cx="2103120" cy="828446"/>
          </a:xfrm>
          <a:prstGeom prst="rect">
            <a:avLst/>
          </a:prstGeom>
          <a:noFill/>
        </p:spPr>
        <p:txBody>
          <a:bodyPr wrap="square">
            <a:spAutoFit/>
          </a:bodyPr>
          <a:lstStyle/>
          <a:p>
            <a:pPr>
              <a:lnSpc>
                <a:spcPct val="100000"/>
              </a:lnSpc>
            </a:pPr>
            <a:r>
              <a:rPr sz="1050" b="0">
                <a:solidFill>
                  <a:srgbClr val="000000"/>
                </a:solidFill>
                <a:latin typeface="Arial"/>
              </a:rPr>
              <a:t>DORA metrics: deploy frequency, lead time, change failure rate, time to recover</a:t>
            </a:r>
          </a:p>
        </p:txBody>
      </p:sp>
      <p:sp>
        <p:nvSpPr>
          <p:cNvPr id="34" name="TextBox 33"/>
          <p:cNvSpPr txBox="1"/>
          <p:nvPr/>
        </p:nvSpPr>
        <p:spPr>
          <a:xfrm>
            <a:off x="4279392" y="5087721"/>
            <a:ext cx="2286000" cy="828446"/>
          </a:xfrm>
          <a:prstGeom prst="rect">
            <a:avLst/>
          </a:prstGeom>
          <a:noFill/>
        </p:spPr>
        <p:txBody>
          <a:bodyPr wrap="square">
            <a:spAutoFit/>
          </a:bodyPr>
          <a:lstStyle/>
          <a:p>
            <a:pPr>
              <a:lnSpc>
                <a:spcPct val="100000"/>
              </a:lnSpc>
            </a:pPr>
            <a:r>
              <a:rPr sz="1050" b="0">
                <a:solidFill>
                  <a:srgbClr val="000000"/>
                </a:solidFill>
                <a:latin typeface="Arial"/>
              </a:rPr>
              <a:t>Collect existing team and org dashboards and compare against benchmarks</a:t>
            </a:r>
          </a:p>
        </p:txBody>
      </p:sp>
      <p:sp>
        <p:nvSpPr>
          <p:cNvPr id="35" name="TextBox 34"/>
          <p:cNvSpPr txBox="1"/>
          <p:nvPr/>
        </p:nvSpPr>
        <p:spPr>
          <a:xfrm>
            <a:off x="6656832" y="5087721"/>
            <a:ext cx="1700784" cy="828446"/>
          </a:xfrm>
          <a:prstGeom prst="rect">
            <a:avLst/>
          </a:prstGeom>
          <a:noFill/>
        </p:spPr>
        <p:txBody>
          <a:bodyPr wrap="square">
            <a:spAutoFit/>
          </a:bodyPr>
          <a:lstStyle/>
          <a:p>
            <a:pPr>
              <a:lnSpc>
                <a:spcPct val="100000"/>
              </a:lnSpc>
            </a:pPr>
            <a:r>
              <a:rPr sz="1050" b="0">
                <a:solidFill>
                  <a:srgbClr val="000000"/>
                </a:solidFill>
                <a:latin typeface="Arial"/>
              </a:rPr>
              <a:t>DORA benchmarks via existing dashboards</a:t>
            </a:r>
          </a:p>
        </p:txBody>
      </p:sp>
      <p:sp>
        <p:nvSpPr>
          <p:cNvPr id="36" name="TextBox 35"/>
          <p:cNvSpPr txBox="1"/>
          <p:nvPr/>
        </p:nvSpPr>
        <p:spPr>
          <a:xfrm>
            <a:off x="8449056" y="5087721"/>
            <a:ext cx="2304288" cy="828446"/>
          </a:xfrm>
          <a:prstGeom prst="rect">
            <a:avLst/>
          </a:prstGeom>
          <a:noFill/>
        </p:spPr>
        <p:txBody>
          <a:bodyPr wrap="square">
            <a:spAutoFit/>
          </a:bodyPr>
          <a:lstStyle/>
          <a:p>
            <a:pPr>
              <a:lnSpc>
                <a:spcPct val="100000"/>
              </a:lnSpc>
            </a:pPr>
            <a:r>
              <a:rPr sz="1050" b="0">
                <a:solidFill>
                  <a:srgbClr val="000000"/>
                </a:solidFill>
                <a:latin typeface="Arial"/>
              </a:rPr>
              <a:t>Cut defect rates through testing maturity and automated test coverage</a:t>
            </a:r>
          </a:p>
        </p:txBody>
      </p:sp>
      <p:cxnSp>
        <p:nvCxnSpPr>
          <p:cNvPr id="37" name="Connector 36"/>
          <p:cNvCxnSpPr/>
          <p:nvPr/>
        </p:nvCxnSpPr>
        <p:spPr>
          <a:xfrm>
            <a:off x="512064" y="5014569"/>
            <a:ext cx="10277856" cy="0"/>
          </a:xfrm>
          <a:prstGeom prst="line">
            <a:avLst/>
          </a:prstGeom>
          <a:ln w="9525">
            <a:solidFill>
              <a:srgbClr val="BFBFBF"/>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9646920" y="91440"/>
            <a:ext cx="2395728" cy="914400"/>
          </a:xfrm>
          <a:prstGeom prst="rect">
            <a:avLst/>
          </a:prstGeom>
          <a:solidFill>
            <a:srgbClr val="FFFF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95000"/>
              </a:lnSpc>
            </a:pPr>
            <a:r>
              <a:rPr sz="800" b="0">
                <a:solidFill>
                  <a:srgbClr val="000000"/>
                </a:solidFill>
                <a:latin typeface="Arial"/>
              </a:rPr>
              <a:t>Added per Megha: Key analysis and Assets deployed columns. Appendix of sample outputs per asset still to come - Vamsi.</a:t>
            </a:r>
          </a:p>
        </p:txBody>
      </p:sp>
    </p:spTree>
    <p:extLst>
      <p:ext uri="{BB962C8B-B14F-4D97-AF65-F5344CB8AC3E}">
        <p14:creationId xmlns:p14="http://schemas.microsoft.com/office/powerpoint/2010/main" val="4013416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63693-978D-66D0-D5C0-F579FEF4203F}"/>
            </a:ext>
          </a:extLst>
        </p:cNvPr>
        <p:cNvGrpSpPr/>
        <p:nvPr/>
      </p:nvGrpSpPr>
      <p:grpSpPr>
        <a:xfrm>
          <a:off x="0" y="0"/>
          <a:ext cx="0" cy="0"/>
          <a:chOff x="0" y="0"/>
          <a:chExt cx="0" cy="0"/>
        </a:xfrm>
      </p:grpSpPr>
      <p:sp>
        <p:nvSpPr>
          <p:cNvPr id="2" name="2. Slide Title">
            <a:extLst>
              <a:ext uri="{FF2B5EF4-FFF2-40B4-BE49-F238E27FC236}">
                <a16:creationId xmlns:a16="http://schemas.microsoft.com/office/drawing/2014/main" id="{6B1A5B11-8FFF-B644-65FD-9637766F81C0}"/>
              </a:ext>
            </a:extLst>
          </p:cNvPr>
          <p:cNvSpPr>
            <a:spLocks noGrp="1"/>
          </p:cNvSpPr>
          <p:nvPr>
            <p:ph type="title"/>
            <p:custDataLst>
              <p:tags r:id="rId2"/>
            </p:custDataLst>
          </p:nvPr>
        </p:nvSpPr>
        <p:spPr>
          <a:xfrm>
            <a:off x="512064" y="237744"/>
            <a:ext cx="10881360" cy="502920"/>
          </a:xfrm>
        </p:spPr>
        <p:txBody>
          <a:bodyPr vert="horz">
            <a:spAutoFit/>
          </a:bodyPr>
          <a:lstStyle/>
          <a:p>
            <a:r>
              <a:rPr lang="en-US" dirty="0" sz="1800" b="1"/>
              <a:t>Lever deep dive (2/2): operating model, expense management and automation</a:t>
            </a:r>
          </a:p>
        </p:txBody>
      </p:sp>
      <p:sp>
        <p:nvSpPr>
          <p:cNvPr id="3" name="TextBox 2"/>
          <p:cNvSpPr txBox="1"/>
          <p:nvPr/>
        </p:nvSpPr>
        <p:spPr>
          <a:xfrm>
            <a:off x="512064" y="969264"/>
            <a:ext cx="1481328" cy="274320"/>
          </a:xfrm>
          <a:prstGeom prst="rect">
            <a:avLst/>
          </a:prstGeom>
          <a:noFill/>
        </p:spPr>
        <p:txBody>
          <a:bodyPr wrap="square">
            <a:spAutoFit/>
          </a:bodyPr>
          <a:lstStyle/>
          <a:p>
            <a:pPr>
              <a:lnSpc>
                <a:spcPct val="100000"/>
              </a:lnSpc>
            </a:pPr>
            <a:r>
              <a:rPr sz="1200" b="1">
                <a:solidFill>
                  <a:srgbClr val="000000"/>
                </a:solidFill>
                <a:latin typeface="Arial"/>
              </a:rPr>
              <a:t>Lever</a:t>
            </a:r>
          </a:p>
        </p:txBody>
      </p:sp>
      <p:sp>
        <p:nvSpPr>
          <p:cNvPr id="4" name="TextBox 3"/>
          <p:cNvSpPr txBox="1"/>
          <p:nvPr/>
        </p:nvSpPr>
        <p:spPr>
          <a:xfrm>
            <a:off x="2084831" y="969264"/>
            <a:ext cx="2103120" cy="274320"/>
          </a:xfrm>
          <a:prstGeom prst="rect">
            <a:avLst/>
          </a:prstGeom>
          <a:noFill/>
        </p:spPr>
        <p:txBody>
          <a:bodyPr wrap="square">
            <a:spAutoFit/>
          </a:bodyPr>
          <a:lstStyle/>
          <a:p>
            <a:pPr>
              <a:lnSpc>
                <a:spcPct val="100000"/>
              </a:lnSpc>
            </a:pPr>
            <a:r>
              <a:rPr sz="1200" b="1">
                <a:solidFill>
                  <a:srgbClr val="000000"/>
                </a:solidFill>
                <a:latin typeface="Arial"/>
              </a:rPr>
              <a:t>What we measure</a:t>
            </a:r>
          </a:p>
        </p:txBody>
      </p:sp>
      <p:sp>
        <p:nvSpPr>
          <p:cNvPr id="5" name="TextBox 4"/>
          <p:cNvSpPr txBox="1"/>
          <p:nvPr/>
        </p:nvSpPr>
        <p:spPr>
          <a:xfrm>
            <a:off x="4279392" y="969264"/>
            <a:ext cx="2286000" cy="274320"/>
          </a:xfrm>
          <a:prstGeom prst="rect">
            <a:avLst/>
          </a:prstGeom>
          <a:noFill/>
        </p:spPr>
        <p:txBody>
          <a:bodyPr wrap="square">
            <a:spAutoFit/>
          </a:bodyPr>
          <a:lstStyle/>
          <a:p>
            <a:pPr>
              <a:lnSpc>
                <a:spcPct val="100000"/>
              </a:lnSpc>
            </a:pPr>
            <a:r>
              <a:rPr sz="1200" b="1">
                <a:solidFill>
                  <a:srgbClr val="000000"/>
                </a:solidFill>
                <a:latin typeface="Arial"/>
              </a:rPr>
              <a:t>Key analysis</a:t>
            </a:r>
          </a:p>
        </p:txBody>
      </p:sp>
      <p:sp>
        <p:nvSpPr>
          <p:cNvPr id="6" name="TextBox 5"/>
          <p:cNvSpPr txBox="1"/>
          <p:nvPr/>
        </p:nvSpPr>
        <p:spPr>
          <a:xfrm>
            <a:off x="6656832" y="969264"/>
            <a:ext cx="1700784" cy="274320"/>
          </a:xfrm>
          <a:prstGeom prst="rect">
            <a:avLst/>
          </a:prstGeom>
          <a:noFill/>
        </p:spPr>
        <p:txBody>
          <a:bodyPr wrap="square">
            <a:spAutoFit/>
          </a:bodyPr>
          <a:lstStyle/>
          <a:p>
            <a:pPr>
              <a:lnSpc>
                <a:spcPct val="100000"/>
              </a:lnSpc>
            </a:pPr>
            <a:r>
              <a:rPr sz="1200" b="1">
                <a:solidFill>
                  <a:srgbClr val="000000"/>
                </a:solidFill>
                <a:latin typeface="Arial"/>
              </a:rPr>
              <a:t>Assets deployed</a:t>
            </a:r>
          </a:p>
        </p:txBody>
      </p:sp>
      <p:sp>
        <p:nvSpPr>
          <p:cNvPr id="7" name="TextBox 6"/>
          <p:cNvSpPr txBox="1"/>
          <p:nvPr/>
        </p:nvSpPr>
        <p:spPr>
          <a:xfrm>
            <a:off x="8449056" y="969264"/>
            <a:ext cx="2304288" cy="274320"/>
          </a:xfrm>
          <a:prstGeom prst="rect">
            <a:avLst/>
          </a:prstGeom>
          <a:noFill/>
        </p:spPr>
        <p:txBody>
          <a:bodyPr wrap="square">
            <a:spAutoFit/>
          </a:bodyPr>
          <a:lstStyle/>
          <a:p>
            <a:pPr>
              <a:lnSpc>
                <a:spcPct val="100000"/>
              </a:lnSpc>
            </a:pPr>
            <a:r>
              <a:rPr sz="1200" b="1">
                <a:solidFill>
                  <a:srgbClr val="000000"/>
                </a:solidFill>
                <a:latin typeface="Arial"/>
              </a:rPr>
              <a:t>Illustrative outcome</a:t>
            </a:r>
          </a:p>
        </p:txBody>
      </p:sp>
      <p:cxnSp>
        <p:nvCxnSpPr>
          <p:cNvPr id="8" name="Connector 7"/>
          <p:cNvCxnSpPr/>
          <p:nvPr/>
        </p:nvCxnSpPr>
        <p:spPr>
          <a:xfrm>
            <a:off x="512064" y="1280160"/>
            <a:ext cx="10277856" cy="0"/>
          </a:xfrm>
          <a:prstGeom prst="line">
            <a:avLst/>
          </a:prstGeom>
          <a:ln w="1778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12064" y="1408176"/>
            <a:ext cx="1481328" cy="675132"/>
          </a:xfrm>
          <a:prstGeom prst="rect">
            <a:avLst/>
          </a:prstGeom>
          <a:noFill/>
        </p:spPr>
        <p:txBody>
          <a:bodyPr wrap="square">
            <a:spAutoFit/>
          </a:bodyPr>
          <a:lstStyle/>
          <a:p>
            <a:pPr>
              <a:lnSpc>
                <a:spcPct val="100000"/>
              </a:lnSpc>
            </a:pPr>
            <a:r>
              <a:rPr sz="1050" b="1">
                <a:solidFill>
                  <a:srgbClr val="000000"/>
                </a:solidFill>
                <a:latin typeface="Arial"/>
              </a:rPr>
              <a:t>F. Org structure</a:t>
            </a:r>
          </a:p>
        </p:txBody>
      </p:sp>
      <p:sp>
        <p:nvSpPr>
          <p:cNvPr id="10" name="TextBox 9"/>
          <p:cNvSpPr txBox="1"/>
          <p:nvPr/>
        </p:nvSpPr>
        <p:spPr>
          <a:xfrm>
            <a:off x="2084831" y="1408176"/>
            <a:ext cx="2103120" cy="675132"/>
          </a:xfrm>
          <a:prstGeom prst="rect">
            <a:avLst/>
          </a:prstGeom>
          <a:noFill/>
        </p:spPr>
        <p:txBody>
          <a:bodyPr wrap="square">
            <a:spAutoFit/>
          </a:bodyPr>
          <a:lstStyle/>
          <a:p>
            <a:pPr>
              <a:lnSpc>
                <a:spcPct val="100000"/>
              </a:lnSpc>
            </a:pPr>
            <a:r>
              <a:rPr sz="1050" b="0">
                <a:solidFill>
                  <a:srgbClr val="000000"/>
                </a:solidFill>
                <a:latin typeface="Arial"/>
              </a:rPr>
              <a:t>Role ratios such as PM to developer, pyramid shape, spans and layers</a:t>
            </a:r>
          </a:p>
        </p:txBody>
      </p:sp>
      <p:sp>
        <p:nvSpPr>
          <p:cNvPr id="11" name="TextBox 10"/>
          <p:cNvSpPr txBox="1"/>
          <p:nvPr/>
        </p:nvSpPr>
        <p:spPr>
          <a:xfrm>
            <a:off x="4279392" y="1408176"/>
            <a:ext cx="2286000" cy="675132"/>
          </a:xfrm>
          <a:prstGeom prst="rect">
            <a:avLst/>
          </a:prstGeom>
          <a:noFill/>
        </p:spPr>
        <p:txBody>
          <a:bodyPr wrap="square">
            <a:spAutoFit/>
          </a:bodyPr>
          <a:lstStyle/>
          <a:p>
            <a:pPr>
              <a:lnSpc>
                <a:spcPct val="100000"/>
              </a:lnSpc>
            </a:pPr>
            <a:r>
              <a:rPr sz="1050" b="0">
                <a:solidFill>
                  <a:srgbClr val="000000"/>
                </a:solidFill>
                <a:latin typeface="Arial"/>
              </a:rPr>
              <a:t>Measure ratios by business unit and squad, compare against best in class</a:t>
            </a:r>
          </a:p>
        </p:txBody>
      </p:sp>
      <p:sp>
        <p:nvSpPr>
          <p:cNvPr id="12" name="TextBox 11"/>
          <p:cNvSpPr txBox="1"/>
          <p:nvPr/>
        </p:nvSpPr>
        <p:spPr>
          <a:xfrm>
            <a:off x="6656832" y="1408176"/>
            <a:ext cx="1700784" cy="675132"/>
          </a:xfrm>
          <a:prstGeom prst="rect">
            <a:avLst/>
          </a:prstGeom>
          <a:noFill/>
        </p:spPr>
        <p:txBody>
          <a:bodyPr wrap="square">
            <a:spAutoFit/>
          </a:bodyPr>
          <a:lstStyle/>
          <a:p>
            <a:pPr>
              <a:lnSpc>
                <a:spcPct val="100000"/>
              </a:lnSpc>
            </a:pPr>
            <a:r>
              <a:rPr sz="1050" b="0">
                <a:solidFill>
                  <a:srgbClr val="000000"/>
                </a:solidFill>
                <a:latin typeface="Arial"/>
              </a:rPr>
              <a:t>Operating Model Index; Tech Performance FTE baseline</a:t>
            </a:r>
          </a:p>
        </p:txBody>
      </p:sp>
      <p:sp>
        <p:nvSpPr>
          <p:cNvPr id="13" name="TextBox 12"/>
          <p:cNvSpPr txBox="1"/>
          <p:nvPr/>
        </p:nvSpPr>
        <p:spPr>
          <a:xfrm>
            <a:off x="8449056" y="1408176"/>
            <a:ext cx="2304288" cy="675132"/>
          </a:xfrm>
          <a:prstGeom prst="rect">
            <a:avLst/>
          </a:prstGeom>
          <a:noFill/>
        </p:spPr>
        <p:txBody>
          <a:bodyPr wrap="square">
            <a:spAutoFit/>
          </a:bodyPr>
          <a:lstStyle/>
          <a:p>
            <a:pPr>
              <a:lnSpc>
                <a:spcPct val="100000"/>
              </a:lnSpc>
            </a:pPr>
            <a:r>
              <a:rPr sz="1050" b="0">
                <a:solidFill>
                  <a:srgbClr val="000000"/>
                </a:solidFill>
                <a:latin typeface="Arial"/>
              </a:rPr>
              <a:t>Optimize spans of control and rebalance squad composition</a:t>
            </a:r>
          </a:p>
        </p:txBody>
      </p:sp>
      <p:sp>
        <p:nvSpPr>
          <p:cNvPr id="14" name="TextBox 13"/>
          <p:cNvSpPr txBox="1"/>
          <p:nvPr/>
        </p:nvSpPr>
        <p:spPr>
          <a:xfrm>
            <a:off x="512064" y="2174748"/>
            <a:ext cx="1481328" cy="675132"/>
          </a:xfrm>
          <a:prstGeom prst="rect">
            <a:avLst/>
          </a:prstGeom>
          <a:noFill/>
        </p:spPr>
        <p:txBody>
          <a:bodyPr wrap="square">
            <a:spAutoFit/>
          </a:bodyPr>
          <a:lstStyle/>
          <a:p>
            <a:pPr>
              <a:lnSpc>
                <a:spcPct val="100000"/>
              </a:lnSpc>
            </a:pPr>
            <a:r>
              <a:rPr sz="1050" b="1">
                <a:solidFill>
                  <a:srgbClr val="000000"/>
                </a:solidFill>
                <a:latin typeface="Arial"/>
              </a:rPr>
              <a:t>G. Location mix</a:t>
            </a:r>
          </a:p>
        </p:txBody>
      </p:sp>
      <p:sp>
        <p:nvSpPr>
          <p:cNvPr id="15" name="TextBox 14"/>
          <p:cNvSpPr txBox="1"/>
          <p:nvPr/>
        </p:nvSpPr>
        <p:spPr>
          <a:xfrm>
            <a:off x="2084831" y="2174748"/>
            <a:ext cx="2103120" cy="675132"/>
          </a:xfrm>
          <a:prstGeom prst="rect">
            <a:avLst/>
          </a:prstGeom>
          <a:noFill/>
        </p:spPr>
        <p:txBody>
          <a:bodyPr wrap="square">
            <a:spAutoFit/>
          </a:bodyPr>
          <a:lstStyle/>
          <a:p>
            <a:pPr>
              <a:lnSpc>
                <a:spcPct val="100000"/>
              </a:lnSpc>
            </a:pPr>
            <a:r>
              <a:rPr sz="1050" b="0">
                <a:solidFill>
                  <a:srgbClr val="000000"/>
                </a:solidFill>
                <a:latin typeface="Arial"/>
              </a:rPr>
              <a:t>Onshore versus offshore mix, share of co-located teams</a:t>
            </a:r>
          </a:p>
        </p:txBody>
      </p:sp>
      <p:sp>
        <p:nvSpPr>
          <p:cNvPr id="16" name="TextBox 15"/>
          <p:cNvSpPr txBox="1"/>
          <p:nvPr/>
        </p:nvSpPr>
        <p:spPr>
          <a:xfrm>
            <a:off x="4279392" y="2174748"/>
            <a:ext cx="2286000" cy="675132"/>
          </a:xfrm>
          <a:prstGeom prst="rect">
            <a:avLst/>
          </a:prstGeom>
          <a:noFill/>
        </p:spPr>
        <p:txBody>
          <a:bodyPr wrap="square">
            <a:spAutoFit/>
          </a:bodyPr>
          <a:lstStyle/>
          <a:p>
            <a:pPr>
              <a:lnSpc>
                <a:spcPct val="100000"/>
              </a:lnSpc>
            </a:pPr>
            <a:r>
              <a:rPr sz="1050" b="0">
                <a:solidFill>
                  <a:srgbClr val="000000"/>
                </a:solidFill>
                <a:latin typeface="Arial"/>
              </a:rPr>
              <a:t>Assess the spread of squads across geographies against industry benchmarks</a:t>
            </a:r>
          </a:p>
        </p:txBody>
      </p:sp>
      <p:sp>
        <p:nvSpPr>
          <p:cNvPr id="17" name="TextBox 16"/>
          <p:cNvSpPr txBox="1"/>
          <p:nvPr/>
        </p:nvSpPr>
        <p:spPr>
          <a:xfrm>
            <a:off x="6656832" y="2174748"/>
            <a:ext cx="1700784" cy="675132"/>
          </a:xfrm>
          <a:prstGeom prst="rect">
            <a:avLst/>
          </a:prstGeom>
          <a:noFill/>
        </p:spPr>
        <p:txBody>
          <a:bodyPr wrap="square">
            <a:spAutoFit/>
          </a:bodyPr>
          <a:lstStyle/>
          <a:p>
            <a:pPr>
              <a:lnSpc>
                <a:spcPct val="100000"/>
              </a:lnSpc>
            </a:pPr>
            <a:r>
              <a:rPr sz="1050" b="0">
                <a:solidFill>
                  <a:srgbClr val="000000"/>
                </a:solidFill>
                <a:latin typeface="Arial"/>
              </a:rPr>
              <a:t>Tech Performance Assessment (location benchmarks)</a:t>
            </a:r>
          </a:p>
        </p:txBody>
      </p:sp>
      <p:sp>
        <p:nvSpPr>
          <p:cNvPr id="18" name="TextBox 17"/>
          <p:cNvSpPr txBox="1"/>
          <p:nvPr/>
        </p:nvSpPr>
        <p:spPr>
          <a:xfrm>
            <a:off x="8449056" y="2174748"/>
            <a:ext cx="2304288" cy="675132"/>
          </a:xfrm>
          <a:prstGeom prst="rect">
            <a:avLst/>
          </a:prstGeom>
          <a:noFill/>
        </p:spPr>
        <p:txBody>
          <a:bodyPr wrap="square">
            <a:spAutoFit/>
          </a:bodyPr>
          <a:lstStyle/>
          <a:p>
            <a:pPr>
              <a:lnSpc>
                <a:spcPct val="100000"/>
              </a:lnSpc>
            </a:pPr>
            <a:r>
              <a:rPr sz="1050" b="0">
                <a:solidFill>
                  <a:srgbClr val="000000"/>
                </a:solidFill>
                <a:latin typeface="Arial"/>
              </a:rPr>
              <a:t>Shift the mix toward lower-cost locations and improve co-location</a:t>
            </a:r>
          </a:p>
        </p:txBody>
      </p:sp>
      <p:cxnSp>
        <p:nvCxnSpPr>
          <p:cNvPr id="19" name="Connector 18"/>
          <p:cNvCxnSpPr/>
          <p:nvPr/>
        </p:nvCxnSpPr>
        <p:spPr>
          <a:xfrm>
            <a:off x="512064" y="2101596"/>
            <a:ext cx="10277856" cy="0"/>
          </a:xfrm>
          <a:prstGeom prst="line">
            <a:avLst/>
          </a:prstGeom>
          <a:ln w="9525">
            <a:solidFill>
              <a:srgbClr val="BFBFBF"/>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12064" y="2941320"/>
            <a:ext cx="1481328" cy="675132"/>
          </a:xfrm>
          <a:prstGeom prst="rect">
            <a:avLst/>
          </a:prstGeom>
          <a:noFill/>
        </p:spPr>
        <p:txBody>
          <a:bodyPr wrap="square">
            <a:spAutoFit/>
          </a:bodyPr>
          <a:lstStyle/>
          <a:p>
            <a:pPr>
              <a:lnSpc>
                <a:spcPct val="100000"/>
              </a:lnSpc>
            </a:pPr>
            <a:r>
              <a:rPr sz="1050" b="1">
                <a:solidFill>
                  <a:srgbClr val="000000"/>
                </a:solidFill>
                <a:latin typeface="Arial"/>
              </a:rPr>
              <a:t>H. FinOps</a:t>
            </a:r>
          </a:p>
        </p:txBody>
      </p:sp>
      <p:sp>
        <p:nvSpPr>
          <p:cNvPr id="21" name="TextBox 20"/>
          <p:cNvSpPr txBox="1"/>
          <p:nvPr/>
        </p:nvSpPr>
        <p:spPr>
          <a:xfrm>
            <a:off x="2084831" y="2941320"/>
            <a:ext cx="2103120" cy="675132"/>
          </a:xfrm>
          <a:prstGeom prst="rect">
            <a:avLst/>
          </a:prstGeom>
          <a:noFill/>
        </p:spPr>
        <p:txBody>
          <a:bodyPr wrap="square">
            <a:spAutoFit/>
          </a:bodyPr>
          <a:lstStyle/>
          <a:p>
            <a:pPr>
              <a:lnSpc>
                <a:spcPct val="100000"/>
              </a:lnSpc>
            </a:pPr>
            <a:r>
              <a:rPr sz="1050" b="0">
                <a:solidFill>
                  <a:srgbClr val="000000"/>
                </a:solidFill>
                <a:latin typeface="Arial"/>
              </a:rPr>
              <a:t>Cost of unused cloud resources, cloud cost per application, auto-scaling behavior</a:t>
            </a:r>
          </a:p>
        </p:txBody>
      </p:sp>
      <p:sp>
        <p:nvSpPr>
          <p:cNvPr id="22" name="TextBox 21"/>
          <p:cNvSpPr txBox="1"/>
          <p:nvPr/>
        </p:nvSpPr>
        <p:spPr>
          <a:xfrm>
            <a:off x="4279392" y="2941320"/>
            <a:ext cx="2286000" cy="675132"/>
          </a:xfrm>
          <a:prstGeom prst="rect">
            <a:avLst/>
          </a:prstGeom>
          <a:noFill/>
        </p:spPr>
        <p:txBody>
          <a:bodyPr wrap="square">
            <a:spAutoFit/>
          </a:bodyPr>
          <a:lstStyle/>
          <a:p>
            <a:pPr>
              <a:lnSpc>
                <a:spcPct val="100000"/>
              </a:lnSpc>
            </a:pPr>
            <a:r>
              <a:rPr sz="1050" b="0">
                <a:solidFill>
                  <a:srgbClr val="000000"/>
                </a:solidFill>
                <a:latin typeface="Arial"/>
              </a:rPr>
              <a:t>Review roughly 40 cloud financial management levers across consumption, sourcing and policy</a:t>
            </a:r>
          </a:p>
        </p:txBody>
      </p:sp>
      <p:sp>
        <p:nvSpPr>
          <p:cNvPr id="23" name="TextBox 22"/>
          <p:cNvSpPr txBox="1"/>
          <p:nvPr/>
        </p:nvSpPr>
        <p:spPr>
          <a:xfrm>
            <a:off x="6656832" y="2941320"/>
            <a:ext cx="1700784" cy="675132"/>
          </a:xfrm>
          <a:prstGeom prst="rect">
            <a:avLst/>
          </a:prstGeom>
          <a:noFill/>
        </p:spPr>
        <p:txBody>
          <a:bodyPr wrap="square">
            <a:spAutoFit/>
          </a:bodyPr>
          <a:lstStyle/>
          <a:p>
            <a:pPr>
              <a:lnSpc>
                <a:spcPct val="100000"/>
              </a:lnSpc>
            </a:pPr>
            <a:r>
              <a:rPr sz="1050" b="0">
                <a:solidFill>
                  <a:srgbClr val="000000"/>
                </a:solidFill>
                <a:latin typeface="Arial"/>
              </a:rPr>
              <a:t>Tech Performance Assessment (cloud cost benchmarks)</a:t>
            </a:r>
          </a:p>
        </p:txBody>
      </p:sp>
      <p:sp>
        <p:nvSpPr>
          <p:cNvPr id="24" name="TextBox 23"/>
          <p:cNvSpPr txBox="1"/>
          <p:nvPr/>
        </p:nvSpPr>
        <p:spPr>
          <a:xfrm>
            <a:off x="8449056" y="2941320"/>
            <a:ext cx="2304288" cy="675132"/>
          </a:xfrm>
          <a:prstGeom prst="rect">
            <a:avLst/>
          </a:prstGeom>
          <a:noFill/>
        </p:spPr>
        <p:txBody>
          <a:bodyPr wrap="square">
            <a:spAutoFit/>
          </a:bodyPr>
          <a:lstStyle/>
          <a:p>
            <a:pPr>
              <a:lnSpc>
                <a:spcPct val="100000"/>
              </a:lnSpc>
            </a:pPr>
            <a:r>
              <a:rPr sz="1050" b="0">
                <a:solidFill>
                  <a:srgbClr val="000000"/>
                </a:solidFill>
                <a:latin typeface="Arial"/>
              </a:rPr>
              <a:t>Remove double hosting and rationalize on-premise and cloud redundancy</a:t>
            </a:r>
          </a:p>
        </p:txBody>
      </p:sp>
      <p:cxnSp>
        <p:nvCxnSpPr>
          <p:cNvPr id="25" name="Connector 24"/>
          <p:cNvCxnSpPr/>
          <p:nvPr/>
        </p:nvCxnSpPr>
        <p:spPr>
          <a:xfrm>
            <a:off x="512064" y="2868168"/>
            <a:ext cx="10277856" cy="0"/>
          </a:xfrm>
          <a:prstGeom prst="line">
            <a:avLst/>
          </a:prstGeom>
          <a:ln w="9525">
            <a:solidFill>
              <a:srgbClr val="BFBFBF"/>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12064" y="3707891"/>
            <a:ext cx="1481328" cy="675132"/>
          </a:xfrm>
          <a:prstGeom prst="rect">
            <a:avLst/>
          </a:prstGeom>
          <a:noFill/>
        </p:spPr>
        <p:txBody>
          <a:bodyPr wrap="square">
            <a:spAutoFit/>
          </a:bodyPr>
          <a:lstStyle/>
          <a:p>
            <a:pPr>
              <a:lnSpc>
                <a:spcPct val="100000"/>
              </a:lnSpc>
            </a:pPr>
            <a:r>
              <a:rPr sz="1050" b="1">
                <a:solidFill>
                  <a:srgbClr val="000000"/>
                </a:solidFill>
                <a:latin typeface="Arial"/>
              </a:rPr>
              <a:t>I. Supplier management</a:t>
            </a:r>
          </a:p>
        </p:txBody>
      </p:sp>
      <p:sp>
        <p:nvSpPr>
          <p:cNvPr id="27" name="TextBox 26"/>
          <p:cNvSpPr txBox="1"/>
          <p:nvPr/>
        </p:nvSpPr>
        <p:spPr>
          <a:xfrm>
            <a:off x="2084831" y="3707891"/>
            <a:ext cx="2103120" cy="675132"/>
          </a:xfrm>
          <a:prstGeom prst="rect">
            <a:avLst/>
          </a:prstGeom>
          <a:noFill/>
        </p:spPr>
        <p:txBody>
          <a:bodyPr wrap="square">
            <a:spAutoFit/>
          </a:bodyPr>
          <a:lstStyle/>
          <a:p>
            <a:pPr>
              <a:lnSpc>
                <a:spcPct val="100000"/>
              </a:lnSpc>
            </a:pPr>
            <a:r>
              <a:rPr sz="1050" b="0">
                <a:solidFill>
                  <a:srgbClr val="000000"/>
                </a:solidFill>
                <a:latin typeface="Arial"/>
              </a:rPr>
              <a:t>Vendor consolidation potential and right-sizing against specifications</a:t>
            </a:r>
          </a:p>
        </p:txBody>
      </p:sp>
      <p:sp>
        <p:nvSpPr>
          <p:cNvPr id="28" name="TextBox 27"/>
          <p:cNvSpPr txBox="1"/>
          <p:nvPr/>
        </p:nvSpPr>
        <p:spPr>
          <a:xfrm>
            <a:off x="4279392" y="3707891"/>
            <a:ext cx="2286000" cy="675132"/>
          </a:xfrm>
          <a:prstGeom prst="rect">
            <a:avLst/>
          </a:prstGeom>
          <a:noFill/>
        </p:spPr>
        <p:txBody>
          <a:bodyPr wrap="square">
            <a:spAutoFit/>
          </a:bodyPr>
          <a:lstStyle/>
          <a:p>
            <a:pPr>
              <a:lnSpc>
                <a:spcPct val="100000"/>
              </a:lnSpc>
            </a:pPr>
            <a:r>
              <a:rPr sz="1050" b="0">
                <a:solidFill>
                  <a:srgbClr val="000000"/>
                </a:solidFill>
                <a:latin typeface="Arial"/>
              </a:rPr>
              <a:t>Line-by-line review of major contracts covering terms, licenses and rates</a:t>
            </a:r>
          </a:p>
        </p:txBody>
      </p:sp>
      <p:sp>
        <p:nvSpPr>
          <p:cNvPr id="29" name="TextBox 28"/>
          <p:cNvSpPr txBox="1"/>
          <p:nvPr/>
        </p:nvSpPr>
        <p:spPr>
          <a:xfrm>
            <a:off x="6656832" y="3707891"/>
            <a:ext cx="1700784" cy="675132"/>
          </a:xfrm>
          <a:prstGeom prst="rect">
            <a:avLst/>
          </a:prstGeom>
          <a:noFill/>
        </p:spPr>
        <p:txBody>
          <a:bodyPr wrap="square">
            <a:spAutoFit/>
          </a:bodyPr>
          <a:lstStyle/>
          <a:p>
            <a:pPr>
              <a:lnSpc>
                <a:spcPct val="100000"/>
              </a:lnSpc>
            </a:pPr>
            <a:r>
              <a:rPr sz="1050" b="0">
                <a:solidFill>
                  <a:srgbClr val="000000"/>
                </a:solidFill>
                <a:latin typeface="Arial"/>
              </a:rPr>
              <a:t>Sourcing deep dive (contract teardowns)</a:t>
            </a:r>
          </a:p>
        </p:txBody>
      </p:sp>
      <p:sp>
        <p:nvSpPr>
          <p:cNvPr id="30" name="TextBox 29"/>
          <p:cNvSpPr txBox="1"/>
          <p:nvPr/>
        </p:nvSpPr>
        <p:spPr>
          <a:xfrm>
            <a:off x="8449056" y="3707891"/>
            <a:ext cx="2304288" cy="675132"/>
          </a:xfrm>
          <a:prstGeom prst="rect">
            <a:avLst/>
          </a:prstGeom>
          <a:noFill/>
        </p:spPr>
        <p:txBody>
          <a:bodyPr wrap="square">
            <a:spAutoFit/>
          </a:bodyPr>
          <a:lstStyle/>
          <a:p>
            <a:pPr>
              <a:lnSpc>
                <a:spcPct val="100000"/>
              </a:lnSpc>
            </a:pPr>
            <a:r>
              <a:rPr sz="1050" b="0">
                <a:solidFill>
                  <a:srgbClr val="000000"/>
                </a:solidFill>
                <a:latin typeface="Arial"/>
              </a:rPr>
              <a:t>Renegotiate and consolidate vendors, stop paying for unused capacity</a:t>
            </a:r>
          </a:p>
        </p:txBody>
      </p:sp>
      <p:cxnSp>
        <p:nvCxnSpPr>
          <p:cNvPr id="31" name="Connector 30"/>
          <p:cNvCxnSpPr/>
          <p:nvPr/>
        </p:nvCxnSpPr>
        <p:spPr>
          <a:xfrm>
            <a:off x="512064" y="3634740"/>
            <a:ext cx="10277856" cy="0"/>
          </a:xfrm>
          <a:prstGeom prst="line">
            <a:avLst/>
          </a:prstGeom>
          <a:ln w="9525">
            <a:solidFill>
              <a:srgbClr val="BFBFBF"/>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12064" y="4474463"/>
            <a:ext cx="1481328" cy="675132"/>
          </a:xfrm>
          <a:prstGeom prst="rect">
            <a:avLst/>
          </a:prstGeom>
          <a:noFill/>
        </p:spPr>
        <p:txBody>
          <a:bodyPr wrap="square">
            <a:spAutoFit/>
          </a:bodyPr>
          <a:lstStyle/>
          <a:p>
            <a:pPr>
              <a:lnSpc>
                <a:spcPct val="100000"/>
              </a:lnSpc>
            </a:pPr>
            <a:r>
              <a:rPr sz="1050" b="1">
                <a:solidFill>
                  <a:srgbClr val="000000"/>
                </a:solidFill>
                <a:latin typeface="Arial"/>
              </a:rPr>
              <a:t>J. Demand policies</a:t>
            </a:r>
          </a:p>
        </p:txBody>
      </p:sp>
      <p:sp>
        <p:nvSpPr>
          <p:cNvPr id="33" name="TextBox 32"/>
          <p:cNvSpPr txBox="1"/>
          <p:nvPr/>
        </p:nvSpPr>
        <p:spPr>
          <a:xfrm>
            <a:off x="2084831" y="4474463"/>
            <a:ext cx="2103120" cy="675132"/>
          </a:xfrm>
          <a:prstGeom prst="rect">
            <a:avLst/>
          </a:prstGeom>
          <a:noFill/>
        </p:spPr>
        <p:txBody>
          <a:bodyPr wrap="square">
            <a:spAutoFit/>
          </a:bodyPr>
          <a:lstStyle/>
          <a:p>
            <a:pPr>
              <a:lnSpc>
                <a:spcPct val="100000"/>
              </a:lnSpc>
            </a:pPr>
            <a:r>
              <a:rPr sz="1050" b="0">
                <a:solidFill>
                  <a:srgbClr val="000000"/>
                </a:solidFill>
                <a:latin typeface="Arial"/>
              </a:rPr>
              <a:t>Software and hardware entitlement policies by team</a:t>
            </a:r>
          </a:p>
        </p:txBody>
      </p:sp>
      <p:sp>
        <p:nvSpPr>
          <p:cNvPr id="34" name="TextBox 33"/>
          <p:cNvSpPr txBox="1"/>
          <p:nvPr/>
        </p:nvSpPr>
        <p:spPr>
          <a:xfrm>
            <a:off x="4279392" y="4474463"/>
            <a:ext cx="2286000" cy="675132"/>
          </a:xfrm>
          <a:prstGeom prst="rect">
            <a:avLst/>
          </a:prstGeom>
          <a:noFill/>
        </p:spPr>
        <p:txBody>
          <a:bodyPr wrap="square">
            <a:spAutoFit/>
          </a:bodyPr>
          <a:lstStyle/>
          <a:p>
            <a:pPr>
              <a:lnSpc>
                <a:spcPct val="100000"/>
              </a:lnSpc>
            </a:pPr>
            <a:r>
              <a:rPr sz="1050" b="0">
                <a:solidFill>
                  <a:srgbClr val="000000"/>
                </a:solidFill>
                <a:latin typeface="Arial"/>
              </a:rPr>
              <a:t>Review spend against policy to find over-provisioned entitlements</a:t>
            </a:r>
          </a:p>
        </p:txBody>
      </p:sp>
      <p:sp>
        <p:nvSpPr>
          <p:cNvPr id="35" name="TextBox 34"/>
          <p:cNvSpPr txBox="1"/>
          <p:nvPr/>
        </p:nvSpPr>
        <p:spPr>
          <a:xfrm>
            <a:off x="6656832" y="4474463"/>
            <a:ext cx="1700784" cy="675132"/>
          </a:xfrm>
          <a:prstGeom prst="rect">
            <a:avLst/>
          </a:prstGeom>
          <a:noFill/>
        </p:spPr>
        <p:txBody>
          <a:bodyPr wrap="square">
            <a:spAutoFit/>
          </a:bodyPr>
          <a:lstStyle/>
          <a:p>
            <a:pPr>
              <a:lnSpc>
                <a:spcPct val="100000"/>
              </a:lnSpc>
            </a:pPr>
            <a:r>
              <a:rPr sz="1050" b="0">
                <a:solidFill>
                  <a:srgbClr val="000000"/>
                </a:solidFill>
                <a:latin typeface="Arial"/>
              </a:rPr>
              <a:t>Tech Performance Assessment (entitlement benchmarks)</a:t>
            </a:r>
          </a:p>
        </p:txBody>
      </p:sp>
      <p:sp>
        <p:nvSpPr>
          <p:cNvPr id="36" name="TextBox 35"/>
          <p:cNvSpPr txBox="1"/>
          <p:nvPr/>
        </p:nvSpPr>
        <p:spPr>
          <a:xfrm>
            <a:off x="8449056" y="4474463"/>
            <a:ext cx="2304288" cy="675132"/>
          </a:xfrm>
          <a:prstGeom prst="rect">
            <a:avLst/>
          </a:prstGeom>
          <a:noFill/>
        </p:spPr>
        <p:txBody>
          <a:bodyPr wrap="square">
            <a:spAutoFit/>
          </a:bodyPr>
          <a:lstStyle/>
          <a:p>
            <a:pPr>
              <a:lnSpc>
                <a:spcPct val="100000"/>
              </a:lnSpc>
            </a:pPr>
            <a:r>
              <a:rPr sz="1050" b="0">
                <a:solidFill>
                  <a:srgbClr val="000000"/>
                </a:solidFill>
                <a:latin typeface="Arial"/>
              </a:rPr>
              <a:t>Reduce license counts and extend hardware refresh timelines</a:t>
            </a:r>
          </a:p>
        </p:txBody>
      </p:sp>
      <p:cxnSp>
        <p:nvCxnSpPr>
          <p:cNvPr id="37" name="Connector 36"/>
          <p:cNvCxnSpPr/>
          <p:nvPr/>
        </p:nvCxnSpPr>
        <p:spPr>
          <a:xfrm>
            <a:off x="512064" y="4401312"/>
            <a:ext cx="10277856" cy="0"/>
          </a:xfrm>
          <a:prstGeom prst="line">
            <a:avLst/>
          </a:prstGeom>
          <a:ln w="9525">
            <a:solidFill>
              <a:srgbClr val="BFBFBF"/>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12064" y="5241035"/>
            <a:ext cx="1481328" cy="675132"/>
          </a:xfrm>
          <a:prstGeom prst="rect">
            <a:avLst/>
          </a:prstGeom>
          <a:noFill/>
        </p:spPr>
        <p:txBody>
          <a:bodyPr wrap="square">
            <a:spAutoFit/>
          </a:bodyPr>
          <a:lstStyle/>
          <a:p>
            <a:pPr>
              <a:lnSpc>
                <a:spcPct val="100000"/>
              </a:lnSpc>
            </a:pPr>
            <a:r>
              <a:rPr sz="1050" b="1">
                <a:solidFill>
                  <a:srgbClr val="000000"/>
                </a:solidFill>
                <a:latin typeface="Arial"/>
              </a:rPr>
              <a:t>K. Process streamlining</a:t>
            </a:r>
          </a:p>
        </p:txBody>
      </p:sp>
      <p:sp>
        <p:nvSpPr>
          <p:cNvPr id="39" name="TextBox 38"/>
          <p:cNvSpPr txBox="1"/>
          <p:nvPr/>
        </p:nvSpPr>
        <p:spPr>
          <a:xfrm>
            <a:off x="2084831" y="5241035"/>
            <a:ext cx="2103120" cy="675132"/>
          </a:xfrm>
          <a:prstGeom prst="rect">
            <a:avLst/>
          </a:prstGeom>
          <a:noFill/>
        </p:spPr>
        <p:txBody>
          <a:bodyPr wrap="square">
            <a:spAutoFit/>
          </a:bodyPr>
          <a:lstStyle/>
          <a:p>
            <a:pPr>
              <a:lnSpc>
                <a:spcPct val="100000"/>
              </a:lnSpc>
            </a:pPr>
            <a:r>
              <a:rPr sz="1050" b="0">
                <a:solidFill>
                  <a:srgbClr val="000000"/>
                </a:solidFill>
                <a:latin typeface="Arial"/>
              </a:rPr>
              <a:t>Share of build pipeline automated, test coverage, AI generated code</a:t>
            </a:r>
          </a:p>
        </p:txBody>
      </p:sp>
      <p:sp>
        <p:nvSpPr>
          <p:cNvPr id="40" name="TextBox 39"/>
          <p:cNvSpPr txBox="1"/>
          <p:nvPr/>
        </p:nvSpPr>
        <p:spPr>
          <a:xfrm>
            <a:off x="4279392" y="5241035"/>
            <a:ext cx="2286000" cy="675132"/>
          </a:xfrm>
          <a:prstGeom prst="rect">
            <a:avLst/>
          </a:prstGeom>
          <a:noFill/>
        </p:spPr>
        <p:txBody>
          <a:bodyPr wrap="square">
            <a:spAutoFit/>
          </a:bodyPr>
          <a:lstStyle/>
          <a:p>
            <a:pPr>
              <a:lnSpc>
                <a:spcPct val="100000"/>
              </a:lnSpc>
            </a:pPr>
            <a:r>
              <a:rPr sz="1050" b="0">
                <a:solidFill>
                  <a:srgbClr val="000000"/>
                </a:solidFill>
                <a:latin typeface="Arial"/>
              </a:rPr>
              <a:t>Review the idea-to-live process end to end and identify automation and AI use cases</a:t>
            </a:r>
          </a:p>
        </p:txBody>
      </p:sp>
      <p:sp>
        <p:nvSpPr>
          <p:cNvPr id="41" name="TextBox 40"/>
          <p:cNvSpPr txBox="1"/>
          <p:nvPr/>
        </p:nvSpPr>
        <p:spPr>
          <a:xfrm>
            <a:off x="6656832" y="5241035"/>
            <a:ext cx="1700784" cy="675132"/>
          </a:xfrm>
          <a:prstGeom prst="rect">
            <a:avLst/>
          </a:prstGeom>
          <a:noFill/>
        </p:spPr>
        <p:txBody>
          <a:bodyPr wrap="square">
            <a:spAutoFit/>
          </a:bodyPr>
          <a:lstStyle/>
          <a:p>
            <a:pPr>
              <a:lnSpc>
                <a:spcPct val="100000"/>
              </a:lnSpc>
            </a:pPr>
            <a:r>
              <a:rPr sz="1050" b="0">
                <a:solidFill>
                  <a:srgbClr val="000000"/>
                </a:solidFill>
                <a:latin typeface="Arial"/>
              </a:rPr>
              <a:t>Tech and AI Quotient; AI process workflow tool</a:t>
            </a:r>
          </a:p>
        </p:txBody>
      </p:sp>
      <p:sp>
        <p:nvSpPr>
          <p:cNvPr id="42" name="TextBox 41"/>
          <p:cNvSpPr txBox="1"/>
          <p:nvPr/>
        </p:nvSpPr>
        <p:spPr>
          <a:xfrm>
            <a:off x="8449056" y="5241035"/>
            <a:ext cx="2304288" cy="675132"/>
          </a:xfrm>
          <a:prstGeom prst="rect">
            <a:avLst/>
          </a:prstGeom>
          <a:noFill/>
        </p:spPr>
        <p:txBody>
          <a:bodyPr wrap="square">
            <a:spAutoFit/>
          </a:bodyPr>
          <a:lstStyle/>
          <a:p>
            <a:pPr>
              <a:lnSpc>
                <a:spcPct val="100000"/>
              </a:lnSpc>
            </a:pPr>
            <a:r>
              <a:rPr sz="1050" b="0">
                <a:solidFill>
                  <a:srgbClr val="000000"/>
                </a:solidFill>
                <a:latin typeface="Arial"/>
              </a:rPr>
              <a:t>Automate the release pipeline and cut coding time with AI tooling</a:t>
            </a:r>
          </a:p>
        </p:txBody>
      </p:sp>
      <p:cxnSp>
        <p:nvCxnSpPr>
          <p:cNvPr id="43" name="Connector 42"/>
          <p:cNvCxnSpPr/>
          <p:nvPr/>
        </p:nvCxnSpPr>
        <p:spPr>
          <a:xfrm>
            <a:off x="512064" y="5167884"/>
            <a:ext cx="10277856" cy="0"/>
          </a:xfrm>
          <a:prstGeom prst="line">
            <a:avLst/>
          </a:prstGeom>
          <a:ln w="9525">
            <a:solidFill>
              <a:srgbClr val="BFBFBF"/>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4647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EF984-02ED-5C73-0784-EE5C86BED390}"/>
            </a:ext>
          </a:extLst>
        </p:cNvPr>
        <p:cNvGrpSpPr/>
        <p:nvPr/>
      </p:nvGrpSpPr>
      <p:grpSpPr>
        <a:xfrm>
          <a:off x="0" y="0"/>
          <a:ext cx="0" cy="0"/>
          <a:chOff x="0" y="0"/>
          <a:chExt cx="0" cy="0"/>
        </a:xfrm>
      </p:grpSpPr>
      <p:graphicFrame>
        <p:nvGraphicFramePr>
          <p:cNvPr id="8" name="Object 2" hidden="1">
            <a:extLst>
              <a:ext uri="{FF2B5EF4-FFF2-40B4-BE49-F238E27FC236}">
                <a16:creationId xmlns:a16="http://schemas.microsoft.com/office/drawing/2014/main" id="{55B37BF5-0906-19D3-4EFC-F02CCBDD7069}"/>
              </a:ext>
            </a:extLst>
          </p:cNvPr>
          <p:cNvGraphicFramePr>
            <a:graphicFrameLocks noChangeAspect="1"/>
          </p:cNvGraphicFramePr>
          <p:nvPr>
            <p:custDataLst>
              <p:tags r:id="rId1"/>
            </p:custDataLst>
            <p:extLst>
              <p:ext uri="{D42A27DB-BD31-4B8C-83A1-F6EECF244321}">
                <p14:modId xmlns:p14="http://schemas.microsoft.com/office/powerpoint/2010/main" val="13414019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28" imgH="428" progId="TCLayout.ActiveDocument.1">
                  <p:embed/>
                </p:oleObj>
              </mc:Choice>
              <mc:Fallback>
                <p:oleObj name="think-cell Slide" r:id="rId7" imgW="428" imgH="428" progId="TCLayout.ActiveDocument.1">
                  <p:embed/>
                  <p:pic>
                    <p:nvPicPr>
                      <p:cNvPr id="8" name="Object 2" hidden="1">
                        <a:extLst>
                          <a:ext uri="{FF2B5EF4-FFF2-40B4-BE49-F238E27FC236}">
                            <a16:creationId xmlns:a16="http://schemas.microsoft.com/office/drawing/2014/main" id="{55B37BF5-0906-19D3-4EFC-F02CCBDD7069}"/>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204FD527-AC13-1370-8088-11EFBFD1D68D}"/>
              </a:ext>
            </a:extLst>
          </p:cNvPr>
          <p:cNvSpPr>
            <a:spLocks noGrp="1"/>
          </p:cNvSpPr>
          <p:nvPr>
            <p:ph type="title"/>
          </p:nvPr>
        </p:nvSpPr>
        <p:spPr>
          <a:xfrm>
            <a:off x="554736" y="3156020"/>
            <a:ext cx="2514600" cy="357790"/>
          </a:xfrm>
        </p:spPr>
        <p:txBody>
          <a:bodyPr vert="horz">
            <a:spAutoFit/>
          </a:bodyPr>
          <a:lstStyle/>
          <a:p>
            <a:r>
              <a:rPr lang="en-US" dirty="0"/>
              <a:t>For discussion</a:t>
            </a:r>
          </a:p>
        </p:txBody>
      </p:sp>
      <p:sp>
        <p:nvSpPr>
          <p:cNvPr id="12" name="1. On-page tracker">
            <a:extLst>
              <a:ext uri="{FF2B5EF4-FFF2-40B4-BE49-F238E27FC236}">
                <a16:creationId xmlns:a16="http://schemas.microsoft.com/office/drawing/2014/main" id="{1BA50B4A-F735-0B16-197E-62CFE8AF15C1}"/>
              </a:ext>
            </a:extLst>
          </p:cNvPr>
          <p:cNvSpPr>
            <a:spLocks noGrp="1"/>
          </p:cNvSpPr>
          <p:nvPr>
            <p:ph type="body" sz="quarter" idx="17"/>
            <p:custDataLst>
              <p:tags r:id="rId2"/>
            </p:custDataLst>
          </p:nvPr>
        </p:nvSpPr>
        <p:spPr/>
        <p:txBody>
          <a:bodyPr/>
          <a:lstStyle/>
          <a:p>
            <a:endParaRPr lang="en-US"/>
          </a:p>
        </p:txBody>
      </p:sp>
      <p:sp>
        <p:nvSpPr>
          <p:cNvPr id="2" name="Text Placeholder 2">
            <a:hlinkClick r:id="rId9" action="ppaction://hlinksldjump"/>
            <a:extLst>
              <a:ext uri="{FF2B5EF4-FFF2-40B4-BE49-F238E27FC236}">
                <a16:creationId xmlns:a16="http://schemas.microsoft.com/office/drawing/2014/main" id="{56F0D49C-6E8F-E50E-2BC3-239F50E1A16E}"/>
              </a:ext>
            </a:extLst>
          </p:cNvPr>
          <p:cNvSpPr>
            <a:spLocks noGrp="1"/>
          </p:cNvSpPr>
          <p:nvPr>
            <p:custDataLst>
              <p:tags r:id="rId3"/>
            </p:custDataLst>
          </p:nvPr>
        </p:nvSpPr>
        <p:spPr bwMode="auto">
          <a:xfrm>
            <a:off x="5016500" y="2743200"/>
            <a:ext cx="5116513" cy="6969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92075" tIns="211138" rIns="0" bIns="211138"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sz="1800" dirty="0">
                <a:latin typeface="Cambria" pitchFamily="34" charset="0"/>
                <a:ea typeface="Cambria" pitchFamily="34" charset="-122"/>
                <a:cs typeface="Cambria" pitchFamily="34" charset="-120"/>
              </a:rPr>
              <a:t>The levers we will go after</a:t>
            </a:r>
            <a:endParaRPr lang="en-US" sz="1800" dirty="0"/>
          </a:p>
        </p:txBody>
      </p:sp>
      <p:sp>
        <p:nvSpPr>
          <p:cNvPr id="6" name="Text Placeholder 2">
            <a:extLst>
              <a:ext uri="{FF2B5EF4-FFF2-40B4-BE49-F238E27FC236}">
                <a16:creationId xmlns:a16="http://schemas.microsoft.com/office/drawing/2014/main" id="{75162113-8109-D8DB-5C00-AE3C58588D76}"/>
              </a:ext>
            </a:extLst>
          </p:cNvPr>
          <p:cNvSpPr>
            <a:spLocks noGrp="1"/>
          </p:cNvSpPr>
          <p:nvPr>
            <p:custDataLst>
              <p:tags r:id="rId4"/>
            </p:custDataLst>
          </p:nvPr>
        </p:nvSpPr>
        <p:spPr bwMode="auto">
          <a:xfrm>
            <a:off x="5016500" y="3440113"/>
            <a:ext cx="5116513" cy="698500"/>
          </a:xfrm>
          <a:prstGeom prst="rect">
            <a:avLst/>
          </a:prstGeom>
          <a:solidFill>
            <a:schemeClr val="accent3"/>
          </a:solidFill>
          <a:ln>
            <a:noFill/>
          </a:ln>
          <a:effectLst/>
        </p:spPr>
        <p:txBody>
          <a:bodyPr vert="horz" wrap="none" lIns="92075" tIns="212725" rIns="0" bIns="211138"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sz="1800" b="1" dirty="0">
                <a:solidFill>
                  <a:schemeClr val="tx2"/>
                </a:solidFill>
                <a:latin typeface="Cambria" pitchFamily="34" charset="0"/>
                <a:ea typeface="Cambria" pitchFamily="34" charset="-122"/>
                <a:cs typeface="Cambria" pitchFamily="34" charset="-120"/>
              </a:rPr>
              <a:t>The assets we will deploy and the data we need</a:t>
            </a:r>
          </a:p>
        </p:txBody>
      </p:sp>
      <p:sp>
        <p:nvSpPr>
          <p:cNvPr id="13" name="Text Placeholder 2">
            <a:hlinkClick r:id="rId10" action="ppaction://hlinksldjump"/>
            <a:extLst>
              <a:ext uri="{FF2B5EF4-FFF2-40B4-BE49-F238E27FC236}">
                <a16:creationId xmlns:a16="http://schemas.microsoft.com/office/drawing/2014/main" id="{66F94A0A-8615-7956-D828-A6A4A78DF986}"/>
              </a:ext>
            </a:extLst>
          </p:cNvPr>
          <p:cNvSpPr>
            <a:spLocks noGrp="1"/>
          </p:cNvSpPr>
          <p:nvPr>
            <p:custDataLst>
              <p:tags r:id="rId5"/>
            </p:custDataLst>
          </p:nvPr>
        </p:nvSpPr>
        <p:spPr bwMode="auto">
          <a:xfrm>
            <a:off x="5016500" y="4138613"/>
            <a:ext cx="5116513" cy="6985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92075" tIns="212725" rIns="0" bIns="211138"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sz="1800">
                <a:latin typeface="Cambria" pitchFamily="34" charset="0"/>
                <a:ea typeface="Cambria" pitchFamily="34" charset="-122"/>
                <a:cs typeface="Cambria" pitchFamily="34" charset="-120"/>
              </a:rPr>
              <a:t>The outputs to expect</a:t>
            </a:r>
            <a:endParaRPr lang="en-US" sz="1800" dirty="0">
              <a:latin typeface="Cambria" pitchFamily="34" charset="0"/>
              <a:ea typeface="Cambria" pitchFamily="34" charset="-122"/>
              <a:cs typeface="Cambria" pitchFamily="34" charset="-120"/>
            </a:endParaRPr>
          </a:p>
        </p:txBody>
      </p:sp>
    </p:spTree>
    <p:extLst>
      <p:ext uri="{BB962C8B-B14F-4D97-AF65-F5344CB8AC3E}">
        <p14:creationId xmlns:p14="http://schemas.microsoft.com/office/powerpoint/2010/main" val="289739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026CDDFA-EFB3-856B-10A8-E24E4233A898}"/>
              </a:ext>
            </a:extLst>
          </p:cNvPr>
          <p:cNvGraphicFramePr>
            <a:graphicFrameLocks noChangeAspect="1"/>
          </p:cNvGraphicFramePr>
          <p:nvPr>
            <p:custDataLst>
              <p:tags r:id="rId1"/>
            </p:custDataLst>
            <p:extLst>
              <p:ext uri="{D42A27DB-BD31-4B8C-83A1-F6EECF244321}">
                <p14:modId xmlns:p14="http://schemas.microsoft.com/office/powerpoint/2010/main" val="20201110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28" imgH="428" progId="TCLayout.ActiveDocument.1">
                  <p:embed/>
                </p:oleObj>
              </mc:Choice>
              <mc:Fallback>
                <p:oleObj name="think-cell Slide" r:id="rId7" imgW="428" imgH="428" progId="TCLayout.ActiveDocument.1">
                  <p:embed/>
                  <p:pic>
                    <p:nvPicPr>
                      <p:cNvPr id="5" name="Object 2" hidden="1">
                        <a:extLst>
                          <a:ext uri="{FF2B5EF4-FFF2-40B4-BE49-F238E27FC236}">
                            <a16:creationId xmlns:a16="http://schemas.microsoft.com/office/drawing/2014/main" id="{026CDDFA-EFB3-856B-10A8-E24E4233A898}"/>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129" name="Freeform: Shape 128">
            <a:extLst>
              <a:ext uri="{FF2B5EF4-FFF2-40B4-BE49-F238E27FC236}">
                <a16:creationId xmlns:a16="http://schemas.microsoft.com/office/drawing/2014/main" id="{AF760E21-941D-C0C1-4580-E63E16507073}"/>
              </a:ext>
            </a:extLst>
          </p:cNvPr>
          <p:cNvSpPr/>
          <p:nvPr/>
        </p:nvSpPr>
        <p:spPr>
          <a:xfrm>
            <a:off x="7676593" y="1053273"/>
            <a:ext cx="4515407" cy="5322812"/>
          </a:xfrm>
          <a:custGeom>
            <a:avLst/>
            <a:gdLst>
              <a:gd name="csX0" fmla="*/ 270093 w 4515407"/>
              <a:gd name="csY0" fmla="*/ 0 h 5037792"/>
              <a:gd name="csX1" fmla="*/ 4515407 w 4515407"/>
              <a:gd name="csY1" fmla="*/ 0 h 5037792"/>
              <a:gd name="csX2" fmla="*/ 4515407 w 4515407"/>
              <a:gd name="csY2" fmla="*/ 5037792 h 5037792"/>
              <a:gd name="csX3" fmla="*/ 270093 w 4515407"/>
              <a:gd name="csY3" fmla="*/ 5037792 h 5037792"/>
              <a:gd name="csX4" fmla="*/ 0 w 4515407"/>
              <a:gd name="csY4" fmla="*/ 4767699 h 5037792"/>
              <a:gd name="csX5" fmla="*/ 0 w 4515407"/>
              <a:gd name="csY5" fmla="*/ 270093 h 5037792"/>
              <a:gd name="csX6" fmla="*/ 270093 w 4515407"/>
              <a:gd name="csY6" fmla="*/ 0 h 503779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15407" h="5037792">
                <a:moveTo>
                  <a:pt x="270093" y="0"/>
                </a:moveTo>
                <a:lnTo>
                  <a:pt x="4515407" y="0"/>
                </a:lnTo>
                <a:lnTo>
                  <a:pt x="4515407" y="5037792"/>
                </a:lnTo>
                <a:lnTo>
                  <a:pt x="270093" y="5037792"/>
                </a:lnTo>
                <a:cubicBezTo>
                  <a:pt x="120925" y="5037792"/>
                  <a:pt x="0" y="4916867"/>
                  <a:pt x="0" y="4767699"/>
                </a:cubicBezTo>
                <a:lnTo>
                  <a:pt x="0" y="270093"/>
                </a:lnTo>
                <a:cubicBezTo>
                  <a:pt x="0" y="120925"/>
                  <a:pt x="120925" y="0"/>
                  <a:pt x="270093" y="0"/>
                </a:cubicBezTo>
                <a:close/>
              </a:path>
            </a:pathLst>
          </a:cu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2" name="2. Slide Title">
            <a:extLst>
              <a:ext uri="{FF2B5EF4-FFF2-40B4-BE49-F238E27FC236}">
                <a16:creationId xmlns:a16="http://schemas.microsoft.com/office/drawing/2014/main" id="{F3639A8F-7844-1683-5929-0C3B3AAD1AAE}"/>
              </a:ext>
            </a:extLst>
          </p:cNvPr>
          <p:cNvSpPr>
            <a:spLocks noGrp="1"/>
          </p:cNvSpPr>
          <p:nvPr>
            <p:ph type="title"/>
            <p:custDataLst>
              <p:tags r:id="rId2"/>
            </p:custDataLst>
          </p:nvPr>
        </p:nvSpPr>
        <p:spPr>
          <a:xfrm>
            <a:off x="554736" y="198204"/>
            <a:ext cx="11082528" cy="400751"/>
          </a:xfrm>
        </p:spPr>
        <p:txBody>
          <a:bodyPr vert="horz">
            <a:spAutoFit/>
          </a:bodyPr>
          <a:lstStyle/>
          <a:p>
            <a:r>
              <a:rPr lang="en-US" sz="2800" dirty="0">
                <a:latin typeface="Cambria" pitchFamily="34" charset="0"/>
                <a:ea typeface="Cambria" pitchFamily="34" charset="-122"/>
                <a:cs typeface="Cambria" pitchFamily="34" charset="-120"/>
              </a:rPr>
              <a:t>The assets we deploy and data needed</a:t>
            </a:r>
            <a:endParaRPr lang="en-US" dirty="0"/>
          </a:p>
        </p:txBody>
      </p:sp>
      <p:sp>
        <p:nvSpPr>
          <p:cNvPr id="9" name="Shape 4">
            <a:extLst>
              <a:ext uri="{FF2B5EF4-FFF2-40B4-BE49-F238E27FC236}">
                <a16:creationId xmlns:a16="http://schemas.microsoft.com/office/drawing/2014/main" id="{B2FC82FE-1448-ED9D-466C-930F9D217CC9}"/>
              </a:ext>
            </a:extLst>
          </p:cNvPr>
          <p:cNvSpPr>
            <a:spLocks/>
          </p:cNvSpPr>
          <p:nvPr/>
        </p:nvSpPr>
        <p:spPr>
          <a:xfrm>
            <a:off x="554736" y="1786293"/>
            <a:ext cx="6739128" cy="841248"/>
          </a:xfrm>
          <a:prstGeom prst="rect">
            <a:avLst/>
          </a:prstGeom>
          <a:solidFill>
            <a:srgbClr val="F2F6FC"/>
          </a:solidFill>
          <a:ln w="9525">
            <a:solidFill>
              <a:srgbClr val="D9DDE1"/>
            </a:solidFill>
            <a:prstDash val="solid"/>
          </a:ln>
        </p:spPr>
        <p:txBody>
          <a:bodyPr>
            <a:noAutofit/>
          </a:bodyPr>
          <a:lstStyle/>
          <a:p>
            <a:endParaRPr lang="en-US"/>
          </a:p>
        </p:txBody>
      </p:sp>
      <p:sp>
        <p:nvSpPr>
          <p:cNvPr id="11" name="Shape 5">
            <a:extLst>
              <a:ext uri="{FF2B5EF4-FFF2-40B4-BE49-F238E27FC236}">
                <a16:creationId xmlns:a16="http://schemas.microsoft.com/office/drawing/2014/main" id="{5F998279-8E03-9F09-51CB-7B1475E82992}"/>
              </a:ext>
            </a:extLst>
          </p:cNvPr>
          <p:cNvSpPr/>
          <p:nvPr/>
        </p:nvSpPr>
        <p:spPr>
          <a:xfrm>
            <a:off x="737616" y="2060613"/>
            <a:ext cx="329184" cy="329184"/>
          </a:xfrm>
          <a:prstGeom prst="ellipse">
            <a:avLst/>
          </a:prstGeom>
          <a:solidFill>
            <a:srgbClr val="2251FF"/>
          </a:solidFill>
          <a:ln/>
        </p:spPr>
        <p:txBody>
          <a:bodyPr/>
          <a:lstStyle/>
          <a:p>
            <a:endParaRPr lang="en-US"/>
          </a:p>
        </p:txBody>
      </p:sp>
      <p:sp>
        <p:nvSpPr>
          <p:cNvPr id="13" name="Text 6">
            <a:extLst>
              <a:ext uri="{FF2B5EF4-FFF2-40B4-BE49-F238E27FC236}">
                <a16:creationId xmlns:a16="http://schemas.microsoft.com/office/drawing/2014/main" id="{3FD667AF-B801-A87F-A28B-2F99E969C612}"/>
              </a:ext>
            </a:extLst>
          </p:cNvPr>
          <p:cNvSpPr/>
          <p:nvPr/>
        </p:nvSpPr>
        <p:spPr>
          <a:xfrm>
            <a:off x="737616" y="2060613"/>
            <a:ext cx="329184" cy="329184"/>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5" name="Text 7">
            <a:extLst>
              <a:ext uri="{FF2B5EF4-FFF2-40B4-BE49-F238E27FC236}">
                <a16:creationId xmlns:a16="http://schemas.microsoft.com/office/drawing/2014/main" id="{0CE71E22-678D-A2D3-D59F-7702F12588F6}"/>
              </a:ext>
            </a:extLst>
          </p:cNvPr>
          <p:cNvSpPr/>
          <p:nvPr/>
        </p:nvSpPr>
        <p:spPr>
          <a:xfrm>
            <a:off x="1213104" y="1841157"/>
            <a:ext cx="6080760" cy="310896"/>
          </a:xfrm>
          <a:prstGeom prst="rect">
            <a:avLst/>
          </a:prstGeom>
          <a:noFill/>
          <a:ln/>
        </p:spPr>
        <p:txBody>
          <a:bodyPr wrap="square" lIns="0" tIns="0" rIns="0" bIns="0" rtlCol="0" anchor="ctr"/>
          <a:lstStyle/>
          <a:p>
            <a:pPr marL="0" indent="0">
              <a:buNone/>
            </a:pPr>
            <a:r>
              <a:rPr lang="en-US" sz="1600" b="1" dirty="0">
                <a:solidFill>
                  <a:schemeClr val="accent3"/>
                </a:solidFill>
                <a:latin typeface="Arial" pitchFamily="34" charset="0"/>
                <a:ea typeface="Arial" pitchFamily="34" charset="-122"/>
                <a:cs typeface="Arial" pitchFamily="34" charset="-120"/>
              </a:rPr>
              <a:t>Tech Performance Assessment</a:t>
            </a:r>
            <a:endParaRPr lang="en-US" sz="1600" dirty="0">
              <a:solidFill>
                <a:schemeClr val="accent3"/>
              </a:solidFill>
            </a:endParaRPr>
          </a:p>
        </p:txBody>
      </p:sp>
      <p:sp>
        <p:nvSpPr>
          <p:cNvPr id="17" name="Text 8">
            <a:extLst>
              <a:ext uri="{FF2B5EF4-FFF2-40B4-BE49-F238E27FC236}">
                <a16:creationId xmlns:a16="http://schemas.microsoft.com/office/drawing/2014/main" id="{F329D676-5589-71DB-56A5-2C5437FB9436}"/>
              </a:ext>
            </a:extLst>
          </p:cNvPr>
          <p:cNvSpPr/>
          <p:nvPr/>
        </p:nvSpPr>
        <p:spPr>
          <a:xfrm>
            <a:off x="1213104" y="2133765"/>
            <a:ext cx="6080760" cy="292608"/>
          </a:xfrm>
          <a:prstGeom prst="rect">
            <a:avLst/>
          </a:prstGeom>
          <a:noFill/>
          <a:ln/>
        </p:spPr>
        <p:txBody>
          <a:bodyPr wrap="square" lIns="0" tIns="0" rIns="0" bIns="0" rtlCol="0" anchor="ctr"/>
          <a:lstStyle/>
          <a:p>
            <a:pPr marL="0" indent="0">
              <a:buNone/>
            </a:pPr>
            <a:r>
              <a:rPr lang="en-US" sz="1200" dirty="0">
                <a:solidFill>
                  <a:srgbClr val="1A1A1A"/>
                </a:solidFill>
                <a:latin typeface="Arial" pitchFamily="34" charset="0"/>
                <a:ea typeface="Arial" pitchFamily="34" charset="-122"/>
                <a:cs typeface="Arial" pitchFamily="34" charset="-120"/>
              </a:rPr>
              <a:t>Spend and FTE baseline by tower and category against peers</a:t>
            </a:r>
            <a:endParaRPr lang="en-US" sz="1200" dirty="0"/>
          </a:p>
        </p:txBody>
      </p:sp>
      <p:sp>
        <p:nvSpPr>
          <p:cNvPr id="19" name="Text 9">
            <a:extLst>
              <a:ext uri="{FF2B5EF4-FFF2-40B4-BE49-F238E27FC236}">
                <a16:creationId xmlns:a16="http://schemas.microsoft.com/office/drawing/2014/main" id="{E7AF4D3A-2944-72EB-E787-395C55EF3747}"/>
              </a:ext>
            </a:extLst>
          </p:cNvPr>
          <p:cNvSpPr/>
          <p:nvPr/>
        </p:nvSpPr>
        <p:spPr>
          <a:xfrm>
            <a:off x="1213104" y="2389797"/>
            <a:ext cx="6080760" cy="237744"/>
          </a:xfrm>
          <a:prstGeom prst="rect">
            <a:avLst/>
          </a:prstGeom>
          <a:noFill/>
          <a:ln/>
        </p:spPr>
        <p:txBody>
          <a:bodyPr wrap="square" lIns="0" tIns="0" rIns="0" bIns="0" rtlCol="0" anchor="ctr"/>
          <a:lstStyle/>
          <a:p>
            <a:pPr marL="0" indent="0">
              <a:buNone/>
            </a:pPr>
            <a:r>
              <a:rPr lang="en-US" sz="1050" b="1" dirty="0">
                <a:solidFill>
                  <a:srgbClr val="2251FF"/>
                </a:solidFill>
                <a:latin typeface="Arial" pitchFamily="34" charset="0"/>
                <a:ea typeface="Arial" pitchFamily="34" charset="-122"/>
                <a:cs typeface="Arial" pitchFamily="34" charset="-120"/>
              </a:rPr>
              <a:t>600+ companies  |  200+ KPIs  |  25+ peer set</a:t>
            </a:r>
            <a:endParaRPr lang="en-US" sz="1050" dirty="0"/>
          </a:p>
        </p:txBody>
      </p:sp>
      <p:sp>
        <p:nvSpPr>
          <p:cNvPr id="21" name="Shape 10">
            <a:extLst>
              <a:ext uri="{FF2B5EF4-FFF2-40B4-BE49-F238E27FC236}">
                <a16:creationId xmlns:a16="http://schemas.microsoft.com/office/drawing/2014/main" id="{06F2E219-F83B-E7EF-D9CB-9D0C539E7539}"/>
              </a:ext>
            </a:extLst>
          </p:cNvPr>
          <p:cNvSpPr>
            <a:spLocks/>
          </p:cNvSpPr>
          <p:nvPr/>
        </p:nvSpPr>
        <p:spPr>
          <a:xfrm>
            <a:off x="554736" y="2700693"/>
            <a:ext cx="6739128" cy="841248"/>
          </a:xfrm>
          <a:prstGeom prst="rect">
            <a:avLst/>
          </a:prstGeom>
          <a:solidFill>
            <a:srgbClr val="FFFFFF"/>
          </a:solidFill>
          <a:ln w="9525">
            <a:solidFill>
              <a:srgbClr val="D9DDE1"/>
            </a:solidFill>
            <a:prstDash val="solid"/>
          </a:ln>
        </p:spPr>
        <p:txBody>
          <a:bodyPr>
            <a:noAutofit/>
          </a:bodyPr>
          <a:lstStyle/>
          <a:p>
            <a:endParaRPr lang="en-US"/>
          </a:p>
        </p:txBody>
      </p:sp>
      <p:sp>
        <p:nvSpPr>
          <p:cNvPr id="23" name="Shape 11">
            <a:extLst>
              <a:ext uri="{FF2B5EF4-FFF2-40B4-BE49-F238E27FC236}">
                <a16:creationId xmlns:a16="http://schemas.microsoft.com/office/drawing/2014/main" id="{4BD9D29B-9A70-70D5-1493-D7894FBE0E0B}"/>
              </a:ext>
            </a:extLst>
          </p:cNvPr>
          <p:cNvSpPr/>
          <p:nvPr/>
        </p:nvSpPr>
        <p:spPr>
          <a:xfrm>
            <a:off x="737616" y="2975013"/>
            <a:ext cx="329184" cy="329184"/>
          </a:xfrm>
          <a:prstGeom prst="ellipse">
            <a:avLst/>
          </a:prstGeom>
          <a:solidFill>
            <a:srgbClr val="2251FF"/>
          </a:solidFill>
          <a:ln/>
        </p:spPr>
        <p:txBody>
          <a:bodyPr/>
          <a:lstStyle/>
          <a:p>
            <a:endParaRPr lang="en-US"/>
          </a:p>
        </p:txBody>
      </p:sp>
      <p:sp>
        <p:nvSpPr>
          <p:cNvPr id="25" name="Text 12">
            <a:extLst>
              <a:ext uri="{FF2B5EF4-FFF2-40B4-BE49-F238E27FC236}">
                <a16:creationId xmlns:a16="http://schemas.microsoft.com/office/drawing/2014/main" id="{A0FED2D2-30A6-E20C-B769-A9EE7302ECE9}"/>
              </a:ext>
            </a:extLst>
          </p:cNvPr>
          <p:cNvSpPr/>
          <p:nvPr/>
        </p:nvSpPr>
        <p:spPr>
          <a:xfrm>
            <a:off x="737616" y="2975013"/>
            <a:ext cx="329184" cy="329184"/>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27" name="Text 13">
            <a:extLst>
              <a:ext uri="{FF2B5EF4-FFF2-40B4-BE49-F238E27FC236}">
                <a16:creationId xmlns:a16="http://schemas.microsoft.com/office/drawing/2014/main" id="{8D44DB08-1B09-067E-021D-AB9A6F424631}"/>
              </a:ext>
            </a:extLst>
          </p:cNvPr>
          <p:cNvSpPr/>
          <p:nvPr/>
        </p:nvSpPr>
        <p:spPr>
          <a:xfrm>
            <a:off x="1213104" y="2755557"/>
            <a:ext cx="6080760" cy="310896"/>
          </a:xfrm>
          <a:prstGeom prst="rect">
            <a:avLst/>
          </a:prstGeom>
          <a:noFill/>
          <a:ln/>
        </p:spPr>
        <p:txBody>
          <a:bodyPr wrap="square" lIns="0" tIns="0" rIns="0" bIns="0" rtlCol="0" anchor="ctr"/>
          <a:lstStyle/>
          <a:p>
            <a:pPr marL="0" indent="0">
              <a:buNone/>
            </a:pPr>
            <a:r>
              <a:rPr lang="en-US" sz="1600" b="1" dirty="0">
                <a:solidFill>
                  <a:schemeClr val="accent3"/>
                </a:solidFill>
                <a:latin typeface="Arial" pitchFamily="34" charset="0"/>
                <a:ea typeface="Arial" pitchFamily="34" charset="-122"/>
                <a:cs typeface="Arial" pitchFamily="34" charset="-120"/>
              </a:rPr>
              <a:t>Tech and AI Quotient (AIQ)</a:t>
            </a:r>
            <a:endParaRPr lang="en-US" sz="1600" dirty="0">
              <a:solidFill>
                <a:schemeClr val="accent3"/>
              </a:solidFill>
            </a:endParaRPr>
          </a:p>
        </p:txBody>
      </p:sp>
      <p:sp>
        <p:nvSpPr>
          <p:cNvPr id="29" name="Text 14">
            <a:extLst>
              <a:ext uri="{FF2B5EF4-FFF2-40B4-BE49-F238E27FC236}">
                <a16:creationId xmlns:a16="http://schemas.microsoft.com/office/drawing/2014/main" id="{B6CCE6F0-5FF7-CC55-102B-66F78D37D206}"/>
              </a:ext>
            </a:extLst>
          </p:cNvPr>
          <p:cNvSpPr/>
          <p:nvPr/>
        </p:nvSpPr>
        <p:spPr>
          <a:xfrm>
            <a:off x="1213104" y="3048165"/>
            <a:ext cx="6080760" cy="292608"/>
          </a:xfrm>
          <a:prstGeom prst="rect">
            <a:avLst/>
          </a:prstGeom>
          <a:noFill/>
          <a:ln/>
        </p:spPr>
        <p:txBody>
          <a:bodyPr wrap="square" lIns="0" tIns="0" rIns="0" bIns="0" rtlCol="0" anchor="ctr"/>
          <a:lstStyle/>
          <a:p>
            <a:pPr marL="0" indent="0">
              <a:buNone/>
            </a:pPr>
            <a:r>
              <a:rPr lang="en-US" sz="1200" dirty="0">
                <a:solidFill>
                  <a:srgbClr val="1A1A1A"/>
                </a:solidFill>
                <a:latin typeface="Arial" pitchFamily="34" charset="0"/>
                <a:ea typeface="Arial" pitchFamily="34" charset="-122"/>
                <a:cs typeface="Arial" pitchFamily="34" charset="-120"/>
              </a:rPr>
              <a:t>Tech and AI maturity across strategy, talent, operating model, data, technology, adoption</a:t>
            </a:r>
            <a:endParaRPr lang="en-US" sz="1200" dirty="0"/>
          </a:p>
        </p:txBody>
      </p:sp>
      <p:sp>
        <p:nvSpPr>
          <p:cNvPr id="31" name="Text 15">
            <a:extLst>
              <a:ext uri="{FF2B5EF4-FFF2-40B4-BE49-F238E27FC236}">
                <a16:creationId xmlns:a16="http://schemas.microsoft.com/office/drawing/2014/main" id="{2238E9E9-72B9-EA73-7033-D13BAE0C5314}"/>
              </a:ext>
            </a:extLst>
          </p:cNvPr>
          <p:cNvSpPr/>
          <p:nvPr/>
        </p:nvSpPr>
        <p:spPr>
          <a:xfrm>
            <a:off x="1213104" y="3304197"/>
            <a:ext cx="6080760" cy="237744"/>
          </a:xfrm>
          <a:prstGeom prst="rect">
            <a:avLst/>
          </a:prstGeom>
          <a:noFill/>
          <a:ln/>
        </p:spPr>
        <p:txBody>
          <a:bodyPr wrap="square" lIns="0" tIns="0" rIns="0" bIns="0" rtlCol="0" anchor="ctr"/>
          <a:lstStyle/>
          <a:p>
            <a:pPr marL="0" indent="0">
              <a:buNone/>
            </a:pPr>
            <a:r>
              <a:rPr lang="en-US" sz="1050" b="1" dirty="0">
                <a:solidFill>
                  <a:srgbClr val="2251FF"/>
                </a:solidFill>
                <a:latin typeface="Arial" pitchFamily="34" charset="0"/>
                <a:ea typeface="Arial" pitchFamily="34" charset="-122"/>
                <a:cs typeface="Arial" pitchFamily="34" charset="-120"/>
              </a:rPr>
              <a:t>800+ companies  |  60-question survey, 30 minutes</a:t>
            </a:r>
            <a:endParaRPr lang="en-US" sz="1050" dirty="0"/>
          </a:p>
        </p:txBody>
      </p:sp>
      <p:sp>
        <p:nvSpPr>
          <p:cNvPr id="33" name="Shape 16">
            <a:extLst>
              <a:ext uri="{FF2B5EF4-FFF2-40B4-BE49-F238E27FC236}">
                <a16:creationId xmlns:a16="http://schemas.microsoft.com/office/drawing/2014/main" id="{92460249-CCF0-4ACD-5A59-93FD52957BD8}"/>
              </a:ext>
            </a:extLst>
          </p:cNvPr>
          <p:cNvSpPr>
            <a:spLocks/>
          </p:cNvSpPr>
          <p:nvPr/>
        </p:nvSpPr>
        <p:spPr>
          <a:xfrm>
            <a:off x="554736" y="3615093"/>
            <a:ext cx="6739128" cy="841248"/>
          </a:xfrm>
          <a:prstGeom prst="rect">
            <a:avLst/>
          </a:prstGeom>
          <a:solidFill>
            <a:srgbClr val="F2F6FC"/>
          </a:solidFill>
          <a:ln w="9525">
            <a:solidFill>
              <a:srgbClr val="D9DDE1"/>
            </a:solidFill>
            <a:prstDash val="solid"/>
          </a:ln>
        </p:spPr>
        <p:txBody>
          <a:bodyPr>
            <a:noAutofit/>
          </a:bodyPr>
          <a:lstStyle/>
          <a:p>
            <a:endParaRPr lang="en-US"/>
          </a:p>
        </p:txBody>
      </p:sp>
      <p:sp>
        <p:nvSpPr>
          <p:cNvPr id="35" name="Shape 17">
            <a:extLst>
              <a:ext uri="{FF2B5EF4-FFF2-40B4-BE49-F238E27FC236}">
                <a16:creationId xmlns:a16="http://schemas.microsoft.com/office/drawing/2014/main" id="{7F1A79EA-8185-0435-5880-2F20810C3897}"/>
              </a:ext>
            </a:extLst>
          </p:cNvPr>
          <p:cNvSpPr/>
          <p:nvPr/>
        </p:nvSpPr>
        <p:spPr>
          <a:xfrm>
            <a:off x="737616" y="3889413"/>
            <a:ext cx="329184" cy="329184"/>
          </a:xfrm>
          <a:prstGeom prst="ellipse">
            <a:avLst/>
          </a:prstGeom>
          <a:solidFill>
            <a:srgbClr val="2251FF"/>
          </a:solidFill>
          <a:ln/>
        </p:spPr>
        <p:txBody>
          <a:bodyPr/>
          <a:lstStyle/>
          <a:p>
            <a:endParaRPr lang="en-US"/>
          </a:p>
        </p:txBody>
      </p:sp>
      <p:sp>
        <p:nvSpPr>
          <p:cNvPr id="37" name="Text 18">
            <a:extLst>
              <a:ext uri="{FF2B5EF4-FFF2-40B4-BE49-F238E27FC236}">
                <a16:creationId xmlns:a16="http://schemas.microsoft.com/office/drawing/2014/main" id="{1010730F-DE72-91DC-EC6F-E7E8BF49D3C6}"/>
              </a:ext>
            </a:extLst>
          </p:cNvPr>
          <p:cNvSpPr/>
          <p:nvPr/>
        </p:nvSpPr>
        <p:spPr>
          <a:xfrm>
            <a:off x="737616" y="3889413"/>
            <a:ext cx="329184" cy="329184"/>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39" name="Text 19">
            <a:extLst>
              <a:ext uri="{FF2B5EF4-FFF2-40B4-BE49-F238E27FC236}">
                <a16:creationId xmlns:a16="http://schemas.microsoft.com/office/drawing/2014/main" id="{61658C2D-45B6-FBCD-1DA7-9778C5992EBD}"/>
              </a:ext>
            </a:extLst>
          </p:cNvPr>
          <p:cNvSpPr/>
          <p:nvPr/>
        </p:nvSpPr>
        <p:spPr>
          <a:xfrm>
            <a:off x="1213104" y="3669957"/>
            <a:ext cx="6080760" cy="310896"/>
          </a:xfrm>
          <a:prstGeom prst="rect">
            <a:avLst/>
          </a:prstGeom>
          <a:noFill/>
          <a:ln/>
        </p:spPr>
        <p:txBody>
          <a:bodyPr wrap="square" lIns="0" tIns="0" rIns="0" bIns="0" rtlCol="0" anchor="ctr"/>
          <a:lstStyle/>
          <a:p>
            <a:pPr marL="0" indent="0">
              <a:buNone/>
            </a:pPr>
            <a:r>
              <a:rPr lang="en-US" sz="1600" b="1" dirty="0">
                <a:solidFill>
                  <a:schemeClr val="accent3"/>
                </a:solidFill>
                <a:latin typeface="Arial" pitchFamily="34" charset="0"/>
                <a:ea typeface="Arial" pitchFamily="34" charset="-122"/>
                <a:cs typeface="Arial" pitchFamily="34" charset="-120"/>
              </a:rPr>
              <a:t>Developer Velocity Index</a:t>
            </a:r>
            <a:endParaRPr lang="en-US" sz="1600" dirty="0">
              <a:solidFill>
                <a:schemeClr val="accent3"/>
              </a:solidFill>
            </a:endParaRPr>
          </a:p>
        </p:txBody>
      </p:sp>
      <p:sp>
        <p:nvSpPr>
          <p:cNvPr id="41" name="Text 20">
            <a:extLst>
              <a:ext uri="{FF2B5EF4-FFF2-40B4-BE49-F238E27FC236}">
                <a16:creationId xmlns:a16="http://schemas.microsoft.com/office/drawing/2014/main" id="{8B4AB3F0-5342-19A3-8770-0EC75B227C47}"/>
              </a:ext>
            </a:extLst>
          </p:cNvPr>
          <p:cNvSpPr/>
          <p:nvPr/>
        </p:nvSpPr>
        <p:spPr>
          <a:xfrm>
            <a:off x="1213104" y="3962565"/>
            <a:ext cx="6080760" cy="292608"/>
          </a:xfrm>
          <a:prstGeom prst="rect">
            <a:avLst/>
          </a:prstGeom>
          <a:noFill/>
          <a:ln/>
        </p:spPr>
        <p:txBody>
          <a:bodyPr wrap="square" lIns="0" tIns="0" rIns="0" bIns="0" rtlCol="0" anchor="ctr"/>
          <a:lstStyle/>
          <a:p>
            <a:pPr marL="0" indent="0">
              <a:buNone/>
            </a:pPr>
            <a:r>
              <a:rPr lang="en-US" sz="1200" dirty="0">
                <a:solidFill>
                  <a:srgbClr val="1A1A1A"/>
                </a:solidFill>
                <a:latin typeface="Arial" pitchFamily="34" charset="0"/>
                <a:ea typeface="Arial" pitchFamily="34" charset="-122"/>
                <a:cs typeface="Arial" pitchFamily="34" charset="-120"/>
              </a:rPr>
              <a:t>Engineering practice maturity and developer time in inner loop versus outer loop</a:t>
            </a:r>
            <a:endParaRPr lang="en-US" sz="1200" dirty="0"/>
          </a:p>
        </p:txBody>
      </p:sp>
      <p:sp>
        <p:nvSpPr>
          <p:cNvPr id="43" name="Text 21">
            <a:extLst>
              <a:ext uri="{FF2B5EF4-FFF2-40B4-BE49-F238E27FC236}">
                <a16:creationId xmlns:a16="http://schemas.microsoft.com/office/drawing/2014/main" id="{703CA48B-9F6E-E84F-9139-81D739093672}"/>
              </a:ext>
            </a:extLst>
          </p:cNvPr>
          <p:cNvSpPr/>
          <p:nvPr/>
        </p:nvSpPr>
        <p:spPr>
          <a:xfrm>
            <a:off x="1213104" y="4218597"/>
            <a:ext cx="6080760" cy="237744"/>
          </a:xfrm>
          <a:prstGeom prst="rect">
            <a:avLst/>
          </a:prstGeom>
          <a:noFill/>
          <a:ln/>
        </p:spPr>
        <p:txBody>
          <a:bodyPr wrap="square" lIns="0" tIns="0" rIns="0" bIns="0" rtlCol="0" anchor="ctr"/>
          <a:lstStyle/>
          <a:p>
            <a:pPr marL="0" indent="0">
              <a:buNone/>
            </a:pPr>
            <a:r>
              <a:rPr lang="en-US" sz="1050" b="1" dirty="0">
                <a:solidFill>
                  <a:srgbClr val="2251FF"/>
                </a:solidFill>
                <a:latin typeface="Arial" pitchFamily="34" charset="0"/>
                <a:ea typeface="Arial" pitchFamily="34" charset="-122"/>
                <a:cs typeface="Arial" pitchFamily="34" charset="-120"/>
              </a:rPr>
              <a:t>Developer survey plus engineering interviews</a:t>
            </a:r>
            <a:endParaRPr lang="en-US" sz="1050" dirty="0"/>
          </a:p>
        </p:txBody>
      </p:sp>
      <p:sp>
        <p:nvSpPr>
          <p:cNvPr id="45" name="Shape 22">
            <a:extLst>
              <a:ext uri="{FF2B5EF4-FFF2-40B4-BE49-F238E27FC236}">
                <a16:creationId xmlns:a16="http://schemas.microsoft.com/office/drawing/2014/main" id="{E540A0A9-3734-ADF6-D8C5-C02A5771018F}"/>
              </a:ext>
            </a:extLst>
          </p:cNvPr>
          <p:cNvSpPr>
            <a:spLocks/>
          </p:cNvSpPr>
          <p:nvPr/>
        </p:nvSpPr>
        <p:spPr>
          <a:xfrm>
            <a:off x="554736" y="4529493"/>
            <a:ext cx="6739128" cy="841248"/>
          </a:xfrm>
          <a:prstGeom prst="rect">
            <a:avLst/>
          </a:prstGeom>
          <a:solidFill>
            <a:srgbClr val="FFFFFF"/>
          </a:solidFill>
          <a:ln w="9525">
            <a:solidFill>
              <a:srgbClr val="D9DDE1"/>
            </a:solidFill>
            <a:prstDash val="solid"/>
          </a:ln>
        </p:spPr>
        <p:txBody>
          <a:bodyPr>
            <a:noAutofit/>
          </a:bodyPr>
          <a:lstStyle/>
          <a:p>
            <a:endParaRPr lang="en-US"/>
          </a:p>
        </p:txBody>
      </p:sp>
      <p:sp>
        <p:nvSpPr>
          <p:cNvPr id="47" name="Shape 23">
            <a:extLst>
              <a:ext uri="{FF2B5EF4-FFF2-40B4-BE49-F238E27FC236}">
                <a16:creationId xmlns:a16="http://schemas.microsoft.com/office/drawing/2014/main" id="{2B620C96-7607-C33A-DD74-F9A628EE414B}"/>
              </a:ext>
            </a:extLst>
          </p:cNvPr>
          <p:cNvSpPr/>
          <p:nvPr/>
        </p:nvSpPr>
        <p:spPr>
          <a:xfrm>
            <a:off x="737616" y="4803813"/>
            <a:ext cx="329184" cy="329184"/>
          </a:xfrm>
          <a:prstGeom prst="ellipse">
            <a:avLst/>
          </a:prstGeom>
          <a:solidFill>
            <a:srgbClr val="2251FF"/>
          </a:solidFill>
          <a:ln/>
        </p:spPr>
        <p:txBody>
          <a:bodyPr/>
          <a:lstStyle/>
          <a:p>
            <a:endParaRPr lang="en-US"/>
          </a:p>
        </p:txBody>
      </p:sp>
      <p:sp>
        <p:nvSpPr>
          <p:cNvPr id="49" name="Text 24">
            <a:extLst>
              <a:ext uri="{FF2B5EF4-FFF2-40B4-BE49-F238E27FC236}">
                <a16:creationId xmlns:a16="http://schemas.microsoft.com/office/drawing/2014/main" id="{A19F1F0F-4D0A-75BF-3648-680F272C4DE5}"/>
              </a:ext>
            </a:extLst>
          </p:cNvPr>
          <p:cNvSpPr/>
          <p:nvPr/>
        </p:nvSpPr>
        <p:spPr>
          <a:xfrm>
            <a:off x="737616" y="4803813"/>
            <a:ext cx="329184" cy="329184"/>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51" name="Text 25">
            <a:extLst>
              <a:ext uri="{FF2B5EF4-FFF2-40B4-BE49-F238E27FC236}">
                <a16:creationId xmlns:a16="http://schemas.microsoft.com/office/drawing/2014/main" id="{37090FFA-1329-5BE8-EF9D-AE578B929EAE}"/>
              </a:ext>
            </a:extLst>
          </p:cNvPr>
          <p:cNvSpPr/>
          <p:nvPr/>
        </p:nvSpPr>
        <p:spPr>
          <a:xfrm>
            <a:off x="1213104" y="4584357"/>
            <a:ext cx="6080760" cy="310896"/>
          </a:xfrm>
          <a:prstGeom prst="rect">
            <a:avLst/>
          </a:prstGeom>
          <a:noFill/>
          <a:ln/>
        </p:spPr>
        <p:txBody>
          <a:bodyPr wrap="square" lIns="0" tIns="0" rIns="0" bIns="0" rtlCol="0" anchor="ctr"/>
          <a:lstStyle/>
          <a:p>
            <a:pPr marL="0" indent="0">
              <a:buNone/>
            </a:pPr>
            <a:r>
              <a:rPr lang="en-US" sz="1600" b="1" dirty="0">
                <a:solidFill>
                  <a:schemeClr val="accent3"/>
                </a:solidFill>
                <a:latin typeface="Arial" pitchFamily="34" charset="0"/>
                <a:ea typeface="Arial" pitchFamily="34" charset="-122"/>
                <a:cs typeface="Arial" pitchFamily="34" charset="-120"/>
              </a:rPr>
              <a:t>Operating Model Index (OMI)</a:t>
            </a:r>
            <a:endParaRPr lang="en-US" sz="1600" dirty="0">
              <a:solidFill>
                <a:schemeClr val="accent3"/>
              </a:solidFill>
            </a:endParaRPr>
          </a:p>
        </p:txBody>
      </p:sp>
      <p:sp>
        <p:nvSpPr>
          <p:cNvPr id="53" name="Text 26">
            <a:extLst>
              <a:ext uri="{FF2B5EF4-FFF2-40B4-BE49-F238E27FC236}">
                <a16:creationId xmlns:a16="http://schemas.microsoft.com/office/drawing/2014/main" id="{FEC8BA2E-A788-9590-9CE3-7A819A2CE5F3}"/>
              </a:ext>
            </a:extLst>
          </p:cNvPr>
          <p:cNvSpPr/>
          <p:nvPr/>
        </p:nvSpPr>
        <p:spPr>
          <a:xfrm>
            <a:off x="1213104" y="4876965"/>
            <a:ext cx="6080760" cy="292608"/>
          </a:xfrm>
          <a:prstGeom prst="rect">
            <a:avLst/>
          </a:prstGeom>
          <a:noFill/>
          <a:ln/>
        </p:spPr>
        <p:txBody>
          <a:bodyPr wrap="square" lIns="0" tIns="0" rIns="0" bIns="0" rtlCol="0" anchor="ctr"/>
          <a:lstStyle/>
          <a:p>
            <a:pPr marL="0" indent="0">
              <a:buNone/>
            </a:pPr>
            <a:r>
              <a:rPr lang="en-US" sz="1200" dirty="0">
                <a:solidFill>
                  <a:srgbClr val="1A1A1A"/>
                </a:solidFill>
                <a:latin typeface="Arial" pitchFamily="34" charset="0"/>
                <a:ea typeface="Arial" pitchFamily="34" charset="-122"/>
                <a:cs typeface="Arial" pitchFamily="34" charset="-120"/>
              </a:rPr>
              <a:t>Product and platform operating model across 5 areas and 17 dimensions</a:t>
            </a:r>
            <a:endParaRPr lang="en-US" sz="1200" dirty="0"/>
          </a:p>
        </p:txBody>
      </p:sp>
      <p:sp>
        <p:nvSpPr>
          <p:cNvPr id="55" name="Text 27">
            <a:extLst>
              <a:ext uri="{FF2B5EF4-FFF2-40B4-BE49-F238E27FC236}">
                <a16:creationId xmlns:a16="http://schemas.microsoft.com/office/drawing/2014/main" id="{7974A8AB-4F1B-0B17-4881-9A74EBCCD6AE}"/>
              </a:ext>
            </a:extLst>
          </p:cNvPr>
          <p:cNvSpPr/>
          <p:nvPr/>
        </p:nvSpPr>
        <p:spPr>
          <a:xfrm>
            <a:off x="1213104" y="5132997"/>
            <a:ext cx="6080760" cy="237744"/>
          </a:xfrm>
          <a:prstGeom prst="rect">
            <a:avLst/>
          </a:prstGeom>
          <a:noFill/>
          <a:ln/>
        </p:spPr>
        <p:txBody>
          <a:bodyPr wrap="square" lIns="0" tIns="0" rIns="0" bIns="0" rtlCol="0" anchor="ctr"/>
          <a:lstStyle/>
          <a:p>
            <a:pPr marL="0" indent="0">
              <a:buNone/>
            </a:pPr>
            <a:r>
              <a:rPr lang="en-US" sz="1050" b="1" dirty="0">
                <a:solidFill>
                  <a:srgbClr val="2251FF"/>
                </a:solidFill>
                <a:latin typeface="Arial" pitchFamily="34" charset="0"/>
                <a:ea typeface="Arial" pitchFamily="34" charset="-122"/>
                <a:cs typeface="Arial" pitchFamily="34" charset="-120"/>
              </a:rPr>
              <a:t>400+ companies  |  20 minutes per respondent</a:t>
            </a:r>
            <a:endParaRPr lang="en-US" sz="1050" dirty="0"/>
          </a:p>
        </p:txBody>
      </p:sp>
      <p:sp>
        <p:nvSpPr>
          <p:cNvPr id="57" name="Shape 28">
            <a:extLst>
              <a:ext uri="{FF2B5EF4-FFF2-40B4-BE49-F238E27FC236}">
                <a16:creationId xmlns:a16="http://schemas.microsoft.com/office/drawing/2014/main" id="{A73717B8-DEEF-FB72-48F0-E26F182D4D7B}"/>
              </a:ext>
            </a:extLst>
          </p:cNvPr>
          <p:cNvSpPr>
            <a:spLocks/>
          </p:cNvSpPr>
          <p:nvPr/>
        </p:nvSpPr>
        <p:spPr>
          <a:xfrm>
            <a:off x="554736" y="5443893"/>
            <a:ext cx="6739128" cy="841248"/>
          </a:xfrm>
          <a:prstGeom prst="rect">
            <a:avLst/>
          </a:prstGeom>
          <a:solidFill>
            <a:srgbClr val="F2F6FC"/>
          </a:solidFill>
          <a:ln w="9525">
            <a:solidFill>
              <a:srgbClr val="D9DDE1"/>
            </a:solidFill>
            <a:prstDash val="solid"/>
          </a:ln>
        </p:spPr>
        <p:txBody>
          <a:bodyPr>
            <a:noAutofit/>
          </a:bodyPr>
          <a:lstStyle/>
          <a:p>
            <a:endParaRPr lang="en-US"/>
          </a:p>
        </p:txBody>
      </p:sp>
      <p:sp>
        <p:nvSpPr>
          <p:cNvPr id="59" name="Shape 29">
            <a:extLst>
              <a:ext uri="{FF2B5EF4-FFF2-40B4-BE49-F238E27FC236}">
                <a16:creationId xmlns:a16="http://schemas.microsoft.com/office/drawing/2014/main" id="{4CACF458-4BD7-E861-8427-F4678CE93AD4}"/>
              </a:ext>
            </a:extLst>
          </p:cNvPr>
          <p:cNvSpPr/>
          <p:nvPr/>
        </p:nvSpPr>
        <p:spPr>
          <a:xfrm>
            <a:off x="737616" y="5718213"/>
            <a:ext cx="329184" cy="329184"/>
          </a:xfrm>
          <a:prstGeom prst="ellipse">
            <a:avLst/>
          </a:prstGeom>
          <a:solidFill>
            <a:srgbClr val="2251FF"/>
          </a:solidFill>
          <a:ln/>
        </p:spPr>
        <p:txBody>
          <a:bodyPr/>
          <a:lstStyle/>
          <a:p>
            <a:endParaRPr lang="en-US"/>
          </a:p>
        </p:txBody>
      </p:sp>
      <p:sp>
        <p:nvSpPr>
          <p:cNvPr id="61" name="Text 30">
            <a:extLst>
              <a:ext uri="{FF2B5EF4-FFF2-40B4-BE49-F238E27FC236}">
                <a16:creationId xmlns:a16="http://schemas.microsoft.com/office/drawing/2014/main" id="{A48D2789-2704-BCAF-F83B-7DB50522BC92}"/>
              </a:ext>
            </a:extLst>
          </p:cNvPr>
          <p:cNvSpPr/>
          <p:nvPr/>
        </p:nvSpPr>
        <p:spPr>
          <a:xfrm>
            <a:off x="737616" y="5718213"/>
            <a:ext cx="329184" cy="329184"/>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63" name="Text 31">
            <a:extLst>
              <a:ext uri="{FF2B5EF4-FFF2-40B4-BE49-F238E27FC236}">
                <a16:creationId xmlns:a16="http://schemas.microsoft.com/office/drawing/2014/main" id="{4ED9DD6D-BAA8-C236-7726-17AC12AD181D}"/>
              </a:ext>
            </a:extLst>
          </p:cNvPr>
          <p:cNvSpPr/>
          <p:nvPr/>
        </p:nvSpPr>
        <p:spPr>
          <a:xfrm>
            <a:off x="1213104" y="5498757"/>
            <a:ext cx="6080760" cy="310896"/>
          </a:xfrm>
          <a:prstGeom prst="rect">
            <a:avLst/>
          </a:prstGeom>
          <a:noFill/>
          <a:ln/>
        </p:spPr>
        <p:txBody>
          <a:bodyPr wrap="square" lIns="0" tIns="0" rIns="0" bIns="0" rtlCol="0" anchor="ctr"/>
          <a:lstStyle/>
          <a:p>
            <a:pPr marL="0" indent="0">
              <a:buNone/>
            </a:pPr>
            <a:r>
              <a:rPr lang="en-US" sz="1600" b="1" dirty="0">
                <a:solidFill>
                  <a:schemeClr val="accent3"/>
                </a:solidFill>
                <a:latin typeface="Arial" pitchFamily="34" charset="0"/>
                <a:ea typeface="Arial" pitchFamily="34" charset="-122"/>
                <a:cs typeface="Arial" pitchFamily="34" charset="-120"/>
              </a:rPr>
              <a:t>AA tool and AI process workflow tool</a:t>
            </a:r>
            <a:endParaRPr lang="en-US" sz="1600" dirty="0">
              <a:solidFill>
                <a:srgbClr val="FF0000"/>
              </a:solidFill>
            </a:endParaRPr>
          </a:p>
        </p:txBody>
      </p:sp>
      <p:sp>
        <p:nvSpPr>
          <p:cNvPr id="65" name="Text 32">
            <a:extLst>
              <a:ext uri="{FF2B5EF4-FFF2-40B4-BE49-F238E27FC236}">
                <a16:creationId xmlns:a16="http://schemas.microsoft.com/office/drawing/2014/main" id="{E15E8EF5-3F79-33B9-61B4-91F76E4E8E3A}"/>
              </a:ext>
            </a:extLst>
          </p:cNvPr>
          <p:cNvSpPr/>
          <p:nvPr/>
        </p:nvSpPr>
        <p:spPr>
          <a:xfrm>
            <a:off x="1213104" y="5791365"/>
            <a:ext cx="6080760" cy="292608"/>
          </a:xfrm>
          <a:prstGeom prst="rect">
            <a:avLst/>
          </a:prstGeom>
          <a:noFill/>
          <a:ln/>
        </p:spPr>
        <p:txBody>
          <a:bodyPr wrap="square" lIns="0" tIns="0" rIns="0" bIns="0" rtlCol="0" anchor="ctr"/>
          <a:lstStyle/>
          <a:p>
            <a:pPr marL="0" indent="0">
              <a:buNone/>
            </a:pPr>
            <a:r>
              <a:rPr lang="en-US" sz="1200" dirty="0">
                <a:solidFill>
                  <a:srgbClr val="1A1A1A"/>
                </a:solidFill>
                <a:latin typeface="Arial" pitchFamily="34" charset="0"/>
                <a:ea typeface="Arial" pitchFamily="34" charset="-122"/>
                <a:cs typeface="Arial" pitchFamily="34" charset="-120"/>
              </a:rPr>
              <a:t>AI value at stake by domain, then re-imagined workflows for the priority domains</a:t>
            </a:r>
            <a:endParaRPr lang="en-US" sz="1200" dirty="0"/>
          </a:p>
        </p:txBody>
      </p:sp>
      <p:sp>
        <p:nvSpPr>
          <p:cNvPr id="67" name="Text 33">
            <a:extLst>
              <a:ext uri="{FF2B5EF4-FFF2-40B4-BE49-F238E27FC236}">
                <a16:creationId xmlns:a16="http://schemas.microsoft.com/office/drawing/2014/main" id="{4D06DD41-994C-7C1F-AADD-94DFECD2844A}"/>
              </a:ext>
            </a:extLst>
          </p:cNvPr>
          <p:cNvSpPr/>
          <p:nvPr/>
        </p:nvSpPr>
        <p:spPr>
          <a:xfrm>
            <a:off x="1213104" y="6047397"/>
            <a:ext cx="6080760" cy="237744"/>
          </a:xfrm>
          <a:prstGeom prst="rect">
            <a:avLst/>
          </a:prstGeom>
          <a:noFill/>
          <a:ln/>
        </p:spPr>
        <p:txBody>
          <a:bodyPr wrap="square" lIns="0" tIns="0" rIns="0" bIns="0" rtlCol="0" anchor="ctr"/>
          <a:lstStyle/>
          <a:p>
            <a:pPr marL="0" indent="0">
              <a:buNone/>
            </a:pPr>
            <a:r>
              <a:rPr lang="en-US" sz="1050" b="1" dirty="0">
                <a:solidFill>
                  <a:srgbClr val="2251FF"/>
                </a:solidFill>
                <a:latin typeface="Arial" pitchFamily="34" charset="0"/>
                <a:ea typeface="Arial" pitchFamily="34" charset="-122"/>
                <a:cs typeface="Arial" pitchFamily="34" charset="-120"/>
              </a:rPr>
              <a:t>Internal value sizing, then AI-assisted workflow redesign</a:t>
            </a:r>
            <a:endParaRPr lang="en-US" sz="1050" dirty="0"/>
          </a:p>
        </p:txBody>
      </p:sp>
      <p:sp>
        <p:nvSpPr>
          <p:cNvPr id="71" name="Text 35">
            <a:extLst>
              <a:ext uri="{FF2B5EF4-FFF2-40B4-BE49-F238E27FC236}">
                <a16:creationId xmlns:a16="http://schemas.microsoft.com/office/drawing/2014/main" id="{5E7D4FD8-1952-923F-9886-AC56E643378B}"/>
              </a:ext>
            </a:extLst>
          </p:cNvPr>
          <p:cNvSpPr/>
          <p:nvPr/>
        </p:nvSpPr>
        <p:spPr>
          <a:xfrm>
            <a:off x="7933944" y="1275426"/>
            <a:ext cx="3694176" cy="246221"/>
          </a:xfrm>
          <a:prstGeom prst="rect">
            <a:avLst/>
          </a:prstGeom>
          <a:noFill/>
          <a:ln/>
        </p:spPr>
        <p:txBody>
          <a:bodyPr wrap="square" lIns="0" tIns="0" rIns="0" bIns="0" rtlCol="0" anchor="ctr">
            <a:spAutoFit/>
          </a:bodyPr>
          <a:lstStyle/>
          <a:p>
            <a:pPr marL="0" indent="0">
              <a:buNone/>
            </a:pPr>
            <a:r>
              <a:rPr lang="en-US" sz="1600" b="1" dirty="0">
                <a:solidFill>
                  <a:srgbClr val="FFFFFF"/>
                </a:solidFill>
                <a:ea typeface="Cambria" pitchFamily="34" charset="-122"/>
                <a:cs typeface="Cambria" pitchFamily="34" charset="-120"/>
              </a:rPr>
              <a:t>Data we need from you</a:t>
            </a:r>
            <a:endParaRPr lang="en-US" sz="1600" dirty="0"/>
          </a:p>
        </p:txBody>
      </p:sp>
      <p:sp>
        <p:nvSpPr>
          <p:cNvPr id="114" name="Text 35">
            <a:extLst>
              <a:ext uri="{FF2B5EF4-FFF2-40B4-BE49-F238E27FC236}">
                <a16:creationId xmlns:a16="http://schemas.microsoft.com/office/drawing/2014/main" id="{D785F3AA-391B-4181-20E1-E71F41344152}"/>
              </a:ext>
            </a:extLst>
          </p:cNvPr>
          <p:cNvSpPr/>
          <p:nvPr/>
        </p:nvSpPr>
        <p:spPr>
          <a:xfrm>
            <a:off x="554736" y="1275426"/>
            <a:ext cx="6222927" cy="246221"/>
          </a:xfrm>
          <a:prstGeom prst="rect">
            <a:avLst/>
          </a:prstGeom>
          <a:noFill/>
          <a:ln/>
        </p:spPr>
        <p:txBody>
          <a:bodyPr wrap="square" lIns="0" tIns="0" rIns="0" bIns="0" rtlCol="0" anchor="ctr">
            <a:spAutoFit/>
          </a:bodyPr>
          <a:lstStyle/>
          <a:p>
            <a:pPr marL="0" indent="0">
              <a:buNone/>
            </a:pPr>
            <a:r>
              <a:rPr lang="en-US" sz="1600" b="1" dirty="0">
                <a:ea typeface="Cambria" pitchFamily="34" charset="-122"/>
                <a:cs typeface="Cambria" pitchFamily="34" charset="-120"/>
              </a:rPr>
              <a:t>McKinsey assets we will deploy</a:t>
            </a:r>
            <a:endParaRPr lang="en-US" sz="1600" dirty="0"/>
          </a:p>
        </p:txBody>
      </p:sp>
      <p:grpSp>
        <p:nvGrpSpPr>
          <p:cNvPr id="120" name="Group 119">
            <a:extLst>
              <a:ext uri="{FF2B5EF4-FFF2-40B4-BE49-F238E27FC236}">
                <a16:creationId xmlns:a16="http://schemas.microsoft.com/office/drawing/2014/main" id="{961DC745-15CC-974B-CB41-3A8F5663CA8D}"/>
              </a:ext>
            </a:extLst>
          </p:cNvPr>
          <p:cNvGrpSpPr/>
          <p:nvPr/>
        </p:nvGrpSpPr>
        <p:grpSpPr>
          <a:xfrm>
            <a:off x="8061960" y="1796299"/>
            <a:ext cx="3767328" cy="605366"/>
            <a:chOff x="7799832" y="2007360"/>
            <a:chExt cx="3767328" cy="740659"/>
          </a:xfrm>
        </p:grpSpPr>
        <p:sp>
          <p:nvSpPr>
            <p:cNvPr id="75" name="Text 37">
              <a:extLst>
                <a:ext uri="{FF2B5EF4-FFF2-40B4-BE49-F238E27FC236}">
                  <a16:creationId xmlns:a16="http://schemas.microsoft.com/office/drawing/2014/main" id="{963C5ADD-CA25-2BBF-EB84-2310107555D0}"/>
                </a:ext>
              </a:extLst>
            </p:cNvPr>
            <p:cNvSpPr/>
            <p:nvPr/>
          </p:nvSpPr>
          <p:spPr>
            <a:xfrm>
              <a:off x="7799832" y="2007360"/>
              <a:ext cx="3767328" cy="301249"/>
            </a:xfrm>
            <a:prstGeom prst="rect">
              <a:avLst/>
            </a:prstGeom>
            <a:noFill/>
            <a:ln/>
          </p:spPr>
          <p:txBody>
            <a:bodyPr wrap="square" lIns="0" tIns="0" rIns="0" bIns="0" rtlCol="0" anchor="ctr">
              <a:spAutoFit/>
            </a:bodyPr>
            <a:lstStyle/>
            <a:p>
              <a:pPr marL="0" indent="0">
                <a:buNone/>
              </a:pPr>
              <a:r>
                <a:rPr lang="en-US" sz="1600" b="1" dirty="0">
                  <a:solidFill>
                    <a:schemeClr val="bg1"/>
                  </a:solidFill>
                  <a:latin typeface="Arial" pitchFamily="34" charset="0"/>
                  <a:ea typeface="Arial" pitchFamily="34" charset="-122"/>
                  <a:cs typeface="Arial" pitchFamily="34" charset="-120"/>
                </a:rPr>
                <a:t>Financials</a:t>
              </a:r>
              <a:endParaRPr lang="en-US" sz="1600" dirty="0">
                <a:solidFill>
                  <a:schemeClr val="bg1"/>
                </a:solidFill>
              </a:endParaRPr>
            </a:p>
          </p:txBody>
        </p:sp>
        <p:sp>
          <p:nvSpPr>
            <p:cNvPr id="77" name="Text 38">
              <a:extLst>
                <a:ext uri="{FF2B5EF4-FFF2-40B4-BE49-F238E27FC236}">
                  <a16:creationId xmlns:a16="http://schemas.microsoft.com/office/drawing/2014/main" id="{8BC17BE0-97EB-D57A-B6AC-1ED72ED67DAA}"/>
                </a:ext>
              </a:extLst>
            </p:cNvPr>
            <p:cNvSpPr/>
            <p:nvPr/>
          </p:nvSpPr>
          <p:spPr>
            <a:xfrm>
              <a:off x="7799832" y="2296145"/>
              <a:ext cx="3767328" cy="451874"/>
            </a:xfrm>
            <a:prstGeom prst="rect">
              <a:avLst/>
            </a:prstGeom>
            <a:noFill/>
            <a:ln/>
          </p:spPr>
          <p:txBody>
            <a:bodyPr wrap="square" lIns="0" tIns="0" rIns="0" bIns="0" rtlCol="0" anchor="ctr">
              <a:spAutoFit/>
            </a:bodyPr>
            <a:lstStyle/>
            <a:p>
              <a:pPr marL="0" indent="0">
                <a:buNone/>
              </a:pPr>
              <a:r>
                <a:rPr lang="en-US" sz="1200" dirty="0">
                  <a:solidFill>
                    <a:schemeClr val="bg1"/>
                  </a:solidFill>
                  <a:latin typeface="Arial" pitchFamily="34" charset="0"/>
                  <a:ea typeface="Arial" pitchFamily="34" charset="-122"/>
                  <a:cs typeface="Arial" pitchFamily="34" charset="-120"/>
                </a:rPr>
                <a:t>Two to three years of technology spend by account, org, vendor and project</a:t>
              </a:r>
              <a:endParaRPr lang="en-US" sz="1200" dirty="0">
                <a:solidFill>
                  <a:schemeClr val="bg1"/>
                </a:solidFill>
              </a:endParaRPr>
            </a:p>
          </p:txBody>
        </p:sp>
      </p:grpSp>
      <p:grpSp>
        <p:nvGrpSpPr>
          <p:cNvPr id="119" name="Group 118">
            <a:extLst>
              <a:ext uri="{FF2B5EF4-FFF2-40B4-BE49-F238E27FC236}">
                <a16:creationId xmlns:a16="http://schemas.microsoft.com/office/drawing/2014/main" id="{81D6E4DB-38A2-684D-7DF7-48BCAA0263AF}"/>
              </a:ext>
            </a:extLst>
          </p:cNvPr>
          <p:cNvGrpSpPr/>
          <p:nvPr/>
        </p:nvGrpSpPr>
        <p:grpSpPr>
          <a:xfrm>
            <a:off x="8061960" y="2555446"/>
            <a:ext cx="3767328" cy="605366"/>
            <a:chOff x="7799832" y="2735555"/>
            <a:chExt cx="3767328" cy="740659"/>
          </a:xfrm>
        </p:grpSpPr>
        <p:sp>
          <p:nvSpPr>
            <p:cNvPr id="81" name="Text 40">
              <a:extLst>
                <a:ext uri="{FF2B5EF4-FFF2-40B4-BE49-F238E27FC236}">
                  <a16:creationId xmlns:a16="http://schemas.microsoft.com/office/drawing/2014/main" id="{F2FC4257-C1D0-CD26-F432-DD6386554886}"/>
                </a:ext>
              </a:extLst>
            </p:cNvPr>
            <p:cNvSpPr/>
            <p:nvPr/>
          </p:nvSpPr>
          <p:spPr>
            <a:xfrm>
              <a:off x="7799832" y="2735555"/>
              <a:ext cx="3767328" cy="301249"/>
            </a:xfrm>
            <a:prstGeom prst="rect">
              <a:avLst/>
            </a:prstGeom>
            <a:noFill/>
            <a:ln/>
          </p:spPr>
          <p:txBody>
            <a:bodyPr wrap="square" lIns="0" tIns="0" rIns="0" bIns="0" rtlCol="0" anchor="ctr">
              <a:spAutoFit/>
            </a:bodyPr>
            <a:lstStyle/>
            <a:p>
              <a:pPr marL="0" indent="0">
                <a:buNone/>
              </a:pPr>
              <a:r>
                <a:rPr lang="en-US" sz="1600" b="1" dirty="0">
                  <a:solidFill>
                    <a:schemeClr val="bg1"/>
                  </a:solidFill>
                  <a:latin typeface="Arial" pitchFamily="34" charset="0"/>
                  <a:ea typeface="Arial" pitchFamily="34" charset="-122"/>
                  <a:cs typeface="Arial" pitchFamily="34" charset="-120"/>
                </a:rPr>
                <a:t>People</a:t>
              </a:r>
              <a:endParaRPr lang="en-US" sz="1600" dirty="0">
                <a:solidFill>
                  <a:schemeClr val="bg1"/>
                </a:solidFill>
              </a:endParaRPr>
            </a:p>
          </p:txBody>
        </p:sp>
        <p:sp>
          <p:nvSpPr>
            <p:cNvPr id="83" name="Text 41">
              <a:extLst>
                <a:ext uri="{FF2B5EF4-FFF2-40B4-BE49-F238E27FC236}">
                  <a16:creationId xmlns:a16="http://schemas.microsoft.com/office/drawing/2014/main" id="{0F849549-D144-521A-7762-4A37DDF7AF45}"/>
                </a:ext>
              </a:extLst>
            </p:cNvPr>
            <p:cNvSpPr/>
            <p:nvPr/>
          </p:nvSpPr>
          <p:spPr>
            <a:xfrm>
              <a:off x="7799832" y="3024340"/>
              <a:ext cx="3767328" cy="451874"/>
            </a:xfrm>
            <a:prstGeom prst="rect">
              <a:avLst/>
            </a:prstGeom>
            <a:noFill/>
            <a:ln/>
          </p:spPr>
          <p:txBody>
            <a:bodyPr wrap="square" lIns="0" tIns="0" rIns="0" bIns="0" rtlCol="0" anchor="ctr">
              <a:spAutoFit/>
            </a:bodyPr>
            <a:lstStyle/>
            <a:p>
              <a:pPr marL="0" indent="0">
                <a:buNone/>
              </a:pPr>
              <a:r>
                <a:rPr lang="en-US" sz="1200" dirty="0">
                  <a:solidFill>
                    <a:schemeClr val="bg1"/>
                  </a:solidFill>
                  <a:latin typeface="Arial" pitchFamily="34" charset="0"/>
                  <a:ea typeface="Arial" pitchFamily="34" charset="-122"/>
                  <a:cs typeface="Arial" pitchFamily="34" charset="-120"/>
                </a:rPr>
                <a:t>Anonymized roster with role, level, location, cost, internal versus contractor</a:t>
              </a:r>
              <a:endParaRPr lang="en-US" sz="1200" dirty="0">
                <a:solidFill>
                  <a:schemeClr val="bg1"/>
                </a:solidFill>
              </a:endParaRPr>
            </a:p>
          </p:txBody>
        </p:sp>
      </p:grpSp>
      <p:grpSp>
        <p:nvGrpSpPr>
          <p:cNvPr id="118" name="Group 117">
            <a:extLst>
              <a:ext uri="{FF2B5EF4-FFF2-40B4-BE49-F238E27FC236}">
                <a16:creationId xmlns:a16="http://schemas.microsoft.com/office/drawing/2014/main" id="{B9D993F1-E5E1-0F44-B5FC-28CF850F3A89}"/>
              </a:ext>
            </a:extLst>
          </p:cNvPr>
          <p:cNvGrpSpPr/>
          <p:nvPr/>
        </p:nvGrpSpPr>
        <p:grpSpPr>
          <a:xfrm>
            <a:off x="8061960" y="3314593"/>
            <a:ext cx="3767328" cy="605366"/>
            <a:chOff x="7799832" y="3463750"/>
            <a:chExt cx="3767328" cy="740659"/>
          </a:xfrm>
        </p:grpSpPr>
        <p:sp>
          <p:nvSpPr>
            <p:cNvPr id="87" name="Text 43">
              <a:extLst>
                <a:ext uri="{FF2B5EF4-FFF2-40B4-BE49-F238E27FC236}">
                  <a16:creationId xmlns:a16="http://schemas.microsoft.com/office/drawing/2014/main" id="{8A553F1F-44A5-3E09-27CB-A0F46504B666}"/>
                </a:ext>
              </a:extLst>
            </p:cNvPr>
            <p:cNvSpPr/>
            <p:nvPr/>
          </p:nvSpPr>
          <p:spPr>
            <a:xfrm>
              <a:off x="7799832" y="3463750"/>
              <a:ext cx="3767328" cy="301249"/>
            </a:xfrm>
            <a:prstGeom prst="rect">
              <a:avLst/>
            </a:prstGeom>
            <a:noFill/>
            <a:ln/>
          </p:spPr>
          <p:txBody>
            <a:bodyPr wrap="square" lIns="0" tIns="0" rIns="0" bIns="0" rtlCol="0" anchor="ctr">
              <a:spAutoFit/>
            </a:bodyPr>
            <a:lstStyle/>
            <a:p>
              <a:pPr marL="0" indent="0">
                <a:buNone/>
              </a:pPr>
              <a:r>
                <a:rPr lang="en-US" sz="1600" b="1" dirty="0">
                  <a:solidFill>
                    <a:schemeClr val="bg1"/>
                  </a:solidFill>
                  <a:latin typeface="Arial" pitchFamily="34" charset="0"/>
                  <a:ea typeface="Arial" pitchFamily="34" charset="-122"/>
                  <a:cs typeface="Arial" pitchFamily="34" charset="-120"/>
                </a:rPr>
                <a:t>Projects</a:t>
              </a:r>
              <a:endParaRPr lang="en-US" sz="1600" dirty="0">
                <a:solidFill>
                  <a:schemeClr val="bg1"/>
                </a:solidFill>
              </a:endParaRPr>
            </a:p>
          </p:txBody>
        </p:sp>
        <p:sp>
          <p:nvSpPr>
            <p:cNvPr id="89" name="Text 44">
              <a:extLst>
                <a:ext uri="{FF2B5EF4-FFF2-40B4-BE49-F238E27FC236}">
                  <a16:creationId xmlns:a16="http://schemas.microsoft.com/office/drawing/2014/main" id="{ADF56485-C342-545F-C595-A4B76F004436}"/>
                </a:ext>
              </a:extLst>
            </p:cNvPr>
            <p:cNvSpPr/>
            <p:nvPr/>
          </p:nvSpPr>
          <p:spPr>
            <a:xfrm>
              <a:off x="7799832" y="3752535"/>
              <a:ext cx="3767328" cy="451874"/>
            </a:xfrm>
            <a:prstGeom prst="rect">
              <a:avLst/>
            </a:prstGeom>
            <a:noFill/>
            <a:ln/>
          </p:spPr>
          <p:txBody>
            <a:bodyPr wrap="square" lIns="0" tIns="0" rIns="0" bIns="0" rtlCol="0" anchor="ctr">
              <a:spAutoFit/>
            </a:bodyPr>
            <a:lstStyle/>
            <a:p>
              <a:pPr marL="0" indent="0">
                <a:buNone/>
              </a:pPr>
              <a:r>
                <a:rPr lang="en-US" sz="1200" dirty="0">
                  <a:solidFill>
                    <a:schemeClr val="bg1"/>
                  </a:solidFill>
                  <a:latin typeface="Arial" pitchFamily="34" charset="0"/>
                  <a:ea typeface="Arial" pitchFamily="34" charset="-122"/>
                  <a:cs typeface="Arial" pitchFamily="34" charset="-120"/>
                </a:rPr>
                <a:t>Twelve months of projects with cost, type, benefits and success metrics</a:t>
              </a:r>
              <a:endParaRPr lang="en-US" sz="1200" dirty="0">
                <a:solidFill>
                  <a:schemeClr val="bg1"/>
                </a:solidFill>
              </a:endParaRPr>
            </a:p>
          </p:txBody>
        </p:sp>
      </p:grpSp>
      <p:grpSp>
        <p:nvGrpSpPr>
          <p:cNvPr id="115" name="Group 114">
            <a:extLst>
              <a:ext uri="{FF2B5EF4-FFF2-40B4-BE49-F238E27FC236}">
                <a16:creationId xmlns:a16="http://schemas.microsoft.com/office/drawing/2014/main" id="{2D5DD45E-877C-3FE4-9982-4FEEA2FD4C8D}"/>
              </a:ext>
            </a:extLst>
          </p:cNvPr>
          <p:cNvGrpSpPr/>
          <p:nvPr/>
        </p:nvGrpSpPr>
        <p:grpSpPr>
          <a:xfrm>
            <a:off x="8061960" y="4073740"/>
            <a:ext cx="3767328" cy="605366"/>
            <a:chOff x="7799832" y="4191945"/>
            <a:chExt cx="3767328" cy="740659"/>
          </a:xfrm>
        </p:grpSpPr>
        <p:sp>
          <p:nvSpPr>
            <p:cNvPr id="93" name="Text 46">
              <a:extLst>
                <a:ext uri="{FF2B5EF4-FFF2-40B4-BE49-F238E27FC236}">
                  <a16:creationId xmlns:a16="http://schemas.microsoft.com/office/drawing/2014/main" id="{AD6AD8D8-3EF1-163E-2018-38B6F4E0F928}"/>
                </a:ext>
              </a:extLst>
            </p:cNvPr>
            <p:cNvSpPr/>
            <p:nvPr/>
          </p:nvSpPr>
          <p:spPr>
            <a:xfrm>
              <a:off x="7799832" y="4191945"/>
              <a:ext cx="3767328" cy="301249"/>
            </a:xfrm>
            <a:prstGeom prst="rect">
              <a:avLst/>
            </a:prstGeom>
            <a:noFill/>
            <a:ln/>
          </p:spPr>
          <p:txBody>
            <a:bodyPr wrap="square" lIns="0" tIns="0" rIns="0" bIns="0" rtlCol="0" anchor="ctr">
              <a:spAutoFit/>
            </a:bodyPr>
            <a:lstStyle/>
            <a:p>
              <a:pPr marL="0" indent="0">
                <a:buNone/>
              </a:pPr>
              <a:r>
                <a:rPr lang="en-US" sz="1600" b="1" dirty="0">
                  <a:solidFill>
                    <a:schemeClr val="bg1"/>
                  </a:solidFill>
                  <a:latin typeface="Arial" pitchFamily="34" charset="0"/>
                  <a:ea typeface="Arial" pitchFamily="34" charset="-122"/>
                  <a:cs typeface="Arial" pitchFamily="34" charset="-120"/>
                </a:rPr>
                <a:t>Sourcing</a:t>
              </a:r>
              <a:endParaRPr lang="en-US" sz="1600" dirty="0">
                <a:solidFill>
                  <a:schemeClr val="bg1"/>
                </a:solidFill>
              </a:endParaRPr>
            </a:p>
          </p:txBody>
        </p:sp>
        <p:sp>
          <p:nvSpPr>
            <p:cNvPr id="95" name="Text 47">
              <a:extLst>
                <a:ext uri="{FF2B5EF4-FFF2-40B4-BE49-F238E27FC236}">
                  <a16:creationId xmlns:a16="http://schemas.microsoft.com/office/drawing/2014/main" id="{5786C3A4-4CEC-5448-8879-4A5B874F924B}"/>
                </a:ext>
              </a:extLst>
            </p:cNvPr>
            <p:cNvSpPr/>
            <p:nvPr/>
          </p:nvSpPr>
          <p:spPr>
            <a:xfrm>
              <a:off x="7799832" y="4480730"/>
              <a:ext cx="3767328" cy="451874"/>
            </a:xfrm>
            <a:prstGeom prst="rect">
              <a:avLst/>
            </a:prstGeom>
            <a:noFill/>
            <a:ln/>
          </p:spPr>
          <p:txBody>
            <a:bodyPr wrap="square" lIns="0" tIns="0" rIns="0" bIns="0" rtlCol="0" anchor="ctr">
              <a:spAutoFit/>
            </a:bodyPr>
            <a:lstStyle/>
            <a:p>
              <a:pPr marL="0" indent="0">
                <a:buNone/>
              </a:pPr>
              <a:r>
                <a:rPr lang="en-US" sz="1200" dirty="0">
                  <a:solidFill>
                    <a:schemeClr val="bg1"/>
                  </a:solidFill>
                  <a:latin typeface="Arial" pitchFamily="34" charset="0"/>
                  <a:ea typeface="Arial" pitchFamily="34" charset="-122"/>
                  <a:cs typeface="Arial" pitchFamily="34" charset="-120"/>
                </a:rPr>
                <a:t>Partners, capabilities supported and contract renewal dates</a:t>
              </a:r>
              <a:endParaRPr lang="en-US" sz="1200" dirty="0">
                <a:solidFill>
                  <a:schemeClr val="bg1"/>
                </a:solidFill>
              </a:endParaRPr>
            </a:p>
          </p:txBody>
        </p:sp>
      </p:grpSp>
      <p:grpSp>
        <p:nvGrpSpPr>
          <p:cNvPr id="117" name="Group 116">
            <a:extLst>
              <a:ext uri="{FF2B5EF4-FFF2-40B4-BE49-F238E27FC236}">
                <a16:creationId xmlns:a16="http://schemas.microsoft.com/office/drawing/2014/main" id="{315DADBE-00A7-E21F-4B21-CD8884F1D0C7}"/>
              </a:ext>
            </a:extLst>
          </p:cNvPr>
          <p:cNvGrpSpPr/>
          <p:nvPr/>
        </p:nvGrpSpPr>
        <p:grpSpPr>
          <a:xfrm>
            <a:off x="8061960" y="4832887"/>
            <a:ext cx="3767328" cy="605366"/>
            <a:chOff x="7799832" y="4920140"/>
            <a:chExt cx="3767328" cy="740659"/>
          </a:xfrm>
        </p:grpSpPr>
        <p:sp>
          <p:nvSpPr>
            <p:cNvPr id="99" name="Text 49">
              <a:extLst>
                <a:ext uri="{FF2B5EF4-FFF2-40B4-BE49-F238E27FC236}">
                  <a16:creationId xmlns:a16="http://schemas.microsoft.com/office/drawing/2014/main" id="{9A2C2D51-1414-A6AA-F937-31142BA58CB2}"/>
                </a:ext>
              </a:extLst>
            </p:cNvPr>
            <p:cNvSpPr/>
            <p:nvPr/>
          </p:nvSpPr>
          <p:spPr>
            <a:xfrm>
              <a:off x="7799832" y="4920140"/>
              <a:ext cx="3767328" cy="301249"/>
            </a:xfrm>
            <a:prstGeom prst="rect">
              <a:avLst/>
            </a:prstGeom>
            <a:noFill/>
            <a:ln/>
          </p:spPr>
          <p:txBody>
            <a:bodyPr wrap="square" lIns="0" tIns="0" rIns="0" bIns="0" rtlCol="0" anchor="ctr">
              <a:spAutoFit/>
            </a:bodyPr>
            <a:lstStyle/>
            <a:p>
              <a:pPr marL="0" indent="0">
                <a:buNone/>
              </a:pPr>
              <a:r>
                <a:rPr lang="en-US" sz="1600" b="1" dirty="0">
                  <a:solidFill>
                    <a:schemeClr val="bg1"/>
                  </a:solidFill>
                  <a:latin typeface="Arial" pitchFamily="34" charset="0"/>
                  <a:ea typeface="Arial" pitchFamily="34" charset="-122"/>
                  <a:cs typeface="Arial" pitchFamily="34" charset="-120"/>
                </a:rPr>
                <a:t>Engineering</a:t>
              </a:r>
              <a:endParaRPr lang="en-US" sz="1600" dirty="0">
                <a:solidFill>
                  <a:schemeClr val="bg1"/>
                </a:solidFill>
              </a:endParaRPr>
            </a:p>
          </p:txBody>
        </p:sp>
        <p:sp>
          <p:nvSpPr>
            <p:cNvPr id="101" name="Text 50">
              <a:extLst>
                <a:ext uri="{FF2B5EF4-FFF2-40B4-BE49-F238E27FC236}">
                  <a16:creationId xmlns:a16="http://schemas.microsoft.com/office/drawing/2014/main" id="{7C90A1F8-7A6B-04BB-3724-061460C339D7}"/>
                </a:ext>
              </a:extLst>
            </p:cNvPr>
            <p:cNvSpPr/>
            <p:nvPr/>
          </p:nvSpPr>
          <p:spPr>
            <a:xfrm>
              <a:off x="7799832" y="5208925"/>
              <a:ext cx="3767328" cy="451874"/>
            </a:xfrm>
            <a:prstGeom prst="rect">
              <a:avLst/>
            </a:prstGeom>
            <a:noFill/>
            <a:ln/>
          </p:spPr>
          <p:txBody>
            <a:bodyPr wrap="square" lIns="0" tIns="0" rIns="0" bIns="0" rtlCol="0" anchor="ctr">
              <a:spAutoFit/>
            </a:bodyPr>
            <a:lstStyle/>
            <a:p>
              <a:pPr marL="0" indent="0">
                <a:buNone/>
              </a:pPr>
              <a:r>
                <a:rPr lang="en-US" sz="1200" dirty="0">
                  <a:solidFill>
                    <a:schemeClr val="bg1"/>
                  </a:solidFill>
                  <a:latin typeface="Arial" pitchFamily="34" charset="0"/>
                  <a:ea typeface="Arial" pitchFamily="34" charset="-122"/>
                  <a:cs typeface="Arial" pitchFamily="34" charset="-120"/>
                </a:rPr>
                <a:t>Effort and backlog tracking, CI/CD documentation, DORA dashboards</a:t>
              </a:r>
              <a:endParaRPr lang="en-US" sz="1200" dirty="0">
                <a:solidFill>
                  <a:schemeClr val="bg1"/>
                </a:solidFill>
              </a:endParaRPr>
            </a:p>
          </p:txBody>
        </p:sp>
      </p:grpSp>
      <p:grpSp>
        <p:nvGrpSpPr>
          <p:cNvPr id="116" name="Group 115">
            <a:extLst>
              <a:ext uri="{FF2B5EF4-FFF2-40B4-BE49-F238E27FC236}">
                <a16:creationId xmlns:a16="http://schemas.microsoft.com/office/drawing/2014/main" id="{6DFF6A18-CD10-6198-FB79-8B1EA7542CE1}"/>
              </a:ext>
            </a:extLst>
          </p:cNvPr>
          <p:cNvGrpSpPr/>
          <p:nvPr/>
        </p:nvGrpSpPr>
        <p:grpSpPr>
          <a:xfrm>
            <a:off x="8061960" y="5592031"/>
            <a:ext cx="3767328" cy="605365"/>
            <a:chOff x="7799832" y="5648335"/>
            <a:chExt cx="3767328" cy="740658"/>
          </a:xfrm>
        </p:grpSpPr>
        <p:sp>
          <p:nvSpPr>
            <p:cNvPr id="105" name="Text 52">
              <a:extLst>
                <a:ext uri="{FF2B5EF4-FFF2-40B4-BE49-F238E27FC236}">
                  <a16:creationId xmlns:a16="http://schemas.microsoft.com/office/drawing/2014/main" id="{E0C9F43F-C326-CFBC-032F-27726527DD4B}"/>
                </a:ext>
              </a:extLst>
            </p:cNvPr>
            <p:cNvSpPr/>
            <p:nvPr/>
          </p:nvSpPr>
          <p:spPr>
            <a:xfrm>
              <a:off x="7799832" y="5648335"/>
              <a:ext cx="3767328" cy="301249"/>
            </a:xfrm>
            <a:prstGeom prst="rect">
              <a:avLst/>
            </a:prstGeom>
            <a:noFill/>
            <a:ln/>
          </p:spPr>
          <p:txBody>
            <a:bodyPr wrap="square" lIns="0" tIns="0" rIns="0" bIns="0" rtlCol="0" anchor="ctr">
              <a:spAutoFit/>
            </a:bodyPr>
            <a:lstStyle/>
            <a:p>
              <a:pPr marL="0" indent="0">
                <a:buNone/>
              </a:pPr>
              <a:r>
                <a:rPr lang="en-US" sz="1600" b="1" dirty="0">
                  <a:solidFill>
                    <a:schemeClr val="bg1"/>
                  </a:solidFill>
                  <a:latin typeface="Arial" pitchFamily="34" charset="0"/>
                  <a:ea typeface="Arial" pitchFamily="34" charset="-122"/>
                  <a:cs typeface="Arial" pitchFamily="34" charset="-120"/>
                </a:rPr>
                <a:t>Survey and interviews</a:t>
              </a:r>
              <a:endParaRPr lang="en-US" sz="1600" dirty="0">
                <a:solidFill>
                  <a:schemeClr val="bg1"/>
                </a:solidFill>
              </a:endParaRPr>
            </a:p>
          </p:txBody>
        </p:sp>
        <p:sp>
          <p:nvSpPr>
            <p:cNvPr id="107" name="Text 53">
              <a:extLst>
                <a:ext uri="{FF2B5EF4-FFF2-40B4-BE49-F238E27FC236}">
                  <a16:creationId xmlns:a16="http://schemas.microsoft.com/office/drawing/2014/main" id="{296216F2-B036-D605-DD69-A8D68A09F8D3}"/>
                </a:ext>
              </a:extLst>
            </p:cNvPr>
            <p:cNvSpPr/>
            <p:nvPr/>
          </p:nvSpPr>
          <p:spPr>
            <a:xfrm>
              <a:off x="7799832" y="5937119"/>
              <a:ext cx="3767328" cy="451874"/>
            </a:xfrm>
            <a:prstGeom prst="rect">
              <a:avLst/>
            </a:prstGeom>
            <a:noFill/>
            <a:ln/>
          </p:spPr>
          <p:txBody>
            <a:bodyPr wrap="square" lIns="0" tIns="0" rIns="0" bIns="0" rtlCol="0" anchor="ctr">
              <a:spAutoFit/>
            </a:bodyPr>
            <a:lstStyle/>
            <a:p>
              <a:pPr marL="0" indent="0">
                <a:buNone/>
              </a:pPr>
              <a:r>
                <a:rPr lang="en-US" sz="1200" dirty="0">
                  <a:solidFill>
                    <a:schemeClr val="bg1"/>
                  </a:solidFill>
                  <a:latin typeface="Arial" pitchFamily="34" charset="0"/>
                  <a:ea typeface="Arial" pitchFamily="34" charset="-122"/>
                  <a:cs typeface="Arial" pitchFamily="34" charset="-120"/>
                </a:rPr>
                <a:t>Named survey participants, plus 5 to 10 leaders for interviews</a:t>
              </a:r>
              <a:endParaRPr lang="en-US" sz="1200" dirty="0">
                <a:solidFill>
                  <a:schemeClr val="bg1"/>
                </a:solidFill>
              </a:endParaRPr>
            </a:p>
          </p:txBody>
        </p:sp>
      </p:grpSp>
      <p:cxnSp>
        <p:nvCxnSpPr>
          <p:cNvPr id="130" name="LineBasicImpact 130">
            <a:extLst>
              <a:ext uri="{FF2B5EF4-FFF2-40B4-BE49-F238E27FC236}">
                <a16:creationId xmlns:a16="http://schemas.microsoft.com/office/drawing/2014/main" id="{B7C9DB8A-844C-4E01-29BD-6CB4FC6181A6}"/>
              </a:ext>
            </a:extLst>
          </p:cNvPr>
          <p:cNvCxnSpPr>
            <a:cxnSpLocks/>
          </p:cNvCxnSpPr>
          <p:nvPr>
            <p:custDataLst>
              <p:tags r:id="rId3"/>
            </p:custDataLst>
          </p:nvPr>
        </p:nvCxnSpPr>
        <p:spPr>
          <a:xfrm>
            <a:off x="7897368" y="1595737"/>
            <a:ext cx="3931920" cy="0"/>
          </a:xfrm>
          <a:prstGeom prst="straightConnector1">
            <a:avLst/>
          </a:prstGeom>
          <a:ln w="190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33" name="Isosceles Triangle 132">
            <a:extLst>
              <a:ext uri="{FF2B5EF4-FFF2-40B4-BE49-F238E27FC236}">
                <a16:creationId xmlns:a16="http://schemas.microsoft.com/office/drawing/2014/main" id="{A7E48FBD-59B3-16EF-5AC6-58294F1AC7DB}"/>
              </a:ext>
            </a:extLst>
          </p:cNvPr>
          <p:cNvSpPr/>
          <p:nvPr/>
        </p:nvSpPr>
        <p:spPr>
          <a:xfrm rot="5400000">
            <a:off x="7847941" y="1893830"/>
            <a:ext cx="179173" cy="80319"/>
          </a:xfrm>
          <a:prstGeom prst="triangl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34" name="Isosceles Triangle 133">
            <a:extLst>
              <a:ext uri="{FF2B5EF4-FFF2-40B4-BE49-F238E27FC236}">
                <a16:creationId xmlns:a16="http://schemas.microsoft.com/office/drawing/2014/main" id="{9E925816-1C3C-0C9E-C263-6AE2EB30F019}"/>
              </a:ext>
            </a:extLst>
          </p:cNvPr>
          <p:cNvSpPr/>
          <p:nvPr/>
        </p:nvSpPr>
        <p:spPr>
          <a:xfrm rot="5400000">
            <a:off x="7847941" y="2641947"/>
            <a:ext cx="179173" cy="80319"/>
          </a:xfrm>
          <a:prstGeom prst="triangl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35" name="Isosceles Triangle 134">
            <a:extLst>
              <a:ext uri="{FF2B5EF4-FFF2-40B4-BE49-F238E27FC236}">
                <a16:creationId xmlns:a16="http://schemas.microsoft.com/office/drawing/2014/main" id="{C4E5A3BB-7F61-2EA1-7177-85A9C2A38C2F}"/>
              </a:ext>
            </a:extLst>
          </p:cNvPr>
          <p:cNvSpPr/>
          <p:nvPr/>
        </p:nvSpPr>
        <p:spPr>
          <a:xfrm rot="5400000">
            <a:off x="7847941" y="3390966"/>
            <a:ext cx="179173" cy="80319"/>
          </a:xfrm>
          <a:prstGeom prst="triangl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36" name="Isosceles Triangle 135">
            <a:extLst>
              <a:ext uri="{FF2B5EF4-FFF2-40B4-BE49-F238E27FC236}">
                <a16:creationId xmlns:a16="http://schemas.microsoft.com/office/drawing/2014/main" id="{A6782157-F28D-F784-C12C-BCF5408CF728}"/>
              </a:ext>
            </a:extLst>
          </p:cNvPr>
          <p:cNvSpPr/>
          <p:nvPr/>
        </p:nvSpPr>
        <p:spPr>
          <a:xfrm rot="5400000">
            <a:off x="7847941" y="4165307"/>
            <a:ext cx="179173" cy="80319"/>
          </a:xfrm>
          <a:prstGeom prst="triangl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45" name="Isosceles Triangle 144">
            <a:extLst>
              <a:ext uri="{FF2B5EF4-FFF2-40B4-BE49-F238E27FC236}">
                <a16:creationId xmlns:a16="http://schemas.microsoft.com/office/drawing/2014/main" id="{58376D12-B1CB-0693-76E8-CB994A2CC6D9}"/>
              </a:ext>
            </a:extLst>
          </p:cNvPr>
          <p:cNvSpPr/>
          <p:nvPr/>
        </p:nvSpPr>
        <p:spPr>
          <a:xfrm rot="5400000">
            <a:off x="7847941" y="4944680"/>
            <a:ext cx="179173" cy="80319"/>
          </a:xfrm>
          <a:prstGeom prst="triangl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46" name="Isosceles Triangle 145">
            <a:extLst>
              <a:ext uri="{FF2B5EF4-FFF2-40B4-BE49-F238E27FC236}">
                <a16:creationId xmlns:a16="http://schemas.microsoft.com/office/drawing/2014/main" id="{7325FA7A-F6AD-F7A1-A909-5E3803A28A8F}"/>
              </a:ext>
            </a:extLst>
          </p:cNvPr>
          <p:cNvSpPr/>
          <p:nvPr/>
        </p:nvSpPr>
        <p:spPr>
          <a:xfrm rot="5400000">
            <a:off x="7847941" y="5674981"/>
            <a:ext cx="179173" cy="80319"/>
          </a:xfrm>
          <a:prstGeom prst="triangl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cxnSp>
        <p:nvCxnSpPr>
          <p:cNvPr id="147" name="LineBasicImpact 130">
            <a:extLst>
              <a:ext uri="{FF2B5EF4-FFF2-40B4-BE49-F238E27FC236}">
                <a16:creationId xmlns:a16="http://schemas.microsoft.com/office/drawing/2014/main" id="{301EED70-3587-BE94-CCBA-A1E92823DF2C}"/>
              </a:ext>
            </a:extLst>
          </p:cNvPr>
          <p:cNvCxnSpPr>
            <a:cxnSpLocks/>
          </p:cNvCxnSpPr>
          <p:nvPr>
            <p:custDataLst>
              <p:tags r:id="rId4"/>
            </p:custDataLst>
          </p:nvPr>
        </p:nvCxnSpPr>
        <p:spPr>
          <a:xfrm>
            <a:off x="554736" y="1595737"/>
            <a:ext cx="6739128" cy="0"/>
          </a:xfrm>
          <a:prstGeom prst="straightConnector1">
            <a:avLst/>
          </a:prstGeom>
          <a:ln w="190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9337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5F67D1E-493D-A0FA-9A14-BEC4DCD56BDD}"/>
              </a:ext>
            </a:extLst>
          </p:cNvPr>
          <p:cNvGraphicFramePr>
            <a:graphicFrameLocks noChangeAspect="1"/>
          </p:cNvGraphicFramePr>
          <p:nvPr>
            <p:custDataLst>
              <p:tags r:id="rId1"/>
            </p:custDataLst>
            <p:extLst>
              <p:ext uri="{D42A27DB-BD31-4B8C-83A1-F6EECF244321}">
                <p14:modId xmlns:p14="http://schemas.microsoft.com/office/powerpoint/2010/main" val="15784398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8" imgH="428" progId="TCLayout.ActiveDocument.1">
                  <p:embed/>
                </p:oleObj>
              </mc:Choice>
              <mc:Fallback>
                <p:oleObj name="think-cell Slide" r:id="rId5" imgW="428" imgH="428" progId="TCLayout.ActiveDocument.1">
                  <p:embed/>
                  <p:pic>
                    <p:nvPicPr>
                      <p:cNvPr id="5" name="think-cell data - do not delete" hidden="1">
                        <a:extLst>
                          <a:ext uri="{FF2B5EF4-FFF2-40B4-BE49-F238E27FC236}">
                            <a16:creationId xmlns:a16="http://schemas.microsoft.com/office/drawing/2014/main" id="{15F67D1E-493D-A0FA-9A14-BEC4DCD56BDD}"/>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C9E153B8-8E65-8295-45E0-8C62464BC99B}"/>
              </a:ext>
            </a:extLst>
          </p:cNvPr>
          <p:cNvSpPr>
            <a:spLocks noGrp="1"/>
          </p:cNvSpPr>
          <p:nvPr>
            <p:ph type="title"/>
            <p:custDataLst>
              <p:tags r:id="rId2"/>
            </p:custDataLst>
          </p:nvPr>
        </p:nvSpPr>
        <p:spPr>
          <a:xfrm>
            <a:off x="554736" y="262487"/>
            <a:ext cx="11082528" cy="357790"/>
          </a:xfrm>
        </p:spPr>
        <p:txBody>
          <a:bodyPr vert="horz">
            <a:spAutoFit/>
          </a:bodyPr>
          <a:lstStyle/>
          <a:p>
            <a:r>
              <a:rPr lang="en-US" dirty="0"/>
              <a:t>Each lever is measured by a McKinsey asset </a:t>
            </a:r>
          </a:p>
        </p:txBody>
      </p:sp>
      <p:sp>
        <p:nvSpPr>
          <p:cNvPr id="3" name="1. On-page tracker">
            <a:extLst>
              <a:ext uri="{FF2B5EF4-FFF2-40B4-BE49-F238E27FC236}">
                <a16:creationId xmlns:a16="http://schemas.microsoft.com/office/drawing/2014/main" id="{182289DA-AE1A-9C1C-E523-AC95FF2E78EC}"/>
              </a:ext>
            </a:extLst>
          </p:cNvPr>
          <p:cNvSpPr>
            <a:spLocks noGrp="1"/>
          </p:cNvSpPr>
          <p:nvPr>
            <p:ph type="body" sz="quarter" idx="17"/>
            <p:custDataLst>
              <p:tags r:id="rId3"/>
            </p:custDataLst>
          </p:nvPr>
        </p:nvSpPr>
        <p:spPr/>
        <p:txBody>
          <a:bodyPr/>
          <a:lstStyle/>
          <a:p>
            <a:endParaRPr lang="en-US"/>
          </a:p>
        </p:txBody>
      </p:sp>
      <p:sp>
        <p:nvSpPr>
          <p:cNvPr id="12" name="Shape 3">
            <a:extLst>
              <a:ext uri="{FF2B5EF4-FFF2-40B4-BE49-F238E27FC236}">
                <a16:creationId xmlns:a16="http://schemas.microsoft.com/office/drawing/2014/main" id="{25ADCAA1-2591-6579-6592-613B5F747A2D}"/>
              </a:ext>
            </a:extLst>
          </p:cNvPr>
          <p:cNvSpPr/>
          <p:nvPr/>
        </p:nvSpPr>
        <p:spPr>
          <a:xfrm>
            <a:off x="4616944" y="1374459"/>
            <a:ext cx="1419176" cy="605504"/>
          </a:xfrm>
          <a:prstGeom prst="rect">
            <a:avLst/>
          </a:prstGeom>
          <a:solidFill>
            <a:srgbClr val="051C2C"/>
          </a:solidFill>
          <a:ln/>
        </p:spPr>
        <p:txBody>
          <a:bodyPr/>
          <a:lstStyle/>
          <a:p>
            <a:endParaRPr lang="en-US"/>
          </a:p>
        </p:txBody>
      </p:sp>
      <p:sp>
        <p:nvSpPr>
          <p:cNvPr id="14" name="Text 4">
            <a:extLst>
              <a:ext uri="{FF2B5EF4-FFF2-40B4-BE49-F238E27FC236}">
                <a16:creationId xmlns:a16="http://schemas.microsoft.com/office/drawing/2014/main" id="{C9334DF0-039F-0799-9FD4-F063887D30D9}"/>
              </a:ext>
            </a:extLst>
          </p:cNvPr>
          <p:cNvSpPr/>
          <p:nvPr/>
        </p:nvSpPr>
        <p:spPr>
          <a:xfrm>
            <a:off x="4616944" y="1374459"/>
            <a:ext cx="1419176" cy="605504"/>
          </a:xfrm>
          <a:prstGeom prst="rect">
            <a:avLst/>
          </a:prstGeom>
          <a:noFill/>
          <a:ln/>
        </p:spPr>
        <p:txBody>
          <a:bodyPr wrap="square"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Demand</a:t>
            </a:r>
            <a:endParaRPr lang="en-US" sz="950" dirty="0"/>
          </a:p>
          <a:p>
            <a:pPr marL="0" indent="0" algn="ctr">
              <a:buNone/>
            </a:pPr>
            <a:r>
              <a:rPr lang="en-US" sz="950" b="1" dirty="0">
                <a:solidFill>
                  <a:srgbClr val="FFFFFF"/>
                </a:solidFill>
                <a:latin typeface="Arial" pitchFamily="34" charset="0"/>
                <a:ea typeface="Arial" pitchFamily="34" charset="-122"/>
                <a:cs typeface="Arial" pitchFamily="34" charset="-120"/>
              </a:rPr>
              <a:t>management</a:t>
            </a:r>
            <a:endParaRPr lang="en-US" sz="950" dirty="0"/>
          </a:p>
        </p:txBody>
      </p:sp>
      <p:sp>
        <p:nvSpPr>
          <p:cNvPr id="16" name="Shape 5">
            <a:extLst>
              <a:ext uri="{FF2B5EF4-FFF2-40B4-BE49-F238E27FC236}">
                <a16:creationId xmlns:a16="http://schemas.microsoft.com/office/drawing/2014/main" id="{A9E0E0A7-6525-8A3A-CC0E-5AB8189E0DF9}"/>
              </a:ext>
            </a:extLst>
          </p:cNvPr>
          <p:cNvSpPr/>
          <p:nvPr/>
        </p:nvSpPr>
        <p:spPr>
          <a:xfrm>
            <a:off x="6036120" y="1374459"/>
            <a:ext cx="1419176" cy="605504"/>
          </a:xfrm>
          <a:prstGeom prst="rect">
            <a:avLst/>
          </a:prstGeom>
          <a:solidFill>
            <a:srgbClr val="051C2C"/>
          </a:solidFill>
          <a:ln/>
        </p:spPr>
        <p:txBody>
          <a:bodyPr/>
          <a:lstStyle/>
          <a:p>
            <a:endParaRPr lang="en-US"/>
          </a:p>
        </p:txBody>
      </p:sp>
      <p:sp>
        <p:nvSpPr>
          <p:cNvPr id="18" name="Text 6">
            <a:extLst>
              <a:ext uri="{FF2B5EF4-FFF2-40B4-BE49-F238E27FC236}">
                <a16:creationId xmlns:a16="http://schemas.microsoft.com/office/drawing/2014/main" id="{F3858A52-D387-D85C-37D6-B0BBFA5110EB}"/>
              </a:ext>
            </a:extLst>
          </p:cNvPr>
          <p:cNvSpPr/>
          <p:nvPr/>
        </p:nvSpPr>
        <p:spPr>
          <a:xfrm>
            <a:off x="6036120" y="1374459"/>
            <a:ext cx="1419176" cy="605504"/>
          </a:xfrm>
          <a:prstGeom prst="rect">
            <a:avLst/>
          </a:prstGeom>
          <a:noFill/>
          <a:ln/>
        </p:spPr>
        <p:txBody>
          <a:bodyPr wrap="square"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Workforce</a:t>
            </a:r>
            <a:endParaRPr lang="en-US" sz="950" dirty="0"/>
          </a:p>
          <a:p>
            <a:pPr marL="0" indent="0" algn="ctr">
              <a:buNone/>
            </a:pPr>
            <a:r>
              <a:rPr lang="en-US" sz="950" b="1" dirty="0">
                <a:solidFill>
                  <a:srgbClr val="FFFFFF"/>
                </a:solidFill>
                <a:latin typeface="Arial" pitchFamily="34" charset="0"/>
                <a:ea typeface="Arial" pitchFamily="34" charset="-122"/>
                <a:cs typeface="Arial" pitchFamily="34" charset="-120"/>
              </a:rPr>
              <a:t>productivity</a:t>
            </a:r>
            <a:endParaRPr lang="en-US" sz="950" dirty="0"/>
          </a:p>
        </p:txBody>
      </p:sp>
      <p:sp>
        <p:nvSpPr>
          <p:cNvPr id="20" name="Shape 7">
            <a:extLst>
              <a:ext uri="{FF2B5EF4-FFF2-40B4-BE49-F238E27FC236}">
                <a16:creationId xmlns:a16="http://schemas.microsoft.com/office/drawing/2014/main" id="{92D66B53-00F0-EA56-C960-EF1F0B73D4D7}"/>
              </a:ext>
            </a:extLst>
          </p:cNvPr>
          <p:cNvSpPr/>
          <p:nvPr/>
        </p:nvSpPr>
        <p:spPr>
          <a:xfrm>
            <a:off x="7455296" y="1374459"/>
            <a:ext cx="1419176" cy="605504"/>
          </a:xfrm>
          <a:prstGeom prst="rect">
            <a:avLst/>
          </a:prstGeom>
          <a:solidFill>
            <a:srgbClr val="051C2C"/>
          </a:solidFill>
          <a:ln/>
        </p:spPr>
        <p:txBody>
          <a:bodyPr/>
          <a:lstStyle/>
          <a:p>
            <a:endParaRPr lang="en-US"/>
          </a:p>
        </p:txBody>
      </p:sp>
      <p:sp>
        <p:nvSpPr>
          <p:cNvPr id="22" name="Text 8">
            <a:extLst>
              <a:ext uri="{FF2B5EF4-FFF2-40B4-BE49-F238E27FC236}">
                <a16:creationId xmlns:a16="http://schemas.microsoft.com/office/drawing/2014/main" id="{5EF6CAAA-8648-B9C7-9C51-1CCDC1142822}"/>
              </a:ext>
            </a:extLst>
          </p:cNvPr>
          <p:cNvSpPr/>
          <p:nvPr/>
        </p:nvSpPr>
        <p:spPr>
          <a:xfrm>
            <a:off x="7455296" y="1374459"/>
            <a:ext cx="1419176" cy="605504"/>
          </a:xfrm>
          <a:prstGeom prst="rect">
            <a:avLst/>
          </a:prstGeom>
          <a:noFill/>
          <a:ln/>
        </p:spPr>
        <p:txBody>
          <a:bodyPr wrap="square"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Operating</a:t>
            </a:r>
            <a:endParaRPr lang="en-US" sz="950" dirty="0"/>
          </a:p>
          <a:p>
            <a:pPr marL="0" indent="0" algn="ctr">
              <a:buNone/>
            </a:pPr>
            <a:r>
              <a:rPr lang="en-US" sz="950" b="1" dirty="0">
                <a:solidFill>
                  <a:srgbClr val="FFFFFF"/>
                </a:solidFill>
                <a:latin typeface="Arial" pitchFamily="34" charset="0"/>
                <a:ea typeface="Arial" pitchFamily="34" charset="-122"/>
                <a:cs typeface="Arial" pitchFamily="34" charset="-120"/>
              </a:rPr>
              <a:t>model</a:t>
            </a:r>
            <a:endParaRPr lang="en-US" sz="950" dirty="0"/>
          </a:p>
        </p:txBody>
      </p:sp>
      <p:sp>
        <p:nvSpPr>
          <p:cNvPr id="24" name="Shape 9">
            <a:extLst>
              <a:ext uri="{FF2B5EF4-FFF2-40B4-BE49-F238E27FC236}">
                <a16:creationId xmlns:a16="http://schemas.microsoft.com/office/drawing/2014/main" id="{EAFF060C-709A-5C85-F4D5-24E4E41F4EDF}"/>
              </a:ext>
            </a:extLst>
          </p:cNvPr>
          <p:cNvSpPr/>
          <p:nvPr/>
        </p:nvSpPr>
        <p:spPr>
          <a:xfrm>
            <a:off x="8874472" y="1374459"/>
            <a:ext cx="1419176" cy="605504"/>
          </a:xfrm>
          <a:prstGeom prst="rect">
            <a:avLst/>
          </a:prstGeom>
          <a:solidFill>
            <a:srgbClr val="051C2C"/>
          </a:solidFill>
          <a:ln/>
        </p:spPr>
        <p:txBody>
          <a:bodyPr/>
          <a:lstStyle/>
          <a:p>
            <a:endParaRPr lang="en-US"/>
          </a:p>
        </p:txBody>
      </p:sp>
      <p:sp>
        <p:nvSpPr>
          <p:cNvPr id="26" name="Text 10">
            <a:extLst>
              <a:ext uri="{FF2B5EF4-FFF2-40B4-BE49-F238E27FC236}">
                <a16:creationId xmlns:a16="http://schemas.microsoft.com/office/drawing/2014/main" id="{B59352A7-556A-1D0B-A7ED-5944A1488BC9}"/>
              </a:ext>
            </a:extLst>
          </p:cNvPr>
          <p:cNvSpPr/>
          <p:nvPr/>
        </p:nvSpPr>
        <p:spPr>
          <a:xfrm>
            <a:off x="8874472" y="1374459"/>
            <a:ext cx="1419176" cy="605504"/>
          </a:xfrm>
          <a:prstGeom prst="rect">
            <a:avLst/>
          </a:prstGeom>
          <a:noFill/>
          <a:ln/>
        </p:spPr>
        <p:txBody>
          <a:bodyPr wrap="square"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Expense</a:t>
            </a:r>
            <a:endParaRPr lang="en-US" sz="950" dirty="0"/>
          </a:p>
          <a:p>
            <a:pPr marL="0" indent="0" algn="ctr">
              <a:buNone/>
            </a:pPr>
            <a:r>
              <a:rPr lang="en-US" sz="950" b="1" dirty="0">
                <a:solidFill>
                  <a:srgbClr val="FFFFFF"/>
                </a:solidFill>
                <a:latin typeface="Arial" pitchFamily="34" charset="0"/>
                <a:ea typeface="Arial" pitchFamily="34" charset="-122"/>
                <a:cs typeface="Arial" pitchFamily="34" charset="-120"/>
              </a:rPr>
              <a:t>management</a:t>
            </a:r>
            <a:endParaRPr lang="en-US" sz="950" dirty="0"/>
          </a:p>
        </p:txBody>
      </p:sp>
      <p:sp>
        <p:nvSpPr>
          <p:cNvPr id="28" name="Shape 11">
            <a:extLst>
              <a:ext uri="{FF2B5EF4-FFF2-40B4-BE49-F238E27FC236}">
                <a16:creationId xmlns:a16="http://schemas.microsoft.com/office/drawing/2014/main" id="{A431EB94-3CC1-FC1D-8E13-1BE0485A1167}"/>
              </a:ext>
            </a:extLst>
          </p:cNvPr>
          <p:cNvSpPr/>
          <p:nvPr/>
        </p:nvSpPr>
        <p:spPr>
          <a:xfrm>
            <a:off x="10293648" y="1374459"/>
            <a:ext cx="1419176" cy="605504"/>
          </a:xfrm>
          <a:prstGeom prst="rect">
            <a:avLst/>
          </a:prstGeom>
          <a:solidFill>
            <a:srgbClr val="051C2C"/>
          </a:solidFill>
          <a:ln/>
        </p:spPr>
        <p:txBody>
          <a:bodyPr/>
          <a:lstStyle/>
          <a:p>
            <a:endParaRPr lang="en-US"/>
          </a:p>
        </p:txBody>
      </p:sp>
      <p:sp>
        <p:nvSpPr>
          <p:cNvPr id="30" name="Text 12">
            <a:extLst>
              <a:ext uri="{FF2B5EF4-FFF2-40B4-BE49-F238E27FC236}">
                <a16:creationId xmlns:a16="http://schemas.microsoft.com/office/drawing/2014/main" id="{E0E35854-CF3F-EC60-5D98-ED5C052E71ED}"/>
              </a:ext>
            </a:extLst>
          </p:cNvPr>
          <p:cNvSpPr/>
          <p:nvPr/>
        </p:nvSpPr>
        <p:spPr>
          <a:xfrm>
            <a:off x="10293648" y="1374459"/>
            <a:ext cx="1419176" cy="605504"/>
          </a:xfrm>
          <a:prstGeom prst="rect">
            <a:avLst/>
          </a:prstGeom>
          <a:noFill/>
          <a:ln/>
        </p:spPr>
        <p:txBody>
          <a:bodyPr wrap="square"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Automation</a:t>
            </a:r>
            <a:endParaRPr lang="en-US" sz="950" dirty="0"/>
          </a:p>
          <a:p>
            <a:pPr marL="0" indent="0" algn="ctr">
              <a:buNone/>
            </a:pPr>
            <a:r>
              <a:rPr lang="en-US" sz="950" b="1" dirty="0">
                <a:solidFill>
                  <a:srgbClr val="FFFFFF"/>
                </a:solidFill>
                <a:latin typeface="Arial" pitchFamily="34" charset="0"/>
                <a:ea typeface="Arial" pitchFamily="34" charset="-122"/>
                <a:cs typeface="Arial" pitchFamily="34" charset="-120"/>
              </a:rPr>
              <a:t>and AI</a:t>
            </a:r>
            <a:endParaRPr lang="en-US" sz="950" dirty="0"/>
          </a:p>
        </p:txBody>
      </p:sp>
      <p:sp>
        <p:nvSpPr>
          <p:cNvPr id="32" name="Shape 13">
            <a:extLst>
              <a:ext uri="{FF2B5EF4-FFF2-40B4-BE49-F238E27FC236}">
                <a16:creationId xmlns:a16="http://schemas.microsoft.com/office/drawing/2014/main" id="{A8F1BD97-915F-E11B-3B08-61B3B59FA246}"/>
              </a:ext>
            </a:extLst>
          </p:cNvPr>
          <p:cNvSpPr/>
          <p:nvPr/>
        </p:nvSpPr>
        <p:spPr>
          <a:xfrm>
            <a:off x="548640" y="2019028"/>
            <a:ext cx="4068304" cy="703166"/>
          </a:xfrm>
          <a:prstGeom prst="rect">
            <a:avLst/>
          </a:prstGeom>
          <a:solidFill>
            <a:srgbClr val="F2F6FC"/>
          </a:solidFill>
          <a:ln w="9525">
            <a:solidFill>
              <a:srgbClr val="D9DDE1"/>
            </a:solidFill>
            <a:prstDash val="solid"/>
          </a:ln>
        </p:spPr>
        <p:txBody>
          <a:bodyPr/>
          <a:lstStyle/>
          <a:p>
            <a:endParaRPr lang="en-US"/>
          </a:p>
        </p:txBody>
      </p:sp>
      <p:sp>
        <p:nvSpPr>
          <p:cNvPr id="34" name="Shape 14">
            <a:extLst>
              <a:ext uri="{FF2B5EF4-FFF2-40B4-BE49-F238E27FC236}">
                <a16:creationId xmlns:a16="http://schemas.microsoft.com/office/drawing/2014/main" id="{3E48D3D3-4A81-7BEE-A494-E4CC80661F61}"/>
              </a:ext>
            </a:extLst>
          </p:cNvPr>
          <p:cNvSpPr/>
          <p:nvPr/>
        </p:nvSpPr>
        <p:spPr>
          <a:xfrm>
            <a:off x="700019" y="2233885"/>
            <a:ext cx="283835" cy="292986"/>
          </a:xfrm>
          <a:prstGeom prst="ellipse">
            <a:avLst/>
          </a:prstGeom>
          <a:solidFill>
            <a:srgbClr val="2251FF"/>
          </a:solidFill>
          <a:ln/>
        </p:spPr>
        <p:txBody>
          <a:bodyPr/>
          <a:lstStyle/>
          <a:p>
            <a:endParaRPr lang="en-US"/>
          </a:p>
        </p:txBody>
      </p:sp>
      <p:sp>
        <p:nvSpPr>
          <p:cNvPr id="36" name="Text 15">
            <a:extLst>
              <a:ext uri="{FF2B5EF4-FFF2-40B4-BE49-F238E27FC236}">
                <a16:creationId xmlns:a16="http://schemas.microsoft.com/office/drawing/2014/main" id="{53D9229D-C6B1-7C58-DEAD-CDA5FC4A97A5}"/>
              </a:ext>
            </a:extLst>
          </p:cNvPr>
          <p:cNvSpPr/>
          <p:nvPr/>
        </p:nvSpPr>
        <p:spPr>
          <a:xfrm>
            <a:off x="700019" y="2233885"/>
            <a:ext cx="283835" cy="292986"/>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38" name="Text 16">
            <a:extLst>
              <a:ext uri="{FF2B5EF4-FFF2-40B4-BE49-F238E27FC236}">
                <a16:creationId xmlns:a16="http://schemas.microsoft.com/office/drawing/2014/main" id="{A6210D4C-7662-0B4A-0992-6D9C3F41BF55}"/>
              </a:ext>
            </a:extLst>
          </p:cNvPr>
          <p:cNvSpPr/>
          <p:nvPr/>
        </p:nvSpPr>
        <p:spPr>
          <a:xfrm>
            <a:off x="1097388" y="2077625"/>
            <a:ext cx="3406022" cy="312518"/>
          </a:xfrm>
          <a:prstGeom prst="rect">
            <a:avLst/>
          </a:prstGeom>
          <a:noFill/>
          <a:ln/>
        </p:spPr>
        <p:txBody>
          <a:bodyPr wrap="square" rtlCol="0" anchor="ctr"/>
          <a:lstStyle/>
          <a:p>
            <a:pPr marL="0" indent="0">
              <a:buNone/>
            </a:pPr>
            <a:r>
              <a:rPr lang="en-US" sz="1100" b="1" dirty="0">
                <a:solidFill>
                  <a:srgbClr val="051C2C"/>
                </a:solidFill>
                <a:latin typeface="Arial" pitchFamily="34" charset="0"/>
                <a:ea typeface="Arial" pitchFamily="34" charset="-122"/>
                <a:cs typeface="Arial" pitchFamily="34" charset="-120"/>
              </a:rPr>
              <a:t>Tech Performance Assessment</a:t>
            </a:r>
            <a:endParaRPr lang="en-US" sz="1100" dirty="0"/>
          </a:p>
        </p:txBody>
      </p:sp>
      <p:sp>
        <p:nvSpPr>
          <p:cNvPr id="40" name="Text 17">
            <a:extLst>
              <a:ext uri="{FF2B5EF4-FFF2-40B4-BE49-F238E27FC236}">
                <a16:creationId xmlns:a16="http://schemas.microsoft.com/office/drawing/2014/main" id="{BBBE5CD1-0AC9-35DD-C159-F2F1475146DC}"/>
              </a:ext>
            </a:extLst>
          </p:cNvPr>
          <p:cNvSpPr/>
          <p:nvPr/>
        </p:nvSpPr>
        <p:spPr>
          <a:xfrm>
            <a:off x="1097388" y="2370611"/>
            <a:ext cx="3406022" cy="273454"/>
          </a:xfrm>
          <a:prstGeom prst="rect">
            <a:avLst/>
          </a:prstGeom>
          <a:noFill/>
          <a:ln/>
        </p:spPr>
        <p:txBody>
          <a:bodyPr wrap="square" rtlCol="0" anchor="ctr"/>
          <a:lstStyle/>
          <a:p>
            <a:pPr marL="0" indent="0">
              <a:buNone/>
            </a:pPr>
            <a:r>
              <a:rPr lang="en-US" sz="950" dirty="0">
                <a:solidFill>
                  <a:srgbClr val="6E7B85"/>
                </a:solidFill>
                <a:latin typeface="Arial" pitchFamily="34" charset="0"/>
                <a:ea typeface="Arial" pitchFamily="34" charset="-122"/>
                <a:cs typeface="Arial" pitchFamily="34" charset="-120"/>
              </a:rPr>
              <a:t>Spend and FTE baseline vs peers</a:t>
            </a:r>
            <a:endParaRPr lang="en-US" sz="950" dirty="0"/>
          </a:p>
        </p:txBody>
      </p:sp>
      <p:sp>
        <p:nvSpPr>
          <p:cNvPr id="42" name="Shape 18">
            <a:extLst>
              <a:ext uri="{FF2B5EF4-FFF2-40B4-BE49-F238E27FC236}">
                <a16:creationId xmlns:a16="http://schemas.microsoft.com/office/drawing/2014/main" id="{B6C7AACA-7082-9740-3168-FD66D4D0ECD9}"/>
              </a:ext>
            </a:extLst>
          </p:cNvPr>
          <p:cNvSpPr/>
          <p:nvPr/>
        </p:nvSpPr>
        <p:spPr>
          <a:xfrm>
            <a:off x="4616944" y="2019028"/>
            <a:ext cx="1419176" cy="703166"/>
          </a:xfrm>
          <a:prstGeom prst="rect">
            <a:avLst/>
          </a:prstGeom>
          <a:solidFill>
            <a:srgbClr val="F2F6FC"/>
          </a:solidFill>
          <a:ln w="9525">
            <a:solidFill>
              <a:srgbClr val="D9DDE1"/>
            </a:solidFill>
            <a:prstDash val="solid"/>
          </a:ln>
        </p:spPr>
        <p:txBody>
          <a:bodyPr/>
          <a:lstStyle/>
          <a:p>
            <a:endParaRPr lang="en-US"/>
          </a:p>
        </p:txBody>
      </p:sp>
      <p:sp>
        <p:nvSpPr>
          <p:cNvPr id="44" name="Shape 19">
            <a:extLst>
              <a:ext uri="{FF2B5EF4-FFF2-40B4-BE49-F238E27FC236}">
                <a16:creationId xmlns:a16="http://schemas.microsoft.com/office/drawing/2014/main" id="{D8608F0F-24B4-EE24-2F20-C91D369079C7}"/>
              </a:ext>
            </a:extLst>
          </p:cNvPr>
          <p:cNvSpPr/>
          <p:nvPr/>
        </p:nvSpPr>
        <p:spPr>
          <a:xfrm>
            <a:off x="5203537" y="2214352"/>
            <a:ext cx="245990" cy="253921"/>
          </a:xfrm>
          <a:prstGeom prst="ellipse">
            <a:avLst/>
          </a:prstGeom>
          <a:solidFill>
            <a:srgbClr val="2251FF"/>
          </a:solidFill>
          <a:ln/>
        </p:spPr>
        <p:txBody>
          <a:bodyPr/>
          <a:lstStyle/>
          <a:p>
            <a:endParaRPr lang="en-US"/>
          </a:p>
        </p:txBody>
      </p:sp>
      <p:sp>
        <p:nvSpPr>
          <p:cNvPr id="46" name="Shape 20">
            <a:extLst>
              <a:ext uri="{FF2B5EF4-FFF2-40B4-BE49-F238E27FC236}">
                <a16:creationId xmlns:a16="http://schemas.microsoft.com/office/drawing/2014/main" id="{59E943AB-2E9D-E19D-19E8-B78ACAB638C9}"/>
              </a:ext>
            </a:extLst>
          </p:cNvPr>
          <p:cNvSpPr/>
          <p:nvPr/>
        </p:nvSpPr>
        <p:spPr>
          <a:xfrm>
            <a:off x="6036120" y="2019028"/>
            <a:ext cx="1419176" cy="703166"/>
          </a:xfrm>
          <a:prstGeom prst="rect">
            <a:avLst/>
          </a:prstGeom>
          <a:solidFill>
            <a:srgbClr val="F2F6FC"/>
          </a:solidFill>
          <a:ln w="9525">
            <a:solidFill>
              <a:srgbClr val="D9DDE1"/>
            </a:solidFill>
            <a:prstDash val="solid"/>
          </a:ln>
        </p:spPr>
        <p:txBody>
          <a:bodyPr/>
          <a:lstStyle/>
          <a:p>
            <a:endParaRPr lang="en-US"/>
          </a:p>
        </p:txBody>
      </p:sp>
      <p:sp>
        <p:nvSpPr>
          <p:cNvPr id="48" name="Shape 21">
            <a:extLst>
              <a:ext uri="{FF2B5EF4-FFF2-40B4-BE49-F238E27FC236}">
                <a16:creationId xmlns:a16="http://schemas.microsoft.com/office/drawing/2014/main" id="{C0E66B25-4BEF-F0F6-1816-26C6E56EE18E}"/>
              </a:ext>
            </a:extLst>
          </p:cNvPr>
          <p:cNvSpPr/>
          <p:nvPr/>
        </p:nvSpPr>
        <p:spPr>
          <a:xfrm>
            <a:off x="6622713" y="2214352"/>
            <a:ext cx="245990" cy="253921"/>
          </a:xfrm>
          <a:prstGeom prst="ellipse">
            <a:avLst/>
          </a:prstGeom>
          <a:solidFill>
            <a:srgbClr val="FFFFFF"/>
          </a:solidFill>
          <a:ln w="15875">
            <a:solidFill>
              <a:srgbClr val="2251FF"/>
            </a:solidFill>
            <a:prstDash val="solid"/>
          </a:ln>
        </p:spPr>
        <p:txBody>
          <a:bodyPr/>
          <a:lstStyle/>
          <a:p>
            <a:endParaRPr lang="en-US"/>
          </a:p>
        </p:txBody>
      </p:sp>
      <p:sp>
        <p:nvSpPr>
          <p:cNvPr id="50" name="Shape 22">
            <a:extLst>
              <a:ext uri="{FF2B5EF4-FFF2-40B4-BE49-F238E27FC236}">
                <a16:creationId xmlns:a16="http://schemas.microsoft.com/office/drawing/2014/main" id="{B578AA5F-303C-90F9-7809-394322CA2D72}"/>
              </a:ext>
            </a:extLst>
          </p:cNvPr>
          <p:cNvSpPr/>
          <p:nvPr/>
        </p:nvSpPr>
        <p:spPr>
          <a:xfrm>
            <a:off x="7455296" y="2019028"/>
            <a:ext cx="1419176" cy="703166"/>
          </a:xfrm>
          <a:prstGeom prst="rect">
            <a:avLst/>
          </a:prstGeom>
          <a:solidFill>
            <a:srgbClr val="F2F6FC"/>
          </a:solidFill>
          <a:ln w="9525">
            <a:solidFill>
              <a:srgbClr val="D9DDE1"/>
            </a:solidFill>
            <a:prstDash val="solid"/>
          </a:ln>
        </p:spPr>
        <p:txBody>
          <a:bodyPr/>
          <a:lstStyle/>
          <a:p>
            <a:endParaRPr lang="en-US"/>
          </a:p>
        </p:txBody>
      </p:sp>
      <p:sp>
        <p:nvSpPr>
          <p:cNvPr id="52" name="Shape 23">
            <a:extLst>
              <a:ext uri="{FF2B5EF4-FFF2-40B4-BE49-F238E27FC236}">
                <a16:creationId xmlns:a16="http://schemas.microsoft.com/office/drawing/2014/main" id="{A62C251B-EE61-6683-36CC-DF9AA8519F7A}"/>
              </a:ext>
            </a:extLst>
          </p:cNvPr>
          <p:cNvSpPr/>
          <p:nvPr/>
        </p:nvSpPr>
        <p:spPr>
          <a:xfrm>
            <a:off x="8041889" y="2214352"/>
            <a:ext cx="245990" cy="253921"/>
          </a:xfrm>
          <a:prstGeom prst="ellipse">
            <a:avLst/>
          </a:prstGeom>
          <a:solidFill>
            <a:srgbClr val="2251FF"/>
          </a:solidFill>
          <a:ln/>
        </p:spPr>
        <p:txBody>
          <a:bodyPr/>
          <a:lstStyle/>
          <a:p>
            <a:endParaRPr lang="en-US"/>
          </a:p>
        </p:txBody>
      </p:sp>
      <p:sp>
        <p:nvSpPr>
          <p:cNvPr id="54" name="Shape 24">
            <a:extLst>
              <a:ext uri="{FF2B5EF4-FFF2-40B4-BE49-F238E27FC236}">
                <a16:creationId xmlns:a16="http://schemas.microsoft.com/office/drawing/2014/main" id="{95FE4B5D-6CE3-C11C-BDA0-FB8E59E1A20E}"/>
              </a:ext>
            </a:extLst>
          </p:cNvPr>
          <p:cNvSpPr/>
          <p:nvPr/>
        </p:nvSpPr>
        <p:spPr>
          <a:xfrm>
            <a:off x="8874472" y="2019028"/>
            <a:ext cx="1419176" cy="703166"/>
          </a:xfrm>
          <a:prstGeom prst="rect">
            <a:avLst/>
          </a:prstGeom>
          <a:solidFill>
            <a:srgbClr val="F2F6FC"/>
          </a:solidFill>
          <a:ln w="9525">
            <a:solidFill>
              <a:srgbClr val="D9DDE1"/>
            </a:solidFill>
            <a:prstDash val="solid"/>
          </a:ln>
        </p:spPr>
        <p:txBody>
          <a:bodyPr/>
          <a:lstStyle/>
          <a:p>
            <a:endParaRPr lang="en-US"/>
          </a:p>
        </p:txBody>
      </p:sp>
      <p:sp>
        <p:nvSpPr>
          <p:cNvPr id="56" name="Shape 25">
            <a:extLst>
              <a:ext uri="{FF2B5EF4-FFF2-40B4-BE49-F238E27FC236}">
                <a16:creationId xmlns:a16="http://schemas.microsoft.com/office/drawing/2014/main" id="{E5CD9B49-2020-2E0B-FA6E-25959E1B7A24}"/>
              </a:ext>
            </a:extLst>
          </p:cNvPr>
          <p:cNvSpPr/>
          <p:nvPr/>
        </p:nvSpPr>
        <p:spPr>
          <a:xfrm>
            <a:off x="9461065" y="2214352"/>
            <a:ext cx="245990" cy="253921"/>
          </a:xfrm>
          <a:prstGeom prst="ellipse">
            <a:avLst/>
          </a:prstGeom>
          <a:solidFill>
            <a:srgbClr val="2251FF"/>
          </a:solidFill>
          <a:ln/>
        </p:spPr>
        <p:txBody>
          <a:bodyPr/>
          <a:lstStyle/>
          <a:p>
            <a:endParaRPr lang="en-US"/>
          </a:p>
        </p:txBody>
      </p:sp>
      <p:sp>
        <p:nvSpPr>
          <p:cNvPr id="58" name="Shape 26">
            <a:extLst>
              <a:ext uri="{FF2B5EF4-FFF2-40B4-BE49-F238E27FC236}">
                <a16:creationId xmlns:a16="http://schemas.microsoft.com/office/drawing/2014/main" id="{E88789AF-D874-C978-FE8E-29159E128585}"/>
              </a:ext>
            </a:extLst>
          </p:cNvPr>
          <p:cNvSpPr/>
          <p:nvPr/>
        </p:nvSpPr>
        <p:spPr>
          <a:xfrm>
            <a:off x="10293648" y="2019028"/>
            <a:ext cx="1419176" cy="703166"/>
          </a:xfrm>
          <a:prstGeom prst="rect">
            <a:avLst/>
          </a:prstGeom>
          <a:solidFill>
            <a:srgbClr val="F2F6FC"/>
          </a:solidFill>
          <a:ln w="9525">
            <a:solidFill>
              <a:srgbClr val="D9DDE1"/>
            </a:solidFill>
            <a:prstDash val="solid"/>
          </a:ln>
        </p:spPr>
        <p:txBody>
          <a:bodyPr/>
          <a:lstStyle/>
          <a:p>
            <a:endParaRPr lang="en-US"/>
          </a:p>
        </p:txBody>
      </p:sp>
      <p:sp>
        <p:nvSpPr>
          <p:cNvPr id="60" name="Shape 27">
            <a:extLst>
              <a:ext uri="{FF2B5EF4-FFF2-40B4-BE49-F238E27FC236}">
                <a16:creationId xmlns:a16="http://schemas.microsoft.com/office/drawing/2014/main" id="{A9CE9E7B-82C2-E23D-CABD-183F39850AAD}"/>
              </a:ext>
            </a:extLst>
          </p:cNvPr>
          <p:cNvSpPr/>
          <p:nvPr/>
        </p:nvSpPr>
        <p:spPr>
          <a:xfrm>
            <a:off x="548640" y="2780792"/>
            <a:ext cx="4068304" cy="703166"/>
          </a:xfrm>
          <a:prstGeom prst="rect">
            <a:avLst/>
          </a:prstGeom>
          <a:solidFill>
            <a:srgbClr val="FFFFFF"/>
          </a:solidFill>
          <a:ln w="9525">
            <a:solidFill>
              <a:srgbClr val="D9DDE1"/>
            </a:solidFill>
            <a:prstDash val="solid"/>
          </a:ln>
        </p:spPr>
        <p:txBody>
          <a:bodyPr/>
          <a:lstStyle/>
          <a:p>
            <a:endParaRPr lang="en-US"/>
          </a:p>
        </p:txBody>
      </p:sp>
      <p:sp>
        <p:nvSpPr>
          <p:cNvPr id="62" name="Shape 28">
            <a:extLst>
              <a:ext uri="{FF2B5EF4-FFF2-40B4-BE49-F238E27FC236}">
                <a16:creationId xmlns:a16="http://schemas.microsoft.com/office/drawing/2014/main" id="{B07E4EDD-FBDD-C4B9-A4FA-AA7C9D051C4B}"/>
              </a:ext>
            </a:extLst>
          </p:cNvPr>
          <p:cNvSpPr/>
          <p:nvPr/>
        </p:nvSpPr>
        <p:spPr>
          <a:xfrm>
            <a:off x="700019" y="2995648"/>
            <a:ext cx="283835" cy="292986"/>
          </a:xfrm>
          <a:prstGeom prst="ellipse">
            <a:avLst/>
          </a:prstGeom>
          <a:solidFill>
            <a:srgbClr val="2251FF"/>
          </a:solidFill>
          <a:ln/>
        </p:spPr>
        <p:txBody>
          <a:bodyPr/>
          <a:lstStyle/>
          <a:p>
            <a:endParaRPr lang="en-US"/>
          </a:p>
        </p:txBody>
      </p:sp>
      <p:sp>
        <p:nvSpPr>
          <p:cNvPr id="64" name="Text 29">
            <a:extLst>
              <a:ext uri="{FF2B5EF4-FFF2-40B4-BE49-F238E27FC236}">
                <a16:creationId xmlns:a16="http://schemas.microsoft.com/office/drawing/2014/main" id="{22BD0018-F0CA-46FB-726E-FAFC703B0672}"/>
              </a:ext>
            </a:extLst>
          </p:cNvPr>
          <p:cNvSpPr/>
          <p:nvPr/>
        </p:nvSpPr>
        <p:spPr>
          <a:xfrm>
            <a:off x="700019" y="2995648"/>
            <a:ext cx="283835" cy="292986"/>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66" name="Text 30">
            <a:extLst>
              <a:ext uri="{FF2B5EF4-FFF2-40B4-BE49-F238E27FC236}">
                <a16:creationId xmlns:a16="http://schemas.microsoft.com/office/drawing/2014/main" id="{D6896577-B728-5302-ED3A-3D7E44E685F5}"/>
              </a:ext>
            </a:extLst>
          </p:cNvPr>
          <p:cNvSpPr/>
          <p:nvPr/>
        </p:nvSpPr>
        <p:spPr>
          <a:xfrm>
            <a:off x="1097388" y="2839389"/>
            <a:ext cx="3406022" cy="312518"/>
          </a:xfrm>
          <a:prstGeom prst="rect">
            <a:avLst/>
          </a:prstGeom>
          <a:noFill/>
          <a:ln/>
        </p:spPr>
        <p:txBody>
          <a:bodyPr wrap="square" rtlCol="0" anchor="ctr"/>
          <a:lstStyle/>
          <a:p>
            <a:pPr marL="0" indent="0">
              <a:buNone/>
            </a:pPr>
            <a:r>
              <a:rPr lang="en-US" sz="1100" b="1" dirty="0">
                <a:solidFill>
                  <a:srgbClr val="051C2C"/>
                </a:solidFill>
                <a:latin typeface="Arial" pitchFamily="34" charset="0"/>
                <a:ea typeface="Arial" pitchFamily="34" charset="-122"/>
                <a:cs typeface="Arial" pitchFamily="34" charset="-120"/>
              </a:rPr>
              <a:t>Tech and AI Quotient (AIQ)</a:t>
            </a:r>
            <a:endParaRPr lang="en-US" sz="1100" dirty="0"/>
          </a:p>
        </p:txBody>
      </p:sp>
      <p:sp>
        <p:nvSpPr>
          <p:cNvPr id="68" name="Text 31">
            <a:extLst>
              <a:ext uri="{FF2B5EF4-FFF2-40B4-BE49-F238E27FC236}">
                <a16:creationId xmlns:a16="http://schemas.microsoft.com/office/drawing/2014/main" id="{577DDC4F-8A49-605D-29B6-5B5F66855A82}"/>
              </a:ext>
            </a:extLst>
          </p:cNvPr>
          <p:cNvSpPr/>
          <p:nvPr/>
        </p:nvSpPr>
        <p:spPr>
          <a:xfrm>
            <a:off x="1097388" y="3132375"/>
            <a:ext cx="3406022" cy="273454"/>
          </a:xfrm>
          <a:prstGeom prst="rect">
            <a:avLst/>
          </a:prstGeom>
          <a:noFill/>
          <a:ln/>
        </p:spPr>
        <p:txBody>
          <a:bodyPr wrap="square" rtlCol="0" anchor="ctr"/>
          <a:lstStyle/>
          <a:p>
            <a:pPr marL="0" indent="0">
              <a:buNone/>
            </a:pPr>
            <a:r>
              <a:rPr lang="en-US" sz="950" dirty="0">
                <a:solidFill>
                  <a:srgbClr val="6E7B85"/>
                </a:solidFill>
                <a:latin typeface="Arial" pitchFamily="34" charset="0"/>
                <a:ea typeface="Arial" pitchFamily="34" charset="-122"/>
                <a:cs typeface="Arial" pitchFamily="34" charset="-120"/>
              </a:rPr>
              <a:t>Tech and AI maturity vs sector</a:t>
            </a:r>
            <a:endParaRPr lang="en-US" sz="950" dirty="0"/>
          </a:p>
        </p:txBody>
      </p:sp>
      <p:sp>
        <p:nvSpPr>
          <p:cNvPr id="70" name="Shape 32">
            <a:extLst>
              <a:ext uri="{FF2B5EF4-FFF2-40B4-BE49-F238E27FC236}">
                <a16:creationId xmlns:a16="http://schemas.microsoft.com/office/drawing/2014/main" id="{F62C8562-AA4C-F372-6912-E7D81B80E00B}"/>
              </a:ext>
            </a:extLst>
          </p:cNvPr>
          <p:cNvSpPr/>
          <p:nvPr/>
        </p:nvSpPr>
        <p:spPr>
          <a:xfrm>
            <a:off x="4616944" y="2780792"/>
            <a:ext cx="1419176" cy="703166"/>
          </a:xfrm>
          <a:prstGeom prst="rect">
            <a:avLst/>
          </a:prstGeom>
          <a:solidFill>
            <a:srgbClr val="FFFFFF"/>
          </a:solidFill>
          <a:ln w="9525">
            <a:solidFill>
              <a:srgbClr val="D9DDE1"/>
            </a:solidFill>
            <a:prstDash val="solid"/>
          </a:ln>
        </p:spPr>
        <p:txBody>
          <a:bodyPr/>
          <a:lstStyle/>
          <a:p>
            <a:endParaRPr lang="en-US"/>
          </a:p>
        </p:txBody>
      </p:sp>
      <p:sp>
        <p:nvSpPr>
          <p:cNvPr id="72" name="Shape 33">
            <a:extLst>
              <a:ext uri="{FF2B5EF4-FFF2-40B4-BE49-F238E27FC236}">
                <a16:creationId xmlns:a16="http://schemas.microsoft.com/office/drawing/2014/main" id="{861B72A8-229F-9E21-A39F-87A1F7EB8044}"/>
              </a:ext>
            </a:extLst>
          </p:cNvPr>
          <p:cNvSpPr/>
          <p:nvPr/>
        </p:nvSpPr>
        <p:spPr>
          <a:xfrm>
            <a:off x="6036120" y="2780792"/>
            <a:ext cx="1419176" cy="703166"/>
          </a:xfrm>
          <a:prstGeom prst="rect">
            <a:avLst/>
          </a:prstGeom>
          <a:solidFill>
            <a:srgbClr val="FFFFFF"/>
          </a:solidFill>
          <a:ln w="9525">
            <a:solidFill>
              <a:srgbClr val="D9DDE1"/>
            </a:solidFill>
            <a:prstDash val="solid"/>
          </a:ln>
        </p:spPr>
        <p:txBody>
          <a:bodyPr/>
          <a:lstStyle/>
          <a:p>
            <a:endParaRPr lang="en-US"/>
          </a:p>
        </p:txBody>
      </p:sp>
      <p:sp>
        <p:nvSpPr>
          <p:cNvPr id="74" name="Shape 34">
            <a:extLst>
              <a:ext uri="{FF2B5EF4-FFF2-40B4-BE49-F238E27FC236}">
                <a16:creationId xmlns:a16="http://schemas.microsoft.com/office/drawing/2014/main" id="{6F878EFB-E25D-F99E-64A7-C51C95C2C0CC}"/>
              </a:ext>
            </a:extLst>
          </p:cNvPr>
          <p:cNvSpPr/>
          <p:nvPr/>
        </p:nvSpPr>
        <p:spPr>
          <a:xfrm>
            <a:off x="6622713" y="2976116"/>
            <a:ext cx="245990" cy="253921"/>
          </a:xfrm>
          <a:prstGeom prst="ellipse">
            <a:avLst/>
          </a:prstGeom>
          <a:solidFill>
            <a:srgbClr val="FFFFFF"/>
          </a:solidFill>
          <a:ln w="15875">
            <a:solidFill>
              <a:srgbClr val="2251FF"/>
            </a:solidFill>
            <a:prstDash val="solid"/>
          </a:ln>
        </p:spPr>
        <p:txBody>
          <a:bodyPr/>
          <a:lstStyle/>
          <a:p>
            <a:endParaRPr lang="en-US"/>
          </a:p>
        </p:txBody>
      </p:sp>
      <p:sp>
        <p:nvSpPr>
          <p:cNvPr id="76" name="Shape 35">
            <a:extLst>
              <a:ext uri="{FF2B5EF4-FFF2-40B4-BE49-F238E27FC236}">
                <a16:creationId xmlns:a16="http://schemas.microsoft.com/office/drawing/2014/main" id="{2099EC3D-9F10-74DB-2FE7-85ACC2868A64}"/>
              </a:ext>
            </a:extLst>
          </p:cNvPr>
          <p:cNvSpPr/>
          <p:nvPr/>
        </p:nvSpPr>
        <p:spPr>
          <a:xfrm>
            <a:off x="7455296" y="2780792"/>
            <a:ext cx="1419176" cy="703166"/>
          </a:xfrm>
          <a:prstGeom prst="rect">
            <a:avLst/>
          </a:prstGeom>
          <a:solidFill>
            <a:srgbClr val="FFFFFF"/>
          </a:solidFill>
          <a:ln w="9525">
            <a:solidFill>
              <a:srgbClr val="D9DDE1"/>
            </a:solidFill>
            <a:prstDash val="solid"/>
          </a:ln>
        </p:spPr>
        <p:txBody>
          <a:bodyPr/>
          <a:lstStyle/>
          <a:p>
            <a:endParaRPr lang="en-US"/>
          </a:p>
        </p:txBody>
      </p:sp>
      <p:sp>
        <p:nvSpPr>
          <p:cNvPr id="78" name="Shape 36">
            <a:extLst>
              <a:ext uri="{FF2B5EF4-FFF2-40B4-BE49-F238E27FC236}">
                <a16:creationId xmlns:a16="http://schemas.microsoft.com/office/drawing/2014/main" id="{7E49D8AA-005C-D7B6-ADF5-DA8FB85C03EE}"/>
              </a:ext>
            </a:extLst>
          </p:cNvPr>
          <p:cNvSpPr/>
          <p:nvPr/>
        </p:nvSpPr>
        <p:spPr>
          <a:xfrm>
            <a:off x="8041889" y="2976116"/>
            <a:ext cx="245990" cy="253921"/>
          </a:xfrm>
          <a:prstGeom prst="ellipse">
            <a:avLst/>
          </a:prstGeom>
          <a:solidFill>
            <a:srgbClr val="2251FF"/>
          </a:solidFill>
          <a:ln/>
        </p:spPr>
        <p:txBody>
          <a:bodyPr/>
          <a:lstStyle/>
          <a:p>
            <a:endParaRPr lang="en-US"/>
          </a:p>
        </p:txBody>
      </p:sp>
      <p:sp>
        <p:nvSpPr>
          <p:cNvPr id="80" name="Shape 37">
            <a:extLst>
              <a:ext uri="{FF2B5EF4-FFF2-40B4-BE49-F238E27FC236}">
                <a16:creationId xmlns:a16="http://schemas.microsoft.com/office/drawing/2014/main" id="{5C0AA5E9-0066-40E7-BAAE-028919D654D7}"/>
              </a:ext>
            </a:extLst>
          </p:cNvPr>
          <p:cNvSpPr/>
          <p:nvPr/>
        </p:nvSpPr>
        <p:spPr>
          <a:xfrm>
            <a:off x="8874472" y="2780792"/>
            <a:ext cx="1419176" cy="703166"/>
          </a:xfrm>
          <a:prstGeom prst="rect">
            <a:avLst/>
          </a:prstGeom>
          <a:solidFill>
            <a:srgbClr val="FFFFFF"/>
          </a:solidFill>
          <a:ln w="9525">
            <a:solidFill>
              <a:srgbClr val="D9DDE1"/>
            </a:solidFill>
            <a:prstDash val="solid"/>
          </a:ln>
        </p:spPr>
        <p:txBody>
          <a:bodyPr/>
          <a:lstStyle/>
          <a:p>
            <a:endParaRPr lang="en-US"/>
          </a:p>
        </p:txBody>
      </p:sp>
      <p:sp>
        <p:nvSpPr>
          <p:cNvPr id="82" name="Shape 38">
            <a:extLst>
              <a:ext uri="{FF2B5EF4-FFF2-40B4-BE49-F238E27FC236}">
                <a16:creationId xmlns:a16="http://schemas.microsoft.com/office/drawing/2014/main" id="{97178140-A5AF-C962-A988-AC9CF15B0F07}"/>
              </a:ext>
            </a:extLst>
          </p:cNvPr>
          <p:cNvSpPr/>
          <p:nvPr/>
        </p:nvSpPr>
        <p:spPr>
          <a:xfrm>
            <a:off x="10293648" y="2780792"/>
            <a:ext cx="1419176" cy="703166"/>
          </a:xfrm>
          <a:prstGeom prst="rect">
            <a:avLst/>
          </a:prstGeom>
          <a:solidFill>
            <a:srgbClr val="FFFFFF"/>
          </a:solidFill>
          <a:ln w="9525">
            <a:solidFill>
              <a:srgbClr val="D9DDE1"/>
            </a:solidFill>
            <a:prstDash val="solid"/>
          </a:ln>
        </p:spPr>
        <p:txBody>
          <a:bodyPr/>
          <a:lstStyle/>
          <a:p>
            <a:endParaRPr lang="en-US"/>
          </a:p>
        </p:txBody>
      </p:sp>
      <p:sp>
        <p:nvSpPr>
          <p:cNvPr id="84" name="Shape 39">
            <a:extLst>
              <a:ext uri="{FF2B5EF4-FFF2-40B4-BE49-F238E27FC236}">
                <a16:creationId xmlns:a16="http://schemas.microsoft.com/office/drawing/2014/main" id="{6D492DBE-503F-307C-418E-E3CB2E128862}"/>
              </a:ext>
            </a:extLst>
          </p:cNvPr>
          <p:cNvSpPr/>
          <p:nvPr/>
        </p:nvSpPr>
        <p:spPr>
          <a:xfrm>
            <a:off x="10880241" y="2976116"/>
            <a:ext cx="245990" cy="253921"/>
          </a:xfrm>
          <a:prstGeom prst="ellipse">
            <a:avLst/>
          </a:prstGeom>
          <a:solidFill>
            <a:srgbClr val="2251FF"/>
          </a:solidFill>
          <a:ln/>
        </p:spPr>
        <p:txBody>
          <a:bodyPr/>
          <a:lstStyle/>
          <a:p>
            <a:endParaRPr lang="en-US"/>
          </a:p>
        </p:txBody>
      </p:sp>
      <p:sp>
        <p:nvSpPr>
          <p:cNvPr id="86" name="Shape 40">
            <a:extLst>
              <a:ext uri="{FF2B5EF4-FFF2-40B4-BE49-F238E27FC236}">
                <a16:creationId xmlns:a16="http://schemas.microsoft.com/office/drawing/2014/main" id="{EAABD462-79B2-049B-0E16-3C987C15FDAA}"/>
              </a:ext>
            </a:extLst>
          </p:cNvPr>
          <p:cNvSpPr/>
          <p:nvPr/>
        </p:nvSpPr>
        <p:spPr>
          <a:xfrm>
            <a:off x="548640" y="3542555"/>
            <a:ext cx="4068304" cy="703166"/>
          </a:xfrm>
          <a:prstGeom prst="rect">
            <a:avLst/>
          </a:prstGeom>
          <a:solidFill>
            <a:srgbClr val="F2F6FC"/>
          </a:solidFill>
          <a:ln w="9525">
            <a:solidFill>
              <a:srgbClr val="D9DDE1"/>
            </a:solidFill>
            <a:prstDash val="solid"/>
          </a:ln>
        </p:spPr>
        <p:txBody>
          <a:bodyPr/>
          <a:lstStyle/>
          <a:p>
            <a:endParaRPr lang="en-US"/>
          </a:p>
        </p:txBody>
      </p:sp>
      <p:sp>
        <p:nvSpPr>
          <p:cNvPr id="88" name="Shape 41">
            <a:extLst>
              <a:ext uri="{FF2B5EF4-FFF2-40B4-BE49-F238E27FC236}">
                <a16:creationId xmlns:a16="http://schemas.microsoft.com/office/drawing/2014/main" id="{8198A713-D555-15C1-A10D-449D9ED36DAB}"/>
              </a:ext>
            </a:extLst>
          </p:cNvPr>
          <p:cNvSpPr/>
          <p:nvPr/>
        </p:nvSpPr>
        <p:spPr>
          <a:xfrm>
            <a:off x="700019" y="3757412"/>
            <a:ext cx="283835" cy="292986"/>
          </a:xfrm>
          <a:prstGeom prst="ellipse">
            <a:avLst/>
          </a:prstGeom>
          <a:solidFill>
            <a:srgbClr val="2251FF"/>
          </a:solidFill>
          <a:ln/>
        </p:spPr>
        <p:txBody>
          <a:bodyPr/>
          <a:lstStyle/>
          <a:p>
            <a:endParaRPr lang="en-US"/>
          </a:p>
        </p:txBody>
      </p:sp>
      <p:sp>
        <p:nvSpPr>
          <p:cNvPr id="90" name="Text 42">
            <a:extLst>
              <a:ext uri="{FF2B5EF4-FFF2-40B4-BE49-F238E27FC236}">
                <a16:creationId xmlns:a16="http://schemas.microsoft.com/office/drawing/2014/main" id="{57A301D2-6B19-44BA-ACDE-618DFBA4FED0}"/>
              </a:ext>
            </a:extLst>
          </p:cNvPr>
          <p:cNvSpPr/>
          <p:nvPr/>
        </p:nvSpPr>
        <p:spPr>
          <a:xfrm>
            <a:off x="700019" y="3757412"/>
            <a:ext cx="283835" cy="292986"/>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92" name="Text 43">
            <a:extLst>
              <a:ext uri="{FF2B5EF4-FFF2-40B4-BE49-F238E27FC236}">
                <a16:creationId xmlns:a16="http://schemas.microsoft.com/office/drawing/2014/main" id="{BF6A1037-D836-E480-5C77-3E754BB9CD6F}"/>
              </a:ext>
            </a:extLst>
          </p:cNvPr>
          <p:cNvSpPr/>
          <p:nvPr/>
        </p:nvSpPr>
        <p:spPr>
          <a:xfrm>
            <a:off x="1097388" y="3601153"/>
            <a:ext cx="3406022" cy="312518"/>
          </a:xfrm>
          <a:prstGeom prst="rect">
            <a:avLst/>
          </a:prstGeom>
          <a:noFill/>
          <a:ln/>
        </p:spPr>
        <p:txBody>
          <a:bodyPr wrap="square" rtlCol="0" anchor="ctr"/>
          <a:lstStyle/>
          <a:p>
            <a:pPr marL="0" indent="0">
              <a:buNone/>
            </a:pPr>
            <a:r>
              <a:rPr lang="en-US" sz="1100" b="1" dirty="0">
                <a:solidFill>
                  <a:srgbClr val="051C2C"/>
                </a:solidFill>
                <a:latin typeface="Arial" pitchFamily="34" charset="0"/>
                <a:ea typeface="Arial" pitchFamily="34" charset="-122"/>
                <a:cs typeface="Arial" pitchFamily="34" charset="-120"/>
              </a:rPr>
              <a:t>Developer Velocity Index</a:t>
            </a:r>
            <a:endParaRPr lang="en-US" sz="1100" dirty="0"/>
          </a:p>
        </p:txBody>
      </p:sp>
      <p:sp>
        <p:nvSpPr>
          <p:cNvPr id="94" name="Text 44">
            <a:extLst>
              <a:ext uri="{FF2B5EF4-FFF2-40B4-BE49-F238E27FC236}">
                <a16:creationId xmlns:a16="http://schemas.microsoft.com/office/drawing/2014/main" id="{20AADA79-D687-61CD-3DA9-9C441CC01612}"/>
              </a:ext>
            </a:extLst>
          </p:cNvPr>
          <p:cNvSpPr/>
          <p:nvPr/>
        </p:nvSpPr>
        <p:spPr>
          <a:xfrm>
            <a:off x="1097388" y="3894139"/>
            <a:ext cx="3406022" cy="273454"/>
          </a:xfrm>
          <a:prstGeom prst="rect">
            <a:avLst/>
          </a:prstGeom>
          <a:noFill/>
          <a:ln/>
        </p:spPr>
        <p:txBody>
          <a:bodyPr wrap="square" rtlCol="0" anchor="ctr"/>
          <a:lstStyle/>
          <a:p>
            <a:pPr marL="0" indent="0">
              <a:buNone/>
            </a:pPr>
            <a:r>
              <a:rPr lang="en-US" sz="950" dirty="0">
                <a:solidFill>
                  <a:srgbClr val="6E7B85"/>
                </a:solidFill>
                <a:latin typeface="Arial" pitchFamily="34" charset="0"/>
                <a:ea typeface="Arial" pitchFamily="34" charset="-122"/>
                <a:cs typeface="Arial" pitchFamily="34" charset="-120"/>
              </a:rPr>
              <a:t>Engineering practice maturity</a:t>
            </a:r>
            <a:endParaRPr lang="en-US" sz="950" dirty="0"/>
          </a:p>
        </p:txBody>
      </p:sp>
      <p:sp>
        <p:nvSpPr>
          <p:cNvPr id="96" name="Shape 45">
            <a:extLst>
              <a:ext uri="{FF2B5EF4-FFF2-40B4-BE49-F238E27FC236}">
                <a16:creationId xmlns:a16="http://schemas.microsoft.com/office/drawing/2014/main" id="{4304ED82-CED1-1968-67B1-901B474E7749}"/>
              </a:ext>
            </a:extLst>
          </p:cNvPr>
          <p:cNvSpPr/>
          <p:nvPr/>
        </p:nvSpPr>
        <p:spPr>
          <a:xfrm>
            <a:off x="4616944" y="3542555"/>
            <a:ext cx="1419176" cy="703166"/>
          </a:xfrm>
          <a:prstGeom prst="rect">
            <a:avLst/>
          </a:prstGeom>
          <a:solidFill>
            <a:srgbClr val="F2F6FC"/>
          </a:solidFill>
          <a:ln w="9525">
            <a:solidFill>
              <a:srgbClr val="D9DDE1"/>
            </a:solidFill>
            <a:prstDash val="solid"/>
          </a:ln>
        </p:spPr>
        <p:txBody>
          <a:bodyPr/>
          <a:lstStyle/>
          <a:p>
            <a:endParaRPr lang="en-US"/>
          </a:p>
        </p:txBody>
      </p:sp>
      <p:sp>
        <p:nvSpPr>
          <p:cNvPr id="98" name="Shape 46">
            <a:extLst>
              <a:ext uri="{FF2B5EF4-FFF2-40B4-BE49-F238E27FC236}">
                <a16:creationId xmlns:a16="http://schemas.microsoft.com/office/drawing/2014/main" id="{6C14FD31-6B97-82CA-4BCB-FDED48601B1D}"/>
              </a:ext>
            </a:extLst>
          </p:cNvPr>
          <p:cNvSpPr/>
          <p:nvPr/>
        </p:nvSpPr>
        <p:spPr>
          <a:xfrm>
            <a:off x="6036120" y="3542555"/>
            <a:ext cx="1419176" cy="703166"/>
          </a:xfrm>
          <a:prstGeom prst="rect">
            <a:avLst/>
          </a:prstGeom>
          <a:solidFill>
            <a:srgbClr val="F2F6FC"/>
          </a:solidFill>
          <a:ln w="9525">
            <a:solidFill>
              <a:srgbClr val="D9DDE1"/>
            </a:solidFill>
            <a:prstDash val="solid"/>
          </a:ln>
        </p:spPr>
        <p:txBody>
          <a:bodyPr/>
          <a:lstStyle/>
          <a:p>
            <a:endParaRPr lang="en-US"/>
          </a:p>
        </p:txBody>
      </p:sp>
      <p:sp>
        <p:nvSpPr>
          <p:cNvPr id="100" name="Shape 47">
            <a:extLst>
              <a:ext uri="{FF2B5EF4-FFF2-40B4-BE49-F238E27FC236}">
                <a16:creationId xmlns:a16="http://schemas.microsoft.com/office/drawing/2014/main" id="{46972A27-6C5D-5734-3DEB-8C9CFDB6104C}"/>
              </a:ext>
            </a:extLst>
          </p:cNvPr>
          <p:cNvSpPr/>
          <p:nvPr/>
        </p:nvSpPr>
        <p:spPr>
          <a:xfrm>
            <a:off x="6622713" y="3737879"/>
            <a:ext cx="245990" cy="253921"/>
          </a:xfrm>
          <a:prstGeom prst="ellipse">
            <a:avLst/>
          </a:prstGeom>
          <a:solidFill>
            <a:srgbClr val="2251FF"/>
          </a:solidFill>
          <a:ln/>
        </p:spPr>
        <p:txBody>
          <a:bodyPr/>
          <a:lstStyle/>
          <a:p>
            <a:endParaRPr lang="en-US"/>
          </a:p>
        </p:txBody>
      </p:sp>
      <p:sp>
        <p:nvSpPr>
          <p:cNvPr id="102" name="Shape 48">
            <a:extLst>
              <a:ext uri="{FF2B5EF4-FFF2-40B4-BE49-F238E27FC236}">
                <a16:creationId xmlns:a16="http://schemas.microsoft.com/office/drawing/2014/main" id="{C8E38074-BA0D-A592-0827-B23252A58F26}"/>
              </a:ext>
            </a:extLst>
          </p:cNvPr>
          <p:cNvSpPr/>
          <p:nvPr/>
        </p:nvSpPr>
        <p:spPr>
          <a:xfrm>
            <a:off x="7455296" y="3542555"/>
            <a:ext cx="1419176" cy="703166"/>
          </a:xfrm>
          <a:prstGeom prst="rect">
            <a:avLst/>
          </a:prstGeom>
          <a:solidFill>
            <a:srgbClr val="F2F6FC"/>
          </a:solidFill>
          <a:ln w="9525">
            <a:solidFill>
              <a:srgbClr val="D9DDE1"/>
            </a:solidFill>
            <a:prstDash val="solid"/>
          </a:ln>
        </p:spPr>
        <p:txBody>
          <a:bodyPr/>
          <a:lstStyle/>
          <a:p>
            <a:endParaRPr lang="en-US"/>
          </a:p>
        </p:txBody>
      </p:sp>
      <p:sp>
        <p:nvSpPr>
          <p:cNvPr id="104" name="Shape 49">
            <a:extLst>
              <a:ext uri="{FF2B5EF4-FFF2-40B4-BE49-F238E27FC236}">
                <a16:creationId xmlns:a16="http://schemas.microsoft.com/office/drawing/2014/main" id="{9501ADFE-85B3-F0FF-B265-BACF3654DC80}"/>
              </a:ext>
            </a:extLst>
          </p:cNvPr>
          <p:cNvSpPr/>
          <p:nvPr/>
        </p:nvSpPr>
        <p:spPr>
          <a:xfrm>
            <a:off x="8041889" y="3737879"/>
            <a:ext cx="245990" cy="253921"/>
          </a:xfrm>
          <a:prstGeom prst="ellipse">
            <a:avLst/>
          </a:prstGeom>
          <a:solidFill>
            <a:srgbClr val="FFFFFF"/>
          </a:solidFill>
          <a:ln w="15875">
            <a:solidFill>
              <a:srgbClr val="2251FF"/>
            </a:solidFill>
            <a:prstDash val="solid"/>
          </a:ln>
        </p:spPr>
        <p:txBody>
          <a:bodyPr/>
          <a:lstStyle/>
          <a:p>
            <a:endParaRPr lang="en-US"/>
          </a:p>
        </p:txBody>
      </p:sp>
      <p:sp>
        <p:nvSpPr>
          <p:cNvPr id="106" name="Shape 50">
            <a:extLst>
              <a:ext uri="{FF2B5EF4-FFF2-40B4-BE49-F238E27FC236}">
                <a16:creationId xmlns:a16="http://schemas.microsoft.com/office/drawing/2014/main" id="{D1C29E90-0385-D2CE-B400-C34DDD339916}"/>
              </a:ext>
            </a:extLst>
          </p:cNvPr>
          <p:cNvSpPr/>
          <p:nvPr/>
        </p:nvSpPr>
        <p:spPr>
          <a:xfrm>
            <a:off x="8874472" y="3542555"/>
            <a:ext cx="1419176" cy="703166"/>
          </a:xfrm>
          <a:prstGeom prst="rect">
            <a:avLst/>
          </a:prstGeom>
          <a:solidFill>
            <a:srgbClr val="F2F6FC"/>
          </a:solidFill>
          <a:ln w="9525">
            <a:solidFill>
              <a:srgbClr val="D9DDE1"/>
            </a:solidFill>
            <a:prstDash val="solid"/>
          </a:ln>
        </p:spPr>
        <p:txBody>
          <a:bodyPr/>
          <a:lstStyle/>
          <a:p>
            <a:endParaRPr lang="en-US"/>
          </a:p>
        </p:txBody>
      </p:sp>
      <p:sp>
        <p:nvSpPr>
          <p:cNvPr id="108" name="Shape 51">
            <a:extLst>
              <a:ext uri="{FF2B5EF4-FFF2-40B4-BE49-F238E27FC236}">
                <a16:creationId xmlns:a16="http://schemas.microsoft.com/office/drawing/2014/main" id="{AF27D0DB-503C-B2E5-2B25-D55B411F5A40}"/>
              </a:ext>
            </a:extLst>
          </p:cNvPr>
          <p:cNvSpPr/>
          <p:nvPr/>
        </p:nvSpPr>
        <p:spPr>
          <a:xfrm>
            <a:off x="10293648" y="3542555"/>
            <a:ext cx="1419176" cy="703166"/>
          </a:xfrm>
          <a:prstGeom prst="rect">
            <a:avLst/>
          </a:prstGeom>
          <a:solidFill>
            <a:srgbClr val="F2F6FC"/>
          </a:solidFill>
          <a:ln w="9525">
            <a:solidFill>
              <a:srgbClr val="D9DDE1"/>
            </a:solidFill>
            <a:prstDash val="solid"/>
          </a:ln>
        </p:spPr>
        <p:txBody>
          <a:bodyPr/>
          <a:lstStyle/>
          <a:p>
            <a:endParaRPr lang="en-US"/>
          </a:p>
        </p:txBody>
      </p:sp>
      <p:sp>
        <p:nvSpPr>
          <p:cNvPr id="110" name="Shape 52">
            <a:extLst>
              <a:ext uri="{FF2B5EF4-FFF2-40B4-BE49-F238E27FC236}">
                <a16:creationId xmlns:a16="http://schemas.microsoft.com/office/drawing/2014/main" id="{2586F2FC-548D-FBB8-8234-75BC2DF2D937}"/>
              </a:ext>
            </a:extLst>
          </p:cNvPr>
          <p:cNvSpPr/>
          <p:nvPr/>
        </p:nvSpPr>
        <p:spPr>
          <a:xfrm>
            <a:off x="10880241" y="3737879"/>
            <a:ext cx="245990" cy="253921"/>
          </a:xfrm>
          <a:prstGeom prst="ellipse">
            <a:avLst/>
          </a:prstGeom>
          <a:solidFill>
            <a:srgbClr val="2251FF"/>
          </a:solidFill>
          <a:ln/>
        </p:spPr>
        <p:txBody>
          <a:bodyPr/>
          <a:lstStyle/>
          <a:p>
            <a:endParaRPr lang="en-US"/>
          </a:p>
        </p:txBody>
      </p:sp>
      <p:sp>
        <p:nvSpPr>
          <p:cNvPr id="112" name="Shape 53">
            <a:extLst>
              <a:ext uri="{FF2B5EF4-FFF2-40B4-BE49-F238E27FC236}">
                <a16:creationId xmlns:a16="http://schemas.microsoft.com/office/drawing/2014/main" id="{7A426290-749F-3594-74D1-981B9EABEE92}"/>
              </a:ext>
            </a:extLst>
          </p:cNvPr>
          <p:cNvSpPr/>
          <p:nvPr/>
        </p:nvSpPr>
        <p:spPr>
          <a:xfrm>
            <a:off x="548640" y="4304319"/>
            <a:ext cx="4068304" cy="703166"/>
          </a:xfrm>
          <a:prstGeom prst="rect">
            <a:avLst/>
          </a:prstGeom>
          <a:solidFill>
            <a:srgbClr val="FFFFFF"/>
          </a:solidFill>
          <a:ln w="9525">
            <a:solidFill>
              <a:srgbClr val="D9DDE1"/>
            </a:solidFill>
            <a:prstDash val="solid"/>
          </a:ln>
        </p:spPr>
        <p:txBody>
          <a:bodyPr/>
          <a:lstStyle/>
          <a:p>
            <a:endParaRPr lang="en-US"/>
          </a:p>
        </p:txBody>
      </p:sp>
      <p:sp>
        <p:nvSpPr>
          <p:cNvPr id="114" name="Shape 54">
            <a:extLst>
              <a:ext uri="{FF2B5EF4-FFF2-40B4-BE49-F238E27FC236}">
                <a16:creationId xmlns:a16="http://schemas.microsoft.com/office/drawing/2014/main" id="{7EE1EC59-C238-EA34-6E83-5A5402A2E29F}"/>
              </a:ext>
            </a:extLst>
          </p:cNvPr>
          <p:cNvSpPr/>
          <p:nvPr/>
        </p:nvSpPr>
        <p:spPr>
          <a:xfrm>
            <a:off x="700019" y="4519175"/>
            <a:ext cx="283835" cy="292986"/>
          </a:xfrm>
          <a:prstGeom prst="ellipse">
            <a:avLst/>
          </a:prstGeom>
          <a:solidFill>
            <a:srgbClr val="2251FF"/>
          </a:solidFill>
          <a:ln/>
        </p:spPr>
        <p:txBody>
          <a:bodyPr/>
          <a:lstStyle/>
          <a:p>
            <a:endParaRPr lang="en-US"/>
          </a:p>
        </p:txBody>
      </p:sp>
      <p:sp>
        <p:nvSpPr>
          <p:cNvPr id="116" name="Text 55">
            <a:extLst>
              <a:ext uri="{FF2B5EF4-FFF2-40B4-BE49-F238E27FC236}">
                <a16:creationId xmlns:a16="http://schemas.microsoft.com/office/drawing/2014/main" id="{F9E1BB64-E0EA-7D88-2AFF-0596B08C1E06}"/>
              </a:ext>
            </a:extLst>
          </p:cNvPr>
          <p:cNvSpPr/>
          <p:nvPr/>
        </p:nvSpPr>
        <p:spPr>
          <a:xfrm>
            <a:off x="700019" y="4519175"/>
            <a:ext cx="283835" cy="292986"/>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118" name="Text 56">
            <a:extLst>
              <a:ext uri="{FF2B5EF4-FFF2-40B4-BE49-F238E27FC236}">
                <a16:creationId xmlns:a16="http://schemas.microsoft.com/office/drawing/2014/main" id="{589A71C8-2F1B-580C-4443-58FCF7D9FB74}"/>
              </a:ext>
            </a:extLst>
          </p:cNvPr>
          <p:cNvSpPr/>
          <p:nvPr/>
        </p:nvSpPr>
        <p:spPr>
          <a:xfrm>
            <a:off x="1097388" y="4362916"/>
            <a:ext cx="3406022" cy="312518"/>
          </a:xfrm>
          <a:prstGeom prst="rect">
            <a:avLst/>
          </a:prstGeom>
          <a:noFill/>
          <a:ln/>
        </p:spPr>
        <p:txBody>
          <a:bodyPr wrap="square" rtlCol="0" anchor="ctr"/>
          <a:lstStyle/>
          <a:p>
            <a:pPr marL="0" indent="0">
              <a:buNone/>
            </a:pPr>
            <a:r>
              <a:rPr lang="en-US" sz="1100" b="1" dirty="0">
                <a:solidFill>
                  <a:srgbClr val="051C2C"/>
                </a:solidFill>
                <a:latin typeface="Arial" pitchFamily="34" charset="0"/>
                <a:ea typeface="Arial" pitchFamily="34" charset="-122"/>
                <a:cs typeface="Arial" pitchFamily="34" charset="-120"/>
              </a:rPr>
              <a:t>Operating Model Index (OMI)</a:t>
            </a:r>
            <a:endParaRPr lang="en-US" sz="1100" dirty="0"/>
          </a:p>
        </p:txBody>
      </p:sp>
      <p:sp>
        <p:nvSpPr>
          <p:cNvPr id="120" name="Text 57">
            <a:extLst>
              <a:ext uri="{FF2B5EF4-FFF2-40B4-BE49-F238E27FC236}">
                <a16:creationId xmlns:a16="http://schemas.microsoft.com/office/drawing/2014/main" id="{1D1A1DEF-29A7-92A7-74B5-69D82893E4BE}"/>
              </a:ext>
            </a:extLst>
          </p:cNvPr>
          <p:cNvSpPr/>
          <p:nvPr/>
        </p:nvSpPr>
        <p:spPr>
          <a:xfrm>
            <a:off x="1097388" y="4655902"/>
            <a:ext cx="3406022" cy="273454"/>
          </a:xfrm>
          <a:prstGeom prst="rect">
            <a:avLst/>
          </a:prstGeom>
          <a:noFill/>
          <a:ln/>
        </p:spPr>
        <p:txBody>
          <a:bodyPr wrap="square" rtlCol="0" anchor="ctr"/>
          <a:lstStyle/>
          <a:p>
            <a:pPr marL="0" indent="0">
              <a:buNone/>
            </a:pPr>
            <a:r>
              <a:rPr lang="en-US" sz="950" dirty="0">
                <a:solidFill>
                  <a:srgbClr val="6E7B85"/>
                </a:solidFill>
                <a:latin typeface="Arial" pitchFamily="34" charset="0"/>
                <a:ea typeface="Arial" pitchFamily="34" charset="-122"/>
                <a:cs typeface="Arial" pitchFamily="34" charset="-120"/>
              </a:rPr>
              <a:t>Product operating model maturity</a:t>
            </a:r>
            <a:endParaRPr lang="en-US" sz="950" dirty="0"/>
          </a:p>
        </p:txBody>
      </p:sp>
      <p:sp>
        <p:nvSpPr>
          <p:cNvPr id="122" name="Shape 58">
            <a:extLst>
              <a:ext uri="{FF2B5EF4-FFF2-40B4-BE49-F238E27FC236}">
                <a16:creationId xmlns:a16="http://schemas.microsoft.com/office/drawing/2014/main" id="{620A8C27-B470-5D88-E78B-6B8D3599D9D3}"/>
              </a:ext>
            </a:extLst>
          </p:cNvPr>
          <p:cNvSpPr/>
          <p:nvPr/>
        </p:nvSpPr>
        <p:spPr>
          <a:xfrm>
            <a:off x="4616944" y="4304319"/>
            <a:ext cx="1419176" cy="703166"/>
          </a:xfrm>
          <a:prstGeom prst="rect">
            <a:avLst/>
          </a:prstGeom>
          <a:solidFill>
            <a:srgbClr val="FFFFFF"/>
          </a:solidFill>
          <a:ln w="9525">
            <a:solidFill>
              <a:srgbClr val="D9DDE1"/>
            </a:solidFill>
            <a:prstDash val="solid"/>
          </a:ln>
        </p:spPr>
        <p:txBody>
          <a:bodyPr/>
          <a:lstStyle/>
          <a:p>
            <a:endParaRPr lang="en-US"/>
          </a:p>
        </p:txBody>
      </p:sp>
      <p:sp>
        <p:nvSpPr>
          <p:cNvPr id="124" name="Shape 59">
            <a:extLst>
              <a:ext uri="{FF2B5EF4-FFF2-40B4-BE49-F238E27FC236}">
                <a16:creationId xmlns:a16="http://schemas.microsoft.com/office/drawing/2014/main" id="{06771B51-B78D-F69A-C8B8-1FF269E83805}"/>
              </a:ext>
            </a:extLst>
          </p:cNvPr>
          <p:cNvSpPr/>
          <p:nvPr/>
        </p:nvSpPr>
        <p:spPr>
          <a:xfrm>
            <a:off x="5203537" y="4499643"/>
            <a:ext cx="245990" cy="253921"/>
          </a:xfrm>
          <a:prstGeom prst="ellipse">
            <a:avLst/>
          </a:prstGeom>
          <a:solidFill>
            <a:srgbClr val="FFFFFF"/>
          </a:solidFill>
          <a:ln w="15875">
            <a:solidFill>
              <a:srgbClr val="2251FF"/>
            </a:solidFill>
            <a:prstDash val="solid"/>
          </a:ln>
        </p:spPr>
        <p:txBody>
          <a:bodyPr/>
          <a:lstStyle/>
          <a:p>
            <a:endParaRPr lang="en-US"/>
          </a:p>
        </p:txBody>
      </p:sp>
      <p:sp>
        <p:nvSpPr>
          <p:cNvPr id="126" name="Shape 60">
            <a:extLst>
              <a:ext uri="{FF2B5EF4-FFF2-40B4-BE49-F238E27FC236}">
                <a16:creationId xmlns:a16="http://schemas.microsoft.com/office/drawing/2014/main" id="{3AA7CE82-28E7-30CC-F828-6E6C7240FED4}"/>
              </a:ext>
            </a:extLst>
          </p:cNvPr>
          <p:cNvSpPr/>
          <p:nvPr/>
        </p:nvSpPr>
        <p:spPr>
          <a:xfrm>
            <a:off x="6036120" y="4304319"/>
            <a:ext cx="1419176" cy="703166"/>
          </a:xfrm>
          <a:prstGeom prst="rect">
            <a:avLst/>
          </a:prstGeom>
          <a:solidFill>
            <a:srgbClr val="FFFFFF"/>
          </a:solidFill>
          <a:ln w="9525">
            <a:solidFill>
              <a:srgbClr val="D9DDE1"/>
            </a:solidFill>
            <a:prstDash val="solid"/>
          </a:ln>
        </p:spPr>
        <p:txBody>
          <a:bodyPr/>
          <a:lstStyle/>
          <a:p>
            <a:endParaRPr lang="en-US"/>
          </a:p>
        </p:txBody>
      </p:sp>
      <p:sp>
        <p:nvSpPr>
          <p:cNvPr id="128" name="Shape 61">
            <a:extLst>
              <a:ext uri="{FF2B5EF4-FFF2-40B4-BE49-F238E27FC236}">
                <a16:creationId xmlns:a16="http://schemas.microsoft.com/office/drawing/2014/main" id="{E0E35C45-8134-9168-B476-D061E381C5C4}"/>
              </a:ext>
            </a:extLst>
          </p:cNvPr>
          <p:cNvSpPr/>
          <p:nvPr/>
        </p:nvSpPr>
        <p:spPr>
          <a:xfrm>
            <a:off x="6622713" y="4499643"/>
            <a:ext cx="245990" cy="253921"/>
          </a:xfrm>
          <a:prstGeom prst="ellipse">
            <a:avLst/>
          </a:prstGeom>
          <a:solidFill>
            <a:srgbClr val="2251FF"/>
          </a:solidFill>
          <a:ln/>
        </p:spPr>
        <p:txBody>
          <a:bodyPr/>
          <a:lstStyle/>
          <a:p>
            <a:endParaRPr lang="en-US"/>
          </a:p>
        </p:txBody>
      </p:sp>
      <p:sp>
        <p:nvSpPr>
          <p:cNvPr id="130" name="Shape 62">
            <a:extLst>
              <a:ext uri="{FF2B5EF4-FFF2-40B4-BE49-F238E27FC236}">
                <a16:creationId xmlns:a16="http://schemas.microsoft.com/office/drawing/2014/main" id="{28411167-9DB1-E484-932B-1BD6ACF46AB9}"/>
              </a:ext>
            </a:extLst>
          </p:cNvPr>
          <p:cNvSpPr/>
          <p:nvPr/>
        </p:nvSpPr>
        <p:spPr>
          <a:xfrm>
            <a:off x="7455296" y="4304319"/>
            <a:ext cx="1419176" cy="703166"/>
          </a:xfrm>
          <a:prstGeom prst="rect">
            <a:avLst/>
          </a:prstGeom>
          <a:solidFill>
            <a:srgbClr val="FFFFFF"/>
          </a:solidFill>
          <a:ln w="9525">
            <a:solidFill>
              <a:srgbClr val="D9DDE1"/>
            </a:solidFill>
            <a:prstDash val="solid"/>
          </a:ln>
        </p:spPr>
        <p:txBody>
          <a:bodyPr/>
          <a:lstStyle/>
          <a:p>
            <a:endParaRPr lang="en-US"/>
          </a:p>
        </p:txBody>
      </p:sp>
      <p:sp>
        <p:nvSpPr>
          <p:cNvPr id="132" name="Shape 63">
            <a:extLst>
              <a:ext uri="{FF2B5EF4-FFF2-40B4-BE49-F238E27FC236}">
                <a16:creationId xmlns:a16="http://schemas.microsoft.com/office/drawing/2014/main" id="{9FE8950B-2B17-6E3E-294E-9E64993F4685}"/>
              </a:ext>
            </a:extLst>
          </p:cNvPr>
          <p:cNvSpPr/>
          <p:nvPr/>
        </p:nvSpPr>
        <p:spPr>
          <a:xfrm>
            <a:off x="8041889" y="4499643"/>
            <a:ext cx="245990" cy="253921"/>
          </a:xfrm>
          <a:prstGeom prst="ellipse">
            <a:avLst/>
          </a:prstGeom>
          <a:solidFill>
            <a:srgbClr val="2251FF"/>
          </a:solidFill>
          <a:ln/>
        </p:spPr>
        <p:txBody>
          <a:bodyPr/>
          <a:lstStyle/>
          <a:p>
            <a:endParaRPr lang="en-US"/>
          </a:p>
        </p:txBody>
      </p:sp>
      <p:sp>
        <p:nvSpPr>
          <p:cNvPr id="134" name="Shape 64">
            <a:extLst>
              <a:ext uri="{FF2B5EF4-FFF2-40B4-BE49-F238E27FC236}">
                <a16:creationId xmlns:a16="http://schemas.microsoft.com/office/drawing/2014/main" id="{898E480F-1480-6B56-1279-A8D4D0735967}"/>
              </a:ext>
            </a:extLst>
          </p:cNvPr>
          <p:cNvSpPr/>
          <p:nvPr/>
        </p:nvSpPr>
        <p:spPr>
          <a:xfrm>
            <a:off x="8874472" y="4304319"/>
            <a:ext cx="1419176" cy="703166"/>
          </a:xfrm>
          <a:prstGeom prst="rect">
            <a:avLst/>
          </a:prstGeom>
          <a:solidFill>
            <a:srgbClr val="FFFFFF"/>
          </a:solidFill>
          <a:ln w="9525">
            <a:solidFill>
              <a:srgbClr val="D9DDE1"/>
            </a:solidFill>
            <a:prstDash val="solid"/>
          </a:ln>
        </p:spPr>
        <p:txBody>
          <a:bodyPr/>
          <a:lstStyle/>
          <a:p>
            <a:endParaRPr lang="en-US"/>
          </a:p>
        </p:txBody>
      </p:sp>
      <p:sp>
        <p:nvSpPr>
          <p:cNvPr id="136" name="Shape 65">
            <a:extLst>
              <a:ext uri="{FF2B5EF4-FFF2-40B4-BE49-F238E27FC236}">
                <a16:creationId xmlns:a16="http://schemas.microsoft.com/office/drawing/2014/main" id="{B208F240-5923-53E8-6AE7-352B9B8A6BE8}"/>
              </a:ext>
            </a:extLst>
          </p:cNvPr>
          <p:cNvSpPr/>
          <p:nvPr/>
        </p:nvSpPr>
        <p:spPr>
          <a:xfrm>
            <a:off x="10293648" y="4304319"/>
            <a:ext cx="1419176" cy="703166"/>
          </a:xfrm>
          <a:prstGeom prst="rect">
            <a:avLst/>
          </a:prstGeom>
          <a:solidFill>
            <a:srgbClr val="FFFFFF"/>
          </a:solidFill>
          <a:ln w="9525">
            <a:solidFill>
              <a:srgbClr val="D9DDE1"/>
            </a:solidFill>
            <a:prstDash val="solid"/>
          </a:ln>
        </p:spPr>
        <p:txBody>
          <a:bodyPr/>
          <a:lstStyle/>
          <a:p>
            <a:endParaRPr lang="en-US"/>
          </a:p>
        </p:txBody>
      </p:sp>
      <p:sp>
        <p:nvSpPr>
          <p:cNvPr id="138" name="Shape 66">
            <a:extLst>
              <a:ext uri="{FF2B5EF4-FFF2-40B4-BE49-F238E27FC236}">
                <a16:creationId xmlns:a16="http://schemas.microsoft.com/office/drawing/2014/main" id="{62180DA3-09E5-8503-194A-B2B0A08F6A1F}"/>
              </a:ext>
            </a:extLst>
          </p:cNvPr>
          <p:cNvSpPr/>
          <p:nvPr/>
        </p:nvSpPr>
        <p:spPr>
          <a:xfrm>
            <a:off x="10880241" y="4499643"/>
            <a:ext cx="245990" cy="253921"/>
          </a:xfrm>
          <a:prstGeom prst="ellipse">
            <a:avLst/>
          </a:prstGeom>
          <a:solidFill>
            <a:srgbClr val="FFFFFF"/>
          </a:solidFill>
          <a:ln w="15875">
            <a:solidFill>
              <a:srgbClr val="2251FF"/>
            </a:solidFill>
            <a:prstDash val="solid"/>
          </a:ln>
        </p:spPr>
        <p:txBody>
          <a:bodyPr/>
          <a:lstStyle/>
          <a:p>
            <a:endParaRPr lang="en-US"/>
          </a:p>
        </p:txBody>
      </p:sp>
      <p:sp>
        <p:nvSpPr>
          <p:cNvPr id="140" name="Shape 67">
            <a:extLst>
              <a:ext uri="{FF2B5EF4-FFF2-40B4-BE49-F238E27FC236}">
                <a16:creationId xmlns:a16="http://schemas.microsoft.com/office/drawing/2014/main" id="{21F67F94-4B24-DB0A-E5F4-CE8A6474041E}"/>
              </a:ext>
            </a:extLst>
          </p:cNvPr>
          <p:cNvSpPr/>
          <p:nvPr/>
        </p:nvSpPr>
        <p:spPr>
          <a:xfrm>
            <a:off x="548640" y="5066083"/>
            <a:ext cx="4068304" cy="703166"/>
          </a:xfrm>
          <a:prstGeom prst="rect">
            <a:avLst/>
          </a:prstGeom>
          <a:solidFill>
            <a:srgbClr val="F2F6FC"/>
          </a:solidFill>
          <a:ln w="9525">
            <a:solidFill>
              <a:srgbClr val="D9DDE1"/>
            </a:solidFill>
            <a:prstDash val="solid"/>
          </a:ln>
        </p:spPr>
        <p:txBody>
          <a:bodyPr/>
          <a:lstStyle/>
          <a:p>
            <a:endParaRPr lang="en-US"/>
          </a:p>
        </p:txBody>
      </p:sp>
      <p:sp>
        <p:nvSpPr>
          <p:cNvPr id="142" name="Shape 68">
            <a:extLst>
              <a:ext uri="{FF2B5EF4-FFF2-40B4-BE49-F238E27FC236}">
                <a16:creationId xmlns:a16="http://schemas.microsoft.com/office/drawing/2014/main" id="{008FD920-1403-2526-D9EB-AB44EBDCFA33}"/>
              </a:ext>
            </a:extLst>
          </p:cNvPr>
          <p:cNvSpPr/>
          <p:nvPr/>
        </p:nvSpPr>
        <p:spPr>
          <a:xfrm>
            <a:off x="700019" y="5280939"/>
            <a:ext cx="283835" cy="292986"/>
          </a:xfrm>
          <a:prstGeom prst="ellipse">
            <a:avLst/>
          </a:prstGeom>
          <a:solidFill>
            <a:srgbClr val="2251FF"/>
          </a:solidFill>
          <a:ln/>
        </p:spPr>
        <p:txBody>
          <a:bodyPr/>
          <a:lstStyle/>
          <a:p>
            <a:endParaRPr lang="en-US"/>
          </a:p>
        </p:txBody>
      </p:sp>
      <p:sp>
        <p:nvSpPr>
          <p:cNvPr id="144" name="Text 69">
            <a:extLst>
              <a:ext uri="{FF2B5EF4-FFF2-40B4-BE49-F238E27FC236}">
                <a16:creationId xmlns:a16="http://schemas.microsoft.com/office/drawing/2014/main" id="{99A3A6F5-33C9-3BA9-A3E1-AE6BBF843AA1}"/>
              </a:ext>
            </a:extLst>
          </p:cNvPr>
          <p:cNvSpPr/>
          <p:nvPr/>
        </p:nvSpPr>
        <p:spPr>
          <a:xfrm>
            <a:off x="700019" y="5280939"/>
            <a:ext cx="283835" cy="292986"/>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146" name="Text 70">
            <a:extLst>
              <a:ext uri="{FF2B5EF4-FFF2-40B4-BE49-F238E27FC236}">
                <a16:creationId xmlns:a16="http://schemas.microsoft.com/office/drawing/2014/main" id="{2509B363-F8F7-6BAD-F8D4-731F901C9B7D}"/>
              </a:ext>
            </a:extLst>
          </p:cNvPr>
          <p:cNvSpPr/>
          <p:nvPr/>
        </p:nvSpPr>
        <p:spPr>
          <a:xfrm>
            <a:off x="1097388" y="5124680"/>
            <a:ext cx="3406022" cy="312518"/>
          </a:xfrm>
          <a:prstGeom prst="rect">
            <a:avLst/>
          </a:prstGeom>
          <a:noFill/>
          <a:ln/>
        </p:spPr>
        <p:txBody>
          <a:bodyPr wrap="square" rtlCol="0" anchor="ctr"/>
          <a:lstStyle/>
          <a:p>
            <a:pPr marL="0" indent="0">
              <a:buNone/>
            </a:pPr>
            <a:r>
              <a:rPr lang="en-US" sz="1100" b="1" dirty="0">
                <a:solidFill>
                  <a:srgbClr val="051C2C"/>
                </a:solidFill>
                <a:latin typeface="Arial" pitchFamily="34" charset="0"/>
                <a:ea typeface="Arial" pitchFamily="34" charset="-122"/>
                <a:cs typeface="Arial" pitchFamily="34" charset="-120"/>
              </a:rPr>
              <a:t>AA tool and AI process workflow tool</a:t>
            </a:r>
            <a:endParaRPr lang="en-US" sz="1100" dirty="0"/>
          </a:p>
        </p:txBody>
      </p:sp>
      <p:sp>
        <p:nvSpPr>
          <p:cNvPr id="148" name="Text 71">
            <a:extLst>
              <a:ext uri="{FF2B5EF4-FFF2-40B4-BE49-F238E27FC236}">
                <a16:creationId xmlns:a16="http://schemas.microsoft.com/office/drawing/2014/main" id="{D09E718E-6A4C-25BA-A658-5D0998647511}"/>
              </a:ext>
            </a:extLst>
          </p:cNvPr>
          <p:cNvSpPr/>
          <p:nvPr/>
        </p:nvSpPr>
        <p:spPr>
          <a:xfrm>
            <a:off x="1097388" y="5417666"/>
            <a:ext cx="3406022" cy="273454"/>
          </a:xfrm>
          <a:prstGeom prst="rect">
            <a:avLst/>
          </a:prstGeom>
          <a:noFill/>
          <a:ln/>
        </p:spPr>
        <p:txBody>
          <a:bodyPr wrap="square" rtlCol="0" anchor="ctr"/>
          <a:lstStyle/>
          <a:p>
            <a:pPr marL="0" indent="0">
              <a:buNone/>
            </a:pPr>
            <a:r>
              <a:rPr lang="en-US" sz="950" dirty="0">
                <a:solidFill>
                  <a:srgbClr val="6E7B85"/>
                </a:solidFill>
                <a:latin typeface="Arial" pitchFamily="34" charset="0"/>
                <a:ea typeface="Arial" pitchFamily="34" charset="-122"/>
                <a:cs typeface="Arial" pitchFamily="34" charset="-120"/>
              </a:rPr>
              <a:t>Value at stake and re-imagined workflows</a:t>
            </a:r>
            <a:endParaRPr lang="en-US" sz="950" dirty="0"/>
          </a:p>
        </p:txBody>
      </p:sp>
      <p:sp>
        <p:nvSpPr>
          <p:cNvPr id="150" name="Shape 72">
            <a:extLst>
              <a:ext uri="{FF2B5EF4-FFF2-40B4-BE49-F238E27FC236}">
                <a16:creationId xmlns:a16="http://schemas.microsoft.com/office/drawing/2014/main" id="{F9D9474C-E7DB-C050-9E1B-7444164F5EE3}"/>
              </a:ext>
            </a:extLst>
          </p:cNvPr>
          <p:cNvSpPr/>
          <p:nvPr/>
        </p:nvSpPr>
        <p:spPr>
          <a:xfrm>
            <a:off x="4616944" y="5066083"/>
            <a:ext cx="1419176" cy="703166"/>
          </a:xfrm>
          <a:prstGeom prst="rect">
            <a:avLst/>
          </a:prstGeom>
          <a:solidFill>
            <a:srgbClr val="F2F6FC"/>
          </a:solidFill>
          <a:ln w="9525">
            <a:solidFill>
              <a:srgbClr val="D9DDE1"/>
            </a:solidFill>
            <a:prstDash val="solid"/>
          </a:ln>
        </p:spPr>
        <p:txBody>
          <a:bodyPr/>
          <a:lstStyle/>
          <a:p>
            <a:endParaRPr lang="en-US"/>
          </a:p>
        </p:txBody>
      </p:sp>
      <p:sp>
        <p:nvSpPr>
          <p:cNvPr id="152" name="Shape 73">
            <a:extLst>
              <a:ext uri="{FF2B5EF4-FFF2-40B4-BE49-F238E27FC236}">
                <a16:creationId xmlns:a16="http://schemas.microsoft.com/office/drawing/2014/main" id="{679E024F-C43B-778A-8531-17FD55046D18}"/>
              </a:ext>
            </a:extLst>
          </p:cNvPr>
          <p:cNvSpPr/>
          <p:nvPr/>
        </p:nvSpPr>
        <p:spPr>
          <a:xfrm>
            <a:off x="5203537" y="5261407"/>
            <a:ext cx="245990" cy="253921"/>
          </a:xfrm>
          <a:prstGeom prst="ellipse">
            <a:avLst/>
          </a:prstGeom>
          <a:solidFill>
            <a:srgbClr val="2251FF"/>
          </a:solidFill>
          <a:ln/>
        </p:spPr>
        <p:txBody>
          <a:bodyPr/>
          <a:lstStyle/>
          <a:p>
            <a:endParaRPr lang="en-US"/>
          </a:p>
        </p:txBody>
      </p:sp>
      <p:sp>
        <p:nvSpPr>
          <p:cNvPr id="154" name="Shape 74">
            <a:extLst>
              <a:ext uri="{FF2B5EF4-FFF2-40B4-BE49-F238E27FC236}">
                <a16:creationId xmlns:a16="http://schemas.microsoft.com/office/drawing/2014/main" id="{61E44A95-C5DB-94D6-DF00-E7478A815165}"/>
              </a:ext>
            </a:extLst>
          </p:cNvPr>
          <p:cNvSpPr/>
          <p:nvPr/>
        </p:nvSpPr>
        <p:spPr>
          <a:xfrm>
            <a:off x="6036120" y="5066083"/>
            <a:ext cx="1419176" cy="703166"/>
          </a:xfrm>
          <a:prstGeom prst="rect">
            <a:avLst/>
          </a:prstGeom>
          <a:solidFill>
            <a:srgbClr val="F2F6FC"/>
          </a:solidFill>
          <a:ln w="9525">
            <a:solidFill>
              <a:srgbClr val="D9DDE1"/>
            </a:solidFill>
            <a:prstDash val="solid"/>
          </a:ln>
        </p:spPr>
        <p:txBody>
          <a:bodyPr/>
          <a:lstStyle/>
          <a:p>
            <a:endParaRPr lang="en-US"/>
          </a:p>
        </p:txBody>
      </p:sp>
      <p:sp>
        <p:nvSpPr>
          <p:cNvPr id="156" name="Shape 75">
            <a:extLst>
              <a:ext uri="{FF2B5EF4-FFF2-40B4-BE49-F238E27FC236}">
                <a16:creationId xmlns:a16="http://schemas.microsoft.com/office/drawing/2014/main" id="{41151C83-1A54-ED60-5B5E-0465DD211E9B}"/>
              </a:ext>
            </a:extLst>
          </p:cNvPr>
          <p:cNvSpPr/>
          <p:nvPr/>
        </p:nvSpPr>
        <p:spPr>
          <a:xfrm>
            <a:off x="6622713" y="5261407"/>
            <a:ext cx="245990" cy="253921"/>
          </a:xfrm>
          <a:prstGeom prst="ellipse">
            <a:avLst/>
          </a:prstGeom>
          <a:solidFill>
            <a:srgbClr val="FFFFFF"/>
          </a:solidFill>
          <a:ln w="15875">
            <a:solidFill>
              <a:srgbClr val="2251FF"/>
            </a:solidFill>
            <a:prstDash val="solid"/>
          </a:ln>
        </p:spPr>
        <p:txBody>
          <a:bodyPr/>
          <a:lstStyle/>
          <a:p>
            <a:endParaRPr lang="en-US"/>
          </a:p>
        </p:txBody>
      </p:sp>
      <p:sp>
        <p:nvSpPr>
          <p:cNvPr id="158" name="Shape 76">
            <a:extLst>
              <a:ext uri="{FF2B5EF4-FFF2-40B4-BE49-F238E27FC236}">
                <a16:creationId xmlns:a16="http://schemas.microsoft.com/office/drawing/2014/main" id="{41721219-555D-6A92-E2E9-2BD3931351BD}"/>
              </a:ext>
            </a:extLst>
          </p:cNvPr>
          <p:cNvSpPr/>
          <p:nvPr/>
        </p:nvSpPr>
        <p:spPr>
          <a:xfrm>
            <a:off x="7455296" y="5066083"/>
            <a:ext cx="1419176" cy="703166"/>
          </a:xfrm>
          <a:prstGeom prst="rect">
            <a:avLst/>
          </a:prstGeom>
          <a:solidFill>
            <a:srgbClr val="F2F6FC"/>
          </a:solidFill>
          <a:ln w="9525">
            <a:solidFill>
              <a:srgbClr val="D9DDE1"/>
            </a:solidFill>
            <a:prstDash val="solid"/>
          </a:ln>
        </p:spPr>
        <p:txBody>
          <a:bodyPr/>
          <a:lstStyle/>
          <a:p>
            <a:endParaRPr lang="en-US"/>
          </a:p>
        </p:txBody>
      </p:sp>
      <p:sp>
        <p:nvSpPr>
          <p:cNvPr id="160" name="Shape 77">
            <a:extLst>
              <a:ext uri="{FF2B5EF4-FFF2-40B4-BE49-F238E27FC236}">
                <a16:creationId xmlns:a16="http://schemas.microsoft.com/office/drawing/2014/main" id="{99B99324-32C2-A457-AC93-D0B4CDAA10D5}"/>
              </a:ext>
            </a:extLst>
          </p:cNvPr>
          <p:cNvSpPr/>
          <p:nvPr/>
        </p:nvSpPr>
        <p:spPr>
          <a:xfrm>
            <a:off x="8874472" y="5066083"/>
            <a:ext cx="1419176" cy="703166"/>
          </a:xfrm>
          <a:prstGeom prst="rect">
            <a:avLst/>
          </a:prstGeom>
          <a:solidFill>
            <a:srgbClr val="F2F6FC"/>
          </a:solidFill>
          <a:ln w="9525">
            <a:solidFill>
              <a:srgbClr val="D9DDE1"/>
            </a:solidFill>
            <a:prstDash val="solid"/>
          </a:ln>
        </p:spPr>
        <p:txBody>
          <a:bodyPr/>
          <a:lstStyle/>
          <a:p>
            <a:endParaRPr lang="en-US"/>
          </a:p>
        </p:txBody>
      </p:sp>
      <p:sp>
        <p:nvSpPr>
          <p:cNvPr id="162" name="Shape 78">
            <a:extLst>
              <a:ext uri="{FF2B5EF4-FFF2-40B4-BE49-F238E27FC236}">
                <a16:creationId xmlns:a16="http://schemas.microsoft.com/office/drawing/2014/main" id="{4D8B9F6E-D5A8-F6D0-D4CB-A3741B5F16EA}"/>
              </a:ext>
            </a:extLst>
          </p:cNvPr>
          <p:cNvSpPr/>
          <p:nvPr/>
        </p:nvSpPr>
        <p:spPr>
          <a:xfrm>
            <a:off x="10293648" y="5066083"/>
            <a:ext cx="1419176" cy="703166"/>
          </a:xfrm>
          <a:prstGeom prst="rect">
            <a:avLst/>
          </a:prstGeom>
          <a:solidFill>
            <a:srgbClr val="F2F6FC"/>
          </a:solidFill>
          <a:ln w="9525">
            <a:solidFill>
              <a:srgbClr val="D9DDE1"/>
            </a:solidFill>
            <a:prstDash val="solid"/>
          </a:ln>
        </p:spPr>
        <p:txBody>
          <a:bodyPr/>
          <a:lstStyle/>
          <a:p>
            <a:endParaRPr lang="en-US"/>
          </a:p>
        </p:txBody>
      </p:sp>
      <p:sp>
        <p:nvSpPr>
          <p:cNvPr id="164" name="Shape 79">
            <a:extLst>
              <a:ext uri="{FF2B5EF4-FFF2-40B4-BE49-F238E27FC236}">
                <a16:creationId xmlns:a16="http://schemas.microsoft.com/office/drawing/2014/main" id="{EB6446CD-12F8-4AB9-2B0B-C136E470ECD7}"/>
              </a:ext>
            </a:extLst>
          </p:cNvPr>
          <p:cNvSpPr/>
          <p:nvPr/>
        </p:nvSpPr>
        <p:spPr>
          <a:xfrm>
            <a:off x="10880241" y="5261407"/>
            <a:ext cx="245990" cy="253921"/>
          </a:xfrm>
          <a:prstGeom prst="ellipse">
            <a:avLst/>
          </a:prstGeom>
          <a:solidFill>
            <a:srgbClr val="2251FF"/>
          </a:solidFill>
          <a:ln/>
        </p:spPr>
        <p:txBody>
          <a:bodyPr/>
          <a:lstStyle/>
          <a:p>
            <a:endParaRPr lang="en-US"/>
          </a:p>
        </p:txBody>
      </p:sp>
      <p:sp>
        <p:nvSpPr>
          <p:cNvPr id="166" name="Shape 80">
            <a:extLst>
              <a:ext uri="{FF2B5EF4-FFF2-40B4-BE49-F238E27FC236}">
                <a16:creationId xmlns:a16="http://schemas.microsoft.com/office/drawing/2014/main" id="{59A1D969-3037-F27F-6CF9-61A8B91B1F85}"/>
              </a:ext>
            </a:extLst>
          </p:cNvPr>
          <p:cNvSpPr/>
          <p:nvPr/>
        </p:nvSpPr>
        <p:spPr>
          <a:xfrm>
            <a:off x="8401574" y="953568"/>
            <a:ext cx="182880" cy="182880"/>
          </a:xfrm>
          <a:prstGeom prst="ellipse">
            <a:avLst/>
          </a:prstGeom>
          <a:solidFill>
            <a:srgbClr val="2251FF"/>
          </a:solidFill>
          <a:ln/>
        </p:spPr>
        <p:txBody>
          <a:bodyPr/>
          <a:lstStyle/>
          <a:p>
            <a:endParaRPr lang="en-US"/>
          </a:p>
        </p:txBody>
      </p:sp>
      <p:sp>
        <p:nvSpPr>
          <p:cNvPr id="168" name="Text 81">
            <a:extLst>
              <a:ext uri="{FF2B5EF4-FFF2-40B4-BE49-F238E27FC236}">
                <a16:creationId xmlns:a16="http://schemas.microsoft.com/office/drawing/2014/main" id="{3367D1ED-95BC-A924-E96F-1A77CE800D22}"/>
              </a:ext>
            </a:extLst>
          </p:cNvPr>
          <p:cNvSpPr/>
          <p:nvPr/>
        </p:nvSpPr>
        <p:spPr>
          <a:xfrm>
            <a:off x="8675894" y="968064"/>
            <a:ext cx="1436612" cy="153888"/>
          </a:xfrm>
          <a:prstGeom prst="rect">
            <a:avLst/>
          </a:prstGeom>
          <a:noFill/>
          <a:ln/>
        </p:spPr>
        <p:txBody>
          <a:bodyPr wrap="none" lIns="0" tIns="0" rIns="0" bIns="0" rtlCol="0" anchor="ctr">
            <a:spAutoFit/>
          </a:bodyPr>
          <a:lstStyle/>
          <a:p>
            <a:pPr marL="0" indent="0">
              <a:buNone/>
            </a:pPr>
            <a:r>
              <a:rPr lang="en-US" sz="1000" dirty="0">
                <a:solidFill>
                  <a:srgbClr val="1A1A1A"/>
                </a:solidFill>
                <a:latin typeface="Arial" pitchFamily="34" charset="0"/>
                <a:ea typeface="Arial" pitchFamily="34" charset="-122"/>
                <a:cs typeface="Arial" pitchFamily="34" charset="-120"/>
              </a:rPr>
              <a:t>Primary source of insight</a:t>
            </a:r>
            <a:endParaRPr lang="en-US" sz="1000" dirty="0"/>
          </a:p>
        </p:txBody>
      </p:sp>
      <p:sp>
        <p:nvSpPr>
          <p:cNvPr id="170" name="Shape 82">
            <a:extLst>
              <a:ext uri="{FF2B5EF4-FFF2-40B4-BE49-F238E27FC236}">
                <a16:creationId xmlns:a16="http://schemas.microsoft.com/office/drawing/2014/main" id="{0BC1BE1B-13DC-3ADB-F4FE-CDFAB1A633F5}"/>
              </a:ext>
            </a:extLst>
          </p:cNvPr>
          <p:cNvSpPr/>
          <p:nvPr/>
        </p:nvSpPr>
        <p:spPr>
          <a:xfrm>
            <a:off x="10247152" y="953568"/>
            <a:ext cx="182880" cy="182880"/>
          </a:xfrm>
          <a:prstGeom prst="ellipse">
            <a:avLst/>
          </a:prstGeom>
          <a:solidFill>
            <a:srgbClr val="FFFFFF"/>
          </a:solidFill>
          <a:ln w="15875">
            <a:solidFill>
              <a:srgbClr val="2251FF"/>
            </a:solidFill>
            <a:prstDash val="solid"/>
          </a:ln>
        </p:spPr>
        <p:txBody>
          <a:bodyPr/>
          <a:lstStyle/>
          <a:p>
            <a:endParaRPr lang="en-US"/>
          </a:p>
        </p:txBody>
      </p:sp>
      <p:sp>
        <p:nvSpPr>
          <p:cNvPr id="172" name="Text 83">
            <a:extLst>
              <a:ext uri="{FF2B5EF4-FFF2-40B4-BE49-F238E27FC236}">
                <a16:creationId xmlns:a16="http://schemas.microsoft.com/office/drawing/2014/main" id="{2F2DBD62-AF70-2209-0AF4-DD0D206FB5A9}"/>
              </a:ext>
            </a:extLst>
          </p:cNvPr>
          <p:cNvSpPr/>
          <p:nvPr/>
        </p:nvSpPr>
        <p:spPr>
          <a:xfrm>
            <a:off x="10521472" y="968064"/>
            <a:ext cx="1191352" cy="153888"/>
          </a:xfrm>
          <a:prstGeom prst="rect">
            <a:avLst/>
          </a:prstGeom>
          <a:noFill/>
          <a:ln/>
        </p:spPr>
        <p:txBody>
          <a:bodyPr wrap="none" lIns="0" tIns="0" rIns="0" bIns="0" rtlCol="0" anchor="ctr">
            <a:spAutoFit/>
          </a:bodyPr>
          <a:lstStyle/>
          <a:p>
            <a:pPr marL="0" indent="0">
              <a:buNone/>
            </a:pPr>
            <a:r>
              <a:rPr lang="en-US" sz="1000" dirty="0">
                <a:solidFill>
                  <a:srgbClr val="1A1A1A"/>
                </a:solidFill>
                <a:latin typeface="Arial" pitchFamily="34" charset="0"/>
                <a:ea typeface="Arial" pitchFamily="34" charset="-122"/>
                <a:cs typeface="Arial" pitchFamily="34" charset="-120"/>
              </a:rPr>
              <a:t>Supporting evidence</a:t>
            </a:r>
            <a:endParaRPr lang="en-US" sz="1000" dirty="0"/>
          </a:p>
        </p:txBody>
      </p:sp>
    </p:spTree>
    <p:extLst>
      <p:ext uri="{BB962C8B-B14F-4D97-AF65-F5344CB8AC3E}">
        <p14:creationId xmlns:p14="http://schemas.microsoft.com/office/powerpoint/2010/main" val="466061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7F30C-0E42-886F-C434-BF13FE0ABC1D}"/>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52EB1884-27E4-236C-CF0E-A072D25154B6}"/>
              </a:ext>
            </a:extLst>
          </p:cNvPr>
          <p:cNvGraphicFramePr>
            <a:graphicFrameLocks noChangeAspect="1"/>
          </p:cNvGraphicFramePr>
          <p:nvPr>
            <p:custDataLst>
              <p:tags r:id="rId1"/>
            </p:custDataLst>
            <p:extLst>
              <p:ext uri="{D42A27DB-BD31-4B8C-83A1-F6EECF244321}">
                <p14:modId xmlns:p14="http://schemas.microsoft.com/office/powerpoint/2010/main" val="35290084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5" imgW="428" imgH="428" progId="TCLayout.ActiveDocument.1">
                  <p:embed/>
                </p:oleObj>
              </mc:Choice>
              <mc:Fallback>
                <p:oleObj name="think-cell Slide" r:id="rId35" imgW="428" imgH="428" progId="TCLayout.ActiveDocument.1">
                  <p:embed/>
                  <p:pic>
                    <p:nvPicPr>
                      <p:cNvPr id="5" name="Object 2" hidden="1">
                        <a:extLst>
                          <a:ext uri="{FF2B5EF4-FFF2-40B4-BE49-F238E27FC236}">
                            <a16:creationId xmlns:a16="http://schemas.microsoft.com/office/drawing/2014/main" id="{52EB1884-27E4-236C-CF0E-A072D25154B6}"/>
                          </a:ext>
                        </a:extLst>
                      </p:cNvPr>
                      <p:cNvPicPr/>
                      <p:nvPr/>
                    </p:nvPicPr>
                    <p:blipFill>
                      <a:blip r:embed="rId36"/>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08BA7FD1-C002-3834-DA0E-C2238C41B331}"/>
              </a:ext>
            </a:extLst>
          </p:cNvPr>
          <p:cNvSpPr>
            <a:spLocks noGrp="1"/>
          </p:cNvSpPr>
          <p:nvPr>
            <p:ph type="title"/>
            <p:custDataLst>
              <p:tags r:id="rId2"/>
            </p:custDataLst>
          </p:nvPr>
        </p:nvSpPr>
        <p:spPr>
          <a:xfrm>
            <a:off x="554736" y="235922"/>
            <a:ext cx="11082528" cy="357790"/>
          </a:xfrm>
        </p:spPr>
        <p:txBody>
          <a:bodyPr vert="horz">
            <a:spAutoFit/>
          </a:bodyPr>
          <a:lstStyle/>
          <a:p>
            <a:r>
              <a:rPr lang="en-US" dirty="0"/>
              <a:t>What each asset measures and how it runs</a:t>
            </a:r>
          </a:p>
        </p:txBody>
      </p:sp>
      <p:sp>
        <p:nvSpPr>
          <p:cNvPr id="3" name="1. On-page tracker">
            <a:extLst>
              <a:ext uri="{FF2B5EF4-FFF2-40B4-BE49-F238E27FC236}">
                <a16:creationId xmlns:a16="http://schemas.microsoft.com/office/drawing/2014/main" id="{658732CC-992D-76EF-A757-F3499417FB4C}"/>
              </a:ext>
            </a:extLst>
          </p:cNvPr>
          <p:cNvSpPr>
            <a:spLocks noGrp="1"/>
          </p:cNvSpPr>
          <p:nvPr>
            <p:ph type="body" sz="quarter" idx="17"/>
            <p:custDataLst>
              <p:tags r:id="rId3"/>
            </p:custDataLst>
          </p:nvPr>
        </p:nvSpPr>
        <p:spPr/>
        <p:txBody>
          <a:bodyPr/>
          <a:lstStyle/>
          <a:p>
            <a:endParaRPr lang="en-US"/>
          </a:p>
        </p:txBody>
      </p:sp>
      <p:sp>
        <p:nvSpPr>
          <p:cNvPr id="7" name="TextBox 6">
            <a:extLst>
              <a:ext uri="{FF2B5EF4-FFF2-40B4-BE49-F238E27FC236}">
                <a16:creationId xmlns:a16="http://schemas.microsoft.com/office/drawing/2014/main" id="{02A54290-6B97-245A-6B0C-77592416D858}"/>
              </a:ext>
            </a:extLst>
          </p:cNvPr>
          <p:cNvSpPr txBox="1"/>
          <p:nvPr>
            <p:custDataLst>
              <p:tags r:id="rId4"/>
            </p:custDataLst>
          </p:nvPr>
        </p:nvSpPr>
        <p:spPr>
          <a:xfrm>
            <a:off x="571500" y="1121395"/>
            <a:ext cx="557845" cy="246221"/>
          </a:xfrm>
          <a:prstGeom prst="rect">
            <a:avLst/>
          </a:prstGeom>
        </p:spPr>
        <p:txBody>
          <a:bodyPr vert="horz" wrap="non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Asset</a:t>
            </a:r>
            <a:endParaRPr lang="en-US" b="1" dirty="0"/>
          </a:p>
        </p:txBody>
      </p:sp>
      <p:sp>
        <p:nvSpPr>
          <p:cNvPr id="8" name="TextBox 7">
            <a:extLst>
              <a:ext uri="{FF2B5EF4-FFF2-40B4-BE49-F238E27FC236}">
                <a16:creationId xmlns:a16="http://schemas.microsoft.com/office/drawing/2014/main" id="{B2477FB7-030B-EA56-ECD3-ABD5B76DFD82}"/>
              </a:ext>
            </a:extLst>
          </p:cNvPr>
          <p:cNvSpPr txBox="1">
            <a:spLocks/>
          </p:cNvSpPr>
          <p:nvPr>
            <p:custDataLst>
              <p:tags r:id="rId5"/>
            </p:custDataLst>
          </p:nvPr>
        </p:nvSpPr>
        <p:spPr>
          <a:xfrm>
            <a:off x="571500" y="1585177"/>
            <a:ext cx="1819361" cy="73866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1  Tech Performance Assessment</a:t>
            </a:r>
            <a:endParaRPr lang="en-US" b="1" dirty="0"/>
          </a:p>
        </p:txBody>
      </p:sp>
      <p:sp>
        <p:nvSpPr>
          <p:cNvPr id="9" name="TextBox 8">
            <a:extLst>
              <a:ext uri="{FF2B5EF4-FFF2-40B4-BE49-F238E27FC236}">
                <a16:creationId xmlns:a16="http://schemas.microsoft.com/office/drawing/2014/main" id="{76422652-E5E4-8126-2950-06F54A37B88A}"/>
              </a:ext>
            </a:extLst>
          </p:cNvPr>
          <p:cNvSpPr txBox="1">
            <a:spLocks/>
          </p:cNvSpPr>
          <p:nvPr>
            <p:custDataLst>
              <p:tags r:id="rId6"/>
            </p:custDataLst>
          </p:nvPr>
        </p:nvSpPr>
        <p:spPr>
          <a:xfrm>
            <a:off x="571500" y="2539042"/>
            <a:ext cx="1819361" cy="492443"/>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2  Tech and AI Quotient (AIQ)</a:t>
            </a:r>
            <a:endParaRPr lang="en-US" b="1" dirty="0"/>
          </a:p>
        </p:txBody>
      </p:sp>
      <p:sp>
        <p:nvSpPr>
          <p:cNvPr id="10" name="TextBox 9">
            <a:extLst>
              <a:ext uri="{FF2B5EF4-FFF2-40B4-BE49-F238E27FC236}">
                <a16:creationId xmlns:a16="http://schemas.microsoft.com/office/drawing/2014/main" id="{C2A31265-5C1F-BA7A-751B-3AE2C73ECA02}"/>
              </a:ext>
            </a:extLst>
          </p:cNvPr>
          <p:cNvSpPr txBox="1">
            <a:spLocks/>
          </p:cNvSpPr>
          <p:nvPr>
            <p:custDataLst>
              <p:tags r:id="rId7"/>
            </p:custDataLst>
          </p:nvPr>
        </p:nvSpPr>
        <p:spPr>
          <a:xfrm>
            <a:off x="571500" y="3492907"/>
            <a:ext cx="1819361" cy="492443"/>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3  Developer Velocity Index</a:t>
            </a:r>
            <a:endParaRPr lang="en-US" b="1" dirty="0"/>
          </a:p>
        </p:txBody>
      </p:sp>
      <p:sp>
        <p:nvSpPr>
          <p:cNvPr id="11" name="TextBox 10">
            <a:extLst>
              <a:ext uri="{FF2B5EF4-FFF2-40B4-BE49-F238E27FC236}">
                <a16:creationId xmlns:a16="http://schemas.microsoft.com/office/drawing/2014/main" id="{B403DB2D-D948-0AB8-62D1-81E8F07B2EA7}"/>
              </a:ext>
            </a:extLst>
          </p:cNvPr>
          <p:cNvSpPr txBox="1">
            <a:spLocks/>
          </p:cNvSpPr>
          <p:nvPr>
            <p:custDataLst>
              <p:tags r:id="rId8"/>
            </p:custDataLst>
          </p:nvPr>
        </p:nvSpPr>
        <p:spPr>
          <a:xfrm>
            <a:off x="571500" y="4446772"/>
            <a:ext cx="1819361" cy="492443"/>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4  Operating Model Index (OMI)</a:t>
            </a:r>
            <a:endParaRPr lang="en-US" b="1" dirty="0"/>
          </a:p>
        </p:txBody>
      </p:sp>
      <p:sp>
        <p:nvSpPr>
          <p:cNvPr id="12" name="TextBox 11">
            <a:extLst>
              <a:ext uri="{FF2B5EF4-FFF2-40B4-BE49-F238E27FC236}">
                <a16:creationId xmlns:a16="http://schemas.microsoft.com/office/drawing/2014/main" id="{5EF76A24-271F-A88D-1DF1-BC5A2A6EF014}"/>
              </a:ext>
            </a:extLst>
          </p:cNvPr>
          <p:cNvSpPr txBox="1">
            <a:spLocks/>
          </p:cNvSpPr>
          <p:nvPr>
            <p:custDataLst>
              <p:tags r:id="rId9"/>
            </p:custDataLst>
          </p:nvPr>
        </p:nvSpPr>
        <p:spPr>
          <a:xfrm>
            <a:off x="571500" y="5400636"/>
            <a:ext cx="1819361" cy="73866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5  AA tool and AI process workflow tool</a:t>
            </a:r>
          </a:p>
        </p:txBody>
      </p:sp>
      <p:sp>
        <p:nvSpPr>
          <p:cNvPr id="13" name="TextBox 12">
            <a:extLst>
              <a:ext uri="{FF2B5EF4-FFF2-40B4-BE49-F238E27FC236}">
                <a16:creationId xmlns:a16="http://schemas.microsoft.com/office/drawing/2014/main" id="{4553C33E-AA15-068E-71F1-39716647EE50}"/>
              </a:ext>
            </a:extLst>
          </p:cNvPr>
          <p:cNvSpPr txBox="1"/>
          <p:nvPr>
            <p:custDataLst>
              <p:tags r:id="rId10"/>
            </p:custDataLst>
          </p:nvPr>
        </p:nvSpPr>
        <p:spPr>
          <a:xfrm>
            <a:off x="2565263" y="1121395"/>
            <a:ext cx="3076546" cy="246221"/>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What it measures</a:t>
            </a:r>
            <a:endParaRPr lang="en-US" b="1" dirty="0"/>
          </a:p>
        </p:txBody>
      </p:sp>
      <p:sp>
        <p:nvSpPr>
          <p:cNvPr id="14" name="TextBox 13">
            <a:extLst>
              <a:ext uri="{FF2B5EF4-FFF2-40B4-BE49-F238E27FC236}">
                <a16:creationId xmlns:a16="http://schemas.microsoft.com/office/drawing/2014/main" id="{20606B1B-349C-5ACB-5109-FBA2EA15D7CD}"/>
              </a:ext>
            </a:extLst>
          </p:cNvPr>
          <p:cNvSpPr txBox="1"/>
          <p:nvPr>
            <p:custDataLst>
              <p:tags r:id="rId11"/>
            </p:custDataLst>
          </p:nvPr>
        </p:nvSpPr>
        <p:spPr>
          <a:xfrm>
            <a:off x="2565263" y="1585177"/>
            <a:ext cx="3076546" cy="646331"/>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Full technology spend and FTE baseline by tower and by category, against a peer set</a:t>
            </a:r>
            <a:endParaRPr lang="en-US" sz="1400" dirty="0"/>
          </a:p>
        </p:txBody>
      </p:sp>
      <p:sp>
        <p:nvSpPr>
          <p:cNvPr id="15" name="TextBox 14">
            <a:extLst>
              <a:ext uri="{FF2B5EF4-FFF2-40B4-BE49-F238E27FC236}">
                <a16:creationId xmlns:a16="http://schemas.microsoft.com/office/drawing/2014/main" id="{3422DD66-60BB-79CC-06DF-2C6761954098}"/>
              </a:ext>
            </a:extLst>
          </p:cNvPr>
          <p:cNvSpPr txBox="1"/>
          <p:nvPr>
            <p:custDataLst>
              <p:tags r:id="rId12"/>
            </p:custDataLst>
          </p:nvPr>
        </p:nvSpPr>
        <p:spPr>
          <a:xfrm>
            <a:off x="2565263" y="2539042"/>
            <a:ext cx="3076546" cy="646331"/>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Tech and AI maturity across strategy, talent, operating model, data, technology, and adoption and scaling</a:t>
            </a:r>
            <a:endParaRPr lang="en-US" sz="1400" dirty="0"/>
          </a:p>
        </p:txBody>
      </p:sp>
      <p:sp>
        <p:nvSpPr>
          <p:cNvPr id="16" name="TextBox 15">
            <a:extLst>
              <a:ext uri="{FF2B5EF4-FFF2-40B4-BE49-F238E27FC236}">
                <a16:creationId xmlns:a16="http://schemas.microsoft.com/office/drawing/2014/main" id="{5C464242-E76A-54C4-46F5-B5142DE91DAC}"/>
              </a:ext>
            </a:extLst>
          </p:cNvPr>
          <p:cNvSpPr txBox="1"/>
          <p:nvPr>
            <p:custDataLst>
              <p:tags r:id="rId13"/>
            </p:custDataLst>
          </p:nvPr>
        </p:nvSpPr>
        <p:spPr>
          <a:xfrm>
            <a:off x="2565263" y="3492907"/>
            <a:ext cx="3076546" cy="646331"/>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Engineering practice maturity and how developer time splits between inner loop and outer loop</a:t>
            </a:r>
            <a:endParaRPr lang="en-US" sz="1400" dirty="0"/>
          </a:p>
        </p:txBody>
      </p:sp>
      <p:sp>
        <p:nvSpPr>
          <p:cNvPr id="17" name="TextBox 16">
            <a:extLst>
              <a:ext uri="{FF2B5EF4-FFF2-40B4-BE49-F238E27FC236}">
                <a16:creationId xmlns:a16="http://schemas.microsoft.com/office/drawing/2014/main" id="{A7B7FB35-E92B-03DA-CFD5-B934689AEF76}"/>
              </a:ext>
            </a:extLst>
          </p:cNvPr>
          <p:cNvSpPr txBox="1"/>
          <p:nvPr>
            <p:custDataLst>
              <p:tags r:id="rId14"/>
            </p:custDataLst>
          </p:nvPr>
        </p:nvSpPr>
        <p:spPr>
          <a:xfrm>
            <a:off x="2565263" y="4446772"/>
            <a:ext cx="3076546"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Product and platform operating model across five areas and 17 dimensions</a:t>
            </a:r>
            <a:endParaRPr lang="en-US" sz="1400" dirty="0"/>
          </a:p>
        </p:txBody>
      </p:sp>
      <p:sp>
        <p:nvSpPr>
          <p:cNvPr id="18" name="TextBox 17">
            <a:extLst>
              <a:ext uri="{FF2B5EF4-FFF2-40B4-BE49-F238E27FC236}">
                <a16:creationId xmlns:a16="http://schemas.microsoft.com/office/drawing/2014/main" id="{29B6F4D7-90D5-3431-C57E-45A01DCB8D9F}"/>
              </a:ext>
            </a:extLst>
          </p:cNvPr>
          <p:cNvSpPr txBox="1"/>
          <p:nvPr>
            <p:custDataLst>
              <p:tags r:id="rId15"/>
            </p:custDataLst>
          </p:nvPr>
        </p:nvSpPr>
        <p:spPr>
          <a:xfrm>
            <a:off x="2565263" y="5400636"/>
            <a:ext cx="3076546" cy="646331"/>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AI value at stake by business domain, and re-imagined future-state workflows for the priority domains</a:t>
            </a:r>
            <a:endParaRPr lang="en-US" sz="1400" dirty="0"/>
          </a:p>
        </p:txBody>
      </p:sp>
      <p:sp>
        <p:nvSpPr>
          <p:cNvPr id="19" name="TextBox 18">
            <a:extLst>
              <a:ext uri="{FF2B5EF4-FFF2-40B4-BE49-F238E27FC236}">
                <a16:creationId xmlns:a16="http://schemas.microsoft.com/office/drawing/2014/main" id="{CDDF228E-873C-97FD-9A1B-141925194AB2}"/>
              </a:ext>
            </a:extLst>
          </p:cNvPr>
          <p:cNvSpPr txBox="1"/>
          <p:nvPr>
            <p:custDataLst>
              <p:tags r:id="rId16"/>
            </p:custDataLst>
          </p:nvPr>
        </p:nvSpPr>
        <p:spPr>
          <a:xfrm>
            <a:off x="5816211" y="1121395"/>
            <a:ext cx="3379890" cy="246221"/>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How it runs</a:t>
            </a:r>
            <a:endParaRPr lang="en-US" b="1" dirty="0"/>
          </a:p>
        </p:txBody>
      </p:sp>
      <p:sp>
        <p:nvSpPr>
          <p:cNvPr id="20" name="TextBox 19">
            <a:extLst>
              <a:ext uri="{FF2B5EF4-FFF2-40B4-BE49-F238E27FC236}">
                <a16:creationId xmlns:a16="http://schemas.microsoft.com/office/drawing/2014/main" id="{1AE97F3D-608C-5BD4-DCCC-0459FC9496F3}"/>
              </a:ext>
            </a:extLst>
          </p:cNvPr>
          <p:cNvSpPr txBox="1"/>
          <p:nvPr>
            <p:custDataLst>
              <p:tags r:id="rId17"/>
            </p:custDataLst>
          </p:nvPr>
        </p:nvSpPr>
        <p:spPr>
          <a:xfrm>
            <a:off x="5816211" y="1585177"/>
            <a:ext cx="3379890"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Finance and HR data extracts plus 5-10 leadership interviews; capability survey optional</a:t>
            </a:r>
            <a:endParaRPr lang="en-US" sz="1400" dirty="0"/>
          </a:p>
        </p:txBody>
      </p:sp>
      <p:sp>
        <p:nvSpPr>
          <p:cNvPr id="21" name="TextBox 20">
            <a:extLst>
              <a:ext uri="{FF2B5EF4-FFF2-40B4-BE49-F238E27FC236}">
                <a16:creationId xmlns:a16="http://schemas.microsoft.com/office/drawing/2014/main" id="{50D3FA4D-973F-BBBA-225E-22634B6CC43C}"/>
              </a:ext>
            </a:extLst>
          </p:cNvPr>
          <p:cNvSpPr txBox="1"/>
          <p:nvPr>
            <p:custDataLst>
              <p:tags r:id="rId18"/>
            </p:custDataLst>
          </p:nvPr>
        </p:nvSpPr>
        <p:spPr>
          <a:xfrm>
            <a:off x="5816211" y="2539042"/>
            <a:ext cx="3379890"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Survey of senior leaders, benchmarked to sector peers and cross-sector leaders</a:t>
            </a:r>
            <a:endParaRPr lang="en-US" sz="1400" dirty="0"/>
          </a:p>
        </p:txBody>
      </p:sp>
      <p:sp>
        <p:nvSpPr>
          <p:cNvPr id="22" name="TextBox 21">
            <a:extLst>
              <a:ext uri="{FF2B5EF4-FFF2-40B4-BE49-F238E27FC236}">
                <a16:creationId xmlns:a16="http://schemas.microsoft.com/office/drawing/2014/main" id="{18EA3A24-C1FD-4490-1ACA-D63BFB3F877C}"/>
              </a:ext>
            </a:extLst>
          </p:cNvPr>
          <p:cNvSpPr txBox="1"/>
          <p:nvPr>
            <p:custDataLst>
              <p:tags r:id="rId19"/>
            </p:custDataLst>
          </p:nvPr>
        </p:nvSpPr>
        <p:spPr>
          <a:xfrm>
            <a:off x="5816211" y="3492907"/>
            <a:ext cx="3379890" cy="646331"/>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Developer survey across business units, then interviews with engineering leads on root causes</a:t>
            </a:r>
            <a:endParaRPr lang="en-US" sz="1400" dirty="0"/>
          </a:p>
        </p:txBody>
      </p:sp>
      <p:sp>
        <p:nvSpPr>
          <p:cNvPr id="23" name="TextBox 22">
            <a:extLst>
              <a:ext uri="{FF2B5EF4-FFF2-40B4-BE49-F238E27FC236}">
                <a16:creationId xmlns:a16="http://schemas.microsoft.com/office/drawing/2014/main" id="{8D72C654-F6EB-F26E-EA41-468ABC55D836}"/>
              </a:ext>
            </a:extLst>
          </p:cNvPr>
          <p:cNvSpPr txBox="1"/>
          <p:nvPr>
            <p:custDataLst>
              <p:tags r:id="rId20"/>
            </p:custDataLst>
          </p:nvPr>
        </p:nvSpPr>
        <p:spPr>
          <a:xfrm>
            <a:off x="5816211" y="4446772"/>
            <a:ext cx="3379890" cy="646331"/>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About 20 minutes per respondent, Director level and above, minimum 10 responses; 5-8 calibration interviews optional</a:t>
            </a:r>
            <a:endParaRPr lang="en-US" sz="1400" dirty="0"/>
          </a:p>
        </p:txBody>
      </p:sp>
      <p:sp>
        <p:nvSpPr>
          <p:cNvPr id="24" name="TextBox 23">
            <a:extLst>
              <a:ext uri="{FF2B5EF4-FFF2-40B4-BE49-F238E27FC236}">
                <a16:creationId xmlns:a16="http://schemas.microsoft.com/office/drawing/2014/main" id="{6691B994-104B-F045-928B-C744210D9511}"/>
              </a:ext>
            </a:extLst>
          </p:cNvPr>
          <p:cNvSpPr txBox="1"/>
          <p:nvPr>
            <p:custDataLst>
              <p:tags r:id="rId21"/>
            </p:custDataLst>
          </p:nvPr>
        </p:nvSpPr>
        <p:spPr>
          <a:xfrm>
            <a:off x="5816211" y="5400636"/>
            <a:ext cx="3379890"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AA tool sizing on domain data (run internally), then AI process workflow tool for redesign</a:t>
            </a:r>
            <a:endParaRPr lang="en-US" sz="1400" dirty="0"/>
          </a:p>
        </p:txBody>
      </p:sp>
      <p:sp>
        <p:nvSpPr>
          <p:cNvPr id="25" name="TextBox 24">
            <a:extLst>
              <a:ext uri="{FF2B5EF4-FFF2-40B4-BE49-F238E27FC236}">
                <a16:creationId xmlns:a16="http://schemas.microsoft.com/office/drawing/2014/main" id="{65A8A1E6-9CEF-0128-81B5-5EFAA3F49582}"/>
              </a:ext>
            </a:extLst>
          </p:cNvPr>
          <p:cNvSpPr txBox="1"/>
          <p:nvPr>
            <p:custDataLst>
              <p:tags r:id="rId22"/>
            </p:custDataLst>
          </p:nvPr>
        </p:nvSpPr>
        <p:spPr>
          <a:xfrm>
            <a:off x="9370503" y="1121395"/>
            <a:ext cx="2249997" cy="246221"/>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Benchmark scale</a:t>
            </a:r>
            <a:endParaRPr lang="en-US" b="1" dirty="0"/>
          </a:p>
        </p:txBody>
      </p:sp>
      <p:sp>
        <p:nvSpPr>
          <p:cNvPr id="26" name="TextBox 25">
            <a:extLst>
              <a:ext uri="{FF2B5EF4-FFF2-40B4-BE49-F238E27FC236}">
                <a16:creationId xmlns:a16="http://schemas.microsoft.com/office/drawing/2014/main" id="{B0411A98-5BEA-05AD-74F4-339C760050E9}"/>
              </a:ext>
            </a:extLst>
          </p:cNvPr>
          <p:cNvSpPr txBox="1"/>
          <p:nvPr>
            <p:custDataLst>
              <p:tags r:id="rId23"/>
            </p:custDataLst>
          </p:nvPr>
        </p:nvSpPr>
        <p:spPr>
          <a:xfrm>
            <a:off x="9370503" y="1585177"/>
            <a:ext cx="2249997" cy="646331"/>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600+ companies, up to 300 cost and FTE categories, 200+ KPIs, 25+ peer set</a:t>
            </a:r>
            <a:endParaRPr lang="en-US" sz="1400" dirty="0"/>
          </a:p>
        </p:txBody>
      </p:sp>
      <p:sp>
        <p:nvSpPr>
          <p:cNvPr id="27" name="TextBox 26">
            <a:extLst>
              <a:ext uri="{FF2B5EF4-FFF2-40B4-BE49-F238E27FC236}">
                <a16:creationId xmlns:a16="http://schemas.microsoft.com/office/drawing/2014/main" id="{D0CA52EE-4FCD-FF24-A940-B807319360F5}"/>
              </a:ext>
            </a:extLst>
          </p:cNvPr>
          <p:cNvSpPr txBox="1"/>
          <p:nvPr>
            <p:custDataLst>
              <p:tags r:id="rId24"/>
            </p:custDataLst>
          </p:nvPr>
        </p:nvSpPr>
        <p:spPr>
          <a:xfrm>
            <a:off x="9370503" y="2539042"/>
            <a:ext cx="2249997" cy="646331"/>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800+ companies, about 10,000 participants, 10 sectors and 60+ sub-sectors</a:t>
            </a:r>
            <a:endParaRPr lang="en-US" sz="1400" dirty="0"/>
          </a:p>
        </p:txBody>
      </p:sp>
      <p:sp>
        <p:nvSpPr>
          <p:cNvPr id="28" name="TextBox 27">
            <a:extLst>
              <a:ext uri="{FF2B5EF4-FFF2-40B4-BE49-F238E27FC236}">
                <a16:creationId xmlns:a16="http://schemas.microsoft.com/office/drawing/2014/main" id="{85688501-4C88-41FC-4455-D3326BA0C20F}"/>
              </a:ext>
            </a:extLst>
          </p:cNvPr>
          <p:cNvSpPr txBox="1"/>
          <p:nvPr>
            <p:custDataLst>
              <p:tags r:id="rId25"/>
            </p:custDataLst>
          </p:nvPr>
        </p:nvSpPr>
        <p:spPr>
          <a:xfrm>
            <a:off x="9370503" y="3492907"/>
            <a:ext cx="2249997"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McKinsey developer velocity benchmark</a:t>
            </a:r>
            <a:endParaRPr lang="en-US" sz="1400" dirty="0"/>
          </a:p>
        </p:txBody>
      </p:sp>
      <p:sp>
        <p:nvSpPr>
          <p:cNvPr id="29" name="TextBox 28">
            <a:extLst>
              <a:ext uri="{FF2B5EF4-FFF2-40B4-BE49-F238E27FC236}">
                <a16:creationId xmlns:a16="http://schemas.microsoft.com/office/drawing/2014/main" id="{6515BC93-D11A-69B3-66AC-63672CD06329}"/>
              </a:ext>
            </a:extLst>
          </p:cNvPr>
          <p:cNvSpPr txBox="1"/>
          <p:nvPr>
            <p:custDataLst>
              <p:tags r:id="rId26"/>
            </p:custDataLst>
          </p:nvPr>
        </p:nvSpPr>
        <p:spPr>
          <a:xfrm>
            <a:off x="9370503" y="4446772"/>
            <a:ext cx="2249997"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400+ companies worldwide</a:t>
            </a:r>
            <a:endParaRPr lang="en-US" sz="1400" dirty="0"/>
          </a:p>
        </p:txBody>
      </p:sp>
      <p:sp>
        <p:nvSpPr>
          <p:cNvPr id="30" name="TextBox 29">
            <a:extLst>
              <a:ext uri="{FF2B5EF4-FFF2-40B4-BE49-F238E27FC236}">
                <a16:creationId xmlns:a16="http://schemas.microsoft.com/office/drawing/2014/main" id="{2553EA47-B6D1-1303-72F2-2E3DE24D447F}"/>
              </a:ext>
            </a:extLst>
          </p:cNvPr>
          <p:cNvSpPr txBox="1"/>
          <p:nvPr>
            <p:custDataLst>
              <p:tags r:id="rId27"/>
            </p:custDataLst>
          </p:nvPr>
        </p:nvSpPr>
        <p:spPr>
          <a:xfrm>
            <a:off x="9370503" y="5400636"/>
            <a:ext cx="2249997"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McKinsey value-at-stake benchmarks</a:t>
            </a:r>
            <a:endParaRPr lang="en-US" sz="1400" dirty="0"/>
          </a:p>
        </p:txBody>
      </p:sp>
      <p:grpSp>
        <p:nvGrpSpPr>
          <p:cNvPr id="6" name="Group 5">
            <a:extLst>
              <a:ext uri="{FF2B5EF4-FFF2-40B4-BE49-F238E27FC236}">
                <a16:creationId xmlns:a16="http://schemas.microsoft.com/office/drawing/2014/main" id="{FFC034CB-CB6C-55C4-5BEA-3AF8235DB1D0}"/>
              </a:ext>
            </a:extLst>
          </p:cNvPr>
          <p:cNvGrpSpPr/>
          <p:nvPr/>
        </p:nvGrpSpPr>
        <p:grpSpPr>
          <a:xfrm>
            <a:off x="571500" y="1431410"/>
            <a:ext cx="11049000" cy="3815460"/>
            <a:chOff x="571500" y="1431410"/>
            <a:chExt cx="11049000" cy="3815460"/>
          </a:xfrm>
        </p:grpSpPr>
        <p:cxnSp>
          <p:nvCxnSpPr>
            <p:cNvPr id="31" name="Straight Connector 30">
              <a:extLst>
                <a:ext uri="{FF2B5EF4-FFF2-40B4-BE49-F238E27FC236}">
                  <a16:creationId xmlns:a16="http://schemas.microsoft.com/office/drawing/2014/main" id="{AFEF2AA4-8E58-8C21-26C7-E477A248A7DE}"/>
                </a:ext>
              </a:extLst>
            </p:cNvPr>
            <p:cNvCxnSpPr/>
            <p:nvPr>
              <p:custDataLst>
                <p:tags r:id="rId29"/>
              </p:custDataLst>
            </p:nvPr>
          </p:nvCxnSpPr>
          <p:spPr>
            <a:xfrm>
              <a:off x="571500" y="1431410"/>
              <a:ext cx="11049000" cy="0"/>
            </a:xfrm>
            <a:prstGeom prst="line">
              <a:avLst/>
            </a:prstGeom>
            <a:ln w="28575"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34781F7-0C33-E3DF-A65E-5840B95D0245}"/>
                </a:ext>
              </a:extLst>
            </p:cNvPr>
            <p:cNvCxnSpPr/>
            <p:nvPr>
              <p:custDataLst>
                <p:tags r:id="rId30"/>
              </p:custDataLst>
            </p:nvPr>
          </p:nvCxnSpPr>
          <p:spPr>
            <a:xfrm>
              <a:off x="571500" y="2385275"/>
              <a:ext cx="11049000"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610D97C-FC84-533B-D31A-6A50D8A5651C}"/>
                </a:ext>
              </a:extLst>
            </p:cNvPr>
            <p:cNvCxnSpPr/>
            <p:nvPr>
              <p:custDataLst>
                <p:tags r:id="rId31"/>
              </p:custDataLst>
            </p:nvPr>
          </p:nvCxnSpPr>
          <p:spPr>
            <a:xfrm>
              <a:off x="571500" y="3339140"/>
              <a:ext cx="11049000"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076CBDA-7DE7-3F72-9D3B-F9899FECE9D8}"/>
                </a:ext>
              </a:extLst>
            </p:cNvPr>
            <p:cNvCxnSpPr/>
            <p:nvPr>
              <p:custDataLst>
                <p:tags r:id="rId32"/>
              </p:custDataLst>
            </p:nvPr>
          </p:nvCxnSpPr>
          <p:spPr>
            <a:xfrm>
              <a:off x="571500" y="4293005"/>
              <a:ext cx="11049000"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BFEB5B2-3371-9308-9EB7-9E7F60672519}"/>
                </a:ext>
              </a:extLst>
            </p:cNvPr>
            <p:cNvCxnSpPr/>
            <p:nvPr>
              <p:custDataLst>
                <p:tags r:id="rId33"/>
              </p:custDataLst>
            </p:nvPr>
          </p:nvCxnSpPr>
          <p:spPr>
            <a:xfrm>
              <a:off x="571500" y="5246870"/>
              <a:ext cx="11049000"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77938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ECE6841-9850-614A-976A-E85AB8710792}"/>
              </a:ext>
            </a:extLst>
          </p:cNvPr>
          <p:cNvGraphicFramePr>
            <a:graphicFrameLocks noChangeAspect="1"/>
          </p:cNvGraphicFramePr>
          <p:nvPr>
            <p:custDataLst>
              <p:tags r:id="rId1"/>
            </p:custDataLst>
            <p:extLst>
              <p:ext uri="{D42A27DB-BD31-4B8C-83A1-F6EECF244321}">
                <p14:modId xmlns:p14="http://schemas.microsoft.com/office/powerpoint/2010/main" val="21043425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4" imgW="428" imgH="428" progId="TCLayout.ActiveDocument.1">
                  <p:embed/>
                </p:oleObj>
              </mc:Choice>
              <mc:Fallback>
                <p:oleObj name="think-cell Slide" r:id="rId54" imgW="428" imgH="428" progId="TCLayout.ActiveDocument.1">
                  <p:embed/>
                  <p:pic>
                    <p:nvPicPr>
                      <p:cNvPr id="5" name="think-cell data - do not delete" hidden="1">
                        <a:extLst>
                          <a:ext uri="{FF2B5EF4-FFF2-40B4-BE49-F238E27FC236}">
                            <a16:creationId xmlns:a16="http://schemas.microsoft.com/office/drawing/2014/main" id="{3ECE6841-9850-614A-976A-E85AB8710792}"/>
                          </a:ext>
                        </a:extLst>
                      </p:cNvPr>
                      <p:cNvPicPr/>
                      <p:nvPr/>
                    </p:nvPicPr>
                    <p:blipFill>
                      <a:blip r:embed="rId55"/>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848D81B4-12EC-6065-0A4E-6FB0FB498614}"/>
              </a:ext>
            </a:extLst>
          </p:cNvPr>
          <p:cNvSpPr>
            <a:spLocks noGrp="1"/>
          </p:cNvSpPr>
          <p:nvPr>
            <p:ph type="title"/>
            <p:custDataLst>
              <p:tags r:id="rId2"/>
            </p:custDataLst>
          </p:nvPr>
        </p:nvSpPr>
        <p:spPr>
          <a:xfrm>
            <a:off x="554736" y="239896"/>
            <a:ext cx="11082528" cy="357790"/>
          </a:xfrm>
        </p:spPr>
        <p:txBody>
          <a:bodyPr vert="horz">
            <a:spAutoFit/>
          </a:bodyPr>
          <a:lstStyle/>
          <a:p>
            <a:r>
              <a:rPr lang="en-US" dirty="0"/>
              <a:t>Consolidated data request</a:t>
            </a:r>
          </a:p>
        </p:txBody>
      </p:sp>
      <p:sp>
        <p:nvSpPr>
          <p:cNvPr id="3" name="1. On-page tracker">
            <a:extLst>
              <a:ext uri="{FF2B5EF4-FFF2-40B4-BE49-F238E27FC236}">
                <a16:creationId xmlns:a16="http://schemas.microsoft.com/office/drawing/2014/main" id="{89C28B11-687E-64FD-4DB2-33C8BC500A1D}"/>
              </a:ext>
            </a:extLst>
          </p:cNvPr>
          <p:cNvSpPr>
            <a:spLocks noGrp="1"/>
          </p:cNvSpPr>
          <p:nvPr>
            <p:ph type="body" sz="quarter" idx="17"/>
            <p:custDataLst>
              <p:tags r:id="rId3"/>
            </p:custDataLst>
          </p:nvPr>
        </p:nvSpPr>
        <p:spPr/>
        <p:txBody>
          <a:bodyPr/>
          <a:lstStyle/>
          <a:p>
            <a:endParaRPr lang="en-US"/>
          </a:p>
        </p:txBody>
      </p:sp>
      <p:grpSp>
        <p:nvGrpSpPr>
          <p:cNvPr id="74" name="Group 73">
            <a:extLst>
              <a:ext uri="{FF2B5EF4-FFF2-40B4-BE49-F238E27FC236}">
                <a16:creationId xmlns:a16="http://schemas.microsoft.com/office/drawing/2014/main" id="{D9750AC8-1E2C-AE59-EF40-9CF95C2361D2}"/>
              </a:ext>
            </a:extLst>
          </p:cNvPr>
          <p:cNvGrpSpPr/>
          <p:nvPr/>
        </p:nvGrpSpPr>
        <p:grpSpPr>
          <a:xfrm>
            <a:off x="571500" y="1091768"/>
            <a:ext cx="10555275" cy="246221"/>
            <a:chOff x="571500" y="1456453"/>
            <a:chExt cx="10555275" cy="246221"/>
          </a:xfrm>
        </p:grpSpPr>
        <p:sp>
          <p:nvSpPr>
            <p:cNvPr id="7" name="TextBox 6">
              <a:extLst>
                <a:ext uri="{FF2B5EF4-FFF2-40B4-BE49-F238E27FC236}">
                  <a16:creationId xmlns:a16="http://schemas.microsoft.com/office/drawing/2014/main" id="{1C60F0D0-E077-1DEB-8275-6A3C87264A5F}"/>
                </a:ext>
              </a:extLst>
            </p:cNvPr>
            <p:cNvSpPr txBox="1"/>
            <p:nvPr>
              <p:custDataLst>
                <p:tags r:id="rId49"/>
              </p:custDataLst>
            </p:nvPr>
          </p:nvSpPr>
          <p:spPr>
            <a:xfrm>
              <a:off x="571500" y="1456453"/>
              <a:ext cx="888064" cy="246221"/>
            </a:xfrm>
            <a:prstGeom prst="rect">
              <a:avLst/>
            </a:prstGeom>
          </p:spPr>
          <p:txBody>
            <a:bodyPr vert="horz" wrap="non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Category</a:t>
              </a:r>
              <a:endParaRPr lang="en-US" b="1" dirty="0"/>
            </a:p>
          </p:txBody>
        </p:sp>
        <p:sp>
          <p:nvSpPr>
            <p:cNvPr id="17" name="TextBox 16">
              <a:extLst>
                <a:ext uri="{FF2B5EF4-FFF2-40B4-BE49-F238E27FC236}">
                  <a16:creationId xmlns:a16="http://schemas.microsoft.com/office/drawing/2014/main" id="{1C1D4335-5E4A-56A3-8C49-8167589FE60D}"/>
                </a:ext>
              </a:extLst>
            </p:cNvPr>
            <p:cNvSpPr txBox="1"/>
            <p:nvPr>
              <p:custDataLst>
                <p:tags r:id="rId50"/>
              </p:custDataLst>
            </p:nvPr>
          </p:nvSpPr>
          <p:spPr>
            <a:xfrm>
              <a:off x="2056322" y="1456453"/>
              <a:ext cx="1368965" cy="246221"/>
            </a:xfrm>
            <a:prstGeom prst="rect">
              <a:avLst/>
            </a:prstGeom>
          </p:spPr>
          <p:txBody>
            <a:bodyPr vert="horz" wrap="non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dirty="0"/>
                <a:t>What we need</a:t>
              </a:r>
            </a:p>
          </p:txBody>
        </p:sp>
        <p:sp>
          <p:nvSpPr>
            <p:cNvPr id="27" name="TextBox 26">
              <a:extLst>
                <a:ext uri="{FF2B5EF4-FFF2-40B4-BE49-F238E27FC236}">
                  <a16:creationId xmlns:a16="http://schemas.microsoft.com/office/drawing/2014/main" id="{94BC6314-7B49-0BDC-A4AF-0E5E19ADAF81}"/>
                </a:ext>
              </a:extLst>
            </p:cNvPr>
            <p:cNvSpPr txBox="1">
              <a:spLocks/>
            </p:cNvSpPr>
            <p:nvPr>
              <p:custDataLst>
                <p:tags r:id="rId51"/>
              </p:custDataLst>
            </p:nvPr>
          </p:nvSpPr>
          <p:spPr>
            <a:xfrm>
              <a:off x="7627617" y="1456453"/>
              <a:ext cx="1311256" cy="246221"/>
            </a:xfrm>
            <a:prstGeom prst="rect">
              <a:avLst/>
            </a:prstGeom>
          </p:spPr>
          <p:txBody>
            <a:bodyPr vert="horz" wrap="non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Likely source</a:t>
              </a:r>
              <a:endParaRPr lang="en-US" b="1" dirty="0"/>
            </a:p>
          </p:txBody>
        </p:sp>
        <p:sp>
          <p:nvSpPr>
            <p:cNvPr id="37" name="TextBox 36">
              <a:extLst>
                <a:ext uri="{FF2B5EF4-FFF2-40B4-BE49-F238E27FC236}">
                  <a16:creationId xmlns:a16="http://schemas.microsoft.com/office/drawing/2014/main" id="{63C39A90-E536-774E-FD26-400DF623C96F}"/>
                </a:ext>
              </a:extLst>
            </p:cNvPr>
            <p:cNvSpPr txBox="1"/>
            <p:nvPr>
              <p:custDataLst>
                <p:tags r:id="rId52"/>
              </p:custDataLst>
            </p:nvPr>
          </p:nvSpPr>
          <p:spPr>
            <a:xfrm>
              <a:off x="10407026" y="1456453"/>
              <a:ext cx="719749" cy="246221"/>
            </a:xfrm>
            <a:prstGeom prst="rect">
              <a:avLst/>
            </a:prstGeom>
          </p:spPr>
          <p:txBody>
            <a:bodyPr vert="horz" wrap="non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Priority</a:t>
              </a:r>
              <a:endParaRPr lang="en-US" b="1" dirty="0"/>
            </a:p>
          </p:txBody>
        </p:sp>
      </p:grpSp>
      <p:grpSp>
        <p:nvGrpSpPr>
          <p:cNvPr id="73" name="Group 72">
            <a:extLst>
              <a:ext uri="{FF2B5EF4-FFF2-40B4-BE49-F238E27FC236}">
                <a16:creationId xmlns:a16="http://schemas.microsoft.com/office/drawing/2014/main" id="{8F4F35C0-B99D-FFE0-41E7-D922E488005F}"/>
              </a:ext>
            </a:extLst>
          </p:cNvPr>
          <p:cNvGrpSpPr/>
          <p:nvPr/>
        </p:nvGrpSpPr>
        <p:grpSpPr>
          <a:xfrm>
            <a:off x="571500" y="1469685"/>
            <a:ext cx="10661073" cy="430888"/>
            <a:chOff x="571500" y="1860135"/>
            <a:chExt cx="10661073" cy="430888"/>
          </a:xfrm>
        </p:grpSpPr>
        <p:sp>
          <p:nvSpPr>
            <p:cNvPr id="8" name="TextBox 7">
              <a:extLst>
                <a:ext uri="{FF2B5EF4-FFF2-40B4-BE49-F238E27FC236}">
                  <a16:creationId xmlns:a16="http://schemas.microsoft.com/office/drawing/2014/main" id="{6F72653D-26A5-B802-75A6-ED1E8C9C9AFA}"/>
                </a:ext>
              </a:extLst>
            </p:cNvPr>
            <p:cNvSpPr txBox="1"/>
            <p:nvPr>
              <p:custDataLst>
                <p:tags r:id="rId45"/>
              </p:custDataLst>
            </p:nvPr>
          </p:nvSpPr>
          <p:spPr>
            <a:xfrm>
              <a:off x="571500" y="1860136"/>
              <a:ext cx="1206966"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Financials</a:t>
              </a:r>
              <a:endParaRPr lang="en-US" sz="1400" b="1" dirty="0"/>
            </a:p>
          </p:txBody>
        </p:sp>
        <p:sp>
          <p:nvSpPr>
            <p:cNvPr id="18" name="TextBox 17">
              <a:extLst>
                <a:ext uri="{FF2B5EF4-FFF2-40B4-BE49-F238E27FC236}">
                  <a16:creationId xmlns:a16="http://schemas.microsoft.com/office/drawing/2014/main" id="{6F641D2C-2002-32BB-9731-FE4F5BD21153}"/>
                </a:ext>
              </a:extLst>
            </p:cNvPr>
            <p:cNvSpPr txBox="1"/>
            <p:nvPr>
              <p:custDataLst>
                <p:tags r:id="rId46"/>
              </p:custDataLst>
            </p:nvPr>
          </p:nvSpPr>
          <p:spPr>
            <a:xfrm>
              <a:off x="2056322" y="1860136"/>
              <a:ext cx="5293438"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Technology spend for two to three years plus projection, split by account, org, vendor, project, and capex versus opex</a:t>
              </a:r>
              <a:endParaRPr lang="en-US" sz="1400" dirty="0"/>
            </a:p>
          </p:txBody>
        </p:sp>
        <p:sp>
          <p:nvSpPr>
            <p:cNvPr id="28" name="TextBox 27">
              <a:extLst>
                <a:ext uri="{FF2B5EF4-FFF2-40B4-BE49-F238E27FC236}">
                  <a16:creationId xmlns:a16="http://schemas.microsoft.com/office/drawing/2014/main" id="{FEA38693-1034-97D0-F7A9-9BB06D6C5F67}"/>
                </a:ext>
              </a:extLst>
            </p:cNvPr>
            <p:cNvSpPr txBox="1">
              <a:spLocks/>
            </p:cNvSpPr>
            <p:nvPr>
              <p:custDataLst>
                <p:tags r:id="rId47"/>
              </p:custDataLst>
            </p:nvPr>
          </p:nvSpPr>
          <p:spPr>
            <a:xfrm>
              <a:off x="7627618" y="1860135"/>
              <a:ext cx="2501551"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General ledger, Apptio or IT budget tool, procurement</a:t>
              </a:r>
              <a:endParaRPr lang="en-US" sz="1400" dirty="0"/>
            </a:p>
          </p:txBody>
        </p:sp>
        <p:sp>
          <p:nvSpPr>
            <p:cNvPr id="38" name="TextBox 37">
              <a:extLst>
                <a:ext uri="{FF2B5EF4-FFF2-40B4-BE49-F238E27FC236}">
                  <a16:creationId xmlns:a16="http://schemas.microsoft.com/office/drawing/2014/main" id="{64FA8A81-20BE-E7D0-E0DA-C7BDBA99CF6F}"/>
                </a:ext>
              </a:extLst>
            </p:cNvPr>
            <p:cNvSpPr txBox="1"/>
            <p:nvPr>
              <p:custDataLst>
                <p:tags r:id="rId48"/>
              </p:custDataLst>
            </p:nvPr>
          </p:nvSpPr>
          <p:spPr>
            <a:xfrm>
              <a:off x="10407026" y="1860136"/>
              <a:ext cx="825547" cy="215444"/>
            </a:xfrm>
            <a:prstGeom prst="rect">
              <a:avLst/>
            </a:prstGeom>
          </p:spPr>
          <p:txBody>
            <a:bodyPr vert="horz" wrap="non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dirty="0">
                  <a:solidFill>
                    <a:schemeClr val="accent3"/>
                  </a:solidFill>
                </a:rPr>
                <a:t>Must have</a:t>
              </a:r>
            </a:p>
          </p:txBody>
        </p:sp>
      </p:grpSp>
      <p:grpSp>
        <p:nvGrpSpPr>
          <p:cNvPr id="72" name="Group 71">
            <a:extLst>
              <a:ext uri="{FF2B5EF4-FFF2-40B4-BE49-F238E27FC236}">
                <a16:creationId xmlns:a16="http://schemas.microsoft.com/office/drawing/2014/main" id="{FB9ABEF9-6358-0E8F-4322-E49D294E7087}"/>
              </a:ext>
            </a:extLst>
          </p:cNvPr>
          <p:cNvGrpSpPr/>
          <p:nvPr/>
        </p:nvGrpSpPr>
        <p:grpSpPr>
          <a:xfrm>
            <a:off x="571500" y="2044737"/>
            <a:ext cx="10661073" cy="430887"/>
            <a:chOff x="571500" y="2332521"/>
            <a:chExt cx="10661073" cy="430887"/>
          </a:xfrm>
        </p:grpSpPr>
        <p:sp>
          <p:nvSpPr>
            <p:cNvPr id="9" name="TextBox 8">
              <a:extLst>
                <a:ext uri="{FF2B5EF4-FFF2-40B4-BE49-F238E27FC236}">
                  <a16:creationId xmlns:a16="http://schemas.microsoft.com/office/drawing/2014/main" id="{BC8AD34A-0E4A-6754-7C31-9F26EC3D02C5}"/>
                </a:ext>
              </a:extLst>
            </p:cNvPr>
            <p:cNvSpPr txBox="1"/>
            <p:nvPr>
              <p:custDataLst>
                <p:tags r:id="rId41"/>
              </p:custDataLst>
            </p:nvPr>
          </p:nvSpPr>
          <p:spPr>
            <a:xfrm>
              <a:off x="571500" y="2332521"/>
              <a:ext cx="1206966"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People</a:t>
              </a:r>
              <a:endParaRPr lang="en-US" sz="1400" b="1" dirty="0"/>
            </a:p>
          </p:txBody>
        </p:sp>
        <p:sp>
          <p:nvSpPr>
            <p:cNvPr id="19" name="TextBox 18">
              <a:extLst>
                <a:ext uri="{FF2B5EF4-FFF2-40B4-BE49-F238E27FC236}">
                  <a16:creationId xmlns:a16="http://schemas.microsoft.com/office/drawing/2014/main" id="{F0A863EE-BADC-4A0A-21BC-97D56EAF9C50}"/>
                </a:ext>
              </a:extLst>
            </p:cNvPr>
            <p:cNvSpPr txBox="1"/>
            <p:nvPr>
              <p:custDataLst>
                <p:tags r:id="rId42"/>
              </p:custDataLst>
            </p:nvPr>
          </p:nvSpPr>
          <p:spPr>
            <a:xfrm>
              <a:off x="2056322" y="2332521"/>
              <a:ext cx="5293438"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Anonymized roster with role, job family, level, location, FTE, fully loaded cost, manager ID, internal versus contractor</a:t>
              </a:r>
              <a:endParaRPr lang="en-US" sz="1400" dirty="0"/>
            </a:p>
          </p:txBody>
        </p:sp>
        <p:sp>
          <p:nvSpPr>
            <p:cNvPr id="29" name="TextBox 28">
              <a:extLst>
                <a:ext uri="{FF2B5EF4-FFF2-40B4-BE49-F238E27FC236}">
                  <a16:creationId xmlns:a16="http://schemas.microsoft.com/office/drawing/2014/main" id="{37A8B937-F3A7-0E2E-1A15-7B944D5DBC91}"/>
                </a:ext>
              </a:extLst>
            </p:cNvPr>
            <p:cNvSpPr txBox="1">
              <a:spLocks/>
            </p:cNvSpPr>
            <p:nvPr>
              <p:custDataLst>
                <p:tags r:id="rId43"/>
              </p:custDataLst>
            </p:nvPr>
          </p:nvSpPr>
          <p:spPr>
            <a:xfrm>
              <a:off x="7627617" y="2332521"/>
              <a:ext cx="2501551" cy="215444"/>
            </a:xfrm>
            <a:prstGeom prst="rect">
              <a:avLst/>
            </a:prstGeom>
          </p:spPr>
          <p:txBody>
            <a:bodyPr vert="horz" wrap="non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HRIS and contractor database</a:t>
              </a:r>
              <a:endParaRPr lang="en-US" sz="1400" dirty="0"/>
            </a:p>
          </p:txBody>
        </p:sp>
        <p:sp>
          <p:nvSpPr>
            <p:cNvPr id="39" name="TextBox 38">
              <a:extLst>
                <a:ext uri="{FF2B5EF4-FFF2-40B4-BE49-F238E27FC236}">
                  <a16:creationId xmlns:a16="http://schemas.microsoft.com/office/drawing/2014/main" id="{F60277DC-67A0-ACB9-5E7F-79425314405B}"/>
                </a:ext>
              </a:extLst>
            </p:cNvPr>
            <p:cNvSpPr txBox="1"/>
            <p:nvPr>
              <p:custDataLst>
                <p:tags r:id="rId44"/>
              </p:custDataLst>
            </p:nvPr>
          </p:nvSpPr>
          <p:spPr>
            <a:xfrm>
              <a:off x="10407026" y="2332521"/>
              <a:ext cx="825547" cy="215444"/>
            </a:xfrm>
            <a:prstGeom prst="rect">
              <a:avLst/>
            </a:prstGeom>
          </p:spPr>
          <p:txBody>
            <a:bodyPr vert="horz" wrap="non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dirty="0">
                  <a:solidFill>
                    <a:schemeClr val="accent3"/>
                  </a:solidFill>
                </a:rPr>
                <a:t>Must have</a:t>
              </a:r>
            </a:p>
          </p:txBody>
        </p:sp>
      </p:grpSp>
      <p:grpSp>
        <p:nvGrpSpPr>
          <p:cNvPr id="71" name="Group 70">
            <a:extLst>
              <a:ext uri="{FF2B5EF4-FFF2-40B4-BE49-F238E27FC236}">
                <a16:creationId xmlns:a16="http://schemas.microsoft.com/office/drawing/2014/main" id="{B43E3647-3023-A874-2352-72E72043E8B6}"/>
              </a:ext>
            </a:extLst>
          </p:cNvPr>
          <p:cNvGrpSpPr/>
          <p:nvPr/>
        </p:nvGrpSpPr>
        <p:grpSpPr>
          <a:xfrm>
            <a:off x="571500" y="2619788"/>
            <a:ext cx="10661073" cy="430887"/>
            <a:chOff x="571500" y="2804906"/>
            <a:chExt cx="10661073" cy="430887"/>
          </a:xfrm>
        </p:grpSpPr>
        <p:sp>
          <p:nvSpPr>
            <p:cNvPr id="10" name="TextBox 9">
              <a:extLst>
                <a:ext uri="{FF2B5EF4-FFF2-40B4-BE49-F238E27FC236}">
                  <a16:creationId xmlns:a16="http://schemas.microsoft.com/office/drawing/2014/main" id="{7200A659-03FE-AC24-759E-D2FA0A45BED5}"/>
                </a:ext>
              </a:extLst>
            </p:cNvPr>
            <p:cNvSpPr txBox="1"/>
            <p:nvPr>
              <p:custDataLst>
                <p:tags r:id="rId37"/>
              </p:custDataLst>
            </p:nvPr>
          </p:nvSpPr>
          <p:spPr>
            <a:xfrm>
              <a:off x="571500" y="2804906"/>
              <a:ext cx="1206966"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Projects</a:t>
              </a:r>
              <a:endParaRPr lang="en-US" sz="1400" b="1" dirty="0"/>
            </a:p>
          </p:txBody>
        </p:sp>
        <p:sp>
          <p:nvSpPr>
            <p:cNvPr id="20" name="TextBox 19">
              <a:extLst>
                <a:ext uri="{FF2B5EF4-FFF2-40B4-BE49-F238E27FC236}">
                  <a16:creationId xmlns:a16="http://schemas.microsoft.com/office/drawing/2014/main" id="{3F0A8F91-0659-3B80-D345-3C1398C77336}"/>
                </a:ext>
              </a:extLst>
            </p:cNvPr>
            <p:cNvSpPr txBox="1"/>
            <p:nvPr>
              <p:custDataLst>
                <p:tags r:id="rId38"/>
              </p:custDataLst>
            </p:nvPr>
          </p:nvSpPr>
          <p:spPr>
            <a:xfrm>
              <a:off x="2056322" y="2804906"/>
              <a:ext cx="5293438"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Twelve months of projects with cost, type of run, change or regulatory, benefits and success metrics</a:t>
              </a:r>
              <a:endParaRPr lang="en-US" sz="1400" dirty="0"/>
            </a:p>
          </p:txBody>
        </p:sp>
        <p:sp>
          <p:nvSpPr>
            <p:cNvPr id="30" name="TextBox 29">
              <a:extLst>
                <a:ext uri="{FF2B5EF4-FFF2-40B4-BE49-F238E27FC236}">
                  <a16:creationId xmlns:a16="http://schemas.microsoft.com/office/drawing/2014/main" id="{B6A6C4CD-BB81-D89F-BE91-F3B8722FFB04}"/>
                </a:ext>
              </a:extLst>
            </p:cNvPr>
            <p:cNvSpPr txBox="1">
              <a:spLocks/>
            </p:cNvSpPr>
            <p:nvPr>
              <p:custDataLst>
                <p:tags r:id="rId39"/>
              </p:custDataLst>
            </p:nvPr>
          </p:nvSpPr>
          <p:spPr>
            <a:xfrm>
              <a:off x="7627616" y="2804906"/>
              <a:ext cx="1056379" cy="215444"/>
            </a:xfrm>
            <a:prstGeom prst="rect">
              <a:avLst/>
            </a:prstGeom>
          </p:spPr>
          <p:txBody>
            <a:bodyPr vert="horz" wrap="non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PPM or PMO</a:t>
              </a:r>
              <a:endParaRPr lang="en-US" sz="1400" dirty="0"/>
            </a:p>
          </p:txBody>
        </p:sp>
        <p:sp>
          <p:nvSpPr>
            <p:cNvPr id="40" name="TextBox 39">
              <a:extLst>
                <a:ext uri="{FF2B5EF4-FFF2-40B4-BE49-F238E27FC236}">
                  <a16:creationId xmlns:a16="http://schemas.microsoft.com/office/drawing/2014/main" id="{C7C4F8E4-E271-940A-71D8-14AA1B353C8F}"/>
                </a:ext>
              </a:extLst>
            </p:cNvPr>
            <p:cNvSpPr txBox="1"/>
            <p:nvPr>
              <p:custDataLst>
                <p:tags r:id="rId40"/>
              </p:custDataLst>
            </p:nvPr>
          </p:nvSpPr>
          <p:spPr>
            <a:xfrm>
              <a:off x="10407026" y="2804906"/>
              <a:ext cx="825547" cy="215444"/>
            </a:xfrm>
            <a:prstGeom prst="rect">
              <a:avLst/>
            </a:prstGeom>
          </p:spPr>
          <p:txBody>
            <a:bodyPr vert="horz" wrap="non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dirty="0">
                  <a:solidFill>
                    <a:schemeClr val="accent3"/>
                  </a:solidFill>
                </a:rPr>
                <a:t>Must have</a:t>
              </a:r>
            </a:p>
          </p:txBody>
        </p:sp>
      </p:grpSp>
      <p:grpSp>
        <p:nvGrpSpPr>
          <p:cNvPr id="70" name="Group 69">
            <a:extLst>
              <a:ext uri="{FF2B5EF4-FFF2-40B4-BE49-F238E27FC236}">
                <a16:creationId xmlns:a16="http://schemas.microsoft.com/office/drawing/2014/main" id="{2537E098-46D3-C960-6871-B3E9C32D3EC8}"/>
              </a:ext>
            </a:extLst>
          </p:cNvPr>
          <p:cNvGrpSpPr/>
          <p:nvPr/>
        </p:nvGrpSpPr>
        <p:grpSpPr>
          <a:xfrm>
            <a:off x="571500" y="3194839"/>
            <a:ext cx="10661073" cy="430887"/>
            <a:chOff x="571500" y="3277291"/>
            <a:chExt cx="10661073" cy="430887"/>
          </a:xfrm>
        </p:grpSpPr>
        <p:sp>
          <p:nvSpPr>
            <p:cNvPr id="11" name="TextBox 10">
              <a:extLst>
                <a:ext uri="{FF2B5EF4-FFF2-40B4-BE49-F238E27FC236}">
                  <a16:creationId xmlns:a16="http://schemas.microsoft.com/office/drawing/2014/main" id="{1F7205F2-8314-B014-A153-B500A5C38FAB}"/>
                </a:ext>
              </a:extLst>
            </p:cNvPr>
            <p:cNvSpPr txBox="1"/>
            <p:nvPr>
              <p:custDataLst>
                <p:tags r:id="rId33"/>
              </p:custDataLst>
            </p:nvPr>
          </p:nvSpPr>
          <p:spPr>
            <a:xfrm>
              <a:off x="571500" y="3277291"/>
              <a:ext cx="1206966"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Sourcing</a:t>
              </a:r>
              <a:endParaRPr lang="en-US" sz="1400" b="1" dirty="0"/>
            </a:p>
          </p:txBody>
        </p:sp>
        <p:sp>
          <p:nvSpPr>
            <p:cNvPr id="21" name="TextBox 20">
              <a:extLst>
                <a:ext uri="{FF2B5EF4-FFF2-40B4-BE49-F238E27FC236}">
                  <a16:creationId xmlns:a16="http://schemas.microsoft.com/office/drawing/2014/main" id="{CD687016-16C5-CEDA-6BF6-5E102339FF83}"/>
                </a:ext>
              </a:extLst>
            </p:cNvPr>
            <p:cNvSpPr txBox="1"/>
            <p:nvPr>
              <p:custDataLst>
                <p:tags r:id="rId34"/>
              </p:custDataLst>
            </p:nvPr>
          </p:nvSpPr>
          <p:spPr>
            <a:xfrm>
              <a:off x="2056322" y="3277291"/>
              <a:ext cx="5293438"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IT partners, the capabilities they support, and contract renewal dates</a:t>
              </a:r>
              <a:endParaRPr lang="en-US" sz="1400" dirty="0"/>
            </a:p>
          </p:txBody>
        </p:sp>
        <p:sp>
          <p:nvSpPr>
            <p:cNvPr id="31" name="TextBox 30">
              <a:extLst>
                <a:ext uri="{FF2B5EF4-FFF2-40B4-BE49-F238E27FC236}">
                  <a16:creationId xmlns:a16="http://schemas.microsoft.com/office/drawing/2014/main" id="{8A2BA1DF-ACE6-A5A8-4F0B-8D2D03188F05}"/>
                </a:ext>
              </a:extLst>
            </p:cNvPr>
            <p:cNvSpPr txBox="1">
              <a:spLocks/>
            </p:cNvSpPr>
            <p:nvPr>
              <p:custDataLst>
                <p:tags r:id="rId35"/>
              </p:custDataLst>
            </p:nvPr>
          </p:nvSpPr>
          <p:spPr>
            <a:xfrm>
              <a:off x="7627616" y="3277291"/>
              <a:ext cx="1024319" cy="215444"/>
            </a:xfrm>
            <a:prstGeom prst="rect">
              <a:avLst/>
            </a:prstGeom>
          </p:spPr>
          <p:txBody>
            <a:bodyPr vert="horz" wrap="non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Procurement</a:t>
              </a:r>
              <a:endParaRPr lang="en-US" sz="1400" dirty="0"/>
            </a:p>
          </p:txBody>
        </p:sp>
        <p:sp>
          <p:nvSpPr>
            <p:cNvPr id="41" name="TextBox 40">
              <a:extLst>
                <a:ext uri="{FF2B5EF4-FFF2-40B4-BE49-F238E27FC236}">
                  <a16:creationId xmlns:a16="http://schemas.microsoft.com/office/drawing/2014/main" id="{53368410-86DA-9692-6BEF-F73462F524A8}"/>
                </a:ext>
              </a:extLst>
            </p:cNvPr>
            <p:cNvSpPr txBox="1"/>
            <p:nvPr>
              <p:custDataLst>
                <p:tags r:id="rId36"/>
              </p:custDataLst>
            </p:nvPr>
          </p:nvSpPr>
          <p:spPr>
            <a:xfrm>
              <a:off x="10407026" y="3277291"/>
              <a:ext cx="825547" cy="215444"/>
            </a:xfrm>
            <a:prstGeom prst="rect">
              <a:avLst/>
            </a:prstGeom>
          </p:spPr>
          <p:txBody>
            <a:bodyPr vert="horz" wrap="non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dirty="0">
                  <a:solidFill>
                    <a:schemeClr val="accent3"/>
                  </a:solidFill>
                </a:rPr>
                <a:t>Must have</a:t>
              </a:r>
            </a:p>
          </p:txBody>
        </p:sp>
      </p:grpSp>
      <p:grpSp>
        <p:nvGrpSpPr>
          <p:cNvPr id="69" name="Group 68">
            <a:extLst>
              <a:ext uri="{FF2B5EF4-FFF2-40B4-BE49-F238E27FC236}">
                <a16:creationId xmlns:a16="http://schemas.microsoft.com/office/drawing/2014/main" id="{012B4872-CA3B-594B-01CF-C785002D83BA}"/>
              </a:ext>
            </a:extLst>
          </p:cNvPr>
          <p:cNvGrpSpPr/>
          <p:nvPr/>
        </p:nvGrpSpPr>
        <p:grpSpPr>
          <a:xfrm>
            <a:off x="571500" y="3769890"/>
            <a:ext cx="10661073" cy="430887"/>
            <a:chOff x="571500" y="3749675"/>
            <a:chExt cx="10661073" cy="430887"/>
          </a:xfrm>
        </p:grpSpPr>
        <p:sp>
          <p:nvSpPr>
            <p:cNvPr id="12" name="TextBox 11">
              <a:extLst>
                <a:ext uri="{FF2B5EF4-FFF2-40B4-BE49-F238E27FC236}">
                  <a16:creationId xmlns:a16="http://schemas.microsoft.com/office/drawing/2014/main" id="{A4FBA781-5387-5E88-CE9F-74214F07C589}"/>
                </a:ext>
              </a:extLst>
            </p:cNvPr>
            <p:cNvSpPr txBox="1"/>
            <p:nvPr>
              <p:custDataLst>
                <p:tags r:id="rId29"/>
              </p:custDataLst>
            </p:nvPr>
          </p:nvSpPr>
          <p:spPr>
            <a:xfrm>
              <a:off x="571500" y="3749675"/>
              <a:ext cx="1206966"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Engineering</a:t>
              </a:r>
              <a:endParaRPr lang="en-US" sz="1400" b="1" dirty="0"/>
            </a:p>
          </p:txBody>
        </p:sp>
        <p:sp>
          <p:nvSpPr>
            <p:cNvPr id="22" name="TextBox 21">
              <a:extLst>
                <a:ext uri="{FF2B5EF4-FFF2-40B4-BE49-F238E27FC236}">
                  <a16:creationId xmlns:a16="http://schemas.microsoft.com/office/drawing/2014/main" id="{5C500AC5-81FB-89C6-AA0B-10C928FA5E6D}"/>
                </a:ext>
              </a:extLst>
            </p:cNvPr>
            <p:cNvSpPr txBox="1"/>
            <p:nvPr>
              <p:custDataLst>
                <p:tags r:id="rId30"/>
              </p:custDataLst>
            </p:nvPr>
          </p:nvSpPr>
          <p:spPr>
            <a:xfrm>
              <a:off x="2056322" y="3749675"/>
              <a:ext cx="5293438"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Effort and backlog tracking, CI/CD documentation, and existing DORA dashboards</a:t>
              </a:r>
              <a:endParaRPr lang="en-US" sz="1400" dirty="0"/>
            </a:p>
          </p:txBody>
        </p:sp>
        <p:sp>
          <p:nvSpPr>
            <p:cNvPr id="32" name="TextBox 31">
              <a:extLst>
                <a:ext uri="{FF2B5EF4-FFF2-40B4-BE49-F238E27FC236}">
                  <a16:creationId xmlns:a16="http://schemas.microsoft.com/office/drawing/2014/main" id="{2F91F505-7248-8EDB-9482-402309DB61A1}"/>
                </a:ext>
              </a:extLst>
            </p:cNvPr>
            <p:cNvSpPr txBox="1">
              <a:spLocks/>
            </p:cNvSpPr>
            <p:nvPr>
              <p:custDataLst>
                <p:tags r:id="rId31"/>
              </p:custDataLst>
            </p:nvPr>
          </p:nvSpPr>
          <p:spPr>
            <a:xfrm>
              <a:off x="7627617" y="3749675"/>
              <a:ext cx="2218556" cy="215444"/>
            </a:xfrm>
            <a:prstGeom prst="rect">
              <a:avLst/>
            </a:prstGeom>
          </p:spPr>
          <p:txBody>
            <a:bodyPr vert="horz" wrap="non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Jira, GitHub, internal portals</a:t>
              </a:r>
              <a:endParaRPr lang="en-US" sz="1400" dirty="0"/>
            </a:p>
          </p:txBody>
        </p:sp>
        <p:sp>
          <p:nvSpPr>
            <p:cNvPr id="42" name="TextBox 41">
              <a:extLst>
                <a:ext uri="{FF2B5EF4-FFF2-40B4-BE49-F238E27FC236}">
                  <a16:creationId xmlns:a16="http://schemas.microsoft.com/office/drawing/2014/main" id="{2DC5034D-9191-D610-61B6-36B41FCBB381}"/>
                </a:ext>
              </a:extLst>
            </p:cNvPr>
            <p:cNvSpPr txBox="1"/>
            <p:nvPr>
              <p:custDataLst>
                <p:tags r:id="rId32"/>
              </p:custDataLst>
            </p:nvPr>
          </p:nvSpPr>
          <p:spPr>
            <a:xfrm>
              <a:off x="10407026" y="3749675"/>
              <a:ext cx="825547" cy="215444"/>
            </a:xfrm>
            <a:prstGeom prst="rect">
              <a:avLst/>
            </a:prstGeom>
          </p:spPr>
          <p:txBody>
            <a:bodyPr vert="horz" wrap="non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dirty="0">
                  <a:solidFill>
                    <a:schemeClr val="accent3"/>
                  </a:solidFill>
                </a:rPr>
                <a:t>Must have</a:t>
              </a:r>
            </a:p>
          </p:txBody>
        </p:sp>
      </p:grpSp>
      <p:grpSp>
        <p:nvGrpSpPr>
          <p:cNvPr id="68" name="Group 67">
            <a:extLst>
              <a:ext uri="{FF2B5EF4-FFF2-40B4-BE49-F238E27FC236}">
                <a16:creationId xmlns:a16="http://schemas.microsoft.com/office/drawing/2014/main" id="{F5CF1D02-F5E4-69D7-0954-39BCC36AD763}"/>
              </a:ext>
            </a:extLst>
          </p:cNvPr>
          <p:cNvGrpSpPr/>
          <p:nvPr/>
        </p:nvGrpSpPr>
        <p:grpSpPr>
          <a:xfrm>
            <a:off x="571500" y="4344941"/>
            <a:ext cx="11049000" cy="430888"/>
            <a:chOff x="571500" y="4222059"/>
            <a:chExt cx="11049000" cy="430888"/>
          </a:xfrm>
        </p:grpSpPr>
        <p:sp>
          <p:nvSpPr>
            <p:cNvPr id="13" name="TextBox 12">
              <a:extLst>
                <a:ext uri="{FF2B5EF4-FFF2-40B4-BE49-F238E27FC236}">
                  <a16:creationId xmlns:a16="http://schemas.microsoft.com/office/drawing/2014/main" id="{10F4A6CC-A371-F709-4783-36F188E59CCC}"/>
                </a:ext>
              </a:extLst>
            </p:cNvPr>
            <p:cNvSpPr txBox="1"/>
            <p:nvPr>
              <p:custDataLst>
                <p:tags r:id="rId25"/>
              </p:custDataLst>
            </p:nvPr>
          </p:nvSpPr>
          <p:spPr>
            <a:xfrm>
              <a:off x="571500" y="4222060"/>
              <a:ext cx="1206966"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Applications</a:t>
              </a:r>
              <a:endParaRPr lang="en-US" sz="1400" b="1" dirty="0"/>
            </a:p>
          </p:txBody>
        </p:sp>
        <p:sp>
          <p:nvSpPr>
            <p:cNvPr id="23" name="TextBox 22">
              <a:extLst>
                <a:ext uri="{FF2B5EF4-FFF2-40B4-BE49-F238E27FC236}">
                  <a16:creationId xmlns:a16="http://schemas.microsoft.com/office/drawing/2014/main" id="{B8373D3D-18BF-1A45-A324-D0C7111E408A}"/>
                </a:ext>
              </a:extLst>
            </p:cNvPr>
            <p:cNvSpPr txBox="1"/>
            <p:nvPr>
              <p:custDataLst>
                <p:tags r:id="rId26"/>
              </p:custDataLst>
            </p:nvPr>
          </p:nvSpPr>
          <p:spPr>
            <a:xfrm>
              <a:off x="2056322" y="4222060"/>
              <a:ext cx="5293438"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Application list by domain with hosting model, users, licenses, direct and infrastructure cost, incidents</a:t>
              </a:r>
              <a:endParaRPr lang="en-US" sz="1400" dirty="0"/>
            </a:p>
          </p:txBody>
        </p:sp>
        <p:sp>
          <p:nvSpPr>
            <p:cNvPr id="33" name="TextBox 32">
              <a:extLst>
                <a:ext uri="{FF2B5EF4-FFF2-40B4-BE49-F238E27FC236}">
                  <a16:creationId xmlns:a16="http://schemas.microsoft.com/office/drawing/2014/main" id="{1F4BA661-D2E2-D1AA-F0BA-91B90DC2C3E6}"/>
                </a:ext>
              </a:extLst>
            </p:cNvPr>
            <p:cNvSpPr txBox="1">
              <a:spLocks/>
            </p:cNvSpPr>
            <p:nvPr>
              <p:custDataLst>
                <p:tags r:id="rId27"/>
              </p:custDataLst>
            </p:nvPr>
          </p:nvSpPr>
          <p:spPr>
            <a:xfrm>
              <a:off x="7627618" y="4222059"/>
              <a:ext cx="2501551"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CMDB, IT finance, software asset management</a:t>
              </a:r>
              <a:endParaRPr lang="en-US" sz="1400" dirty="0"/>
            </a:p>
          </p:txBody>
        </p:sp>
        <p:sp>
          <p:nvSpPr>
            <p:cNvPr id="43" name="TextBox 42">
              <a:extLst>
                <a:ext uri="{FF2B5EF4-FFF2-40B4-BE49-F238E27FC236}">
                  <a16:creationId xmlns:a16="http://schemas.microsoft.com/office/drawing/2014/main" id="{4C9E6112-9CE7-B875-F799-568F29E8CC23}"/>
                </a:ext>
              </a:extLst>
            </p:cNvPr>
            <p:cNvSpPr txBox="1"/>
            <p:nvPr>
              <p:custDataLst>
                <p:tags r:id="rId28"/>
              </p:custDataLst>
            </p:nvPr>
          </p:nvSpPr>
          <p:spPr>
            <a:xfrm>
              <a:off x="10407026" y="4222060"/>
              <a:ext cx="1213474" cy="215444"/>
            </a:xfrm>
            <a:prstGeom prst="rect">
              <a:avLst/>
            </a:prstGeom>
          </p:spPr>
          <p:txBody>
            <a:bodyPr vert="horz" wrap="non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Recommended</a:t>
              </a:r>
              <a:endParaRPr lang="en-US" sz="1400" dirty="0"/>
            </a:p>
          </p:txBody>
        </p:sp>
      </p:grpSp>
      <p:grpSp>
        <p:nvGrpSpPr>
          <p:cNvPr id="67" name="Group 66">
            <a:extLst>
              <a:ext uri="{FF2B5EF4-FFF2-40B4-BE49-F238E27FC236}">
                <a16:creationId xmlns:a16="http://schemas.microsoft.com/office/drawing/2014/main" id="{D576E9DA-6C7C-3D0A-A89A-B328C8A38211}"/>
              </a:ext>
            </a:extLst>
          </p:cNvPr>
          <p:cNvGrpSpPr/>
          <p:nvPr/>
        </p:nvGrpSpPr>
        <p:grpSpPr>
          <a:xfrm>
            <a:off x="571500" y="4919993"/>
            <a:ext cx="11049000" cy="215444"/>
            <a:chOff x="571500" y="4694445"/>
            <a:chExt cx="11049000" cy="215444"/>
          </a:xfrm>
        </p:grpSpPr>
        <p:sp>
          <p:nvSpPr>
            <p:cNvPr id="14" name="TextBox 13">
              <a:extLst>
                <a:ext uri="{FF2B5EF4-FFF2-40B4-BE49-F238E27FC236}">
                  <a16:creationId xmlns:a16="http://schemas.microsoft.com/office/drawing/2014/main" id="{46A2D852-38FE-1842-94B3-21F00F82F7D6}"/>
                </a:ext>
              </a:extLst>
            </p:cNvPr>
            <p:cNvSpPr txBox="1"/>
            <p:nvPr>
              <p:custDataLst>
                <p:tags r:id="rId21"/>
              </p:custDataLst>
            </p:nvPr>
          </p:nvSpPr>
          <p:spPr>
            <a:xfrm>
              <a:off x="571500" y="4694445"/>
              <a:ext cx="1206966"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Infrastructure</a:t>
              </a:r>
              <a:endParaRPr lang="en-US" sz="1400" b="1" dirty="0"/>
            </a:p>
          </p:txBody>
        </p:sp>
        <p:sp>
          <p:nvSpPr>
            <p:cNvPr id="24" name="TextBox 23">
              <a:extLst>
                <a:ext uri="{FF2B5EF4-FFF2-40B4-BE49-F238E27FC236}">
                  <a16:creationId xmlns:a16="http://schemas.microsoft.com/office/drawing/2014/main" id="{AB87FA39-803D-5775-A67E-8C779D688350}"/>
                </a:ext>
              </a:extLst>
            </p:cNvPr>
            <p:cNvSpPr txBox="1"/>
            <p:nvPr>
              <p:custDataLst>
                <p:tags r:id="rId22"/>
              </p:custDataLst>
            </p:nvPr>
          </p:nvSpPr>
          <p:spPr>
            <a:xfrm>
              <a:off x="2056322" y="4694445"/>
              <a:ext cx="5293438"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Asset extract from the CMDB with utilization reporting</a:t>
              </a:r>
              <a:endParaRPr lang="en-US" sz="1400" dirty="0"/>
            </a:p>
          </p:txBody>
        </p:sp>
        <p:sp>
          <p:nvSpPr>
            <p:cNvPr id="34" name="TextBox 33">
              <a:extLst>
                <a:ext uri="{FF2B5EF4-FFF2-40B4-BE49-F238E27FC236}">
                  <a16:creationId xmlns:a16="http://schemas.microsoft.com/office/drawing/2014/main" id="{62E1C833-C611-C858-02D2-EC989AE12996}"/>
                </a:ext>
              </a:extLst>
            </p:cNvPr>
            <p:cNvSpPr txBox="1">
              <a:spLocks/>
            </p:cNvSpPr>
            <p:nvPr>
              <p:custDataLst>
                <p:tags r:id="rId23"/>
              </p:custDataLst>
            </p:nvPr>
          </p:nvSpPr>
          <p:spPr>
            <a:xfrm>
              <a:off x="7627617" y="4694445"/>
              <a:ext cx="528991" cy="215444"/>
            </a:xfrm>
            <a:prstGeom prst="rect">
              <a:avLst/>
            </a:prstGeom>
          </p:spPr>
          <p:txBody>
            <a:bodyPr vert="horz" wrap="non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CMDB</a:t>
              </a:r>
              <a:endParaRPr lang="en-US" sz="1400" dirty="0"/>
            </a:p>
          </p:txBody>
        </p:sp>
        <p:sp>
          <p:nvSpPr>
            <p:cNvPr id="44" name="TextBox 43">
              <a:extLst>
                <a:ext uri="{FF2B5EF4-FFF2-40B4-BE49-F238E27FC236}">
                  <a16:creationId xmlns:a16="http://schemas.microsoft.com/office/drawing/2014/main" id="{DC5330B9-A5ED-D313-6AD8-7B6FF7BDA0DA}"/>
                </a:ext>
              </a:extLst>
            </p:cNvPr>
            <p:cNvSpPr txBox="1"/>
            <p:nvPr>
              <p:custDataLst>
                <p:tags r:id="rId24"/>
              </p:custDataLst>
            </p:nvPr>
          </p:nvSpPr>
          <p:spPr>
            <a:xfrm>
              <a:off x="10407026" y="4694445"/>
              <a:ext cx="1213474" cy="215444"/>
            </a:xfrm>
            <a:prstGeom prst="rect">
              <a:avLst/>
            </a:prstGeom>
          </p:spPr>
          <p:txBody>
            <a:bodyPr vert="horz" wrap="non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Recommended</a:t>
              </a:r>
              <a:endParaRPr lang="en-US" sz="1400" dirty="0"/>
            </a:p>
          </p:txBody>
        </p:sp>
      </p:grpSp>
      <p:grpSp>
        <p:nvGrpSpPr>
          <p:cNvPr id="66" name="Group 65">
            <a:extLst>
              <a:ext uri="{FF2B5EF4-FFF2-40B4-BE49-F238E27FC236}">
                <a16:creationId xmlns:a16="http://schemas.microsoft.com/office/drawing/2014/main" id="{1FB9E29B-7FB5-0900-D54B-7D8976FCD0CD}"/>
              </a:ext>
            </a:extLst>
          </p:cNvPr>
          <p:cNvGrpSpPr/>
          <p:nvPr/>
        </p:nvGrpSpPr>
        <p:grpSpPr>
          <a:xfrm>
            <a:off x="571500" y="5279601"/>
            <a:ext cx="11049000" cy="430887"/>
            <a:chOff x="571500" y="5166830"/>
            <a:chExt cx="11049000" cy="430887"/>
          </a:xfrm>
        </p:grpSpPr>
        <p:sp>
          <p:nvSpPr>
            <p:cNvPr id="15" name="TextBox 14">
              <a:extLst>
                <a:ext uri="{FF2B5EF4-FFF2-40B4-BE49-F238E27FC236}">
                  <a16:creationId xmlns:a16="http://schemas.microsoft.com/office/drawing/2014/main" id="{56A45BF1-5FC2-FFEE-453C-59F6DA35488F}"/>
                </a:ext>
              </a:extLst>
            </p:cNvPr>
            <p:cNvSpPr txBox="1"/>
            <p:nvPr>
              <p:custDataLst>
                <p:tags r:id="rId17"/>
              </p:custDataLst>
            </p:nvPr>
          </p:nvSpPr>
          <p:spPr>
            <a:xfrm>
              <a:off x="571500" y="5166830"/>
              <a:ext cx="1206966"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t>Tickets</a:t>
              </a:r>
              <a:endParaRPr lang="en-US" sz="1400" b="1" dirty="0"/>
            </a:p>
          </p:txBody>
        </p:sp>
        <p:sp>
          <p:nvSpPr>
            <p:cNvPr id="25" name="TextBox 24">
              <a:extLst>
                <a:ext uri="{FF2B5EF4-FFF2-40B4-BE49-F238E27FC236}">
                  <a16:creationId xmlns:a16="http://schemas.microsoft.com/office/drawing/2014/main" id="{A91C44CD-CE2C-DA28-AD62-E37FD34A114C}"/>
                </a:ext>
              </a:extLst>
            </p:cNvPr>
            <p:cNvSpPr txBox="1"/>
            <p:nvPr>
              <p:custDataLst>
                <p:tags r:id="rId18"/>
              </p:custDataLst>
            </p:nvPr>
          </p:nvSpPr>
          <p:spPr>
            <a:xfrm>
              <a:off x="2056322" y="5166830"/>
              <a:ext cx="5293438"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Twelve-month ticket snapshot with timestamps, severity, assignment group and category</a:t>
              </a:r>
              <a:endParaRPr lang="en-US" sz="1400" dirty="0"/>
            </a:p>
          </p:txBody>
        </p:sp>
        <p:sp>
          <p:nvSpPr>
            <p:cNvPr id="35" name="TextBox 34">
              <a:extLst>
                <a:ext uri="{FF2B5EF4-FFF2-40B4-BE49-F238E27FC236}">
                  <a16:creationId xmlns:a16="http://schemas.microsoft.com/office/drawing/2014/main" id="{5B34CDB7-1395-5765-4CE8-0A285EE7AF45}"/>
                </a:ext>
              </a:extLst>
            </p:cNvPr>
            <p:cNvSpPr txBox="1">
              <a:spLocks/>
            </p:cNvSpPr>
            <p:nvPr>
              <p:custDataLst>
                <p:tags r:id="rId19"/>
              </p:custDataLst>
            </p:nvPr>
          </p:nvSpPr>
          <p:spPr>
            <a:xfrm>
              <a:off x="7627617" y="5166830"/>
              <a:ext cx="428002" cy="215444"/>
            </a:xfrm>
            <a:prstGeom prst="rect">
              <a:avLst/>
            </a:prstGeom>
          </p:spPr>
          <p:txBody>
            <a:bodyPr vert="horz" wrap="non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ITSM</a:t>
              </a:r>
              <a:endParaRPr lang="en-US" sz="1400" dirty="0"/>
            </a:p>
          </p:txBody>
        </p:sp>
        <p:sp>
          <p:nvSpPr>
            <p:cNvPr id="45" name="TextBox 44">
              <a:extLst>
                <a:ext uri="{FF2B5EF4-FFF2-40B4-BE49-F238E27FC236}">
                  <a16:creationId xmlns:a16="http://schemas.microsoft.com/office/drawing/2014/main" id="{F3ABEA16-C340-F6F4-ED34-4518C9263319}"/>
                </a:ext>
              </a:extLst>
            </p:cNvPr>
            <p:cNvSpPr txBox="1"/>
            <p:nvPr>
              <p:custDataLst>
                <p:tags r:id="rId20"/>
              </p:custDataLst>
            </p:nvPr>
          </p:nvSpPr>
          <p:spPr>
            <a:xfrm>
              <a:off x="10407026" y="5166830"/>
              <a:ext cx="1213474" cy="215444"/>
            </a:xfrm>
            <a:prstGeom prst="rect">
              <a:avLst/>
            </a:prstGeom>
          </p:spPr>
          <p:txBody>
            <a:bodyPr vert="horz" wrap="non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dirty="0"/>
                <a:t>Recommended</a:t>
              </a:r>
            </a:p>
          </p:txBody>
        </p:sp>
      </p:grpSp>
      <p:grpSp>
        <p:nvGrpSpPr>
          <p:cNvPr id="65" name="Group 64">
            <a:extLst>
              <a:ext uri="{FF2B5EF4-FFF2-40B4-BE49-F238E27FC236}">
                <a16:creationId xmlns:a16="http://schemas.microsoft.com/office/drawing/2014/main" id="{07A669B6-D7CA-0733-5F68-4C04B257F023}"/>
              </a:ext>
            </a:extLst>
          </p:cNvPr>
          <p:cNvGrpSpPr/>
          <p:nvPr/>
        </p:nvGrpSpPr>
        <p:grpSpPr>
          <a:xfrm>
            <a:off x="571500" y="5854659"/>
            <a:ext cx="10661073" cy="430887"/>
            <a:chOff x="571500" y="5639215"/>
            <a:chExt cx="10661073" cy="430887"/>
          </a:xfrm>
        </p:grpSpPr>
        <p:sp>
          <p:nvSpPr>
            <p:cNvPr id="16" name="TextBox 15">
              <a:extLst>
                <a:ext uri="{FF2B5EF4-FFF2-40B4-BE49-F238E27FC236}">
                  <a16:creationId xmlns:a16="http://schemas.microsoft.com/office/drawing/2014/main" id="{619E67B4-DF6E-A315-7A47-AD43D0A5F48A}"/>
                </a:ext>
              </a:extLst>
            </p:cNvPr>
            <p:cNvSpPr txBox="1"/>
            <p:nvPr>
              <p:custDataLst>
                <p:tags r:id="rId13"/>
              </p:custDataLst>
            </p:nvPr>
          </p:nvSpPr>
          <p:spPr>
            <a:xfrm>
              <a:off x="571500" y="5639215"/>
              <a:ext cx="1206966"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dirty="0"/>
                <a:t>Survey lists</a:t>
              </a:r>
            </a:p>
          </p:txBody>
        </p:sp>
        <p:sp>
          <p:nvSpPr>
            <p:cNvPr id="26" name="TextBox 25">
              <a:extLst>
                <a:ext uri="{FF2B5EF4-FFF2-40B4-BE49-F238E27FC236}">
                  <a16:creationId xmlns:a16="http://schemas.microsoft.com/office/drawing/2014/main" id="{17045F7B-A894-FF20-D834-3FED2C6A420A}"/>
                </a:ext>
              </a:extLst>
            </p:cNvPr>
            <p:cNvSpPr txBox="1"/>
            <p:nvPr>
              <p:custDataLst>
                <p:tags r:id="rId14"/>
              </p:custDataLst>
            </p:nvPr>
          </p:nvSpPr>
          <p:spPr>
            <a:xfrm>
              <a:off x="2056322" y="5639215"/>
              <a:ext cx="5293438"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dirty="0"/>
                <a:t>Participant lists for the developer, AIQ and OMI surveys with team and role</a:t>
              </a:r>
            </a:p>
          </p:txBody>
        </p:sp>
        <p:sp>
          <p:nvSpPr>
            <p:cNvPr id="36" name="TextBox 35">
              <a:extLst>
                <a:ext uri="{FF2B5EF4-FFF2-40B4-BE49-F238E27FC236}">
                  <a16:creationId xmlns:a16="http://schemas.microsoft.com/office/drawing/2014/main" id="{4142A293-744B-B99B-0837-CEC75D0A60EF}"/>
                </a:ext>
              </a:extLst>
            </p:cNvPr>
            <p:cNvSpPr txBox="1">
              <a:spLocks/>
            </p:cNvSpPr>
            <p:nvPr>
              <p:custDataLst>
                <p:tags r:id="rId15"/>
              </p:custDataLst>
            </p:nvPr>
          </p:nvSpPr>
          <p:spPr>
            <a:xfrm>
              <a:off x="7627617" y="5639215"/>
              <a:ext cx="1482778" cy="215444"/>
            </a:xfrm>
            <a:prstGeom prst="rect">
              <a:avLst/>
            </a:prstGeom>
          </p:spPr>
          <p:txBody>
            <a:bodyPr vert="horz" wrap="non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a:t>HR and leadership</a:t>
              </a:r>
              <a:endParaRPr lang="en-US" sz="1400" dirty="0"/>
            </a:p>
          </p:txBody>
        </p:sp>
        <p:sp>
          <p:nvSpPr>
            <p:cNvPr id="46" name="TextBox 45">
              <a:extLst>
                <a:ext uri="{FF2B5EF4-FFF2-40B4-BE49-F238E27FC236}">
                  <a16:creationId xmlns:a16="http://schemas.microsoft.com/office/drawing/2014/main" id="{8C6548EB-DA64-A4F9-12C5-55D3AA526764}"/>
                </a:ext>
              </a:extLst>
            </p:cNvPr>
            <p:cNvSpPr txBox="1"/>
            <p:nvPr>
              <p:custDataLst>
                <p:tags r:id="rId16"/>
              </p:custDataLst>
            </p:nvPr>
          </p:nvSpPr>
          <p:spPr>
            <a:xfrm>
              <a:off x="10407026" y="5639215"/>
              <a:ext cx="825547" cy="215444"/>
            </a:xfrm>
            <a:prstGeom prst="rect">
              <a:avLst/>
            </a:prstGeom>
          </p:spPr>
          <p:txBody>
            <a:bodyPr vert="horz" wrap="non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dirty="0">
                  <a:solidFill>
                    <a:schemeClr val="accent3"/>
                  </a:solidFill>
                </a:rPr>
                <a:t>Must have</a:t>
              </a:r>
            </a:p>
          </p:txBody>
        </p:sp>
      </p:grpSp>
      <p:cxnSp>
        <p:nvCxnSpPr>
          <p:cNvPr id="47" name="Straight Connector 46">
            <a:extLst>
              <a:ext uri="{FF2B5EF4-FFF2-40B4-BE49-F238E27FC236}">
                <a16:creationId xmlns:a16="http://schemas.microsoft.com/office/drawing/2014/main" id="{400F114F-CB91-7A15-A44F-6128143AA352}"/>
              </a:ext>
            </a:extLst>
          </p:cNvPr>
          <p:cNvCxnSpPr/>
          <p:nvPr>
            <p:custDataLst>
              <p:tags r:id="rId4"/>
            </p:custDataLst>
          </p:nvPr>
        </p:nvCxnSpPr>
        <p:spPr>
          <a:xfrm>
            <a:off x="571500" y="1397603"/>
            <a:ext cx="11049000" cy="0"/>
          </a:xfrm>
          <a:prstGeom prst="line">
            <a:avLst/>
          </a:prstGeom>
          <a:ln w="28575"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EDF80E6-F497-A85B-7AFC-BC2B78377CE8}"/>
              </a:ext>
            </a:extLst>
          </p:cNvPr>
          <p:cNvCxnSpPr/>
          <p:nvPr>
            <p:custDataLst>
              <p:tags r:id="rId5"/>
            </p:custDataLst>
          </p:nvPr>
        </p:nvCxnSpPr>
        <p:spPr>
          <a:xfrm>
            <a:off x="571500" y="1972655"/>
            <a:ext cx="11049000"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0530D62-E1F6-CE11-BA44-2200CB82212A}"/>
              </a:ext>
            </a:extLst>
          </p:cNvPr>
          <p:cNvCxnSpPr/>
          <p:nvPr>
            <p:custDataLst>
              <p:tags r:id="rId6"/>
            </p:custDataLst>
          </p:nvPr>
        </p:nvCxnSpPr>
        <p:spPr>
          <a:xfrm>
            <a:off x="571500" y="2547706"/>
            <a:ext cx="11049000"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315D282-BFC2-AF4E-8EB4-F35C01EAF12E}"/>
              </a:ext>
            </a:extLst>
          </p:cNvPr>
          <p:cNvCxnSpPr/>
          <p:nvPr>
            <p:custDataLst>
              <p:tags r:id="rId7"/>
            </p:custDataLst>
          </p:nvPr>
        </p:nvCxnSpPr>
        <p:spPr>
          <a:xfrm>
            <a:off x="571500" y="3122757"/>
            <a:ext cx="11049000"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48753EB-4A05-BE22-A2A6-437AA01EC040}"/>
              </a:ext>
            </a:extLst>
          </p:cNvPr>
          <p:cNvCxnSpPr/>
          <p:nvPr>
            <p:custDataLst>
              <p:tags r:id="rId8"/>
            </p:custDataLst>
          </p:nvPr>
        </p:nvCxnSpPr>
        <p:spPr>
          <a:xfrm>
            <a:off x="571500" y="3697808"/>
            <a:ext cx="11049000"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5DD9E5C-BC66-9AF5-5C36-F7526540FE3D}"/>
              </a:ext>
            </a:extLst>
          </p:cNvPr>
          <p:cNvCxnSpPr/>
          <p:nvPr>
            <p:custDataLst>
              <p:tags r:id="rId9"/>
            </p:custDataLst>
          </p:nvPr>
        </p:nvCxnSpPr>
        <p:spPr>
          <a:xfrm>
            <a:off x="571500" y="4272859"/>
            <a:ext cx="11049000"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95F6B3D6-285A-9A09-A317-86F54722EE2B}"/>
              </a:ext>
            </a:extLst>
          </p:cNvPr>
          <p:cNvCxnSpPr/>
          <p:nvPr>
            <p:custDataLst>
              <p:tags r:id="rId10"/>
            </p:custDataLst>
          </p:nvPr>
        </p:nvCxnSpPr>
        <p:spPr>
          <a:xfrm>
            <a:off x="571500" y="4847911"/>
            <a:ext cx="11049000"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83911E7-7834-BC5A-AF02-11E193FAFE88}"/>
              </a:ext>
            </a:extLst>
          </p:cNvPr>
          <p:cNvCxnSpPr/>
          <p:nvPr>
            <p:custDataLst>
              <p:tags r:id="rId11"/>
            </p:custDataLst>
          </p:nvPr>
        </p:nvCxnSpPr>
        <p:spPr>
          <a:xfrm>
            <a:off x="571500" y="5207519"/>
            <a:ext cx="11049000"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3ABF597-AC3D-1F94-9D1A-03363D20D707}"/>
              </a:ext>
            </a:extLst>
          </p:cNvPr>
          <p:cNvCxnSpPr/>
          <p:nvPr>
            <p:custDataLst>
              <p:tags r:id="rId12"/>
            </p:custDataLst>
          </p:nvPr>
        </p:nvCxnSpPr>
        <p:spPr>
          <a:xfrm>
            <a:off x="571500" y="5782570"/>
            <a:ext cx="11049000"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4363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9C475-6C08-EB0A-A041-36BCAA688D8D}"/>
            </a:ext>
          </a:extLst>
        </p:cNvPr>
        <p:cNvGrpSpPr/>
        <p:nvPr/>
      </p:nvGrpSpPr>
      <p:grpSpPr>
        <a:xfrm>
          <a:off x="0" y="0"/>
          <a:ext cx="0" cy="0"/>
          <a:chOff x="0" y="0"/>
          <a:chExt cx="0" cy="0"/>
        </a:xfrm>
      </p:grpSpPr>
      <p:graphicFrame>
        <p:nvGraphicFramePr>
          <p:cNvPr id="8" name="Object 2" hidden="1">
            <a:extLst>
              <a:ext uri="{FF2B5EF4-FFF2-40B4-BE49-F238E27FC236}">
                <a16:creationId xmlns:a16="http://schemas.microsoft.com/office/drawing/2014/main" id="{4661C57F-D316-4B1E-AC7C-844AC21B7C99}"/>
              </a:ext>
            </a:extLst>
          </p:cNvPr>
          <p:cNvGraphicFramePr>
            <a:graphicFrameLocks noChangeAspect="1"/>
          </p:cNvGraphicFramePr>
          <p:nvPr>
            <p:custDataLst>
              <p:tags r:id="rId1"/>
            </p:custDataLst>
            <p:extLst>
              <p:ext uri="{D42A27DB-BD31-4B8C-83A1-F6EECF244321}">
                <p14:modId xmlns:p14="http://schemas.microsoft.com/office/powerpoint/2010/main" val="40323058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28" imgH="428" progId="TCLayout.ActiveDocument.1">
                  <p:embed/>
                </p:oleObj>
              </mc:Choice>
              <mc:Fallback>
                <p:oleObj name="think-cell Slide" r:id="rId7" imgW="428" imgH="428" progId="TCLayout.ActiveDocument.1">
                  <p:embed/>
                  <p:pic>
                    <p:nvPicPr>
                      <p:cNvPr id="8" name="Object 2" hidden="1">
                        <a:extLst>
                          <a:ext uri="{FF2B5EF4-FFF2-40B4-BE49-F238E27FC236}">
                            <a16:creationId xmlns:a16="http://schemas.microsoft.com/office/drawing/2014/main" id="{4661C57F-D316-4B1E-AC7C-844AC21B7C99}"/>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B89AE6FC-C3A1-D4EB-B127-95ADB4000B17}"/>
              </a:ext>
            </a:extLst>
          </p:cNvPr>
          <p:cNvSpPr>
            <a:spLocks noGrp="1"/>
          </p:cNvSpPr>
          <p:nvPr>
            <p:ph type="title"/>
          </p:nvPr>
        </p:nvSpPr>
        <p:spPr>
          <a:xfrm>
            <a:off x="554736" y="3156020"/>
            <a:ext cx="2514600" cy="357790"/>
          </a:xfrm>
        </p:spPr>
        <p:txBody>
          <a:bodyPr vert="horz">
            <a:spAutoFit/>
          </a:bodyPr>
          <a:lstStyle/>
          <a:p>
            <a:r>
              <a:rPr lang="en-US" dirty="0"/>
              <a:t>For discussion</a:t>
            </a:r>
          </a:p>
        </p:txBody>
      </p:sp>
      <p:sp>
        <p:nvSpPr>
          <p:cNvPr id="12" name="1. On-page tracker">
            <a:extLst>
              <a:ext uri="{FF2B5EF4-FFF2-40B4-BE49-F238E27FC236}">
                <a16:creationId xmlns:a16="http://schemas.microsoft.com/office/drawing/2014/main" id="{6D05880F-88D4-1A0A-8DEF-22FCC671F99E}"/>
              </a:ext>
            </a:extLst>
          </p:cNvPr>
          <p:cNvSpPr>
            <a:spLocks noGrp="1"/>
          </p:cNvSpPr>
          <p:nvPr>
            <p:ph type="body" sz="quarter" idx="17"/>
            <p:custDataLst>
              <p:tags r:id="rId2"/>
            </p:custDataLst>
          </p:nvPr>
        </p:nvSpPr>
        <p:spPr/>
        <p:txBody>
          <a:bodyPr/>
          <a:lstStyle/>
          <a:p>
            <a:endParaRPr lang="en-US"/>
          </a:p>
        </p:txBody>
      </p:sp>
      <p:sp>
        <p:nvSpPr>
          <p:cNvPr id="3" name="Text Placeholder 2">
            <a:hlinkClick r:id="rId9" action="ppaction://hlinksldjump"/>
            <a:extLst>
              <a:ext uri="{FF2B5EF4-FFF2-40B4-BE49-F238E27FC236}">
                <a16:creationId xmlns:a16="http://schemas.microsoft.com/office/drawing/2014/main" id="{B7A5AACC-941F-84DC-BDB0-218DEC7BE339}"/>
              </a:ext>
            </a:extLst>
          </p:cNvPr>
          <p:cNvSpPr>
            <a:spLocks noGrp="1"/>
          </p:cNvSpPr>
          <p:nvPr>
            <p:custDataLst>
              <p:tags r:id="rId3"/>
            </p:custDataLst>
          </p:nvPr>
        </p:nvSpPr>
        <p:spPr bwMode="auto">
          <a:xfrm>
            <a:off x="5016500" y="2743200"/>
            <a:ext cx="5116513" cy="6969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92075" tIns="211138" rIns="0" bIns="211138"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sz="1800" dirty="0">
                <a:latin typeface="Cambria" pitchFamily="34" charset="0"/>
                <a:ea typeface="Cambria" pitchFamily="34" charset="-122"/>
                <a:cs typeface="Cambria" pitchFamily="34" charset="-120"/>
              </a:rPr>
              <a:t>The levers we will go after</a:t>
            </a:r>
            <a:endParaRPr lang="en-US" sz="1800" dirty="0"/>
          </a:p>
        </p:txBody>
      </p:sp>
      <p:sp>
        <p:nvSpPr>
          <p:cNvPr id="5" name="Text Placeholder 2">
            <a:hlinkClick r:id="rId10" action="ppaction://hlinksldjump"/>
            <a:extLst>
              <a:ext uri="{FF2B5EF4-FFF2-40B4-BE49-F238E27FC236}">
                <a16:creationId xmlns:a16="http://schemas.microsoft.com/office/drawing/2014/main" id="{F31A9CDC-AF53-9895-73E5-ED4DE971DC3E}"/>
              </a:ext>
            </a:extLst>
          </p:cNvPr>
          <p:cNvSpPr>
            <a:spLocks noGrp="1"/>
          </p:cNvSpPr>
          <p:nvPr>
            <p:custDataLst>
              <p:tags r:id="rId4"/>
            </p:custDataLst>
          </p:nvPr>
        </p:nvSpPr>
        <p:spPr bwMode="auto">
          <a:xfrm>
            <a:off x="5016500" y="3440113"/>
            <a:ext cx="5116513" cy="6985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92075" tIns="212725" rIns="0" bIns="211138"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sz="1800">
                <a:latin typeface="Cambria" pitchFamily="34" charset="0"/>
                <a:ea typeface="Cambria" pitchFamily="34" charset="-122"/>
                <a:cs typeface="Cambria" pitchFamily="34" charset="-120"/>
              </a:rPr>
              <a:t>The assets we will deploy and the data we need</a:t>
            </a:r>
            <a:endParaRPr lang="en-US" sz="1800" dirty="0">
              <a:latin typeface="Cambria" pitchFamily="34" charset="0"/>
              <a:ea typeface="Cambria" pitchFamily="34" charset="-122"/>
              <a:cs typeface="Cambria" pitchFamily="34" charset="-120"/>
            </a:endParaRPr>
          </a:p>
        </p:txBody>
      </p:sp>
      <p:sp>
        <p:nvSpPr>
          <p:cNvPr id="6" name="Text Placeholder 2">
            <a:extLst>
              <a:ext uri="{FF2B5EF4-FFF2-40B4-BE49-F238E27FC236}">
                <a16:creationId xmlns:a16="http://schemas.microsoft.com/office/drawing/2014/main" id="{90530FD3-6BAF-A413-5F5C-F8545C26D432}"/>
              </a:ext>
            </a:extLst>
          </p:cNvPr>
          <p:cNvSpPr>
            <a:spLocks noGrp="1"/>
          </p:cNvSpPr>
          <p:nvPr>
            <p:custDataLst>
              <p:tags r:id="rId5"/>
            </p:custDataLst>
          </p:nvPr>
        </p:nvSpPr>
        <p:spPr bwMode="auto">
          <a:xfrm>
            <a:off x="5016500" y="4138613"/>
            <a:ext cx="5116513" cy="698500"/>
          </a:xfrm>
          <a:prstGeom prst="rect">
            <a:avLst/>
          </a:prstGeom>
          <a:solidFill>
            <a:schemeClr val="accent3"/>
          </a:solidFill>
          <a:ln>
            <a:noFill/>
          </a:ln>
          <a:effectLst/>
        </p:spPr>
        <p:txBody>
          <a:bodyPr vert="horz" wrap="none" lIns="92075" tIns="212725" rIns="0" bIns="211138"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sz="1800" b="1" dirty="0">
                <a:solidFill>
                  <a:schemeClr val="tx2"/>
                </a:solidFill>
                <a:latin typeface="Cambria" pitchFamily="34" charset="0"/>
                <a:ea typeface="Cambria" pitchFamily="34" charset="-122"/>
                <a:cs typeface="Cambria" pitchFamily="34" charset="-120"/>
              </a:rPr>
              <a:t>The outputs to expect</a:t>
            </a:r>
          </a:p>
        </p:txBody>
      </p:sp>
    </p:spTree>
    <p:extLst>
      <p:ext uri="{BB962C8B-B14F-4D97-AF65-F5344CB8AC3E}">
        <p14:creationId xmlns:p14="http://schemas.microsoft.com/office/powerpoint/2010/main" val="1437697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CC13E-DEDA-09E0-4BA8-30A343205837}"/>
            </a:ext>
          </a:extLst>
        </p:cNvPr>
        <p:cNvGrpSpPr/>
        <p:nvPr/>
      </p:nvGrpSpPr>
      <p:grpSpPr>
        <a:xfrm>
          <a:off x="0" y="0"/>
          <a:ext cx="0" cy="0"/>
          <a:chOff x="0" y="0"/>
          <a:chExt cx="0" cy="0"/>
        </a:xfrm>
      </p:grpSpPr>
      <p:graphicFrame>
        <p:nvGraphicFramePr>
          <p:cNvPr id="36" name="think-cell data - do not delete" hidden="1">
            <a:extLst>
              <a:ext uri="{FF2B5EF4-FFF2-40B4-BE49-F238E27FC236}">
                <a16:creationId xmlns:a16="http://schemas.microsoft.com/office/drawing/2014/main" id="{3BCB9DDB-C886-CAB0-7D1F-9E936ABF0E53}"/>
              </a:ext>
            </a:extLst>
          </p:cNvPr>
          <p:cNvGraphicFramePr>
            <a:graphicFrameLocks noChangeAspect="1"/>
          </p:cNvGraphicFramePr>
          <p:nvPr>
            <p:custDataLst>
              <p:tags r:id="rId1"/>
            </p:custDataLst>
            <p:extLst>
              <p:ext uri="{D42A27DB-BD31-4B8C-83A1-F6EECF244321}">
                <p14:modId xmlns:p14="http://schemas.microsoft.com/office/powerpoint/2010/main" val="17522952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8" imgH="428" progId="TCLayout.ActiveDocument.1">
                  <p:embed/>
                </p:oleObj>
              </mc:Choice>
              <mc:Fallback>
                <p:oleObj name="think-cell Slide" r:id="rId4" imgW="428" imgH="428" progId="TCLayout.ActiveDocument.1">
                  <p:embed/>
                  <p:pic>
                    <p:nvPicPr>
                      <p:cNvPr id="36" name="think-cell data - do not delete" hidden="1">
                        <a:extLst>
                          <a:ext uri="{FF2B5EF4-FFF2-40B4-BE49-F238E27FC236}">
                            <a16:creationId xmlns:a16="http://schemas.microsoft.com/office/drawing/2014/main" id="{3BCB9DDB-C886-CAB0-7D1F-9E936ABF0E5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ext 5">
            <a:extLst>
              <a:ext uri="{FF2B5EF4-FFF2-40B4-BE49-F238E27FC236}">
                <a16:creationId xmlns:a16="http://schemas.microsoft.com/office/drawing/2014/main" id="{DB2FC9E5-E648-23A6-5839-BBD8B4612128}"/>
              </a:ext>
            </a:extLst>
          </p:cNvPr>
          <p:cNvSpPr/>
          <p:nvPr/>
        </p:nvSpPr>
        <p:spPr>
          <a:xfrm>
            <a:off x="554736" y="965310"/>
            <a:ext cx="3602736" cy="219456"/>
          </a:xfrm>
          <a:prstGeom prst="rect">
            <a:avLst/>
          </a:prstGeom>
          <a:noFill/>
          <a:ln/>
        </p:spPr>
        <p:txBody>
          <a:bodyPr wrap="square" lIns="0" tIns="0" rIns="0" bIns="0" rtlCol="0" anchor="ctr"/>
          <a:lstStyle/>
          <a:p>
            <a:pPr marL="0" indent="0">
              <a:buNone/>
            </a:pPr>
            <a:r>
              <a:rPr lang="en-US" sz="1600" b="1" dirty="0">
                <a:solidFill>
                  <a:srgbClr val="2251FF"/>
                </a:solidFill>
                <a:latin typeface="Arial" pitchFamily="34" charset="0"/>
                <a:ea typeface="Arial" pitchFamily="34" charset="-122"/>
                <a:cs typeface="Arial" pitchFamily="34" charset="-120"/>
              </a:rPr>
              <a:t>Tech Performance Assessment</a:t>
            </a:r>
            <a:endParaRPr lang="en-US" sz="1600" dirty="0"/>
          </a:p>
        </p:txBody>
      </p:sp>
      <p:sp>
        <p:nvSpPr>
          <p:cNvPr id="8" name="Text 6">
            <a:extLst>
              <a:ext uri="{FF2B5EF4-FFF2-40B4-BE49-F238E27FC236}">
                <a16:creationId xmlns:a16="http://schemas.microsoft.com/office/drawing/2014/main" id="{4D68B20B-364D-1D8E-DDD2-8D58C2E02A9B}"/>
              </a:ext>
            </a:extLst>
          </p:cNvPr>
          <p:cNvSpPr/>
          <p:nvPr/>
        </p:nvSpPr>
        <p:spPr>
          <a:xfrm>
            <a:off x="554736" y="1175622"/>
            <a:ext cx="3602736" cy="184666"/>
          </a:xfrm>
          <a:prstGeom prst="rect">
            <a:avLst/>
          </a:prstGeom>
          <a:noFill/>
          <a:ln/>
        </p:spPr>
        <p:txBody>
          <a:bodyPr wrap="square" lIns="0" tIns="0" rIns="0" bIns="0" rtlCol="0" anchor="t">
            <a:spAutoFit/>
          </a:bodyPr>
          <a:lstStyle/>
          <a:p>
            <a:pPr marL="0" indent="0">
              <a:buNone/>
            </a:pPr>
            <a:r>
              <a:rPr lang="en-US" sz="1200" dirty="0">
                <a:solidFill>
                  <a:srgbClr val="1A1A1A"/>
                </a:solidFill>
                <a:latin typeface="Arial" pitchFamily="34" charset="0"/>
                <a:ea typeface="Arial" pitchFamily="34" charset="-122"/>
                <a:cs typeface="Arial" pitchFamily="34" charset="-120"/>
              </a:rPr>
              <a:t>Spend and workforce split against peer benchmarks</a:t>
            </a:r>
            <a:endParaRPr lang="en-US" sz="1200" dirty="0"/>
          </a:p>
        </p:txBody>
      </p:sp>
      <p:pic>
        <p:nvPicPr>
          <p:cNvPr id="9" name="Image 0" descr="preencoded.png">
            <a:extLst>
              <a:ext uri="{FF2B5EF4-FFF2-40B4-BE49-F238E27FC236}">
                <a16:creationId xmlns:a16="http://schemas.microsoft.com/office/drawing/2014/main" id="{0A81D8B1-C40D-28E1-BCE2-BDFF30372D6A}"/>
              </a:ext>
            </a:extLst>
          </p:cNvPr>
          <p:cNvPicPr>
            <a:picLocks noChangeAspect="1"/>
          </p:cNvPicPr>
          <p:nvPr/>
        </p:nvPicPr>
        <p:blipFill>
          <a:blip r:embed="rId6"/>
          <a:stretch>
            <a:fillRect/>
          </a:stretch>
        </p:blipFill>
        <p:spPr>
          <a:xfrm>
            <a:off x="554736" y="1598223"/>
            <a:ext cx="3602736" cy="1892808"/>
          </a:xfrm>
          <a:prstGeom prst="rect">
            <a:avLst/>
          </a:prstGeom>
        </p:spPr>
      </p:pic>
      <p:sp>
        <p:nvSpPr>
          <p:cNvPr id="10" name="Shape 7">
            <a:extLst>
              <a:ext uri="{FF2B5EF4-FFF2-40B4-BE49-F238E27FC236}">
                <a16:creationId xmlns:a16="http://schemas.microsoft.com/office/drawing/2014/main" id="{1A32BB97-4FB7-E752-4CDF-92380D2D26DE}"/>
              </a:ext>
            </a:extLst>
          </p:cNvPr>
          <p:cNvSpPr/>
          <p:nvPr/>
        </p:nvSpPr>
        <p:spPr>
          <a:xfrm>
            <a:off x="554736" y="1598223"/>
            <a:ext cx="3602736" cy="1892808"/>
          </a:xfrm>
          <a:prstGeom prst="rect">
            <a:avLst/>
          </a:prstGeom>
          <a:ln w="12700">
            <a:solidFill>
              <a:srgbClr val="D9DDE1"/>
            </a:solidFill>
            <a:prstDash val="solid"/>
          </a:ln>
        </p:spPr>
        <p:txBody>
          <a:bodyPr/>
          <a:lstStyle/>
          <a:p>
            <a:endParaRPr lang="en-US"/>
          </a:p>
        </p:txBody>
      </p:sp>
      <p:sp>
        <p:nvSpPr>
          <p:cNvPr id="11" name="Text 8">
            <a:extLst>
              <a:ext uri="{FF2B5EF4-FFF2-40B4-BE49-F238E27FC236}">
                <a16:creationId xmlns:a16="http://schemas.microsoft.com/office/drawing/2014/main" id="{26975DC6-EE31-6EDD-88E5-1F90AE9D68F6}"/>
              </a:ext>
            </a:extLst>
          </p:cNvPr>
          <p:cNvSpPr/>
          <p:nvPr/>
        </p:nvSpPr>
        <p:spPr>
          <a:xfrm>
            <a:off x="4386072" y="965310"/>
            <a:ext cx="3602736" cy="219456"/>
          </a:xfrm>
          <a:prstGeom prst="rect">
            <a:avLst/>
          </a:prstGeom>
          <a:noFill/>
          <a:ln/>
        </p:spPr>
        <p:txBody>
          <a:bodyPr wrap="square" lIns="0" tIns="0" rIns="0" bIns="0" rtlCol="0" anchor="ctr"/>
          <a:lstStyle/>
          <a:p>
            <a:pPr marL="0" indent="0">
              <a:buNone/>
            </a:pPr>
            <a:r>
              <a:rPr lang="en-US" sz="1600" b="1" dirty="0">
                <a:solidFill>
                  <a:srgbClr val="2251FF"/>
                </a:solidFill>
                <a:latin typeface="Arial" pitchFamily="34" charset="0"/>
                <a:ea typeface="Arial" pitchFamily="34" charset="-122"/>
                <a:cs typeface="Arial" pitchFamily="34" charset="-120"/>
              </a:rPr>
              <a:t>Tech and AI Quotient</a:t>
            </a:r>
            <a:endParaRPr lang="en-US" sz="1600" dirty="0"/>
          </a:p>
        </p:txBody>
      </p:sp>
      <p:sp>
        <p:nvSpPr>
          <p:cNvPr id="12" name="Text 9">
            <a:extLst>
              <a:ext uri="{FF2B5EF4-FFF2-40B4-BE49-F238E27FC236}">
                <a16:creationId xmlns:a16="http://schemas.microsoft.com/office/drawing/2014/main" id="{19A6BC2C-D456-3FB6-8239-70C4B2C2DE0C}"/>
              </a:ext>
            </a:extLst>
          </p:cNvPr>
          <p:cNvSpPr/>
          <p:nvPr/>
        </p:nvSpPr>
        <p:spPr>
          <a:xfrm>
            <a:off x="4386072" y="1175622"/>
            <a:ext cx="3602736" cy="369332"/>
          </a:xfrm>
          <a:prstGeom prst="rect">
            <a:avLst/>
          </a:prstGeom>
          <a:noFill/>
          <a:ln/>
        </p:spPr>
        <p:txBody>
          <a:bodyPr wrap="square" lIns="0" tIns="0" rIns="0" bIns="0" rtlCol="0" anchor="t">
            <a:spAutoFit/>
          </a:bodyPr>
          <a:lstStyle/>
          <a:p>
            <a:pPr marL="0" indent="0">
              <a:buNone/>
            </a:pPr>
            <a:r>
              <a:rPr lang="en-US" sz="1200" dirty="0">
                <a:solidFill>
                  <a:srgbClr val="1A1A1A"/>
                </a:solidFill>
                <a:latin typeface="Arial" pitchFamily="34" charset="0"/>
                <a:ea typeface="Arial" pitchFamily="34" charset="-122"/>
                <a:cs typeface="Arial" pitchFamily="34" charset="-120"/>
              </a:rPr>
              <a:t>Your maturity score against the peer average and AI leaders</a:t>
            </a:r>
            <a:endParaRPr lang="en-US" sz="1200" dirty="0"/>
          </a:p>
        </p:txBody>
      </p:sp>
      <p:pic>
        <p:nvPicPr>
          <p:cNvPr id="13" name="Image 1" descr="preencoded.png">
            <a:extLst>
              <a:ext uri="{FF2B5EF4-FFF2-40B4-BE49-F238E27FC236}">
                <a16:creationId xmlns:a16="http://schemas.microsoft.com/office/drawing/2014/main" id="{F1EBAE23-209F-59EC-4C26-E9EA2D671F95}"/>
              </a:ext>
            </a:extLst>
          </p:cNvPr>
          <p:cNvPicPr>
            <a:picLocks noChangeAspect="1"/>
          </p:cNvPicPr>
          <p:nvPr/>
        </p:nvPicPr>
        <p:blipFill>
          <a:blip r:embed="rId7"/>
          <a:stretch>
            <a:fillRect/>
          </a:stretch>
        </p:blipFill>
        <p:spPr>
          <a:xfrm>
            <a:off x="4386072" y="1598223"/>
            <a:ext cx="3602736" cy="1892808"/>
          </a:xfrm>
          <a:prstGeom prst="rect">
            <a:avLst/>
          </a:prstGeom>
        </p:spPr>
      </p:pic>
      <p:sp>
        <p:nvSpPr>
          <p:cNvPr id="14" name="Shape 10">
            <a:extLst>
              <a:ext uri="{FF2B5EF4-FFF2-40B4-BE49-F238E27FC236}">
                <a16:creationId xmlns:a16="http://schemas.microsoft.com/office/drawing/2014/main" id="{FB877BFD-0B36-61C2-87F1-DA66D76E1014}"/>
              </a:ext>
            </a:extLst>
          </p:cNvPr>
          <p:cNvSpPr/>
          <p:nvPr/>
        </p:nvSpPr>
        <p:spPr>
          <a:xfrm>
            <a:off x="4386072" y="1598223"/>
            <a:ext cx="3602736" cy="1892808"/>
          </a:xfrm>
          <a:prstGeom prst="rect">
            <a:avLst/>
          </a:prstGeom>
          <a:ln w="12700">
            <a:solidFill>
              <a:srgbClr val="D9DDE1"/>
            </a:solidFill>
            <a:prstDash val="solid"/>
          </a:ln>
        </p:spPr>
        <p:txBody>
          <a:bodyPr/>
          <a:lstStyle/>
          <a:p>
            <a:endParaRPr lang="en-US"/>
          </a:p>
        </p:txBody>
      </p:sp>
      <p:sp>
        <p:nvSpPr>
          <p:cNvPr id="15" name="Text 11">
            <a:extLst>
              <a:ext uri="{FF2B5EF4-FFF2-40B4-BE49-F238E27FC236}">
                <a16:creationId xmlns:a16="http://schemas.microsoft.com/office/drawing/2014/main" id="{A28EE835-4477-36BE-2890-F1D37795AF0B}"/>
              </a:ext>
            </a:extLst>
          </p:cNvPr>
          <p:cNvSpPr/>
          <p:nvPr/>
        </p:nvSpPr>
        <p:spPr>
          <a:xfrm>
            <a:off x="8217408" y="965310"/>
            <a:ext cx="3602736" cy="219456"/>
          </a:xfrm>
          <a:prstGeom prst="rect">
            <a:avLst/>
          </a:prstGeom>
          <a:noFill/>
          <a:ln/>
        </p:spPr>
        <p:txBody>
          <a:bodyPr wrap="square" lIns="0" tIns="0" rIns="0" bIns="0" rtlCol="0" anchor="ctr"/>
          <a:lstStyle/>
          <a:p>
            <a:pPr marL="0" indent="0">
              <a:buNone/>
            </a:pPr>
            <a:r>
              <a:rPr lang="en-US" sz="1600" b="1" dirty="0">
                <a:solidFill>
                  <a:srgbClr val="2251FF"/>
                </a:solidFill>
                <a:latin typeface="Arial" pitchFamily="34" charset="0"/>
                <a:ea typeface="Arial" pitchFamily="34" charset="-122"/>
                <a:cs typeface="Arial" pitchFamily="34" charset="-120"/>
              </a:rPr>
              <a:t>Operating Model Index</a:t>
            </a:r>
            <a:endParaRPr lang="en-US" sz="1600" dirty="0"/>
          </a:p>
        </p:txBody>
      </p:sp>
      <p:sp>
        <p:nvSpPr>
          <p:cNvPr id="16" name="Text 12">
            <a:extLst>
              <a:ext uri="{FF2B5EF4-FFF2-40B4-BE49-F238E27FC236}">
                <a16:creationId xmlns:a16="http://schemas.microsoft.com/office/drawing/2014/main" id="{6FB546FE-2C13-2160-B325-D2D0E8ECA5B6}"/>
              </a:ext>
            </a:extLst>
          </p:cNvPr>
          <p:cNvSpPr/>
          <p:nvPr/>
        </p:nvSpPr>
        <p:spPr>
          <a:xfrm>
            <a:off x="8217408" y="1175622"/>
            <a:ext cx="3602736" cy="369332"/>
          </a:xfrm>
          <a:prstGeom prst="rect">
            <a:avLst/>
          </a:prstGeom>
          <a:noFill/>
          <a:ln/>
        </p:spPr>
        <p:txBody>
          <a:bodyPr wrap="square" lIns="0" tIns="0" rIns="0" bIns="0" rtlCol="0" anchor="t">
            <a:spAutoFit/>
          </a:bodyPr>
          <a:lstStyle/>
          <a:p>
            <a:pPr marL="0" indent="0">
              <a:buNone/>
            </a:pPr>
            <a:r>
              <a:rPr lang="en-US" sz="1200" dirty="0">
                <a:solidFill>
                  <a:srgbClr val="1A1A1A"/>
                </a:solidFill>
                <a:latin typeface="Arial" pitchFamily="34" charset="0"/>
                <a:ea typeface="Arial" pitchFamily="34" charset="-122"/>
                <a:cs typeface="Arial" pitchFamily="34" charset="-120"/>
              </a:rPr>
              <a:t>Scores by dimension against sector peers and OMI leaders</a:t>
            </a:r>
            <a:endParaRPr lang="en-US" sz="1200" dirty="0"/>
          </a:p>
        </p:txBody>
      </p:sp>
      <p:pic>
        <p:nvPicPr>
          <p:cNvPr id="17" name="Image 2" descr="preencoded.png">
            <a:extLst>
              <a:ext uri="{FF2B5EF4-FFF2-40B4-BE49-F238E27FC236}">
                <a16:creationId xmlns:a16="http://schemas.microsoft.com/office/drawing/2014/main" id="{65732EC9-27F9-7994-27B9-F4D2E0DB47FC}"/>
              </a:ext>
            </a:extLst>
          </p:cNvPr>
          <p:cNvPicPr>
            <a:picLocks noChangeAspect="1"/>
          </p:cNvPicPr>
          <p:nvPr/>
        </p:nvPicPr>
        <p:blipFill>
          <a:blip r:embed="rId8"/>
          <a:stretch>
            <a:fillRect/>
          </a:stretch>
        </p:blipFill>
        <p:spPr>
          <a:xfrm>
            <a:off x="8217408" y="1598223"/>
            <a:ext cx="3602736" cy="1892808"/>
          </a:xfrm>
          <a:prstGeom prst="rect">
            <a:avLst/>
          </a:prstGeom>
        </p:spPr>
      </p:pic>
      <p:sp>
        <p:nvSpPr>
          <p:cNvPr id="18" name="Shape 13">
            <a:extLst>
              <a:ext uri="{FF2B5EF4-FFF2-40B4-BE49-F238E27FC236}">
                <a16:creationId xmlns:a16="http://schemas.microsoft.com/office/drawing/2014/main" id="{3AFE78CB-7C72-3884-24B7-8996C93A3F59}"/>
              </a:ext>
            </a:extLst>
          </p:cNvPr>
          <p:cNvSpPr/>
          <p:nvPr/>
        </p:nvSpPr>
        <p:spPr>
          <a:xfrm>
            <a:off x="8217408" y="1598223"/>
            <a:ext cx="3602736" cy="1892808"/>
          </a:xfrm>
          <a:prstGeom prst="rect">
            <a:avLst/>
          </a:prstGeom>
          <a:ln w="12700">
            <a:solidFill>
              <a:srgbClr val="D9DDE1"/>
            </a:solidFill>
            <a:prstDash val="solid"/>
          </a:ln>
        </p:spPr>
        <p:txBody>
          <a:bodyPr/>
          <a:lstStyle/>
          <a:p>
            <a:endParaRPr lang="en-US"/>
          </a:p>
        </p:txBody>
      </p:sp>
      <p:sp>
        <p:nvSpPr>
          <p:cNvPr id="19" name="Text 14">
            <a:extLst>
              <a:ext uri="{FF2B5EF4-FFF2-40B4-BE49-F238E27FC236}">
                <a16:creationId xmlns:a16="http://schemas.microsoft.com/office/drawing/2014/main" id="{44884017-A064-8696-B4BF-AA08C561F4AD}"/>
              </a:ext>
            </a:extLst>
          </p:cNvPr>
          <p:cNvSpPr/>
          <p:nvPr/>
        </p:nvSpPr>
        <p:spPr>
          <a:xfrm>
            <a:off x="554736" y="3778393"/>
            <a:ext cx="3602736" cy="219456"/>
          </a:xfrm>
          <a:prstGeom prst="rect">
            <a:avLst/>
          </a:prstGeom>
          <a:noFill/>
          <a:ln/>
        </p:spPr>
        <p:txBody>
          <a:bodyPr wrap="square" lIns="0" tIns="0" rIns="0" bIns="0" rtlCol="0" anchor="ctr"/>
          <a:lstStyle/>
          <a:p>
            <a:pPr marL="0" indent="0">
              <a:buNone/>
            </a:pPr>
            <a:r>
              <a:rPr lang="en-US" sz="1600" b="1" dirty="0">
                <a:solidFill>
                  <a:srgbClr val="2251FF"/>
                </a:solidFill>
                <a:latin typeface="Arial" pitchFamily="34" charset="0"/>
                <a:ea typeface="Arial" pitchFamily="34" charset="-122"/>
                <a:cs typeface="Arial" pitchFamily="34" charset="-120"/>
              </a:rPr>
              <a:t>Portfolio deep dive</a:t>
            </a:r>
            <a:endParaRPr lang="en-US" sz="1600" dirty="0"/>
          </a:p>
        </p:txBody>
      </p:sp>
      <p:sp>
        <p:nvSpPr>
          <p:cNvPr id="20" name="Text 15">
            <a:extLst>
              <a:ext uri="{FF2B5EF4-FFF2-40B4-BE49-F238E27FC236}">
                <a16:creationId xmlns:a16="http://schemas.microsoft.com/office/drawing/2014/main" id="{B56F1BB8-E19B-C849-B4F3-76E908C5F32D}"/>
              </a:ext>
            </a:extLst>
          </p:cNvPr>
          <p:cNvSpPr/>
          <p:nvPr/>
        </p:nvSpPr>
        <p:spPr>
          <a:xfrm>
            <a:off x="554736" y="3988705"/>
            <a:ext cx="3602736" cy="184666"/>
          </a:xfrm>
          <a:prstGeom prst="rect">
            <a:avLst/>
          </a:prstGeom>
          <a:noFill/>
          <a:ln/>
        </p:spPr>
        <p:txBody>
          <a:bodyPr wrap="square" lIns="0" tIns="0" rIns="0" bIns="0" rtlCol="0" anchor="t">
            <a:spAutoFit/>
          </a:bodyPr>
          <a:lstStyle/>
          <a:p>
            <a:pPr marL="0" indent="0">
              <a:buNone/>
            </a:pPr>
            <a:r>
              <a:rPr lang="en-US" sz="1200" dirty="0">
                <a:solidFill>
                  <a:srgbClr val="1A1A1A"/>
                </a:solidFill>
                <a:latin typeface="Arial" pitchFamily="34" charset="0"/>
                <a:ea typeface="Arial" pitchFamily="34" charset="-122"/>
                <a:cs typeface="Arial" pitchFamily="34" charset="-120"/>
              </a:rPr>
              <a:t>Top-down diagnosis of the full project portfolio</a:t>
            </a:r>
            <a:endParaRPr lang="en-US" sz="1200" dirty="0"/>
          </a:p>
        </p:txBody>
      </p:sp>
      <p:pic>
        <p:nvPicPr>
          <p:cNvPr id="21" name="Image 3" descr="preencoded.png">
            <a:extLst>
              <a:ext uri="{FF2B5EF4-FFF2-40B4-BE49-F238E27FC236}">
                <a16:creationId xmlns:a16="http://schemas.microsoft.com/office/drawing/2014/main" id="{54C1A596-DD34-0DDC-96E2-F3F3F6E9DBB4}"/>
              </a:ext>
            </a:extLst>
          </p:cNvPr>
          <p:cNvPicPr>
            <a:picLocks noChangeAspect="1"/>
          </p:cNvPicPr>
          <p:nvPr/>
        </p:nvPicPr>
        <p:blipFill>
          <a:blip r:embed="rId9"/>
          <a:stretch>
            <a:fillRect/>
          </a:stretch>
        </p:blipFill>
        <p:spPr>
          <a:xfrm>
            <a:off x="554736" y="4416552"/>
            <a:ext cx="3602736" cy="1892808"/>
          </a:xfrm>
          <a:prstGeom prst="rect">
            <a:avLst/>
          </a:prstGeom>
        </p:spPr>
      </p:pic>
      <p:sp>
        <p:nvSpPr>
          <p:cNvPr id="22" name="Shape 16">
            <a:extLst>
              <a:ext uri="{FF2B5EF4-FFF2-40B4-BE49-F238E27FC236}">
                <a16:creationId xmlns:a16="http://schemas.microsoft.com/office/drawing/2014/main" id="{3B8B0F53-1A97-FAC5-C7DA-B1A4AB057116}"/>
              </a:ext>
            </a:extLst>
          </p:cNvPr>
          <p:cNvSpPr/>
          <p:nvPr/>
        </p:nvSpPr>
        <p:spPr>
          <a:xfrm>
            <a:off x="554736" y="4416552"/>
            <a:ext cx="3602736" cy="1892808"/>
          </a:xfrm>
          <a:prstGeom prst="rect">
            <a:avLst/>
          </a:prstGeom>
          <a:ln w="12700">
            <a:solidFill>
              <a:srgbClr val="D9DDE1"/>
            </a:solidFill>
            <a:prstDash val="solid"/>
          </a:ln>
        </p:spPr>
        <p:txBody>
          <a:bodyPr/>
          <a:lstStyle/>
          <a:p>
            <a:endParaRPr lang="en-US"/>
          </a:p>
        </p:txBody>
      </p:sp>
      <p:sp>
        <p:nvSpPr>
          <p:cNvPr id="23" name="Text 17">
            <a:extLst>
              <a:ext uri="{FF2B5EF4-FFF2-40B4-BE49-F238E27FC236}">
                <a16:creationId xmlns:a16="http://schemas.microsoft.com/office/drawing/2014/main" id="{2254F1FC-1F18-C83A-AF3F-B363FDFF548E}"/>
              </a:ext>
            </a:extLst>
          </p:cNvPr>
          <p:cNvSpPr/>
          <p:nvPr/>
        </p:nvSpPr>
        <p:spPr>
          <a:xfrm>
            <a:off x="4386072" y="3778393"/>
            <a:ext cx="3602736" cy="219456"/>
          </a:xfrm>
          <a:prstGeom prst="rect">
            <a:avLst/>
          </a:prstGeom>
          <a:noFill/>
          <a:ln/>
        </p:spPr>
        <p:txBody>
          <a:bodyPr wrap="square" lIns="0" tIns="0" rIns="0" bIns="0" rtlCol="0" anchor="ctr"/>
          <a:lstStyle/>
          <a:p>
            <a:pPr marL="0" indent="0">
              <a:buNone/>
            </a:pPr>
            <a:r>
              <a:rPr lang="en-US" sz="1600" b="1" dirty="0">
                <a:solidFill>
                  <a:srgbClr val="2251FF"/>
                </a:solidFill>
                <a:latin typeface="Arial" pitchFamily="34" charset="0"/>
                <a:ea typeface="Arial" pitchFamily="34" charset="-122"/>
                <a:cs typeface="Arial" pitchFamily="34" charset="-120"/>
              </a:rPr>
              <a:t>Value sizing</a:t>
            </a:r>
            <a:endParaRPr lang="en-US" sz="1600" dirty="0"/>
          </a:p>
        </p:txBody>
      </p:sp>
      <p:sp>
        <p:nvSpPr>
          <p:cNvPr id="24" name="Text 18">
            <a:extLst>
              <a:ext uri="{FF2B5EF4-FFF2-40B4-BE49-F238E27FC236}">
                <a16:creationId xmlns:a16="http://schemas.microsoft.com/office/drawing/2014/main" id="{4EEA348B-5D0F-D0ED-2602-124EE7BE5D7B}"/>
              </a:ext>
            </a:extLst>
          </p:cNvPr>
          <p:cNvSpPr/>
          <p:nvPr/>
        </p:nvSpPr>
        <p:spPr>
          <a:xfrm>
            <a:off x="4386072" y="3988705"/>
            <a:ext cx="3602736" cy="369332"/>
          </a:xfrm>
          <a:prstGeom prst="rect">
            <a:avLst/>
          </a:prstGeom>
          <a:noFill/>
          <a:ln/>
        </p:spPr>
        <p:txBody>
          <a:bodyPr wrap="square" lIns="0" tIns="0" rIns="0" bIns="0" rtlCol="0" anchor="t">
            <a:spAutoFit/>
          </a:bodyPr>
          <a:lstStyle/>
          <a:p>
            <a:pPr marL="0" indent="0">
              <a:buNone/>
            </a:pPr>
            <a:r>
              <a:rPr lang="en-US" sz="1200" dirty="0">
                <a:solidFill>
                  <a:srgbClr val="1A1A1A"/>
                </a:solidFill>
                <a:latin typeface="Arial" pitchFamily="34" charset="0"/>
                <a:ea typeface="Arial" pitchFamily="34" charset="-122"/>
                <a:cs typeface="Arial" pitchFamily="34" charset="-120"/>
              </a:rPr>
              <a:t>Opportunity sized by lever, with difficulty and timeframe</a:t>
            </a:r>
            <a:endParaRPr lang="en-US" sz="1200" dirty="0"/>
          </a:p>
        </p:txBody>
      </p:sp>
      <p:sp>
        <p:nvSpPr>
          <p:cNvPr id="26" name="Shape 19">
            <a:extLst>
              <a:ext uri="{FF2B5EF4-FFF2-40B4-BE49-F238E27FC236}">
                <a16:creationId xmlns:a16="http://schemas.microsoft.com/office/drawing/2014/main" id="{374A5819-3880-6344-EDF0-A9C12613409E}"/>
              </a:ext>
            </a:extLst>
          </p:cNvPr>
          <p:cNvSpPr/>
          <p:nvPr/>
        </p:nvSpPr>
        <p:spPr>
          <a:xfrm>
            <a:off x="4386072" y="4416552"/>
            <a:ext cx="3602736" cy="1892808"/>
          </a:xfrm>
          <a:prstGeom prst="rect">
            <a:avLst/>
          </a:prstGeom>
          <a:ln w="12700">
            <a:solidFill>
              <a:srgbClr val="D9DDE1"/>
            </a:solidFill>
            <a:prstDash val="solid"/>
          </a:ln>
        </p:spPr>
        <p:txBody>
          <a:bodyPr/>
          <a:lstStyle/>
          <a:p>
            <a:endParaRPr lang="en-US"/>
          </a:p>
        </p:txBody>
      </p:sp>
      <p:sp>
        <p:nvSpPr>
          <p:cNvPr id="27" name="Text 20">
            <a:extLst>
              <a:ext uri="{FF2B5EF4-FFF2-40B4-BE49-F238E27FC236}">
                <a16:creationId xmlns:a16="http://schemas.microsoft.com/office/drawing/2014/main" id="{F6B130E7-9F75-BBE5-6740-E001A1A4BED3}"/>
              </a:ext>
            </a:extLst>
          </p:cNvPr>
          <p:cNvSpPr/>
          <p:nvPr/>
        </p:nvSpPr>
        <p:spPr>
          <a:xfrm>
            <a:off x="8217408" y="3778393"/>
            <a:ext cx="3602736" cy="219456"/>
          </a:xfrm>
          <a:prstGeom prst="rect">
            <a:avLst/>
          </a:prstGeom>
          <a:noFill/>
          <a:ln/>
        </p:spPr>
        <p:txBody>
          <a:bodyPr wrap="square" lIns="0" tIns="0" rIns="0" bIns="0" rtlCol="0" anchor="ctr"/>
          <a:lstStyle/>
          <a:p>
            <a:pPr marL="0" indent="0">
              <a:buNone/>
            </a:pPr>
            <a:r>
              <a:rPr lang="en-US" sz="1600" b="1" dirty="0">
                <a:solidFill>
                  <a:srgbClr val="2251FF"/>
                </a:solidFill>
                <a:latin typeface="Arial" pitchFamily="34" charset="0"/>
                <a:ea typeface="Arial" pitchFamily="34" charset="-122"/>
                <a:cs typeface="Arial" pitchFamily="34" charset="-120"/>
              </a:rPr>
              <a:t>Sourcing deep dive</a:t>
            </a:r>
            <a:endParaRPr lang="en-US" sz="1600" dirty="0"/>
          </a:p>
        </p:txBody>
      </p:sp>
      <p:sp>
        <p:nvSpPr>
          <p:cNvPr id="28" name="Text 21">
            <a:extLst>
              <a:ext uri="{FF2B5EF4-FFF2-40B4-BE49-F238E27FC236}">
                <a16:creationId xmlns:a16="http://schemas.microsoft.com/office/drawing/2014/main" id="{7776F4C1-FDDB-BC0D-AFF2-37C32C9B4502}"/>
              </a:ext>
            </a:extLst>
          </p:cNvPr>
          <p:cNvSpPr/>
          <p:nvPr/>
        </p:nvSpPr>
        <p:spPr>
          <a:xfrm>
            <a:off x="8217408" y="3988705"/>
            <a:ext cx="3602736" cy="184666"/>
          </a:xfrm>
          <a:prstGeom prst="rect">
            <a:avLst/>
          </a:prstGeom>
          <a:noFill/>
          <a:ln/>
        </p:spPr>
        <p:txBody>
          <a:bodyPr wrap="square" lIns="0" tIns="0" rIns="0" bIns="0" rtlCol="0" anchor="t">
            <a:spAutoFit/>
          </a:bodyPr>
          <a:lstStyle/>
          <a:p>
            <a:pPr marL="0" indent="0">
              <a:buNone/>
            </a:pPr>
            <a:r>
              <a:rPr lang="en-US" sz="1200" dirty="0">
                <a:solidFill>
                  <a:srgbClr val="1A1A1A"/>
                </a:solidFill>
                <a:latin typeface="Arial" pitchFamily="34" charset="0"/>
                <a:ea typeface="Arial" pitchFamily="34" charset="-122"/>
                <a:cs typeface="Arial" pitchFamily="34" charset="-120"/>
              </a:rPr>
              <a:t>Vendor spend and license right-sizing opportunity</a:t>
            </a:r>
            <a:endParaRPr lang="en-US" sz="1200" dirty="0"/>
          </a:p>
        </p:txBody>
      </p:sp>
      <p:pic>
        <p:nvPicPr>
          <p:cNvPr id="29" name="Image 5" descr="preencoded.png">
            <a:extLst>
              <a:ext uri="{FF2B5EF4-FFF2-40B4-BE49-F238E27FC236}">
                <a16:creationId xmlns:a16="http://schemas.microsoft.com/office/drawing/2014/main" id="{0B0735FD-19D1-D4CD-8E5E-58FC0C7D82B6}"/>
              </a:ext>
            </a:extLst>
          </p:cNvPr>
          <p:cNvPicPr>
            <a:picLocks noChangeAspect="1"/>
          </p:cNvPicPr>
          <p:nvPr/>
        </p:nvPicPr>
        <p:blipFill>
          <a:blip r:embed="rId11"/>
          <a:stretch>
            <a:fillRect/>
          </a:stretch>
        </p:blipFill>
        <p:spPr>
          <a:xfrm>
            <a:off x="8217408" y="4416552"/>
            <a:ext cx="3602736" cy="1892808"/>
          </a:xfrm>
          <a:prstGeom prst="rect">
            <a:avLst/>
          </a:prstGeom>
        </p:spPr>
      </p:pic>
      <p:sp>
        <p:nvSpPr>
          <p:cNvPr id="30" name="Shape 22">
            <a:extLst>
              <a:ext uri="{FF2B5EF4-FFF2-40B4-BE49-F238E27FC236}">
                <a16:creationId xmlns:a16="http://schemas.microsoft.com/office/drawing/2014/main" id="{370B2B98-F4F9-760B-5FD7-07E508D85A74}"/>
              </a:ext>
            </a:extLst>
          </p:cNvPr>
          <p:cNvSpPr/>
          <p:nvPr/>
        </p:nvSpPr>
        <p:spPr>
          <a:xfrm>
            <a:off x="8217408" y="4416552"/>
            <a:ext cx="3602736" cy="1892808"/>
          </a:xfrm>
          <a:prstGeom prst="rect">
            <a:avLst/>
          </a:prstGeom>
          <a:ln w="12700">
            <a:solidFill>
              <a:srgbClr val="D9DDE1"/>
            </a:solidFill>
            <a:prstDash val="solid"/>
          </a:ln>
        </p:spPr>
        <p:txBody>
          <a:bodyPr/>
          <a:lstStyle/>
          <a:p>
            <a:endParaRPr lang="en-US"/>
          </a:p>
        </p:txBody>
      </p:sp>
      <p:sp>
        <p:nvSpPr>
          <p:cNvPr id="32" name="Title 31">
            <a:extLst>
              <a:ext uri="{FF2B5EF4-FFF2-40B4-BE49-F238E27FC236}">
                <a16:creationId xmlns:a16="http://schemas.microsoft.com/office/drawing/2014/main" id="{D164E1A5-A939-B870-BDF5-62CD96A6E19F}"/>
              </a:ext>
            </a:extLst>
          </p:cNvPr>
          <p:cNvSpPr>
            <a:spLocks noGrp="1"/>
          </p:cNvSpPr>
          <p:nvPr>
            <p:ph type="title"/>
          </p:nvPr>
        </p:nvSpPr>
        <p:spPr>
          <a:xfrm>
            <a:off x="554736" y="245127"/>
            <a:ext cx="11082528" cy="357790"/>
          </a:xfrm>
        </p:spPr>
        <p:txBody>
          <a:bodyPr vert="horz">
            <a:spAutoFit/>
          </a:bodyPr>
          <a:lstStyle/>
          <a:p>
            <a:r>
              <a:rPr lang="en-US" dirty="0"/>
              <a:t>Illustrative outputs from these assets</a:t>
            </a:r>
          </a:p>
        </p:txBody>
      </p:sp>
      <p:pic>
        <p:nvPicPr>
          <p:cNvPr id="37" name="Picture 36" descr="swap_valuesizing.png"/>
          <p:cNvPicPr>
            <a:picLocks noChangeAspect="1"/>
          </p:cNvPicPr>
          <p:nvPr/>
        </p:nvPicPr>
        <p:blipFill>
          <a:blip r:embed="rId12"/>
          <a:stretch>
            <a:fillRect/>
          </a:stretch>
        </p:blipFill>
        <p:spPr>
          <a:xfrm>
            <a:off x="4386072" y="4416552"/>
            <a:ext cx="3602736" cy="1892808"/>
          </a:xfrm>
          <a:prstGeom prst="rect">
            <a:avLst/>
          </a:prstGeom>
        </p:spPr>
      </p:pic>
      <p:sp>
        <p:nvSpPr>
          <p:cNvPr id="38" name="Rectangle 37"/>
          <p:cNvSpPr/>
          <p:nvPr/>
        </p:nvSpPr>
        <p:spPr>
          <a:xfrm>
            <a:off x="9555480" y="54864"/>
            <a:ext cx="2523744" cy="1188720"/>
          </a:xfrm>
          <a:prstGeom prst="rect">
            <a:avLst/>
          </a:prstGeom>
          <a:solidFill>
            <a:srgbClr val="FFFF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95000"/>
              </a:lnSpc>
            </a:pPr>
            <a:r>
              <a:rPr sz="800" b="0">
                <a:solidFill>
                  <a:srgbClr val="000000"/>
                </a:solidFill>
                <a:latin typeface="Arial"/>
              </a:rPr>
              <a:t>Screenshot provenance verified: all six tiles come from the shared docs (Rapid IT diagnostic p14/17/19, AIQ p24, OMI p10, Core Tech IDP p9). No DVI or AA tool sample outputs exist in any doc we were given, so the duplicate AIQ tile became the lever value-sizing exhibit. Ask Jen for a DVI sample page and an AI value-at-stake sample to complete asset coverage.</a:t>
            </a:r>
          </a:p>
        </p:txBody>
      </p:sp>
    </p:spTree>
    <p:extLst>
      <p:ext uri="{BB962C8B-B14F-4D97-AF65-F5344CB8AC3E}">
        <p14:creationId xmlns:p14="http://schemas.microsoft.com/office/powerpoint/2010/main" val="314651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2" hidden="1">
            <a:extLst>
              <a:ext uri="{FF2B5EF4-FFF2-40B4-BE49-F238E27FC236}">
                <a16:creationId xmlns:a16="http://schemas.microsoft.com/office/drawing/2014/main" id="{3F7376BC-BBB0-C092-B3A2-E822C92DCCE6}"/>
              </a:ext>
            </a:extLst>
          </p:cNvPr>
          <p:cNvGraphicFramePr>
            <a:graphicFrameLocks noChangeAspect="1"/>
          </p:cNvGraphicFramePr>
          <p:nvPr>
            <p:custDataLst>
              <p:tags r:id="rId1"/>
            </p:custDataLst>
            <p:extLst>
              <p:ext uri="{D42A27DB-BD31-4B8C-83A1-F6EECF244321}">
                <p14:modId xmlns:p14="http://schemas.microsoft.com/office/powerpoint/2010/main" val="14718825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28" imgH="428" progId="TCLayout.ActiveDocument.1">
                  <p:embed/>
                </p:oleObj>
              </mc:Choice>
              <mc:Fallback>
                <p:oleObj name="think-cell Slide" r:id="rId7" imgW="428" imgH="428" progId="TCLayout.ActiveDocument.1">
                  <p:embed/>
                  <p:pic>
                    <p:nvPicPr>
                      <p:cNvPr id="15" name="Object 2" hidden="1">
                        <a:extLst>
                          <a:ext uri="{FF2B5EF4-FFF2-40B4-BE49-F238E27FC236}">
                            <a16:creationId xmlns:a16="http://schemas.microsoft.com/office/drawing/2014/main" id="{3F7376BC-BBB0-C092-B3A2-E822C92DCCE6}"/>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Text 0"/>
          <p:cNvSpPr/>
          <p:nvPr/>
        </p:nvSpPr>
        <p:spPr>
          <a:xfrm>
            <a:off x="548640" y="310896"/>
            <a:ext cx="10058400" cy="256032"/>
          </a:xfrm>
          <a:prstGeom prst="rect">
            <a:avLst/>
          </a:prstGeom>
          <a:noFill/>
          <a:ln/>
        </p:spPr>
        <p:txBody>
          <a:bodyPr wrap="square" rtlCol="0" anchor="ctr"/>
          <a:lstStyle/>
          <a:p>
            <a:pPr marL="0" indent="0">
              <a:buNone/>
            </a:pPr>
            <a:r>
              <a:rPr lang="en-US" sz="1100" b="1" kern="0" spc="100" dirty="0">
                <a:solidFill>
                  <a:srgbClr val="2251FF"/>
                </a:solidFill>
                <a:latin typeface="Arial" pitchFamily="34" charset="0"/>
                <a:ea typeface="Arial" pitchFamily="34" charset="-122"/>
                <a:cs typeface="Arial" pitchFamily="34" charset="-120"/>
              </a:rPr>
              <a:t>3 | OUTPUTS</a:t>
            </a:r>
            <a:endParaRPr lang="en-US" sz="1100" dirty="0"/>
          </a:p>
        </p:txBody>
      </p:sp>
      <p:sp>
        <p:nvSpPr>
          <p:cNvPr id="4" name="Text 2"/>
          <p:cNvSpPr/>
          <p:nvPr/>
        </p:nvSpPr>
        <p:spPr>
          <a:xfrm>
            <a:off x="11320272" y="6473952"/>
            <a:ext cx="640080" cy="237744"/>
          </a:xfrm>
          <a:prstGeom prst="rect">
            <a:avLst/>
          </a:prstGeom>
          <a:noFill/>
          <a:ln/>
        </p:spPr>
        <p:txBody>
          <a:bodyPr wrap="square" rtlCol="0" anchor="ctr"/>
          <a:lstStyle/>
          <a:p>
            <a:pPr marL="0" indent="0" algn="r">
              <a:buNone/>
            </a:pPr>
            <a:r>
              <a:rPr lang="en-US" sz="900" dirty="0">
                <a:solidFill>
                  <a:schemeClr val="bg1"/>
                </a:solidFill>
                <a:latin typeface="Arial" pitchFamily="34" charset="0"/>
                <a:ea typeface="Arial" pitchFamily="34" charset="-122"/>
                <a:cs typeface="Arial" pitchFamily="34" charset="-120"/>
              </a:rPr>
              <a:t>9</a:t>
            </a:r>
            <a:endParaRPr lang="en-US" sz="900" dirty="0">
              <a:solidFill>
                <a:schemeClr val="bg1"/>
              </a:solidFill>
            </a:endParaRPr>
          </a:p>
        </p:txBody>
      </p:sp>
      <p:graphicFrame>
        <p:nvGraphicFramePr>
          <p:cNvPr id="10" name="Table 0"/>
          <p:cNvGraphicFramePr>
            <a:graphicFrameLocks noGrp="1"/>
          </p:cNvGraphicFramePr>
          <p:nvPr/>
        </p:nvGraphicFramePr>
        <p:xfrm>
          <a:off x="548640" y="1298448"/>
          <a:ext cx="11091672" cy="3791712"/>
        </p:xfrm>
        <a:graphic>
          <a:graphicData uri="http://schemas.openxmlformats.org/drawingml/2006/table">
            <a:tbl>
              <a:tblPr/>
              <a:tblGrid>
                <a:gridCol w="2926080">
                  <a:extLst>
                    <a:ext uri="{9D8B030D-6E8A-4147-A177-3AD203B41FA5}">
                      <a16:colId xmlns:a16="http://schemas.microsoft.com/office/drawing/2014/main" val="20000"/>
                    </a:ext>
                  </a:extLst>
                </a:gridCol>
                <a:gridCol w="8165592">
                  <a:extLst>
                    <a:ext uri="{9D8B030D-6E8A-4147-A177-3AD203B41FA5}">
                      <a16:colId xmlns:a16="http://schemas.microsoft.com/office/drawing/2014/main" val="20001"/>
                    </a:ext>
                  </a:extLst>
                </a:gridCol>
              </a:tblGrid>
              <a:tr h="292608">
                <a:tc>
                  <a:txBody>
                    <a:bodyPr/>
                    <a:lstStyle/>
                    <a:p>
                      <a:pPr marL="0" indent="0">
                        <a:buNone/>
                      </a:pPr>
                      <a:r>
                        <a:rPr lang="en-US" sz="1000" b="1" dirty="0">
                          <a:solidFill>
                            <a:srgbClr val="FFFFFF"/>
                          </a:solidFill>
                          <a:latin typeface="Arial" pitchFamily="34" charset="0"/>
                          <a:ea typeface="Arial" pitchFamily="34" charset="-122"/>
                          <a:cs typeface="Arial" pitchFamily="34" charset="-120"/>
                        </a:rPr>
                        <a:t>Asset</a:t>
                      </a:r>
                      <a:endParaRPr lang="en-US" sz="1000" dirty="0">
                        <a:latin typeface="Arial" charset="0"/>
                        <a:ea typeface="Arial" charset="0"/>
                        <a:cs typeface="Arial" charset="0"/>
                      </a:endParaRPr>
                    </a:p>
                  </a:txBody>
                  <a:tcPr marL="82296" marR="82296" marT="82296" marB="82296"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051C2C"/>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What you will have in hand</a:t>
                      </a:r>
                      <a:endParaRPr lang="en-US" sz="1000" dirty="0">
                        <a:latin typeface="Arial" charset="0"/>
                        <a:ea typeface="Arial" charset="0"/>
                        <a:cs typeface="Arial" charset="0"/>
                      </a:endParaRPr>
                    </a:p>
                  </a:txBody>
                  <a:tcPr marL="82296" marR="82296" marT="82296" marB="82296"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solidFill>
                      <a:srgbClr val="051C2C"/>
                    </a:solidFill>
                  </a:tcPr>
                </a:tc>
                <a:extLst>
                  <a:ext uri="{0D108BD9-81ED-4DB2-BD59-A6C34878D82A}">
                    <a16:rowId xmlns:a16="http://schemas.microsoft.com/office/drawing/2014/main" val="10000"/>
                  </a:ext>
                </a:extLst>
              </a:tr>
              <a:tr h="713232">
                <a:tc>
                  <a:txBody>
                    <a:bodyPr/>
                    <a:lstStyle/>
                    <a:p>
                      <a:pPr marL="0" indent="0">
                        <a:buNone/>
                      </a:pPr>
                      <a:r>
                        <a:rPr lang="en-US" sz="1000" b="1" dirty="0">
                          <a:solidFill>
                            <a:srgbClr val="051C2C"/>
                          </a:solidFill>
                          <a:latin typeface="Arial" pitchFamily="34" charset="0"/>
                          <a:ea typeface="Arial" pitchFamily="34" charset="-122"/>
                          <a:cs typeface="Arial" pitchFamily="34" charset="-120"/>
                        </a:rPr>
                        <a:t>1  Tech Performance Assessment</a:t>
                      </a:r>
                      <a:endParaRPr lang="en-US" sz="1000" dirty="0">
                        <a:latin typeface="Arial" charset="0"/>
                        <a:ea typeface="Arial" charset="0"/>
                        <a:cs typeface="Arial" charset="0"/>
                      </a:endParaRPr>
                    </a:p>
                  </a:txBody>
                  <a:tcPr marL="82296" marR="82296" marT="82296" marB="82296"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000" dirty="0">
                          <a:solidFill>
                            <a:srgbClr val="1A1A1A"/>
                          </a:solidFill>
                          <a:latin typeface="Arial" pitchFamily="34" charset="0"/>
                          <a:ea typeface="Arial" pitchFamily="34" charset="-122"/>
                          <a:cs typeface="Arial" pitchFamily="34" charset="-120"/>
                        </a:rPr>
                        <a:t>Spend baseline by tower and category with a peer band showing where you sit high or low  |  Unit cost and productivity KPIs drawn from the 200+ KPI set  |  Addressable spend and sized opportunity for each lever</a:t>
                      </a:r>
                      <a:endParaRPr lang="en-US" sz="1000" dirty="0">
                        <a:latin typeface="Arial" charset="0"/>
                        <a:ea typeface="Arial" charset="0"/>
                        <a:cs typeface="Arial" charset="0"/>
                      </a:endParaRPr>
                    </a:p>
                  </a:txBody>
                  <a:tcPr marL="82296" marR="82296" marT="82296" marB="82296"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extLst>
                  <a:ext uri="{0D108BD9-81ED-4DB2-BD59-A6C34878D82A}">
                    <a16:rowId xmlns:a16="http://schemas.microsoft.com/office/drawing/2014/main" val="10001"/>
                  </a:ext>
                </a:extLst>
              </a:tr>
              <a:tr h="585216">
                <a:tc>
                  <a:txBody>
                    <a:bodyPr/>
                    <a:lstStyle/>
                    <a:p>
                      <a:pPr marL="0" indent="0">
                        <a:buNone/>
                      </a:pPr>
                      <a:r>
                        <a:rPr lang="en-US" sz="1000" b="1" dirty="0">
                          <a:solidFill>
                            <a:srgbClr val="051C2C"/>
                          </a:solidFill>
                          <a:latin typeface="Arial" pitchFamily="34" charset="0"/>
                          <a:ea typeface="Arial" pitchFamily="34" charset="-122"/>
                          <a:cs typeface="Arial" pitchFamily="34" charset="-120"/>
                        </a:rPr>
                        <a:t>2  Tech and AI Quotient (AIQ)</a:t>
                      </a:r>
                      <a:endParaRPr lang="en-US" sz="1000" dirty="0">
                        <a:latin typeface="Arial" charset="0"/>
                        <a:ea typeface="Arial" charset="0"/>
                        <a:cs typeface="Arial" charset="0"/>
                      </a:endParaRPr>
                    </a:p>
                  </a:txBody>
                  <a:tcPr marL="82296" marR="82296" marT="82296" marB="82296"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000" dirty="0">
                          <a:solidFill>
                            <a:srgbClr val="1A1A1A"/>
                          </a:solidFill>
                          <a:latin typeface="Arial" pitchFamily="34" charset="0"/>
                          <a:ea typeface="Arial" pitchFamily="34" charset="-122"/>
                          <a:cs typeface="Arial" pitchFamily="34" charset="-120"/>
                        </a:rPr>
                        <a:t>Maturity score on each of the six dimensions against sector peers and cross-sector leaders  |  The specific gaps holding back value capture, with actions to close them</a:t>
                      </a:r>
                      <a:endParaRPr lang="en-US" sz="1000" dirty="0">
                        <a:latin typeface="Arial" charset="0"/>
                        <a:ea typeface="Arial" charset="0"/>
                        <a:cs typeface="Arial" charset="0"/>
                      </a:endParaRPr>
                    </a:p>
                  </a:txBody>
                  <a:tcPr marL="82296" marR="82296" marT="82296" marB="82296"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extLst>
                  <a:ext uri="{0D108BD9-81ED-4DB2-BD59-A6C34878D82A}">
                    <a16:rowId xmlns:a16="http://schemas.microsoft.com/office/drawing/2014/main" val="10002"/>
                  </a:ext>
                </a:extLst>
              </a:tr>
              <a:tr h="713232">
                <a:tc>
                  <a:txBody>
                    <a:bodyPr/>
                    <a:lstStyle/>
                    <a:p>
                      <a:pPr marL="0" indent="0">
                        <a:buNone/>
                      </a:pPr>
                      <a:r>
                        <a:rPr lang="en-US" sz="1000" b="1" dirty="0">
                          <a:solidFill>
                            <a:srgbClr val="051C2C"/>
                          </a:solidFill>
                          <a:latin typeface="Arial" pitchFamily="34" charset="0"/>
                          <a:ea typeface="Arial" pitchFamily="34" charset="-122"/>
                          <a:cs typeface="Arial" pitchFamily="34" charset="-120"/>
                        </a:rPr>
                        <a:t>3  Developer Velocity Index</a:t>
                      </a:r>
                      <a:endParaRPr lang="en-US" sz="1000" dirty="0">
                        <a:latin typeface="Arial" charset="0"/>
                        <a:ea typeface="Arial" charset="0"/>
                        <a:cs typeface="Arial" charset="0"/>
                      </a:endParaRPr>
                    </a:p>
                  </a:txBody>
                  <a:tcPr marL="82296" marR="82296" marT="82296" marB="82296"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000" dirty="0">
                          <a:solidFill>
                            <a:srgbClr val="1A1A1A"/>
                          </a:solidFill>
                          <a:latin typeface="Arial" pitchFamily="34" charset="0"/>
                          <a:ea typeface="Arial" pitchFamily="34" charset="-122"/>
                          <a:cs typeface="Arial" pitchFamily="34" charset="-120"/>
                        </a:rPr>
                        <a:t>Developer time split between inner loop and outer loop against benchmark  |  Practice maturity by business unit  |  Capacity that can be freed, expressed in FTE and in dollars</a:t>
                      </a:r>
                      <a:endParaRPr lang="en-US" sz="1000" dirty="0">
                        <a:latin typeface="Arial" charset="0"/>
                        <a:ea typeface="Arial" charset="0"/>
                        <a:cs typeface="Arial" charset="0"/>
                      </a:endParaRPr>
                    </a:p>
                  </a:txBody>
                  <a:tcPr marL="82296" marR="82296" marT="82296" marB="82296"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extLst>
                  <a:ext uri="{0D108BD9-81ED-4DB2-BD59-A6C34878D82A}">
                    <a16:rowId xmlns:a16="http://schemas.microsoft.com/office/drawing/2014/main" val="10003"/>
                  </a:ext>
                </a:extLst>
              </a:tr>
              <a:tr h="749808">
                <a:tc>
                  <a:txBody>
                    <a:bodyPr/>
                    <a:lstStyle/>
                    <a:p>
                      <a:pPr marL="0" indent="0">
                        <a:buNone/>
                      </a:pPr>
                      <a:r>
                        <a:rPr lang="en-US" sz="1000" b="1" dirty="0">
                          <a:solidFill>
                            <a:srgbClr val="051C2C"/>
                          </a:solidFill>
                          <a:latin typeface="Arial" pitchFamily="34" charset="0"/>
                          <a:ea typeface="Arial" pitchFamily="34" charset="-122"/>
                          <a:cs typeface="Arial" pitchFamily="34" charset="-120"/>
                        </a:rPr>
                        <a:t>4  Operating Model Index (OMI)</a:t>
                      </a:r>
                      <a:endParaRPr lang="en-US" sz="1000" dirty="0">
                        <a:latin typeface="Arial" charset="0"/>
                        <a:ea typeface="Arial" charset="0"/>
                        <a:cs typeface="Arial" charset="0"/>
                      </a:endParaRPr>
                    </a:p>
                  </a:txBody>
                  <a:tcPr marL="82296" marR="82296" marT="82296" marB="82296"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lang="en-US" sz="1000" dirty="0">
                          <a:solidFill>
                            <a:srgbClr val="1A1A1A"/>
                          </a:solidFill>
                          <a:latin typeface="Arial" pitchFamily="34" charset="0"/>
                          <a:ea typeface="Arial" pitchFamily="34" charset="-122"/>
                          <a:cs typeface="Arial" pitchFamily="34" charset="-120"/>
                        </a:rPr>
                        <a:t>Scores across five areas and 17 dimensions against 400+ companies  |  Role and time study showing the ratio of orchestrators to doers  |  A map of who actually owns each stage of the product lifecycle</a:t>
                      </a:r>
                      <a:endParaRPr lang="en-US" sz="1000" dirty="0">
                        <a:latin typeface="Arial" charset="0"/>
                        <a:ea typeface="Arial" charset="0"/>
                        <a:cs typeface="Arial" charset="0"/>
                      </a:endParaRPr>
                    </a:p>
                  </a:txBody>
                  <a:tcPr marL="82296" marR="82296" marT="82296" marB="82296"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extLst>
                  <a:ext uri="{0D108BD9-81ED-4DB2-BD59-A6C34878D82A}">
                    <a16:rowId xmlns:a16="http://schemas.microsoft.com/office/drawing/2014/main" val="10004"/>
                  </a:ext>
                </a:extLst>
              </a:tr>
              <a:tr h="713232">
                <a:tc>
                  <a:txBody>
                    <a:bodyPr/>
                    <a:lstStyle/>
                    <a:p>
                      <a:pPr marL="0" indent="0">
                        <a:buNone/>
                      </a:pPr>
                      <a:r>
                        <a:rPr sz="1100" b="1"/>
                        <a:t>5  AA tool and AI process workflow tool</a:t>
                      </a:r>
                      <a:endParaRPr lang="en-US" sz="1000" dirty="0">
                        <a:latin typeface="Arial" charset="0"/>
                        <a:ea typeface="Arial" charset="0"/>
                        <a:cs typeface="Arial" charset="0"/>
                      </a:endParaRPr>
                    </a:p>
                  </a:txBody>
                  <a:tcPr marL="82296" marR="82296" marT="82296" marB="82296"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tc>
                  <a:txBody>
                    <a:bodyPr/>
                    <a:lstStyle/>
                    <a:p>
                      <a:pPr marL="0" indent="0">
                        <a:buNone/>
                      </a:pPr>
                      <a:r>
                        <a:rPr sz="1100"/>
                        <a:t>AI value at stake by domain from the AA tool  |  Re-imagined future-state workflows for the priority domains from the AI process workflow tool  |  A value and feasibility heatmap to choose the domains to reimagine first</a:t>
                      </a:r>
                      <a:endParaRPr lang="en-US" sz="1000" dirty="0">
                        <a:latin typeface="Arial" charset="0"/>
                        <a:ea typeface="Arial" charset="0"/>
                        <a:cs typeface="Arial" charset="0"/>
                      </a:endParaRPr>
                    </a:p>
                  </a:txBody>
                  <a:tcPr marL="82296" marR="82296" marT="82296" marB="82296" anchor="ctr">
                    <a:lnL w="9525" cap="flat" cmpd="sng" algn="ctr">
                      <a:solidFill>
                        <a:srgbClr val="D9DDE1"/>
                      </a:solidFill>
                      <a:prstDash val="solid"/>
                      <a:round/>
                      <a:headEnd type="none" w="med" len="med"/>
                      <a:tailEnd type="none" w="med" len="med"/>
                    </a:lnL>
                    <a:lnR w="9525" cap="flat" cmpd="sng" algn="ctr">
                      <a:solidFill>
                        <a:srgbClr val="D9DDE1"/>
                      </a:solidFill>
                      <a:prstDash val="solid"/>
                      <a:round/>
                      <a:headEnd type="none" w="med" len="med"/>
                      <a:tailEnd type="none" w="med" len="med"/>
                    </a:lnR>
                    <a:lnT w="9525" cap="flat" cmpd="sng" algn="ctr">
                      <a:solidFill>
                        <a:srgbClr val="D9DDE1"/>
                      </a:solidFill>
                      <a:prstDash val="solid"/>
                      <a:round/>
                      <a:headEnd type="none" w="med" len="med"/>
                      <a:tailEnd type="none" w="med" len="med"/>
                    </a:lnT>
                    <a:lnB w="9525" cap="flat" cmpd="sng" algn="ctr">
                      <a:solidFill>
                        <a:srgbClr val="D9DD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3"/>
          <p:cNvSpPr/>
          <p:nvPr/>
        </p:nvSpPr>
        <p:spPr>
          <a:xfrm>
            <a:off x="548640" y="5541264"/>
            <a:ext cx="11091672" cy="859536"/>
          </a:xfrm>
          <a:prstGeom prst="rect">
            <a:avLst/>
          </a:prstGeom>
          <a:solidFill>
            <a:schemeClr val="accent3"/>
          </a:solidFill>
          <a:ln/>
        </p:spPr>
        <p:txBody>
          <a:bodyPr/>
          <a:lstStyle/>
          <a:p>
            <a:endParaRPr lang="en-US"/>
          </a:p>
        </p:txBody>
      </p:sp>
      <p:sp>
        <p:nvSpPr>
          <p:cNvPr id="7" name="Text 4"/>
          <p:cNvSpPr/>
          <p:nvPr/>
        </p:nvSpPr>
        <p:spPr>
          <a:xfrm>
            <a:off x="822960" y="5596128"/>
            <a:ext cx="4937760" cy="36576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Brought together, the CIO gets three things</a:t>
            </a:r>
            <a:endParaRPr lang="en-US" sz="1300" dirty="0"/>
          </a:p>
        </p:txBody>
      </p:sp>
      <p:sp>
        <p:nvSpPr>
          <p:cNvPr id="8" name="Text 5"/>
          <p:cNvSpPr/>
          <p:nvPr/>
        </p:nvSpPr>
        <p:spPr>
          <a:xfrm>
            <a:off x="822960" y="5980176"/>
            <a:ext cx="3566160" cy="310896"/>
          </a:xfrm>
          <a:prstGeom prst="rect">
            <a:avLst/>
          </a:prstGeom>
          <a:noFill/>
          <a:ln/>
        </p:spPr>
        <p:txBody>
          <a:bodyPr wrap="square" rtlCol="0" anchor="ctr"/>
          <a:lstStyle/>
          <a:p>
            <a:pPr marL="0" indent="0">
              <a:buNone/>
            </a:pPr>
            <a:r>
              <a:rPr lang="en-US" sz="1050" dirty="0">
                <a:solidFill>
                  <a:schemeClr val="bg1"/>
                </a:solidFill>
                <a:latin typeface="Arial" pitchFamily="34" charset="0"/>
                <a:ea typeface="Arial" pitchFamily="34" charset="-122"/>
                <a:cs typeface="Arial" pitchFamily="34" charset="-120"/>
              </a:rPr>
              <a:t>•  A peer-benchmarked cost baseline</a:t>
            </a:r>
            <a:endParaRPr lang="en-US" sz="1050" dirty="0">
              <a:solidFill>
                <a:schemeClr val="bg1"/>
              </a:solidFill>
            </a:endParaRPr>
          </a:p>
        </p:txBody>
      </p:sp>
      <p:sp>
        <p:nvSpPr>
          <p:cNvPr id="9" name="Text 6"/>
          <p:cNvSpPr/>
          <p:nvPr/>
        </p:nvSpPr>
        <p:spPr>
          <a:xfrm>
            <a:off x="4480560" y="5980176"/>
            <a:ext cx="3566160" cy="310896"/>
          </a:xfrm>
          <a:prstGeom prst="rect">
            <a:avLst/>
          </a:prstGeom>
          <a:noFill/>
          <a:ln/>
        </p:spPr>
        <p:txBody>
          <a:bodyPr wrap="square" rtlCol="0" anchor="ctr"/>
          <a:lstStyle/>
          <a:p>
            <a:pPr marL="0" indent="0">
              <a:buNone/>
            </a:pPr>
            <a:r>
              <a:rPr lang="en-US" sz="1050" dirty="0">
                <a:solidFill>
                  <a:schemeClr val="bg1"/>
                </a:solidFill>
                <a:latin typeface="Arial" pitchFamily="34" charset="0"/>
                <a:ea typeface="Arial" pitchFamily="34" charset="-122"/>
                <a:cs typeface="Arial" pitchFamily="34" charset="-120"/>
              </a:rPr>
              <a:t>•  Quantified business cases by lever, with owners</a:t>
            </a:r>
            <a:endParaRPr lang="en-US" sz="1050" dirty="0">
              <a:solidFill>
                <a:schemeClr val="bg1"/>
              </a:solidFill>
            </a:endParaRPr>
          </a:p>
        </p:txBody>
      </p:sp>
      <p:sp>
        <p:nvSpPr>
          <p:cNvPr id="5" name="Text 7"/>
          <p:cNvSpPr/>
          <p:nvPr/>
        </p:nvSpPr>
        <p:spPr>
          <a:xfrm>
            <a:off x="8138160" y="5980176"/>
            <a:ext cx="3566160" cy="310896"/>
          </a:xfrm>
          <a:prstGeom prst="rect">
            <a:avLst/>
          </a:prstGeom>
          <a:noFill/>
          <a:ln/>
        </p:spPr>
        <p:txBody>
          <a:bodyPr wrap="square" rtlCol="0" anchor="ctr"/>
          <a:lstStyle/>
          <a:p>
            <a:pPr marL="0" indent="0">
              <a:buNone/>
            </a:pPr>
            <a:r>
              <a:rPr lang="en-US" sz="1050" dirty="0">
                <a:solidFill>
                  <a:schemeClr val="bg1"/>
                </a:solidFill>
                <a:latin typeface="Arial" pitchFamily="34" charset="0"/>
                <a:ea typeface="Arial" pitchFamily="34" charset="-122"/>
                <a:cs typeface="Arial" pitchFamily="34" charset="-120"/>
              </a:rPr>
              <a:t>•  A sequenced roadmap with Wave 1</a:t>
            </a:r>
            <a:endParaRPr lang="en-US" sz="1050" dirty="0">
              <a:solidFill>
                <a:schemeClr val="bg1"/>
              </a:solidFill>
            </a:endParaRPr>
          </a:p>
        </p:txBody>
      </p:sp>
      <p:sp>
        <p:nvSpPr>
          <p:cNvPr id="11" name="2. Slide Title">
            <a:extLst>
              <a:ext uri="{FF2B5EF4-FFF2-40B4-BE49-F238E27FC236}">
                <a16:creationId xmlns:a16="http://schemas.microsoft.com/office/drawing/2014/main" id="{C302A93B-DC50-50F4-205E-E9C37A31FD97}"/>
              </a:ext>
            </a:extLst>
          </p:cNvPr>
          <p:cNvSpPr>
            <a:spLocks noGrp="1"/>
          </p:cNvSpPr>
          <p:nvPr>
            <p:ph type="title"/>
            <p:custDataLst>
              <p:tags r:id="rId2"/>
            </p:custDataLst>
          </p:nvPr>
        </p:nvSpPr>
        <p:spPr/>
        <p:txBody>
          <a:bodyPr vert="horz"/>
          <a:lstStyle/>
          <a:p>
            <a:r>
              <a:rPr lang="en-US" dirty="0"/>
              <a:t>The outputs each asset produces</a:t>
            </a:r>
          </a:p>
        </p:txBody>
      </p:sp>
      <p:sp>
        <p:nvSpPr>
          <p:cNvPr id="13" name="1. On-page tracker">
            <a:extLst>
              <a:ext uri="{FF2B5EF4-FFF2-40B4-BE49-F238E27FC236}">
                <a16:creationId xmlns:a16="http://schemas.microsoft.com/office/drawing/2014/main" id="{E3E5D4A6-DF66-9976-A737-0FA03A730CD6}"/>
              </a:ext>
            </a:extLst>
          </p:cNvPr>
          <p:cNvSpPr>
            <a:spLocks noGrp="1"/>
          </p:cNvSpPr>
          <p:nvPr>
            <p:ph type="body" sz="quarter" idx="17"/>
            <p:custDataLst>
              <p:tags r:id="rId3"/>
            </p:custDataLst>
          </p:nvPr>
        </p:nvSpPr>
        <p:spPr/>
        <p:txBody>
          <a:bodyPr/>
          <a:lstStyle/>
          <a:p>
            <a:endParaRPr lang="en-US"/>
          </a:p>
        </p:txBody>
      </p:sp>
      <p:sp>
        <p:nvSpPr>
          <p:cNvPr id="12" name="Sticky">
            <a:extLst>
              <a:ext uri="{FF2B5EF4-FFF2-40B4-BE49-F238E27FC236}">
                <a16:creationId xmlns:a16="http://schemas.microsoft.com/office/drawing/2014/main" id="{F7293CF5-14BD-4E5F-46BE-5D619FCC28B8}"/>
              </a:ext>
            </a:extLst>
          </p:cNvPr>
          <p:cNvSpPr/>
          <p:nvPr>
            <p:custDataLst>
              <p:tags r:id="rId4"/>
            </p:custDataLst>
          </p:nvPr>
        </p:nvSpPr>
        <p:spPr>
          <a:xfrm>
            <a:off x="10284651" y="38636"/>
            <a:ext cx="1905000" cy="565831"/>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spcBef>
                <a:spcPts val="300"/>
              </a:spcBef>
              <a:spcAft>
                <a:spcPts val="300"/>
              </a:spcAft>
            </a:pPr>
            <a:r>
              <a:rPr lang="en-US" sz="1100" dirty="0">
                <a:solidFill>
                  <a:srgbClr val="000000"/>
                </a:solidFill>
              </a:rPr>
              <a:t>Incorporate desc in screenshots on </a:t>
            </a:r>
            <a:r>
              <a:rPr lang="en-US" sz="1100" dirty="0" err="1">
                <a:solidFill>
                  <a:srgbClr val="000000"/>
                </a:solidFill>
              </a:rPr>
              <a:t>prev</a:t>
            </a:r>
            <a:r>
              <a:rPr lang="en-US" sz="1100" dirty="0">
                <a:solidFill>
                  <a:srgbClr val="000000"/>
                </a:solidFill>
              </a:rPr>
              <a:t> page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C9C5BD1-8BB2-14D1-C7E9-162625477347}"/>
              </a:ext>
            </a:extLst>
          </p:cNvPr>
          <p:cNvGraphicFramePr>
            <a:graphicFrameLocks noChangeAspect="1"/>
          </p:cNvGraphicFramePr>
          <p:nvPr>
            <p:custDataLst>
              <p:tags r:id="rId1"/>
            </p:custDataLst>
            <p:extLst>
              <p:ext uri="{D42A27DB-BD31-4B8C-83A1-F6EECF244321}">
                <p14:modId xmlns:p14="http://schemas.microsoft.com/office/powerpoint/2010/main" val="2801805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8" imgH="428" progId="TCLayout.ActiveDocument.1">
                  <p:embed/>
                </p:oleObj>
              </mc:Choice>
              <mc:Fallback>
                <p:oleObj name="think-cell Slide" r:id="rId5" imgW="428" imgH="428" progId="TCLayout.ActiveDocument.1">
                  <p:embed/>
                  <p:pic>
                    <p:nvPicPr>
                      <p:cNvPr id="5" name="think-cell data - do not delete" hidden="1">
                        <a:extLst>
                          <a:ext uri="{FF2B5EF4-FFF2-40B4-BE49-F238E27FC236}">
                            <a16:creationId xmlns:a16="http://schemas.microsoft.com/office/drawing/2014/main" id="{AC9C5BD1-8BB2-14D1-C7E9-16262547734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E4CA4732-F871-A11C-4125-2E3B32DA9FA0}"/>
              </a:ext>
            </a:extLst>
          </p:cNvPr>
          <p:cNvSpPr>
            <a:spLocks noGrp="1"/>
          </p:cNvSpPr>
          <p:nvPr>
            <p:ph type="title"/>
            <p:custDataLst>
              <p:tags r:id="rId2"/>
            </p:custDataLst>
          </p:nvPr>
        </p:nvSpPr>
        <p:spPr/>
        <p:txBody>
          <a:bodyPr vert="horz"/>
          <a:lstStyle/>
          <a:p>
            <a:r>
              <a:rPr lang="en-US" dirty="0"/>
              <a:t>Appendix</a:t>
            </a:r>
          </a:p>
        </p:txBody>
      </p:sp>
      <p:sp>
        <p:nvSpPr>
          <p:cNvPr id="3" name="1. On-page tracker">
            <a:extLst>
              <a:ext uri="{FF2B5EF4-FFF2-40B4-BE49-F238E27FC236}">
                <a16:creationId xmlns:a16="http://schemas.microsoft.com/office/drawing/2014/main" id="{0888E42A-436D-D58B-0606-47E7E4B06276}"/>
              </a:ext>
            </a:extLst>
          </p:cNvPr>
          <p:cNvSpPr>
            <a:spLocks noGrp="1"/>
          </p:cNvSpPr>
          <p:nvPr>
            <p:ph type="body" sz="quarter" idx="17"/>
            <p:custDataLst>
              <p:tags r:id="rId3"/>
            </p:custDataLst>
          </p:nvPr>
        </p:nvSpPr>
        <p:spPr/>
        <p:txBody>
          <a:bodyPr/>
          <a:lstStyle/>
          <a:p>
            <a:endParaRPr lang="en-US"/>
          </a:p>
        </p:txBody>
      </p:sp>
    </p:spTree>
    <p:extLst>
      <p:ext uri="{BB962C8B-B14F-4D97-AF65-F5344CB8AC3E}">
        <p14:creationId xmlns:p14="http://schemas.microsoft.com/office/powerpoint/2010/main" val="9379008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2" name="Object 2" hidden="1">
            <a:extLst>
              <a:ext uri="{FF2B5EF4-FFF2-40B4-BE49-F238E27FC236}">
                <a16:creationId xmlns:a16="http://schemas.microsoft.com/office/drawing/2014/main" id="{5665F36D-B23D-39E7-4F71-568CDF4B248E}"/>
              </a:ext>
            </a:extLst>
          </p:cNvPr>
          <p:cNvGraphicFramePr>
            <a:graphicFrameLocks noChangeAspect="1"/>
          </p:cNvGraphicFramePr>
          <p:nvPr>
            <p:custDataLst>
              <p:tags r:id="rId1"/>
            </p:custDataLst>
            <p:extLst>
              <p:ext uri="{D42A27DB-BD31-4B8C-83A1-F6EECF244321}">
                <p14:modId xmlns:p14="http://schemas.microsoft.com/office/powerpoint/2010/main" val="13571864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428" imgH="428" progId="TCLayout.ActiveDocument.1">
                  <p:embed/>
                </p:oleObj>
              </mc:Choice>
              <mc:Fallback>
                <p:oleObj name="think-cell Slide" r:id="rId6" imgW="428" imgH="428" progId="TCLayout.ActiveDocument.1">
                  <p:embed/>
                  <p:pic>
                    <p:nvPicPr>
                      <p:cNvPr id="52" name="Object 2" hidden="1">
                        <a:extLst>
                          <a:ext uri="{FF2B5EF4-FFF2-40B4-BE49-F238E27FC236}">
                            <a16:creationId xmlns:a16="http://schemas.microsoft.com/office/drawing/2014/main" id="{5665F36D-B23D-39E7-4F71-568CDF4B248E}"/>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Shape 3"/>
          <p:cNvSpPr/>
          <p:nvPr/>
        </p:nvSpPr>
        <p:spPr>
          <a:xfrm>
            <a:off x="548640" y="1371600"/>
            <a:ext cx="2724912" cy="310896"/>
          </a:xfrm>
          <a:prstGeom prst="rect">
            <a:avLst/>
          </a:prstGeom>
          <a:solidFill>
            <a:srgbClr val="2251FF"/>
          </a:solidFill>
          <a:ln/>
        </p:spPr>
        <p:txBody>
          <a:bodyPr/>
          <a:lstStyle/>
          <a:p>
            <a:endParaRPr lang="en-US"/>
          </a:p>
        </p:txBody>
      </p:sp>
      <p:sp>
        <p:nvSpPr>
          <p:cNvPr id="6" name="Text 4"/>
          <p:cNvSpPr/>
          <p:nvPr/>
        </p:nvSpPr>
        <p:spPr>
          <a:xfrm>
            <a:off x="548640" y="1371600"/>
            <a:ext cx="2724912" cy="310896"/>
          </a:xfrm>
          <a:prstGeom prst="rect">
            <a:avLst/>
          </a:prstGeom>
          <a:noFill/>
          <a:ln/>
        </p:spPr>
        <p:txBody>
          <a:bodyPr wrap="square"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Week 0</a:t>
            </a:r>
            <a:endParaRPr lang="en-US" sz="1050" dirty="0"/>
          </a:p>
        </p:txBody>
      </p:sp>
      <p:sp>
        <p:nvSpPr>
          <p:cNvPr id="7" name="Shape 5"/>
          <p:cNvSpPr/>
          <p:nvPr/>
        </p:nvSpPr>
        <p:spPr>
          <a:xfrm>
            <a:off x="548640" y="1682496"/>
            <a:ext cx="2724912" cy="530352"/>
          </a:xfrm>
          <a:prstGeom prst="rect">
            <a:avLst/>
          </a:prstGeom>
          <a:solidFill>
            <a:srgbClr val="051C2C"/>
          </a:solidFill>
          <a:ln/>
        </p:spPr>
        <p:txBody>
          <a:bodyPr/>
          <a:lstStyle/>
          <a:p>
            <a:endParaRPr lang="en-US"/>
          </a:p>
        </p:txBody>
      </p:sp>
      <p:sp>
        <p:nvSpPr>
          <p:cNvPr id="8" name="Text 6"/>
          <p:cNvSpPr/>
          <p:nvPr/>
        </p:nvSpPr>
        <p:spPr>
          <a:xfrm>
            <a:off x="676656" y="1682496"/>
            <a:ext cx="2468880" cy="530352"/>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Prepare</a:t>
            </a:r>
            <a:endParaRPr lang="en-US" sz="1400" dirty="0"/>
          </a:p>
        </p:txBody>
      </p:sp>
      <p:sp>
        <p:nvSpPr>
          <p:cNvPr id="9" name="Shape 7"/>
          <p:cNvSpPr/>
          <p:nvPr/>
        </p:nvSpPr>
        <p:spPr>
          <a:xfrm>
            <a:off x="548640" y="2212848"/>
            <a:ext cx="2724912" cy="1335024"/>
          </a:xfrm>
          <a:prstGeom prst="rect">
            <a:avLst/>
          </a:prstGeom>
          <a:solidFill>
            <a:srgbClr val="F2F6FC"/>
          </a:solidFill>
          <a:ln w="9525">
            <a:solidFill>
              <a:srgbClr val="D9DDE1"/>
            </a:solidFill>
            <a:prstDash val="solid"/>
          </a:ln>
        </p:spPr>
        <p:txBody>
          <a:bodyPr/>
          <a:lstStyle/>
          <a:p>
            <a:endParaRPr lang="en-US"/>
          </a:p>
        </p:txBody>
      </p:sp>
      <p:sp>
        <p:nvSpPr>
          <p:cNvPr id="10" name="Text 8"/>
          <p:cNvSpPr/>
          <p:nvPr/>
        </p:nvSpPr>
        <p:spPr>
          <a:xfrm>
            <a:off x="676656" y="2304288"/>
            <a:ext cx="2487168" cy="1188720"/>
          </a:xfrm>
          <a:prstGeom prst="rect">
            <a:avLst/>
          </a:prstGeom>
          <a:noFill/>
          <a:ln/>
        </p:spPr>
        <p:txBody>
          <a:bodyPr wrap="square" lIns="0" tIns="0" rIns="0" bIns="0" rtlCol="0" anchor="t"/>
          <a:lstStyle/>
          <a:p>
            <a:pPr marL="139700" indent="-1397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Launch the consolidated data request</a:t>
            </a:r>
            <a:endParaRPr lang="en-US" sz="1000" dirty="0"/>
          </a:p>
          <a:p>
            <a:pPr marL="139700" indent="-1397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Confirm survey respondents</a:t>
            </a:r>
            <a:endParaRPr lang="en-US" sz="1000" dirty="0"/>
          </a:p>
          <a:p>
            <a:pPr marL="139700" indent="-1397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Set stakeholders and cadence</a:t>
            </a:r>
            <a:endParaRPr lang="en-US" sz="1000" dirty="0"/>
          </a:p>
          <a:p>
            <a:pPr marL="139700" indent="-1397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Agree the opportunity hypotheses</a:t>
            </a:r>
            <a:endParaRPr lang="en-US" sz="1000" dirty="0"/>
          </a:p>
        </p:txBody>
      </p:sp>
      <p:sp>
        <p:nvSpPr>
          <p:cNvPr id="11" name="Shape 9"/>
          <p:cNvSpPr/>
          <p:nvPr/>
        </p:nvSpPr>
        <p:spPr>
          <a:xfrm>
            <a:off x="548640" y="3621024"/>
            <a:ext cx="2724912" cy="658368"/>
          </a:xfrm>
          <a:prstGeom prst="rect">
            <a:avLst/>
          </a:prstGeom>
          <a:solidFill>
            <a:srgbClr val="FFFFFF"/>
          </a:solidFill>
          <a:ln w="12700">
            <a:solidFill>
              <a:srgbClr val="2251FF"/>
            </a:solidFill>
            <a:prstDash val="solid"/>
          </a:ln>
        </p:spPr>
        <p:txBody>
          <a:bodyPr/>
          <a:lstStyle/>
          <a:p>
            <a:endParaRPr lang="en-US"/>
          </a:p>
        </p:txBody>
      </p:sp>
      <p:sp>
        <p:nvSpPr>
          <p:cNvPr id="12" name="Text 10"/>
          <p:cNvSpPr/>
          <p:nvPr/>
        </p:nvSpPr>
        <p:spPr>
          <a:xfrm>
            <a:off x="676656" y="3621024"/>
            <a:ext cx="2468880" cy="658368"/>
          </a:xfrm>
          <a:prstGeom prst="rect">
            <a:avLst/>
          </a:prstGeom>
          <a:noFill/>
          <a:ln/>
        </p:spPr>
        <p:txBody>
          <a:bodyPr wrap="square" lIns="0" tIns="0" rIns="0" bIns="0" rtlCol="0" anchor="ctr"/>
          <a:lstStyle/>
          <a:p>
            <a:pPr marL="0" indent="0">
              <a:buNone/>
            </a:pPr>
            <a:r>
              <a:rPr lang="en-US" sz="850" b="1" dirty="0">
                <a:solidFill>
                  <a:srgbClr val="2251FF"/>
                </a:solidFill>
                <a:latin typeface="Arial" pitchFamily="34" charset="0"/>
                <a:ea typeface="Arial" pitchFamily="34" charset="-122"/>
                <a:cs typeface="Arial" pitchFamily="34" charset="-120"/>
              </a:rPr>
              <a:t>What we need from you
</a:t>
            </a:r>
            <a:r>
              <a:rPr lang="en-US" sz="1000" dirty="0">
                <a:solidFill>
                  <a:srgbClr val="1A1A1A"/>
                </a:solidFill>
                <a:latin typeface="Arial" pitchFamily="34" charset="0"/>
                <a:ea typeface="Arial" pitchFamily="34" charset="-122"/>
                <a:cs typeface="Arial" pitchFamily="34" charset="-120"/>
              </a:rPr>
              <a:t>Data owner named, survey lists confirmed</a:t>
            </a:r>
            <a:endParaRPr lang="en-US" sz="850" dirty="0"/>
          </a:p>
        </p:txBody>
      </p:sp>
      <p:sp>
        <p:nvSpPr>
          <p:cNvPr id="13" name="Shape 11"/>
          <p:cNvSpPr/>
          <p:nvPr/>
        </p:nvSpPr>
        <p:spPr>
          <a:xfrm>
            <a:off x="548640" y="4352544"/>
            <a:ext cx="2724912" cy="749808"/>
          </a:xfrm>
          <a:prstGeom prst="rect">
            <a:avLst/>
          </a:prstGeom>
          <a:solidFill>
            <a:srgbClr val="99E6FF"/>
          </a:solidFill>
          <a:ln/>
        </p:spPr>
        <p:txBody>
          <a:bodyPr/>
          <a:lstStyle/>
          <a:p>
            <a:endParaRPr lang="en-US"/>
          </a:p>
        </p:txBody>
      </p:sp>
      <p:sp>
        <p:nvSpPr>
          <p:cNvPr id="14" name="Text 12"/>
          <p:cNvSpPr/>
          <p:nvPr/>
        </p:nvSpPr>
        <p:spPr>
          <a:xfrm>
            <a:off x="676656" y="4352544"/>
            <a:ext cx="2468880" cy="749808"/>
          </a:xfrm>
          <a:prstGeom prst="rect">
            <a:avLst/>
          </a:prstGeom>
          <a:noFill/>
          <a:ln/>
        </p:spPr>
        <p:txBody>
          <a:bodyPr wrap="square" lIns="0" tIns="0" rIns="0" bIns="0" rtlCol="0" anchor="ctr"/>
          <a:lstStyle/>
          <a:p>
            <a:pPr marL="0" indent="0">
              <a:buNone/>
            </a:pPr>
            <a:r>
              <a:rPr lang="en-US" sz="850" dirty="0">
                <a:solidFill>
                  <a:srgbClr val="23414F"/>
                </a:solidFill>
                <a:latin typeface="Arial" pitchFamily="34" charset="0"/>
                <a:ea typeface="Arial" pitchFamily="34" charset="-122"/>
                <a:cs typeface="Arial" pitchFamily="34" charset="-120"/>
              </a:rPr>
              <a:t>Deliverable
</a:t>
            </a:r>
            <a:r>
              <a:rPr lang="en-US" sz="1050" b="1" dirty="0">
                <a:solidFill>
                  <a:srgbClr val="051C2C"/>
                </a:solidFill>
                <a:latin typeface="Arial" pitchFamily="34" charset="0"/>
                <a:ea typeface="Arial" pitchFamily="34" charset="-122"/>
                <a:cs typeface="Arial" pitchFamily="34" charset="-120"/>
              </a:rPr>
              <a:t>Aligned scope and initial fact base</a:t>
            </a:r>
            <a:endParaRPr lang="en-US" sz="850" dirty="0"/>
          </a:p>
        </p:txBody>
      </p:sp>
      <p:sp>
        <p:nvSpPr>
          <p:cNvPr id="15" name="Shape 13"/>
          <p:cNvSpPr/>
          <p:nvPr/>
        </p:nvSpPr>
        <p:spPr>
          <a:xfrm>
            <a:off x="3419856" y="1371600"/>
            <a:ext cx="2724912" cy="310896"/>
          </a:xfrm>
          <a:prstGeom prst="rect">
            <a:avLst/>
          </a:prstGeom>
          <a:solidFill>
            <a:srgbClr val="2251FF"/>
          </a:solidFill>
          <a:ln/>
        </p:spPr>
        <p:txBody>
          <a:bodyPr/>
          <a:lstStyle/>
          <a:p>
            <a:endParaRPr lang="en-US"/>
          </a:p>
        </p:txBody>
      </p:sp>
      <p:sp>
        <p:nvSpPr>
          <p:cNvPr id="16" name="Text 14"/>
          <p:cNvSpPr/>
          <p:nvPr/>
        </p:nvSpPr>
        <p:spPr>
          <a:xfrm>
            <a:off x="3419856" y="1371600"/>
            <a:ext cx="2724912" cy="310896"/>
          </a:xfrm>
          <a:prstGeom prst="rect">
            <a:avLst/>
          </a:prstGeom>
          <a:noFill/>
          <a:ln/>
        </p:spPr>
        <p:txBody>
          <a:bodyPr wrap="square"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Weeks 1 to 2</a:t>
            </a:r>
            <a:endParaRPr lang="en-US" sz="1050" dirty="0"/>
          </a:p>
        </p:txBody>
      </p:sp>
      <p:sp>
        <p:nvSpPr>
          <p:cNvPr id="17" name="Shape 15"/>
          <p:cNvSpPr/>
          <p:nvPr/>
        </p:nvSpPr>
        <p:spPr>
          <a:xfrm>
            <a:off x="3419856" y="1682496"/>
            <a:ext cx="2724912" cy="530352"/>
          </a:xfrm>
          <a:prstGeom prst="rect">
            <a:avLst/>
          </a:prstGeom>
          <a:solidFill>
            <a:srgbClr val="051C2C"/>
          </a:solidFill>
          <a:ln/>
        </p:spPr>
        <p:txBody>
          <a:bodyPr/>
          <a:lstStyle/>
          <a:p>
            <a:endParaRPr lang="en-US"/>
          </a:p>
        </p:txBody>
      </p:sp>
      <p:sp>
        <p:nvSpPr>
          <p:cNvPr id="18" name="Text 16"/>
          <p:cNvSpPr/>
          <p:nvPr/>
        </p:nvSpPr>
        <p:spPr>
          <a:xfrm>
            <a:off x="3547872" y="1682496"/>
            <a:ext cx="2468880" cy="530352"/>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Baseline and benchmark</a:t>
            </a:r>
            <a:endParaRPr lang="en-US" sz="1400" dirty="0"/>
          </a:p>
        </p:txBody>
      </p:sp>
      <p:sp>
        <p:nvSpPr>
          <p:cNvPr id="19" name="Shape 17"/>
          <p:cNvSpPr/>
          <p:nvPr/>
        </p:nvSpPr>
        <p:spPr>
          <a:xfrm>
            <a:off x="3419856" y="2212848"/>
            <a:ext cx="2724912" cy="1335024"/>
          </a:xfrm>
          <a:prstGeom prst="rect">
            <a:avLst/>
          </a:prstGeom>
          <a:solidFill>
            <a:srgbClr val="F2F6FC"/>
          </a:solidFill>
          <a:ln w="9525">
            <a:solidFill>
              <a:srgbClr val="D9DDE1"/>
            </a:solidFill>
            <a:prstDash val="solid"/>
          </a:ln>
        </p:spPr>
        <p:txBody>
          <a:bodyPr/>
          <a:lstStyle/>
          <a:p>
            <a:endParaRPr lang="en-US"/>
          </a:p>
        </p:txBody>
      </p:sp>
      <p:sp>
        <p:nvSpPr>
          <p:cNvPr id="20" name="Text 18"/>
          <p:cNvSpPr/>
          <p:nvPr/>
        </p:nvSpPr>
        <p:spPr>
          <a:xfrm>
            <a:off x="3547872" y="2304288"/>
            <a:ext cx="2487168" cy="1188720"/>
          </a:xfrm>
          <a:prstGeom prst="rect">
            <a:avLst/>
          </a:prstGeom>
          <a:noFill/>
          <a:ln/>
        </p:spPr>
        <p:txBody>
          <a:bodyPr wrap="square" lIns="0" tIns="0" rIns="0" bIns="0" rtlCol="0" anchor="t"/>
          <a:lstStyle/>
          <a:p>
            <a:pPr marL="139700" indent="-1397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Build the spend and FTE baseline</a:t>
            </a:r>
            <a:endParaRPr lang="en-US" sz="1000" dirty="0"/>
          </a:p>
          <a:p>
            <a:pPr marL="139700" indent="-1397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Run the three surveys</a:t>
            </a:r>
            <a:endParaRPr lang="en-US" sz="1000" dirty="0"/>
          </a:p>
          <a:p>
            <a:pPr marL="139700" indent="-1397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Working sessions with tech leaders</a:t>
            </a:r>
            <a:endParaRPr lang="en-US" sz="1000" dirty="0"/>
          </a:p>
          <a:p>
            <a:pPr marL="139700" indent="-1397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Shortlist the value-at-stake areas</a:t>
            </a:r>
            <a:endParaRPr lang="en-US" sz="1000" dirty="0"/>
          </a:p>
        </p:txBody>
      </p:sp>
      <p:sp>
        <p:nvSpPr>
          <p:cNvPr id="21" name="Shape 19"/>
          <p:cNvSpPr/>
          <p:nvPr/>
        </p:nvSpPr>
        <p:spPr>
          <a:xfrm>
            <a:off x="3419856" y="3621024"/>
            <a:ext cx="2724912" cy="658368"/>
          </a:xfrm>
          <a:prstGeom prst="rect">
            <a:avLst/>
          </a:prstGeom>
          <a:solidFill>
            <a:srgbClr val="FFFFFF"/>
          </a:solidFill>
          <a:ln w="12700">
            <a:solidFill>
              <a:srgbClr val="2251FF"/>
            </a:solidFill>
            <a:prstDash val="solid"/>
          </a:ln>
        </p:spPr>
        <p:txBody>
          <a:bodyPr/>
          <a:lstStyle/>
          <a:p>
            <a:endParaRPr lang="en-US"/>
          </a:p>
        </p:txBody>
      </p:sp>
      <p:sp>
        <p:nvSpPr>
          <p:cNvPr id="22" name="Text 20"/>
          <p:cNvSpPr/>
          <p:nvPr/>
        </p:nvSpPr>
        <p:spPr>
          <a:xfrm>
            <a:off x="3547872" y="3621024"/>
            <a:ext cx="2468880" cy="658368"/>
          </a:xfrm>
          <a:prstGeom prst="rect">
            <a:avLst/>
          </a:prstGeom>
          <a:noFill/>
          <a:ln/>
        </p:spPr>
        <p:txBody>
          <a:bodyPr wrap="square" lIns="0" tIns="0" rIns="0" bIns="0" rtlCol="0" anchor="ctr"/>
          <a:lstStyle/>
          <a:p>
            <a:pPr marL="0" indent="0">
              <a:buNone/>
            </a:pPr>
            <a:r>
              <a:rPr lang="en-US" sz="850" b="1" dirty="0">
                <a:solidFill>
                  <a:srgbClr val="2251FF"/>
                </a:solidFill>
                <a:latin typeface="Arial" pitchFamily="34" charset="0"/>
                <a:ea typeface="Arial" pitchFamily="34" charset="-122"/>
                <a:cs typeface="Arial" pitchFamily="34" charset="-120"/>
              </a:rPr>
              <a:t>What we need from you
</a:t>
            </a:r>
            <a:r>
              <a:rPr lang="en-US" sz="1000" dirty="0">
                <a:solidFill>
                  <a:srgbClr val="1A1A1A"/>
                </a:solidFill>
                <a:latin typeface="Arial" pitchFamily="34" charset="0"/>
                <a:ea typeface="Arial" pitchFamily="34" charset="-122"/>
                <a:cs typeface="Arial" pitchFamily="34" charset="-120"/>
              </a:rPr>
              <a:t>Time from technology leaders for working sessions</a:t>
            </a:r>
            <a:endParaRPr lang="en-US" sz="850" dirty="0"/>
          </a:p>
        </p:txBody>
      </p:sp>
      <p:sp>
        <p:nvSpPr>
          <p:cNvPr id="23" name="Shape 21"/>
          <p:cNvSpPr/>
          <p:nvPr/>
        </p:nvSpPr>
        <p:spPr>
          <a:xfrm>
            <a:off x="3419856" y="4352544"/>
            <a:ext cx="2724912" cy="749808"/>
          </a:xfrm>
          <a:prstGeom prst="rect">
            <a:avLst/>
          </a:prstGeom>
          <a:solidFill>
            <a:srgbClr val="99E6FF"/>
          </a:solidFill>
          <a:ln/>
        </p:spPr>
        <p:txBody>
          <a:bodyPr/>
          <a:lstStyle/>
          <a:p>
            <a:endParaRPr lang="en-US"/>
          </a:p>
        </p:txBody>
      </p:sp>
      <p:sp>
        <p:nvSpPr>
          <p:cNvPr id="24" name="Text 22"/>
          <p:cNvSpPr/>
          <p:nvPr/>
        </p:nvSpPr>
        <p:spPr>
          <a:xfrm>
            <a:off x="3547872" y="4352544"/>
            <a:ext cx="2468880" cy="749808"/>
          </a:xfrm>
          <a:prstGeom prst="rect">
            <a:avLst/>
          </a:prstGeom>
          <a:noFill/>
          <a:ln/>
        </p:spPr>
        <p:txBody>
          <a:bodyPr wrap="square" lIns="0" tIns="0" rIns="0" bIns="0" rtlCol="0" anchor="ctr"/>
          <a:lstStyle/>
          <a:p>
            <a:pPr marL="0" indent="0">
              <a:buNone/>
            </a:pPr>
            <a:r>
              <a:rPr lang="en-US" sz="850" dirty="0">
                <a:solidFill>
                  <a:srgbClr val="23414F"/>
                </a:solidFill>
                <a:latin typeface="Arial" pitchFamily="34" charset="0"/>
                <a:ea typeface="Arial" pitchFamily="34" charset="-122"/>
                <a:cs typeface="Arial" pitchFamily="34" charset="-120"/>
              </a:rPr>
              <a:t>Deliverable
</a:t>
            </a:r>
            <a:r>
              <a:rPr lang="en-US" sz="1050" b="1" dirty="0">
                <a:solidFill>
                  <a:srgbClr val="051C2C"/>
                </a:solidFill>
                <a:latin typeface="Arial" pitchFamily="34" charset="0"/>
                <a:ea typeface="Arial" pitchFamily="34" charset="-122"/>
                <a:cs typeface="Arial" pitchFamily="34" charset="-120"/>
              </a:rPr>
              <a:t>Peer-benchmarked cost baseline</a:t>
            </a:r>
            <a:endParaRPr lang="en-US" sz="850" dirty="0"/>
          </a:p>
        </p:txBody>
      </p:sp>
      <p:sp>
        <p:nvSpPr>
          <p:cNvPr id="25" name="Shape 23"/>
          <p:cNvSpPr/>
          <p:nvPr/>
        </p:nvSpPr>
        <p:spPr>
          <a:xfrm>
            <a:off x="6291072" y="1371600"/>
            <a:ext cx="2724912" cy="310896"/>
          </a:xfrm>
          <a:prstGeom prst="rect">
            <a:avLst/>
          </a:prstGeom>
          <a:solidFill>
            <a:srgbClr val="2251FF"/>
          </a:solidFill>
          <a:ln/>
        </p:spPr>
        <p:txBody>
          <a:bodyPr/>
          <a:lstStyle/>
          <a:p>
            <a:endParaRPr lang="en-US"/>
          </a:p>
        </p:txBody>
      </p:sp>
      <p:sp>
        <p:nvSpPr>
          <p:cNvPr id="26" name="Text 24"/>
          <p:cNvSpPr/>
          <p:nvPr/>
        </p:nvSpPr>
        <p:spPr>
          <a:xfrm>
            <a:off x="6291072" y="1371600"/>
            <a:ext cx="2724912" cy="310896"/>
          </a:xfrm>
          <a:prstGeom prst="rect">
            <a:avLst/>
          </a:prstGeom>
          <a:noFill/>
          <a:ln/>
        </p:spPr>
        <p:txBody>
          <a:bodyPr wrap="square"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Weeks 3 to 6</a:t>
            </a:r>
            <a:endParaRPr lang="en-US" sz="1050" dirty="0"/>
          </a:p>
        </p:txBody>
      </p:sp>
      <p:sp>
        <p:nvSpPr>
          <p:cNvPr id="27" name="Shape 25"/>
          <p:cNvSpPr/>
          <p:nvPr/>
        </p:nvSpPr>
        <p:spPr>
          <a:xfrm>
            <a:off x="6291072" y="1682496"/>
            <a:ext cx="2724912" cy="530352"/>
          </a:xfrm>
          <a:prstGeom prst="rect">
            <a:avLst/>
          </a:prstGeom>
          <a:solidFill>
            <a:srgbClr val="051C2C"/>
          </a:solidFill>
          <a:ln/>
        </p:spPr>
        <p:txBody>
          <a:bodyPr/>
          <a:lstStyle/>
          <a:p>
            <a:endParaRPr lang="en-US"/>
          </a:p>
        </p:txBody>
      </p:sp>
      <p:sp>
        <p:nvSpPr>
          <p:cNvPr id="28" name="Text 26"/>
          <p:cNvSpPr/>
          <p:nvPr/>
        </p:nvSpPr>
        <p:spPr>
          <a:xfrm>
            <a:off x="6419088" y="1682496"/>
            <a:ext cx="2468880" cy="530352"/>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Deep dive</a:t>
            </a:r>
            <a:endParaRPr lang="en-US" sz="1400" dirty="0"/>
          </a:p>
        </p:txBody>
      </p:sp>
      <p:sp>
        <p:nvSpPr>
          <p:cNvPr id="29" name="Shape 27"/>
          <p:cNvSpPr/>
          <p:nvPr/>
        </p:nvSpPr>
        <p:spPr>
          <a:xfrm>
            <a:off x="6291072" y="2212848"/>
            <a:ext cx="2724912" cy="1335024"/>
          </a:xfrm>
          <a:prstGeom prst="rect">
            <a:avLst/>
          </a:prstGeom>
          <a:solidFill>
            <a:srgbClr val="F2F6FC"/>
          </a:solidFill>
          <a:ln w="9525">
            <a:solidFill>
              <a:srgbClr val="D9DDE1"/>
            </a:solidFill>
            <a:prstDash val="solid"/>
          </a:ln>
        </p:spPr>
        <p:txBody>
          <a:bodyPr/>
          <a:lstStyle/>
          <a:p>
            <a:endParaRPr lang="en-US"/>
          </a:p>
        </p:txBody>
      </p:sp>
      <p:sp>
        <p:nvSpPr>
          <p:cNvPr id="30" name="Text 28"/>
          <p:cNvSpPr/>
          <p:nvPr/>
        </p:nvSpPr>
        <p:spPr>
          <a:xfrm>
            <a:off x="6419088" y="2304288"/>
            <a:ext cx="2487168" cy="1188720"/>
          </a:xfrm>
          <a:prstGeom prst="rect">
            <a:avLst/>
          </a:prstGeom>
          <a:noFill/>
          <a:ln/>
        </p:spPr>
        <p:txBody>
          <a:bodyPr wrap="square" lIns="0" tIns="0" rIns="0" bIns="0" rtlCol="0" anchor="t"/>
          <a:lstStyle/>
          <a:p>
            <a:pPr marL="139700" indent="-1397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Infrastructure and vendor contract review</a:t>
            </a:r>
            <a:endParaRPr lang="en-US" sz="1000" dirty="0"/>
          </a:p>
          <a:p>
            <a:pPr marL="139700" indent="-1397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Developer productivity analysis</a:t>
            </a:r>
            <a:endParaRPr lang="en-US" sz="1000" dirty="0"/>
          </a:p>
          <a:p>
            <a:pPr marL="139700" indent="-1397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Five to ten leadership interviews</a:t>
            </a:r>
            <a:endParaRPr lang="en-US" sz="1000" dirty="0"/>
          </a:p>
          <a:p>
            <a:pPr marL="139700" indent="-1397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Size each opportunity against spend</a:t>
            </a:r>
            <a:endParaRPr lang="en-US" sz="1000" dirty="0"/>
          </a:p>
        </p:txBody>
      </p:sp>
      <p:sp>
        <p:nvSpPr>
          <p:cNvPr id="31" name="Shape 29"/>
          <p:cNvSpPr/>
          <p:nvPr/>
        </p:nvSpPr>
        <p:spPr>
          <a:xfrm>
            <a:off x="6291072" y="3621024"/>
            <a:ext cx="2724912" cy="658368"/>
          </a:xfrm>
          <a:prstGeom prst="rect">
            <a:avLst/>
          </a:prstGeom>
          <a:solidFill>
            <a:srgbClr val="FFFFFF"/>
          </a:solidFill>
          <a:ln w="12700">
            <a:solidFill>
              <a:srgbClr val="2251FF"/>
            </a:solidFill>
            <a:prstDash val="solid"/>
          </a:ln>
        </p:spPr>
        <p:txBody>
          <a:bodyPr/>
          <a:lstStyle/>
          <a:p>
            <a:endParaRPr lang="en-US"/>
          </a:p>
        </p:txBody>
      </p:sp>
      <p:sp>
        <p:nvSpPr>
          <p:cNvPr id="32" name="Text 30"/>
          <p:cNvSpPr/>
          <p:nvPr/>
        </p:nvSpPr>
        <p:spPr>
          <a:xfrm>
            <a:off x="6419088" y="3621024"/>
            <a:ext cx="2468880" cy="658368"/>
          </a:xfrm>
          <a:prstGeom prst="rect">
            <a:avLst/>
          </a:prstGeom>
          <a:noFill/>
          <a:ln/>
        </p:spPr>
        <p:txBody>
          <a:bodyPr wrap="square" lIns="0" tIns="0" rIns="0" bIns="0" rtlCol="0" anchor="ctr"/>
          <a:lstStyle/>
          <a:p>
            <a:pPr marL="0" indent="0">
              <a:buNone/>
            </a:pPr>
            <a:r>
              <a:rPr lang="en-US" sz="850" b="1" dirty="0">
                <a:solidFill>
                  <a:srgbClr val="2251FF"/>
                </a:solidFill>
                <a:latin typeface="Arial" pitchFamily="34" charset="0"/>
                <a:ea typeface="Arial" pitchFamily="34" charset="-122"/>
                <a:cs typeface="Arial" pitchFamily="34" charset="-120"/>
              </a:rPr>
              <a:t>What we need from you
</a:t>
            </a:r>
            <a:r>
              <a:rPr lang="en-US" sz="1000" dirty="0">
                <a:solidFill>
                  <a:srgbClr val="1A1A1A"/>
                </a:solidFill>
                <a:latin typeface="Arial" pitchFamily="34" charset="0"/>
                <a:ea typeface="Arial" pitchFamily="34" charset="-122"/>
                <a:cs typeface="Arial" pitchFamily="34" charset="-120"/>
              </a:rPr>
              <a:t>Contract detail and interview slots</a:t>
            </a:r>
            <a:endParaRPr lang="en-US" sz="850" dirty="0"/>
          </a:p>
        </p:txBody>
      </p:sp>
      <p:sp>
        <p:nvSpPr>
          <p:cNvPr id="33" name="Shape 31"/>
          <p:cNvSpPr/>
          <p:nvPr/>
        </p:nvSpPr>
        <p:spPr>
          <a:xfrm>
            <a:off x="6291072" y="4352544"/>
            <a:ext cx="2724912" cy="749808"/>
          </a:xfrm>
          <a:prstGeom prst="rect">
            <a:avLst/>
          </a:prstGeom>
          <a:solidFill>
            <a:srgbClr val="99E6FF"/>
          </a:solidFill>
          <a:ln/>
        </p:spPr>
        <p:txBody>
          <a:bodyPr/>
          <a:lstStyle/>
          <a:p>
            <a:endParaRPr lang="en-US"/>
          </a:p>
        </p:txBody>
      </p:sp>
      <p:sp>
        <p:nvSpPr>
          <p:cNvPr id="34" name="Text 32"/>
          <p:cNvSpPr/>
          <p:nvPr/>
        </p:nvSpPr>
        <p:spPr>
          <a:xfrm>
            <a:off x="6419088" y="4352544"/>
            <a:ext cx="2468880" cy="749808"/>
          </a:xfrm>
          <a:prstGeom prst="rect">
            <a:avLst/>
          </a:prstGeom>
          <a:noFill/>
          <a:ln/>
        </p:spPr>
        <p:txBody>
          <a:bodyPr wrap="square" lIns="0" tIns="0" rIns="0" bIns="0" rtlCol="0" anchor="ctr"/>
          <a:lstStyle/>
          <a:p>
            <a:pPr marL="0" indent="0">
              <a:buNone/>
            </a:pPr>
            <a:r>
              <a:rPr lang="en-US" sz="850" dirty="0">
                <a:solidFill>
                  <a:srgbClr val="23414F"/>
                </a:solidFill>
                <a:latin typeface="Arial" pitchFamily="34" charset="0"/>
                <a:ea typeface="Arial" pitchFamily="34" charset="-122"/>
                <a:cs typeface="Arial" pitchFamily="34" charset="-120"/>
              </a:rPr>
              <a:t>Deliverable
</a:t>
            </a:r>
            <a:r>
              <a:rPr lang="en-US" sz="1050" b="1" dirty="0">
                <a:solidFill>
                  <a:srgbClr val="051C2C"/>
                </a:solidFill>
                <a:latin typeface="Arial" pitchFamily="34" charset="0"/>
                <a:ea typeface="Arial" pitchFamily="34" charset="-122"/>
                <a:cs typeface="Arial" pitchFamily="34" charset="-120"/>
              </a:rPr>
              <a:t>Quantified business cases by lever</a:t>
            </a:r>
            <a:endParaRPr lang="en-US" sz="850" dirty="0"/>
          </a:p>
        </p:txBody>
      </p:sp>
      <p:sp>
        <p:nvSpPr>
          <p:cNvPr id="35" name="Shape 33"/>
          <p:cNvSpPr/>
          <p:nvPr/>
        </p:nvSpPr>
        <p:spPr>
          <a:xfrm>
            <a:off x="9162288" y="1371600"/>
            <a:ext cx="2724912" cy="310896"/>
          </a:xfrm>
          <a:prstGeom prst="rect">
            <a:avLst/>
          </a:prstGeom>
          <a:solidFill>
            <a:srgbClr val="2251FF"/>
          </a:solidFill>
          <a:ln/>
        </p:spPr>
        <p:txBody>
          <a:bodyPr/>
          <a:lstStyle/>
          <a:p>
            <a:endParaRPr lang="en-US"/>
          </a:p>
        </p:txBody>
      </p:sp>
      <p:sp>
        <p:nvSpPr>
          <p:cNvPr id="36" name="Text 34"/>
          <p:cNvSpPr/>
          <p:nvPr/>
        </p:nvSpPr>
        <p:spPr>
          <a:xfrm>
            <a:off x="9162288" y="1371600"/>
            <a:ext cx="2724912" cy="310896"/>
          </a:xfrm>
          <a:prstGeom prst="rect">
            <a:avLst/>
          </a:prstGeom>
          <a:noFill/>
          <a:ln/>
        </p:spPr>
        <p:txBody>
          <a:bodyPr wrap="square"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Weeks 7 to 8</a:t>
            </a:r>
            <a:endParaRPr lang="en-US" sz="1050" dirty="0"/>
          </a:p>
        </p:txBody>
      </p:sp>
      <p:sp>
        <p:nvSpPr>
          <p:cNvPr id="37" name="Shape 35"/>
          <p:cNvSpPr/>
          <p:nvPr/>
        </p:nvSpPr>
        <p:spPr>
          <a:xfrm>
            <a:off x="9162288" y="1682496"/>
            <a:ext cx="2724912" cy="530352"/>
          </a:xfrm>
          <a:prstGeom prst="rect">
            <a:avLst/>
          </a:prstGeom>
          <a:solidFill>
            <a:srgbClr val="051C2C"/>
          </a:solidFill>
          <a:ln/>
        </p:spPr>
        <p:txBody>
          <a:bodyPr/>
          <a:lstStyle/>
          <a:p>
            <a:endParaRPr lang="en-US"/>
          </a:p>
        </p:txBody>
      </p:sp>
      <p:sp>
        <p:nvSpPr>
          <p:cNvPr id="38" name="Text 36"/>
          <p:cNvSpPr/>
          <p:nvPr/>
        </p:nvSpPr>
        <p:spPr>
          <a:xfrm>
            <a:off x="9290304" y="1682496"/>
            <a:ext cx="2468880" cy="530352"/>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Prioritize</a:t>
            </a:r>
            <a:endParaRPr lang="en-US" sz="1400" dirty="0"/>
          </a:p>
        </p:txBody>
      </p:sp>
      <p:sp>
        <p:nvSpPr>
          <p:cNvPr id="39" name="Shape 37"/>
          <p:cNvSpPr/>
          <p:nvPr/>
        </p:nvSpPr>
        <p:spPr>
          <a:xfrm>
            <a:off x="9162288" y="2212848"/>
            <a:ext cx="2724912" cy="1335024"/>
          </a:xfrm>
          <a:prstGeom prst="rect">
            <a:avLst/>
          </a:prstGeom>
          <a:solidFill>
            <a:srgbClr val="F2F6FC"/>
          </a:solidFill>
          <a:ln w="9525">
            <a:solidFill>
              <a:srgbClr val="D9DDE1"/>
            </a:solidFill>
            <a:prstDash val="solid"/>
          </a:ln>
        </p:spPr>
        <p:txBody>
          <a:bodyPr/>
          <a:lstStyle/>
          <a:p>
            <a:endParaRPr lang="en-US"/>
          </a:p>
        </p:txBody>
      </p:sp>
      <p:sp>
        <p:nvSpPr>
          <p:cNvPr id="40" name="Text 38"/>
          <p:cNvSpPr/>
          <p:nvPr/>
        </p:nvSpPr>
        <p:spPr>
          <a:xfrm>
            <a:off x="9290304" y="2304288"/>
            <a:ext cx="2487168" cy="1188720"/>
          </a:xfrm>
          <a:prstGeom prst="rect">
            <a:avLst/>
          </a:prstGeom>
          <a:noFill/>
          <a:ln/>
        </p:spPr>
        <p:txBody>
          <a:bodyPr wrap="square" lIns="0" tIns="0" rIns="0" bIns="0" rtlCol="0" anchor="t"/>
          <a:lstStyle/>
          <a:p>
            <a:pPr marL="139700" indent="-1397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Shape initiatives and sequence them</a:t>
            </a:r>
            <a:endParaRPr lang="en-US" sz="1000" dirty="0"/>
          </a:p>
          <a:p>
            <a:pPr marL="139700" indent="-1397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Assign owners and estimate savings</a:t>
            </a:r>
            <a:endParaRPr lang="en-US" sz="1000" dirty="0"/>
          </a:p>
          <a:p>
            <a:pPr marL="139700" indent="-1397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Set dependencies and Wave 1</a:t>
            </a:r>
            <a:endParaRPr lang="en-US" sz="1000" dirty="0"/>
          </a:p>
          <a:p>
            <a:pPr marL="139700" indent="-139700">
              <a:spcAft>
                <a:spcPts val="400"/>
              </a:spcAft>
              <a:buSzPct val="100000"/>
              <a:buChar char="•"/>
            </a:pPr>
            <a:r>
              <a:rPr lang="en-US" sz="1000" dirty="0">
                <a:solidFill>
                  <a:srgbClr val="1A1A1A"/>
                </a:solidFill>
                <a:latin typeface="Arial" pitchFamily="34" charset="0"/>
                <a:ea typeface="Arial" pitchFamily="34" charset="-122"/>
                <a:cs typeface="Arial" pitchFamily="34" charset="-120"/>
              </a:rPr>
              <a:t>Build the high-level roadmap</a:t>
            </a:r>
            <a:endParaRPr lang="en-US" sz="1000" dirty="0"/>
          </a:p>
        </p:txBody>
      </p:sp>
      <p:sp>
        <p:nvSpPr>
          <p:cNvPr id="41" name="Shape 39"/>
          <p:cNvSpPr/>
          <p:nvPr/>
        </p:nvSpPr>
        <p:spPr>
          <a:xfrm>
            <a:off x="9162288" y="3621024"/>
            <a:ext cx="2724912" cy="658368"/>
          </a:xfrm>
          <a:prstGeom prst="rect">
            <a:avLst/>
          </a:prstGeom>
          <a:solidFill>
            <a:srgbClr val="FFFFFF"/>
          </a:solidFill>
          <a:ln w="12700">
            <a:solidFill>
              <a:srgbClr val="2251FF"/>
            </a:solidFill>
            <a:prstDash val="solid"/>
          </a:ln>
        </p:spPr>
        <p:txBody>
          <a:bodyPr/>
          <a:lstStyle/>
          <a:p>
            <a:endParaRPr lang="en-US"/>
          </a:p>
        </p:txBody>
      </p:sp>
      <p:sp>
        <p:nvSpPr>
          <p:cNvPr id="42" name="Text 40"/>
          <p:cNvSpPr/>
          <p:nvPr/>
        </p:nvSpPr>
        <p:spPr>
          <a:xfrm>
            <a:off x="9290304" y="3621024"/>
            <a:ext cx="2468880" cy="658368"/>
          </a:xfrm>
          <a:prstGeom prst="rect">
            <a:avLst/>
          </a:prstGeom>
          <a:noFill/>
          <a:ln/>
        </p:spPr>
        <p:txBody>
          <a:bodyPr wrap="square" lIns="0" tIns="0" rIns="0" bIns="0" rtlCol="0" anchor="ctr"/>
          <a:lstStyle/>
          <a:p>
            <a:pPr marL="0" indent="0">
              <a:buNone/>
            </a:pPr>
            <a:r>
              <a:rPr lang="en-US" sz="850" b="1" dirty="0">
                <a:solidFill>
                  <a:srgbClr val="2251FF"/>
                </a:solidFill>
                <a:latin typeface="Arial" pitchFamily="34" charset="0"/>
                <a:ea typeface="Arial" pitchFamily="34" charset="-122"/>
                <a:cs typeface="Arial" pitchFamily="34" charset="-120"/>
              </a:rPr>
              <a:t>What we need from you
</a:t>
            </a:r>
            <a:r>
              <a:rPr lang="en-US" sz="1000" dirty="0">
                <a:solidFill>
                  <a:srgbClr val="1A1A1A"/>
                </a:solidFill>
                <a:latin typeface="Arial" pitchFamily="34" charset="0"/>
                <a:ea typeface="Arial" pitchFamily="34" charset="-122"/>
                <a:cs typeface="Arial" pitchFamily="34" charset="-120"/>
              </a:rPr>
              <a:t>Decisions on owners and Wave 1 scope</a:t>
            </a:r>
            <a:endParaRPr lang="en-US" sz="850" dirty="0"/>
          </a:p>
        </p:txBody>
      </p:sp>
      <p:sp>
        <p:nvSpPr>
          <p:cNvPr id="43" name="Shape 41"/>
          <p:cNvSpPr/>
          <p:nvPr/>
        </p:nvSpPr>
        <p:spPr>
          <a:xfrm>
            <a:off x="9162288" y="4352544"/>
            <a:ext cx="2724912" cy="749808"/>
          </a:xfrm>
          <a:prstGeom prst="rect">
            <a:avLst/>
          </a:prstGeom>
          <a:solidFill>
            <a:srgbClr val="99E6FF"/>
          </a:solidFill>
          <a:ln/>
        </p:spPr>
        <p:txBody>
          <a:bodyPr/>
          <a:lstStyle/>
          <a:p>
            <a:endParaRPr lang="en-US"/>
          </a:p>
        </p:txBody>
      </p:sp>
      <p:sp>
        <p:nvSpPr>
          <p:cNvPr id="44" name="Text 42"/>
          <p:cNvSpPr/>
          <p:nvPr/>
        </p:nvSpPr>
        <p:spPr>
          <a:xfrm>
            <a:off x="9290304" y="4352544"/>
            <a:ext cx="2468880" cy="749808"/>
          </a:xfrm>
          <a:prstGeom prst="rect">
            <a:avLst/>
          </a:prstGeom>
          <a:noFill/>
          <a:ln/>
        </p:spPr>
        <p:txBody>
          <a:bodyPr wrap="square" lIns="0" tIns="0" rIns="0" bIns="0" rtlCol="0" anchor="ctr"/>
          <a:lstStyle/>
          <a:p>
            <a:pPr marL="0" indent="0">
              <a:buNone/>
            </a:pPr>
            <a:r>
              <a:rPr lang="en-US" sz="850" dirty="0">
                <a:solidFill>
                  <a:srgbClr val="23414F"/>
                </a:solidFill>
                <a:latin typeface="Arial" pitchFamily="34" charset="0"/>
                <a:ea typeface="Arial" pitchFamily="34" charset="-122"/>
                <a:cs typeface="Arial" pitchFamily="34" charset="-120"/>
              </a:rPr>
              <a:t>Deliverable
</a:t>
            </a:r>
            <a:r>
              <a:rPr lang="en-US" sz="1050" b="1" dirty="0">
                <a:solidFill>
                  <a:srgbClr val="051C2C"/>
                </a:solidFill>
                <a:latin typeface="Arial" pitchFamily="34" charset="0"/>
                <a:ea typeface="Arial" pitchFamily="34" charset="-122"/>
                <a:cs typeface="Arial" pitchFamily="34" charset="-120"/>
              </a:rPr>
              <a:t>Prioritized portfolio and roadmap</a:t>
            </a:r>
            <a:endParaRPr lang="en-US" sz="850" dirty="0"/>
          </a:p>
        </p:txBody>
      </p:sp>
      <p:sp>
        <p:nvSpPr>
          <p:cNvPr id="45" name="Shape 43"/>
          <p:cNvSpPr/>
          <p:nvPr/>
        </p:nvSpPr>
        <p:spPr>
          <a:xfrm>
            <a:off x="548640" y="5340096"/>
            <a:ext cx="11091672" cy="640080"/>
          </a:xfrm>
          <a:prstGeom prst="rect">
            <a:avLst/>
          </a:prstGeom>
          <a:solidFill>
            <a:srgbClr val="F2F6FC"/>
          </a:solidFill>
          <a:ln w="9525">
            <a:solidFill>
              <a:srgbClr val="D9DDE1"/>
            </a:solidFill>
            <a:prstDash val="solid"/>
          </a:ln>
        </p:spPr>
        <p:txBody>
          <a:bodyPr/>
          <a:lstStyle/>
          <a:p>
            <a:endParaRPr lang="en-US"/>
          </a:p>
        </p:txBody>
      </p:sp>
      <p:sp>
        <p:nvSpPr>
          <p:cNvPr id="46" name="Text 44"/>
          <p:cNvSpPr/>
          <p:nvPr/>
        </p:nvSpPr>
        <p:spPr>
          <a:xfrm>
            <a:off x="777240" y="5340096"/>
            <a:ext cx="10634472" cy="640080"/>
          </a:xfrm>
          <a:prstGeom prst="rect">
            <a:avLst/>
          </a:prstGeom>
          <a:noFill/>
          <a:ln/>
        </p:spPr>
        <p:txBody>
          <a:bodyPr wrap="square" rtlCol="0" anchor="ctr"/>
          <a:lstStyle/>
          <a:p>
            <a:pPr marL="0" indent="0">
              <a:buNone/>
            </a:pPr>
            <a:r>
              <a:rPr lang="en-US" sz="1100" b="1" dirty="0">
                <a:solidFill>
                  <a:srgbClr val="051C2C"/>
                </a:solidFill>
                <a:latin typeface="Arial" pitchFamily="34" charset="0"/>
                <a:ea typeface="Arial" pitchFamily="34" charset="-122"/>
                <a:cs typeface="Arial" pitchFamily="34" charset="-120"/>
              </a:rPr>
              <a:t>The surveys gate the timeline.  </a:t>
            </a:r>
            <a:r>
              <a:rPr lang="en-US" sz="1100" dirty="0">
                <a:solidFill>
                  <a:srgbClr val="1A1A1A"/>
                </a:solidFill>
                <a:latin typeface="Arial" pitchFamily="34" charset="0"/>
                <a:ea typeface="Arial" pitchFamily="34" charset="-122"/>
                <a:cs typeface="Arial" pitchFamily="34" charset="-120"/>
              </a:rPr>
              <a:t>AIQ, OMI and the developer survey need respondent lists confirmed in week 0; AIQ's standard cycle runs four weeks, so survey results land mid-engagement. Everything downstream moves if lists slip.</a:t>
            </a:r>
            <a:endParaRPr lang="en-US" sz="1100" dirty="0"/>
          </a:p>
        </p:txBody>
      </p:sp>
      <p:sp>
        <p:nvSpPr>
          <p:cNvPr id="47" name="2. Slide Title">
            <a:extLst>
              <a:ext uri="{FF2B5EF4-FFF2-40B4-BE49-F238E27FC236}">
                <a16:creationId xmlns:a16="http://schemas.microsoft.com/office/drawing/2014/main" id="{BCBCC686-1076-EE65-5562-D4A13AC8B987}"/>
              </a:ext>
            </a:extLst>
          </p:cNvPr>
          <p:cNvSpPr>
            <a:spLocks noGrp="1"/>
          </p:cNvSpPr>
          <p:nvPr>
            <p:ph type="title"/>
            <p:custDataLst>
              <p:tags r:id="rId2"/>
            </p:custDataLst>
          </p:nvPr>
        </p:nvSpPr>
        <p:spPr>
          <a:xfrm>
            <a:off x="554736" y="249699"/>
            <a:ext cx="11082528" cy="357790"/>
          </a:xfrm>
        </p:spPr>
        <p:txBody>
          <a:bodyPr vert="horz">
            <a:spAutoFit/>
          </a:bodyPr>
          <a:lstStyle/>
          <a:p>
            <a:r>
              <a:rPr lang="en-US" dirty="0"/>
              <a:t>How it comes together over eight weeks</a:t>
            </a:r>
          </a:p>
        </p:txBody>
      </p:sp>
      <p:sp>
        <p:nvSpPr>
          <p:cNvPr id="49" name="1. On-page tracker">
            <a:extLst>
              <a:ext uri="{FF2B5EF4-FFF2-40B4-BE49-F238E27FC236}">
                <a16:creationId xmlns:a16="http://schemas.microsoft.com/office/drawing/2014/main" id="{45EAE4A1-E684-3551-F417-D10B593E1A0A}"/>
              </a:ext>
            </a:extLst>
          </p:cNvPr>
          <p:cNvSpPr>
            <a:spLocks noGrp="1"/>
          </p:cNvSpPr>
          <p:nvPr>
            <p:ph type="body" sz="quarter" idx="17"/>
            <p:custDataLst>
              <p:tags r:id="rId3"/>
            </p:custDataLst>
          </p:nvPr>
        </p:nvSpPr>
        <p:spPr/>
        <p:txBody>
          <a:bodyPr/>
          <a:lstStyle/>
          <a:p>
            <a:endParaRPr lang="en-US"/>
          </a:p>
        </p:txBody>
      </p:sp>
    </p:spTree>
    <p:extLst>
      <p:ext uri="{BB962C8B-B14F-4D97-AF65-F5344CB8AC3E}">
        <p14:creationId xmlns:p14="http://schemas.microsoft.com/office/powerpoint/2010/main" val="20686541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1"/>
          <p:cNvSpPr/>
          <p:nvPr/>
        </p:nvSpPr>
        <p:spPr>
          <a:xfrm>
            <a:off x="548640" y="283464"/>
            <a:ext cx="7315200" cy="603504"/>
          </a:xfrm>
          <a:prstGeom prst="rect">
            <a:avLst/>
          </a:prstGeom>
          <a:noFill/>
          <a:ln/>
        </p:spPr>
        <p:txBody>
          <a:bodyPr wrap="square" rtlCol="0" anchor="ctr"/>
          <a:lstStyle/>
          <a:p>
            <a:pPr marL="0" indent="0">
              <a:buNone/>
            </a:pPr>
            <a:r>
              <a:rPr lang="en-US" sz="3000" b="1" dirty="0">
                <a:solidFill>
                  <a:schemeClr val="accent3"/>
                </a:solidFill>
                <a:latin typeface="Cambria" pitchFamily="34" charset="0"/>
                <a:ea typeface="Cambria" pitchFamily="34" charset="-122"/>
                <a:cs typeface="Cambria" pitchFamily="34" charset="-120"/>
              </a:rPr>
              <a:t>Next steps</a:t>
            </a:r>
            <a:endParaRPr lang="en-US" sz="3000" dirty="0">
              <a:solidFill>
                <a:schemeClr val="accent3"/>
              </a:solidFill>
            </a:endParaRPr>
          </a:p>
        </p:txBody>
      </p:sp>
      <p:sp>
        <p:nvSpPr>
          <p:cNvPr id="4" name="Shape 2"/>
          <p:cNvSpPr/>
          <p:nvPr/>
        </p:nvSpPr>
        <p:spPr>
          <a:xfrm>
            <a:off x="548640" y="1581912"/>
            <a:ext cx="274320" cy="274320"/>
          </a:xfrm>
          <a:prstGeom prst="ellipse">
            <a:avLst/>
          </a:prstGeom>
          <a:solidFill>
            <a:srgbClr val="2251FF"/>
          </a:solidFill>
          <a:ln/>
        </p:spPr>
        <p:txBody>
          <a:bodyPr/>
          <a:lstStyle/>
          <a:p>
            <a:endParaRPr lang="en-US"/>
          </a:p>
        </p:txBody>
      </p:sp>
      <p:sp>
        <p:nvSpPr>
          <p:cNvPr id="5" name="Text 3"/>
          <p:cNvSpPr/>
          <p:nvPr/>
        </p:nvSpPr>
        <p:spPr>
          <a:xfrm>
            <a:off x="548640" y="1581912"/>
            <a:ext cx="274320" cy="2743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6" name="Text 4"/>
          <p:cNvSpPr/>
          <p:nvPr/>
        </p:nvSpPr>
        <p:spPr>
          <a:xfrm>
            <a:off x="969264" y="1517904"/>
            <a:ext cx="3200400" cy="402336"/>
          </a:xfrm>
          <a:prstGeom prst="rect">
            <a:avLst/>
          </a:prstGeom>
          <a:noFill/>
          <a:ln/>
        </p:spPr>
        <p:txBody>
          <a:bodyPr wrap="square" lIns="0" tIns="0" rIns="0" bIns="0" rtlCol="0" anchor="ctr"/>
          <a:lstStyle/>
          <a:p>
            <a:pPr marL="0" indent="0">
              <a:buNone/>
            </a:pPr>
            <a:r>
              <a:rPr lang="en-US" sz="1600" b="1" dirty="0">
                <a:latin typeface="Arial" pitchFamily="34" charset="0"/>
                <a:ea typeface="Arial" pitchFamily="34" charset="-122"/>
                <a:cs typeface="Arial" pitchFamily="34" charset="-120"/>
              </a:rPr>
              <a:t>Name a single data owner</a:t>
            </a:r>
            <a:endParaRPr lang="en-US" sz="1600" dirty="0"/>
          </a:p>
        </p:txBody>
      </p:sp>
      <p:sp>
        <p:nvSpPr>
          <p:cNvPr id="7" name="Text 5"/>
          <p:cNvSpPr/>
          <p:nvPr/>
        </p:nvSpPr>
        <p:spPr>
          <a:xfrm>
            <a:off x="4251960" y="1517904"/>
            <a:ext cx="4343400" cy="402336"/>
          </a:xfrm>
          <a:prstGeom prst="rect">
            <a:avLst/>
          </a:prstGeom>
          <a:noFill/>
          <a:ln/>
        </p:spPr>
        <p:txBody>
          <a:bodyPr wrap="square" lIns="0" tIns="0" rIns="0" bIns="0" rtlCol="0" anchor="ctr"/>
          <a:lstStyle/>
          <a:p>
            <a:pPr marL="0" indent="0">
              <a:buNone/>
            </a:pPr>
            <a:r>
              <a:rPr lang="en-US" sz="1200" dirty="0">
                <a:solidFill>
                  <a:schemeClr val="accent3"/>
                </a:solidFill>
                <a:latin typeface="Arial" pitchFamily="34" charset="0"/>
                <a:ea typeface="Arial" pitchFamily="34" charset="-122"/>
                <a:cs typeface="Arial" pitchFamily="34" charset="-120"/>
              </a:rPr>
              <a:t>One person accountable for the consolidated data request, with authority across finance, HR and the PMO</a:t>
            </a:r>
            <a:endParaRPr lang="en-US" sz="1200" dirty="0">
              <a:solidFill>
                <a:schemeClr val="accent3"/>
              </a:solidFill>
            </a:endParaRPr>
          </a:p>
        </p:txBody>
      </p:sp>
      <p:sp>
        <p:nvSpPr>
          <p:cNvPr id="8" name="Shape 6"/>
          <p:cNvSpPr/>
          <p:nvPr/>
        </p:nvSpPr>
        <p:spPr>
          <a:xfrm>
            <a:off x="548640" y="2514600"/>
            <a:ext cx="274320" cy="274320"/>
          </a:xfrm>
          <a:prstGeom prst="ellipse">
            <a:avLst/>
          </a:prstGeom>
          <a:solidFill>
            <a:srgbClr val="2251FF"/>
          </a:solidFill>
          <a:ln/>
        </p:spPr>
        <p:txBody>
          <a:bodyPr/>
          <a:lstStyle/>
          <a:p>
            <a:endParaRPr lang="en-US"/>
          </a:p>
        </p:txBody>
      </p:sp>
      <p:sp>
        <p:nvSpPr>
          <p:cNvPr id="9" name="Text 7"/>
          <p:cNvSpPr/>
          <p:nvPr/>
        </p:nvSpPr>
        <p:spPr>
          <a:xfrm>
            <a:off x="548640" y="2514600"/>
            <a:ext cx="274320" cy="2743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0" name="Text 8"/>
          <p:cNvSpPr/>
          <p:nvPr/>
        </p:nvSpPr>
        <p:spPr>
          <a:xfrm>
            <a:off x="969264" y="2450592"/>
            <a:ext cx="3200400" cy="402336"/>
          </a:xfrm>
          <a:prstGeom prst="rect">
            <a:avLst/>
          </a:prstGeom>
          <a:noFill/>
          <a:ln/>
        </p:spPr>
        <p:txBody>
          <a:bodyPr wrap="square" lIns="0" tIns="0" rIns="0" bIns="0" rtlCol="0" anchor="ctr"/>
          <a:lstStyle/>
          <a:p>
            <a:pPr marL="0" indent="0">
              <a:buNone/>
            </a:pPr>
            <a:r>
              <a:rPr lang="en-US" sz="1600" b="1" dirty="0">
                <a:latin typeface="Arial" pitchFamily="34" charset="0"/>
                <a:ea typeface="Arial" pitchFamily="34" charset="-122"/>
                <a:cs typeface="Arial" pitchFamily="34" charset="-120"/>
              </a:rPr>
              <a:t>Confirm the survey lists</a:t>
            </a:r>
            <a:endParaRPr lang="en-US" sz="1600" dirty="0"/>
          </a:p>
        </p:txBody>
      </p:sp>
      <p:sp>
        <p:nvSpPr>
          <p:cNvPr id="11" name="Text 9"/>
          <p:cNvSpPr/>
          <p:nvPr/>
        </p:nvSpPr>
        <p:spPr>
          <a:xfrm>
            <a:off x="4251960" y="2450592"/>
            <a:ext cx="4343400" cy="402336"/>
          </a:xfrm>
          <a:prstGeom prst="rect">
            <a:avLst/>
          </a:prstGeom>
          <a:noFill/>
          <a:ln/>
        </p:spPr>
        <p:txBody>
          <a:bodyPr wrap="square" lIns="0" tIns="0" rIns="0" bIns="0" rtlCol="0" anchor="ctr"/>
          <a:lstStyle/>
          <a:p>
            <a:pPr marL="0" indent="0">
              <a:buNone/>
            </a:pPr>
            <a:r>
              <a:rPr lang="en-US" sz="1200" dirty="0">
                <a:solidFill>
                  <a:schemeClr val="accent3"/>
                </a:solidFill>
                <a:latin typeface="Arial" pitchFamily="34" charset="0"/>
                <a:ea typeface="Arial" pitchFamily="34" charset="-122"/>
                <a:cs typeface="Arial" pitchFamily="34" charset="-120"/>
              </a:rPr>
              <a:t>Product and engineering leaders at Director level and above, minimum ten responses per survey</a:t>
            </a:r>
            <a:endParaRPr lang="en-US" sz="1200" dirty="0">
              <a:solidFill>
                <a:schemeClr val="accent3"/>
              </a:solidFill>
            </a:endParaRPr>
          </a:p>
        </p:txBody>
      </p:sp>
      <p:sp>
        <p:nvSpPr>
          <p:cNvPr id="12" name="Shape 10"/>
          <p:cNvSpPr/>
          <p:nvPr/>
        </p:nvSpPr>
        <p:spPr>
          <a:xfrm>
            <a:off x="548640" y="3447288"/>
            <a:ext cx="274320" cy="274320"/>
          </a:xfrm>
          <a:prstGeom prst="ellipse">
            <a:avLst/>
          </a:prstGeom>
          <a:solidFill>
            <a:srgbClr val="2251FF"/>
          </a:solidFill>
          <a:ln/>
        </p:spPr>
        <p:txBody>
          <a:bodyPr/>
          <a:lstStyle/>
          <a:p>
            <a:endParaRPr lang="en-US"/>
          </a:p>
        </p:txBody>
      </p:sp>
      <p:sp>
        <p:nvSpPr>
          <p:cNvPr id="13" name="Text 11"/>
          <p:cNvSpPr/>
          <p:nvPr/>
        </p:nvSpPr>
        <p:spPr>
          <a:xfrm>
            <a:off x="548640" y="3447288"/>
            <a:ext cx="274320" cy="2743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4" name="Text 12"/>
          <p:cNvSpPr/>
          <p:nvPr/>
        </p:nvSpPr>
        <p:spPr>
          <a:xfrm>
            <a:off x="969264" y="3383280"/>
            <a:ext cx="3200400" cy="402336"/>
          </a:xfrm>
          <a:prstGeom prst="rect">
            <a:avLst/>
          </a:prstGeom>
          <a:noFill/>
          <a:ln/>
        </p:spPr>
        <p:txBody>
          <a:bodyPr wrap="square" lIns="0" tIns="0" rIns="0" bIns="0" rtlCol="0" anchor="ctr"/>
          <a:lstStyle/>
          <a:p>
            <a:pPr marL="0" indent="0">
              <a:buNone/>
            </a:pPr>
            <a:r>
              <a:rPr lang="en-US" sz="1600" b="1" dirty="0">
                <a:latin typeface="Arial" pitchFamily="34" charset="0"/>
                <a:ea typeface="Arial" pitchFamily="34" charset="-122"/>
                <a:cs typeface="Arial" pitchFamily="34" charset="-120"/>
              </a:rPr>
              <a:t>Approve leadership access</a:t>
            </a:r>
            <a:endParaRPr lang="en-US" sz="1600" dirty="0"/>
          </a:p>
        </p:txBody>
      </p:sp>
      <p:sp>
        <p:nvSpPr>
          <p:cNvPr id="15" name="Text 13"/>
          <p:cNvSpPr/>
          <p:nvPr/>
        </p:nvSpPr>
        <p:spPr>
          <a:xfrm>
            <a:off x="4251960" y="3383280"/>
            <a:ext cx="4343400" cy="402336"/>
          </a:xfrm>
          <a:prstGeom prst="rect">
            <a:avLst/>
          </a:prstGeom>
          <a:noFill/>
          <a:ln/>
        </p:spPr>
        <p:txBody>
          <a:bodyPr wrap="square" lIns="0" tIns="0" rIns="0" bIns="0" rtlCol="0" anchor="ctr"/>
          <a:lstStyle/>
          <a:p>
            <a:pPr marL="0" indent="0">
              <a:buNone/>
            </a:pPr>
            <a:r>
              <a:rPr lang="en-US" sz="1200" dirty="0">
                <a:solidFill>
                  <a:schemeClr val="accent3"/>
                </a:solidFill>
                <a:latin typeface="Arial" pitchFamily="34" charset="0"/>
                <a:ea typeface="Arial" pitchFamily="34" charset="-122"/>
                <a:cs typeface="Arial" pitchFamily="34" charset="-120"/>
              </a:rPr>
              <a:t>Five to ten interviews to pressure test the opportunities we size</a:t>
            </a:r>
            <a:endParaRPr lang="en-US" sz="1200" dirty="0">
              <a:solidFill>
                <a:schemeClr val="accent3"/>
              </a:solidFill>
            </a:endParaRPr>
          </a:p>
        </p:txBody>
      </p:sp>
      <p:sp>
        <p:nvSpPr>
          <p:cNvPr id="16" name="Shape 14"/>
          <p:cNvSpPr/>
          <p:nvPr/>
        </p:nvSpPr>
        <p:spPr>
          <a:xfrm>
            <a:off x="548640" y="4379976"/>
            <a:ext cx="274320" cy="274320"/>
          </a:xfrm>
          <a:prstGeom prst="ellipse">
            <a:avLst/>
          </a:prstGeom>
          <a:solidFill>
            <a:srgbClr val="2251FF"/>
          </a:solidFill>
          <a:ln/>
        </p:spPr>
        <p:txBody>
          <a:bodyPr/>
          <a:lstStyle/>
          <a:p>
            <a:endParaRPr lang="en-US"/>
          </a:p>
        </p:txBody>
      </p:sp>
      <p:sp>
        <p:nvSpPr>
          <p:cNvPr id="17" name="Text 15"/>
          <p:cNvSpPr/>
          <p:nvPr/>
        </p:nvSpPr>
        <p:spPr>
          <a:xfrm>
            <a:off x="548640" y="4379976"/>
            <a:ext cx="274320" cy="2743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18" name="Text 16"/>
          <p:cNvSpPr/>
          <p:nvPr/>
        </p:nvSpPr>
        <p:spPr>
          <a:xfrm>
            <a:off x="969264" y="4315968"/>
            <a:ext cx="3200400" cy="402336"/>
          </a:xfrm>
          <a:prstGeom prst="rect">
            <a:avLst/>
          </a:prstGeom>
          <a:noFill/>
          <a:ln/>
        </p:spPr>
        <p:txBody>
          <a:bodyPr wrap="square" lIns="0" tIns="0" rIns="0" bIns="0" rtlCol="0" anchor="ctr"/>
          <a:lstStyle/>
          <a:p>
            <a:pPr marL="0" indent="0">
              <a:buNone/>
            </a:pPr>
            <a:r>
              <a:rPr lang="en-US" sz="1600" b="1" dirty="0">
                <a:latin typeface="Arial" pitchFamily="34" charset="0"/>
                <a:ea typeface="Arial" pitchFamily="34" charset="-122"/>
                <a:cs typeface="Arial" pitchFamily="34" charset="-120"/>
              </a:rPr>
              <a:t>Set the decision forum</a:t>
            </a:r>
            <a:endParaRPr lang="en-US" sz="1600" dirty="0"/>
          </a:p>
        </p:txBody>
      </p:sp>
      <p:sp>
        <p:nvSpPr>
          <p:cNvPr id="19" name="Text 17"/>
          <p:cNvSpPr/>
          <p:nvPr/>
        </p:nvSpPr>
        <p:spPr>
          <a:xfrm>
            <a:off x="4251960" y="4315968"/>
            <a:ext cx="4343400" cy="402336"/>
          </a:xfrm>
          <a:prstGeom prst="rect">
            <a:avLst/>
          </a:prstGeom>
          <a:noFill/>
          <a:ln/>
        </p:spPr>
        <p:txBody>
          <a:bodyPr wrap="square" lIns="0" tIns="0" rIns="0" bIns="0" rtlCol="0" anchor="ctr"/>
          <a:lstStyle/>
          <a:p>
            <a:pPr marL="0" indent="0">
              <a:buNone/>
            </a:pPr>
            <a:r>
              <a:rPr lang="en-US" sz="1200" dirty="0">
                <a:solidFill>
                  <a:schemeClr val="accent3"/>
                </a:solidFill>
                <a:latin typeface="Arial" pitchFamily="34" charset="0"/>
                <a:ea typeface="Arial" pitchFamily="34" charset="-122"/>
                <a:cs typeface="Arial" pitchFamily="34" charset="-120"/>
              </a:rPr>
              <a:t>A steering cadence with the authority to stop projects, not only review them</a:t>
            </a:r>
            <a:endParaRPr lang="en-US" sz="1200" dirty="0">
              <a:solidFill>
                <a:schemeClr val="accent3"/>
              </a:solidFill>
            </a:endParaRPr>
          </a:p>
        </p:txBody>
      </p:sp>
      <p:sp>
        <p:nvSpPr>
          <p:cNvPr id="20" name="Shape 18"/>
          <p:cNvSpPr/>
          <p:nvPr/>
        </p:nvSpPr>
        <p:spPr>
          <a:xfrm>
            <a:off x="548640" y="5312664"/>
            <a:ext cx="274320" cy="274320"/>
          </a:xfrm>
          <a:prstGeom prst="ellipse">
            <a:avLst/>
          </a:prstGeom>
          <a:solidFill>
            <a:srgbClr val="2251FF"/>
          </a:solidFill>
          <a:ln/>
        </p:spPr>
        <p:txBody>
          <a:bodyPr/>
          <a:lstStyle/>
          <a:p>
            <a:endParaRPr lang="en-US"/>
          </a:p>
        </p:txBody>
      </p:sp>
      <p:sp>
        <p:nvSpPr>
          <p:cNvPr id="21" name="Text 19"/>
          <p:cNvSpPr/>
          <p:nvPr/>
        </p:nvSpPr>
        <p:spPr>
          <a:xfrm>
            <a:off x="548640" y="5312664"/>
            <a:ext cx="274320" cy="2743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2" name="Text 20"/>
          <p:cNvSpPr/>
          <p:nvPr/>
        </p:nvSpPr>
        <p:spPr>
          <a:xfrm>
            <a:off x="969264" y="5248656"/>
            <a:ext cx="3200400" cy="402336"/>
          </a:xfrm>
          <a:prstGeom prst="rect">
            <a:avLst/>
          </a:prstGeom>
          <a:noFill/>
          <a:ln/>
        </p:spPr>
        <p:txBody>
          <a:bodyPr wrap="square" lIns="0" tIns="0" rIns="0" bIns="0" rtlCol="0" anchor="ctr"/>
          <a:lstStyle/>
          <a:p>
            <a:pPr marL="0" indent="0">
              <a:buNone/>
            </a:pPr>
            <a:r>
              <a:rPr lang="en-US" sz="1600" b="1" dirty="0">
                <a:latin typeface="Arial" pitchFamily="34" charset="0"/>
                <a:ea typeface="Arial" pitchFamily="34" charset="-122"/>
                <a:cs typeface="Arial" pitchFamily="34" charset="-120"/>
              </a:rPr>
              <a:t>Choose the deep-dive areas</a:t>
            </a:r>
            <a:endParaRPr lang="en-US" sz="1600" dirty="0"/>
          </a:p>
        </p:txBody>
      </p:sp>
      <p:sp>
        <p:nvSpPr>
          <p:cNvPr id="23" name="Text 21"/>
          <p:cNvSpPr/>
          <p:nvPr/>
        </p:nvSpPr>
        <p:spPr>
          <a:xfrm>
            <a:off x="4251960" y="5248656"/>
            <a:ext cx="4343400" cy="402336"/>
          </a:xfrm>
          <a:prstGeom prst="rect">
            <a:avLst/>
          </a:prstGeom>
          <a:noFill/>
          <a:ln/>
        </p:spPr>
        <p:txBody>
          <a:bodyPr wrap="square" lIns="0" tIns="0" rIns="0" bIns="0" rtlCol="0" anchor="ctr"/>
          <a:lstStyle/>
          <a:p>
            <a:pPr marL="0" indent="0">
              <a:buNone/>
            </a:pPr>
            <a:r>
              <a:rPr lang="en-US" sz="1200" dirty="0">
                <a:solidFill>
                  <a:schemeClr val="accent3"/>
                </a:solidFill>
                <a:latin typeface="Arial" pitchFamily="34" charset="0"/>
                <a:ea typeface="Arial" pitchFamily="34" charset="-122"/>
                <a:cs typeface="Arial" pitchFamily="34" charset="-120"/>
              </a:rPr>
              <a:t>Two areas to go deeper on, so effort concentrates where the spend sits</a:t>
            </a:r>
            <a:endParaRPr lang="en-US" sz="1200" dirty="0">
              <a:solidFill>
                <a:schemeClr val="accent3"/>
              </a:solidFill>
            </a:endParaRPr>
          </a:p>
        </p:txBody>
      </p:sp>
      <p:sp>
        <p:nvSpPr>
          <p:cNvPr id="24" name="Shape 22"/>
          <p:cNvSpPr/>
          <p:nvPr/>
        </p:nvSpPr>
        <p:spPr>
          <a:xfrm>
            <a:off x="8686800" y="1517904"/>
            <a:ext cx="2953512" cy="2852928"/>
          </a:xfrm>
          <a:prstGeom prst="roundRect">
            <a:avLst>
              <a:gd name="adj" fmla="val 1603"/>
            </a:avLst>
          </a:prstGeom>
          <a:solidFill>
            <a:schemeClr val="accent3"/>
          </a:solidFill>
          <a:ln w="12700">
            <a:solidFill>
              <a:srgbClr val="1B4257"/>
            </a:solidFill>
            <a:prstDash val="solid"/>
          </a:ln>
        </p:spPr>
        <p:txBody>
          <a:bodyPr/>
          <a:lstStyle/>
          <a:p>
            <a:endParaRPr lang="en-US"/>
          </a:p>
        </p:txBody>
      </p:sp>
      <p:sp>
        <p:nvSpPr>
          <p:cNvPr id="25" name="Text 23"/>
          <p:cNvSpPr/>
          <p:nvPr/>
        </p:nvSpPr>
        <p:spPr>
          <a:xfrm>
            <a:off x="8924544" y="1719072"/>
            <a:ext cx="2514600" cy="310896"/>
          </a:xfrm>
          <a:prstGeom prst="rect">
            <a:avLst/>
          </a:prstGeom>
          <a:noFill/>
          <a:ln/>
        </p:spPr>
        <p:txBody>
          <a:bodyPr wrap="square" lIns="0" tIns="0" rIns="0" bIns="0" rtlCol="0" anchor="ctr"/>
          <a:lstStyle/>
          <a:p>
            <a:pPr marL="0" indent="0">
              <a:buNone/>
            </a:pPr>
            <a:r>
              <a:rPr lang="en-US" sz="1400" b="1" dirty="0">
                <a:solidFill>
                  <a:schemeClr val="bg1"/>
                </a:solidFill>
                <a:latin typeface="Cambria" pitchFamily="34" charset="0"/>
                <a:ea typeface="Cambria" pitchFamily="34" charset="-122"/>
                <a:cs typeface="Cambria" pitchFamily="34" charset="-120"/>
              </a:rPr>
              <a:t>For Discussion</a:t>
            </a:r>
            <a:endParaRPr lang="en-US" sz="1400" dirty="0">
              <a:solidFill>
                <a:schemeClr val="bg1"/>
              </a:solidFill>
            </a:endParaRPr>
          </a:p>
        </p:txBody>
      </p:sp>
      <p:sp>
        <p:nvSpPr>
          <p:cNvPr id="26" name="Text 24"/>
          <p:cNvSpPr/>
          <p:nvPr/>
        </p:nvSpPr>
        <p:spPr>
          <a:xfrm>
            <a:off x="8924544" y="2139696"/>
            <a:ext cx="2514600" cy="2103120"/>
          </a:xfrm>
          <a:prstGeom prst="rect">
            <a:avLst/>
          </a:prstGeom>
          <a:noFill/>
          <a:ln/>
        </p:spPr>
        <p:txBody>
          <a:bodyPr wrap="square" lIns="0" tIns="0" rIns="0" bIns="0" rtlCol="0" anchor="t"/>
          <a:lstStyle/>
          <a:p>
            <a:pPr marL="139700" indent="-139700">
              <a:spcAft>
                <a:spcPts val="1000"/>
              </a:spcAft>
              <a:buSzPct val="100000"/>
              <a:buChar char="•"/>
            </a:pPr>
            <a:r>
              <a:rPr lang="en-US" sz="1200" dirty="0">
                <a:solidFill>
                  <a:schemeClr val="bg1"/>
                </a:solidFill>
                <a:latin typeface="Arial" pitchFamily="34" charset="0"/>
                <a:ea typeface="Arial" pitchFamily="34" charset="-122"/>
                <a:cs typeface="Arial" pitchFamily="34" charset="-120"/>
              </a:rPr>
              <a:t>Scope: the whole technology estate, or the largest towers first</a:t>
            </a:r>
            <a:endParaRPr lang="en-US" sz="1200" dirty="0">
              <a:solidFill>
                <a:schemeClr val="bg1"/>
              </a:solidFill>
            </a:endParaRPr>
          </a:p>
          <a:p>
            <a:pPr marL="139700" indent="-139700">
              <a:spcAft>
                <a:spcPts val="1000"/>
              </a:spcAft>
              <a:buSzPct val="100000"/>
              <a:buChar char="•"/>
            </a:pPr>
            <a:r>
              <a:rPr lang="en-US" sz="1200" dirty="0">
                <a:solidFill>
                  <a:schemeClr val="bg1"/>
                </a:solidFill>
                <a:latin typeface="Arial" pitchFamily="34" charset="0"/>
                <a:ea typeface="Arial" pitchFamily="34" charset="-122"/>
                <a:cs typeface="Arial" pitchFamily="34" charset="-120"/>
              </a:rPr>
              <a:t>Whether shadow IT outside the CIO budget is in scope</a:t>
            </a:r>
            <a:endParaRPr lang="en-US" sz="1200" dirty="0">
              <a:solidFill>
                <a:schemeClr val="bg1"/>
              </a:solidFill>
            </a:endParaRPr>
          </a:p>
          <a:p>
            <a:pPr marL="139700" indent="-139700">
              <a:spcAft>
                <a:spcPts val="1000"/>
              </a:spcAft>
              <a:buSzPct val="100000"/>
              <a:buChar char="•"/>
            </a:pPr>
            <a:r>
              <a:rPr lang="en-US" sz="1200" dirty="0">
                <a:solidFill>
                  <a:schemeClr val="bg1"/>
                </a:solidFill>
                <a:latin typeface="Arial" pitchFamily="34" charset="0"/>
                <a:ea typeface="Arial" pitchFamily="34" charset="-122"/>
                <a:cs typeface="Arial" pitchFamily="34" charset="-120"/>
              </a:rPr>
              <a:t>Appetite for an AI reimagination workstream in parallel</a:t>
            </a:r>
            <a:endParaRPr lang="en-US" sz="1200" dirty="0">
              <a:solidFill>
                <a:schemeClr val="bg1"/>
              </a:solidFill>
            </a:endParaRPr>
          </a:p>
          <a:p>
            <a:pPr marL="139700" indent="-139700">
              <a:spcAft>
                <a:spcPts val="1000"/>
              </a:spcAft>
              <a:buSzPct val="100000"/>
              <a:buChar char="•"/>
            </a:pPr>
            <a:r>
              <a:rPr lang="en-US" sz="1200" dirty="0">
                <a:solidFill>
                  <a:schemeClr val="bg1"/>
                </a:solidFill>
                <a:latin typeface="Arial" pitchFamily="34" charset="0"/>
                <a:ea typeface="Arial" pitchFamily="34" charset="-122"/>
                <a:cs typeface="Arial" pitchFamily="34" charset="-120"/>
              </a:rPr>
              <a:t>Which prior diagnostics to build on rather than repeat</a:t>
            </a:r>
            <a:endParaRPr lang="en-US" sz="1200" dirty="0">
              <a:solidFill>
                <a:schemeClr val="bg1"/>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c90ee1e1-c015-415f-8aa1-dd21303cc84c"/>
  <p:tag name="NEWVI" val="true"/>
  <p:tag name="TEMPLATELASTEDITTED" val="2019-02-25 12:05 PM"/>
  <p:tag name="TEMPLATECREATED" val="2019-02-27 01:18 PM"/>
  <p:tag name="TEMPLATEVERSION" val="3"/>
  <p:tag name="BLUEONEFOURTHTITLEFONTCOLORFIXED" val="true"/>
  <p:tag name="DARKLAYOUTNAMESCHANGEDTOCONTRAST" val="true"/>
  <p:tag name="THINKCELLPRESENTATIONDONOTDELETE" val="&lt;?xml version=&quot;1.0&quot; encoding=&quot;UTF-16&quot; standalone=&quot;yes&quot;?&gt;&lt;root reqver=&quot;25060&quot;&gt;&lt;version val=&quot;2814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1-%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THINKCELLUNDODONOTDELETE" val="0"/>
  <p:tag name="TEMPLATELASTEDITED" val="2024-05-30 01:34 PM"/>
  <p:tag name="LINKEDPICTURESLINKREMOVED" val="Tru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Ub1LmWUTH66PHUHOGMc5A"/>
</p:tagLst>
</file>

<file path=ppt/tags/tag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5.xml><?xml version="1.0" encoding="utf-8"?>
<p:tagLst xmlns:a="http://schemas.openxmlformats.org/drawingml/2006/main" xmlns:r="http://schemas.openxmlformats.org/officeDocument/2006/relationships" xmlns:p="http://schemas.openxmlformats.org/presentationml/2006/main">
  <p:tag name="SHAPENAME" val="4. Footnote"/>
</p:tagLst>
</file>

<file path=ppt/tags/tag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xml><?xml version="1.0" encoding="utf-8"?>
<p:tagLst xmlns:a="http://schemas.openxmlformats.org/drawingml/2006/main" xmlns:r="http://schemas.openxmlformats.org/officeDocument/2006/relationships" xmlns:p="http://schemas.openxmlformats.org/presentationml/2006/main">
  <p:tag name="SHAPENAME" val="Grid"/>
</p:tagLst>
</file>

<file path=ppt/tags/tag8.xml><?xml version="1.0" encoding="utf-8"?>
<p:tagLst xmlns:a="http://schemas.openxmlformats.org/drawingml/2006/main" xmlns:r="http://schemas.openxmlformats.org/officeDocument/2006/relationships" xmlns:p="http://schemas.openxmlformats.org/presentationml/2006/main">
  <p:tag name="NAME" val="Moon"/>
</p:tagLst>
</file>

<file path=ppt/tags/tag9.xml><?xml version="1.0" encoding="utf-8"?>
<p:tagLst xmlns:a="http://schemas.openxmlformats.org/drawingml/2006/main" xmlns:r="http://schemas.openxmlformats.org/officeDocument/2006/relationships" xmlns:p="http://schemas.openxmlformats.org/presentationml/2006/main">
  <p:tag name="NAME" val="Moon"/>
</p:tagLst>
</file>

<file path=ppt/tags/tag10.xml><?xml version="1.0" encoding="utf-8"?>
<p:tagLst xmlns:a="http://schemas.openxmlformats.org/drawingml/2006/main" xmlns:r="http://schemas.openxmlformats.org/officeDocument/2006/relationships" xmlns:p="http://schemas.openxmlformats.org/presentationml/2006/main">
  <p:tag name="NAME" val="Moon"/>
</p:tagLst>
</file>

<file path=ppt/tags/tag11.xml><?xml version="1.0" encoding="utf-8"?>
<p:tagLst xmlns:a="http://schemas.openxmlformats.org/drawingml/2006/main" xmlns:r="http://schemas.openxmlformats.org/officeDocument/2006/relationships" xmlns:p="http://schemas.openxmlformats.org/presentationml/2006/main">
  <p:tag name="NAME" val="Moon"/>
</p:tagLst>
</file>

<file path=ppt/tags/tag12.xml><?xml version="1.0" encoding="utf-8"?>
<p:tagLst xmlns:a="http://schemas.openxmlformats.org/drawingml/2006/main" xmlns:r="http://schemas.openxmlformats.org/officeDocument/2006/relationships" xmlns:p="http://schemas.openxmlformats.org/presentationml/2006/main">
  <p:tag name="NAME" val="Moon"/>
</p:tagLst>
</file>

<file path=ppt/tags/tag13.xml><?xml version="1.0" encoding="utf-8"?>
<p:tagLst xmlns:a="http://schemas.openxmlformats.org/drawingml/2006/main" xmlns:r="http://schemas.openxmlformats.org/officeDocument/2006/relationships" xmlns:p="http://schemas.openxmlformats.org/presentationml/2006/main">
  <p:tag name="ANGLE" val="5"/>
</p:tagLst>
</file>

<file path=ppt/tags/tag14.xml><?xml version="1.0" encoding="utf-8"?>
<p:tagLst xmlns:a="http://schemas.openxmlformats.org/drawingml/2006/main" xmlns:r="http://schemas.openxmlformats.org/officeDocument/2006/relationships" xmlns:p="http://schemas.openxmlformats.org/presentationml/2006/main">
  <p:tag name="ANGLE" val="5"/>
</p:tagLst>
</file>

<file path=ppt/tags/tag15.xml><?xml version="1.0" encoding="utf-8"?>
<p:tagLst xmlns:a="http://schemas.openxmlformats.org/drawingml/2006/main" xmlns:r="http://schemas.openxmlformats.org/officeDocument/2006/relationships" xmlns:p="http://schemas.openxmlformats.org/presentationml/2006/main">
  <p:tag name="ANGLE" val="4"/>
</p:tagLst>
</file>

<file path=ppt/tags/tag16.xml><?xml version="1.0" encoding="utf-8"?>
<p:tagLst xmlns:a="http://schemas.openxmlformats.org/drawingml/2006/main" xmlns:r="http://schemas.openxmlformats.org/officeDocument/2006/relationships" xmlns:p="http://schemas.openxmlformats.org/presentationml/2006/main">
  <p:tag name="ANGLE" val="4"/>
</p:tagLst>
</file>

<file path=ppt/tags/tag17.xml><?xml version="1.0" encoding="utf-8"?>
<p:tagLst xmlns:a="http://schemas.openxmlformats.org/drawingml/2006/main" xmlns:r="http://schemas.openxmlformats.org/officeDocument/2006/relationships" xmlns:p="http://schemas.openxmlformats.org/presentationml/2006/main">
  <p:tag name="ANGLE" val="3"/>
</p:tagLst>
</file>

<file path=ppt/tags/tag18.xml><?xml version="1.0" encoding="utf-8"?>
<p:tagLst xmlns:a="http://schemas.openxmlformats.org/drawingml/2006/main" xmlns:r="http://schemas.openxmlformats.org/officeDocument/2006/relationships" xmlns:p="http://schemas.openxmlformats.org/presentationml/2006/main">
  <p:tag name="ANGLE" val="3"/>
</p:tagLst>
</file>

<file path=ppt/tags/tag19.xml><?xml version="1.0" encoding="utf-8"?>
<p:tagLst xmlns:a="http://schemas.openxmlformats.org/drawingml/2006/main" xmlns:r="http://schemas.openxmlformats.org/officeDocument/2006/relationships" xmlns:p="http://schemas.openxmlformats.org/presentationml/2006/main">
  <p:tag name="ANGLE" val="2"/>
</p:tagLst>
</file>

<file path=ppt/tags/tag20.xml><?xml version="1.0" encoding="utf-8"?>
<p:tagLst xmlns:a="http://schemas.openxmlformats.org/drawingml/2006/main" xmlns:r="http://schemas.openxmlformats.org/officeDocument/2006/relationships" xmlns:p="http://schemas.openxmlformats.org/presentationml/2006/main">
  <p:tag name="ANGLE" val="2"/>
</p:tagLst>
</file>

<file path=ppt/tags/tag21.xml><?xml version="1.0" encoding="utf-8"?>
<p:tagLst xmlns:a="http://schemas.openxmlformats.org/drawingml/2006/main" xmlns:r="http://schemas.openxmlformats.org/officeDocument/2006/relationships" xmlns:p="http://schemas.openxmlformats.org/presentationml/2006/main">
  <p:tag name="ANGLE" val="1"/>
</p:tagLst>
</file>

<file path=ppt/tags/tag22.xml><?xml version="1.0" encoding="utf-8"?>
<p:tagLst xmlns:a="http://schemas.openxmlformats.org/drawingml/2006/main" xmlns:r="http://schemas.openxmlformats.org/officeDocument/2006/relationships" xmlns:p="http://schemas.openxmlformats.org/presentationml/2006/main">
  <p:tag name="ANGLE" val="1"/>
</p:tagLst>
</file>

<file path=ppt/tags/tag23.xml><?xml version="1.0" encoding="utf-8"?>
<p:tagLst xmlns:a="http://schemas.openxmlformats.org/drawingml/2006/main" xmlns:r="http://schemas.openxmlformats.org/officeDocument/2006/relationships" xmlns:p="http://schemas.openxmlformats.org/presentationml/2006/main">
  <p:tag name="BACKGROUNDCOLOR" val="med"/>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26.xml><?xml version="1.0" encoding="utf-8"?>
<p:tagLst xmlns:a="http://schemas.openxmlformats.org/drawingml/2006/main" xmlns:r="http://schemas.openxmlformats.org/officeDocument/2006/relationships" xmlns:p="http://schemas.openxmlformats.org/presentationml/2006/main">
  <p:tag name="NAME" val="_new_logoimage"/>
</p:tagLst>
</file>

<file path=ppt/tags/tag27.xml><?xml version="1.0" encoding="utf-8"?>
<p:tagLst xmlns:a="http://schemas.openxmlformats.org/drawingml/2006/main" xmlns:r="http://schemas.openxmlformats.org/officeDocument/2006/relationships" xmlns:p="http://schemas.openxmlformats.org/presentationml/2006/main">
  <p:tag name="SHAPENAME" val="ClientLogo"/>
</p:tagLst>
</file>

<file path=ppt/tags/tag28.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9.xml><?xml version="1.0" encoding="utf-8"?>
<p:tagLst xmlns:a="http://schemas.openxmlformats.org/drawingml/2006/main" xmlns:r="http://schemas.openxmlformats.org/officeDocument/2006/relationships" xmlns:p="http://schemas.openxmlformats.org/presentationml/2006/main">
  <p:tag name="SHAPENAME" val="Subtitle"/>
</p:tagLst>
</file>

<file path=ppt/tags/tag30.xml><?xml version="1.0" encoding="utf-8"?>
<p:tagLst xmlns:a="http://schemas.openxmlformats.org/drawingml/2006/main" xmlns:r="http://schemas.openxmlformats.org/officeDocument/2006/relationships" xmlns:p="http://schemas.openxmlformats.org/presentationml/2006/main">
  <p:tag name="SHAPENAME" val="Title"/>
</p:tagLst>
</file>

<file path=ppt/tags/tag31.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3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6.xml><?xml version="1.0" encoding="utf-8"?>
<p:tagLst xmlns:a="http://schemas.openxmlformats.org/drawingml/2006/main" xmlns:r="http://schemas.openxmlformats.org/officeDocument/2006/relationships" xmlns:p="http://schemas.openxmlformats.org/presentationml/2006/main">
  <p:tag name="SHAPENAME" val="5. Source"/>
</p:tagLst>
</file>

<file path=ppt/tags/tag3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8.xml><?xml version="1.0" encoding="utf-8"?>
<p:tagLst xmlns:a="http://schemas.openxmlformats.org/drawingml/2006/main" xmlns:r="http://schemas.openxmlformats.org/officeDocument/2006/relationships" xmlns:p="http://schemas.openxmlformats.org/presentationml/2006/main">
  <p:tag name="SHAPENAME" val="3. Subtitle"/>
</p:tagLst>
</file>

<file path=ppt/tags/tag3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1.xml><?xml version="1.0" encoding="utf-8"?>
<p:tagLst xmlns:a="http://schemas.openxmlformats.org/drawingml/2006/main" xmlns:r="http://schemas.openxmlformats.org/officeDocument/2006/relationships" xmlns:p="http://schemas.openxmlformats.org/presentationml/2006/main">
  <p:tag name="SHAPENAME" val="5. Source"/>
</p:tagLst>
</file>

<file path=ppt/tags/tag4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5.xml><?xml version="1.0" encoding="utf-8"?>
<p:tagLst xmlns:a="http://schemas.openxmlformats.org/drawingml/2006/main" xmlns:r="http://schemas.openxmlformats.org/officeDocument/2006/relationships" xmlns:p="http://schemas.openxmlformats.org/presentationml/2006/main">
  <p:tag name="SHAPENAME" val="5. Source"/>
</p:tagLst>
</file>

<file path=ppt/tags/tag4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unuZ.dr0dtPKYSWmGw_6Yg"/>
</p:tagLst>
</file>

<file path=ppt/tags/tag4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1.xml><?xml version="1.0" encoding="utf-8"?>
<p:tagLst xmlns:a="http://schemas.openxmlformats.org/drawingml/2006/main" xmlns:r="http://schemas.openxmlformats.org/officeDocument/2006/relationships" xmlns:p="http://schemas.openxmlformats.org/presentationml/2006/main">
  <p:tag name="SHAPENAME" val="5. Source"/>
</p:tagLst>
</file>

<file path=ppt/tags/tag5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rUQibaDMIQaIJXCExx3CSg"/>
</p:tagLst>
</file>

<file path=ppt/tags/tag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6.xml><?xml version="1.0" encoding="utf-8"?>
<p:tagLst xmlns:a="http://schemas.openxmlformats.org/drawingml/2006/main" xmlns:r="http://schemas.openxmlformats.org/officeDocument/2006/relationships" xmlns:p="http://schemas.openxmlformats.org/presentationml/2006/main">
  <p:tag name="SHAPENAME" val="3. Subtitle"/>
</p:tagLst>
</file>

<file path=ppt/tags/tag5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8.xml><?xml version="1.0" encoding="utf-8"?>
<p:tagLst xmlns:a="http://schemas.openxmlformats.org/drawingml/2006/main" xmlns:r="http://schemas.openxmlformats.org/officeDocument/2006/relationships" xmlns:p="http://schemas.openxmlformats.org/presentationml/2006/main">
  <p:tag name="SHAPENAME" val="5. Source"/>
</p:tagLst>
</file>

<file path=ppt/tags/tag5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2e.WNeMwRPaNOv4PeDFU5Q"/>
</p:tagLst>
</file>

<file path=ppt/tags/tag6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6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6.xml><?xml version="1.0" encoding="utf-8"?>
<p:tagLst xmlns:a="http://schemas.openxmlformats.org/drawingml/2006/main" xmlns:r="http://schemas.openxmlformats.org/officeDocument/2006/relationships" xmlns:p="http://schemas.openxmlformats.org/presentationml/2006/main">
  <p:tag name="SHAPENAME" val="3. Subtitle"/>
</p:tagLst>
</file>

<file path=ppt/tags/tag67.xml><?xml version="1.0" encoding="utf-8"?>
<p:tagLst xmlns:a="http://schemas.openxmlformats.org/drawingml/2006/main" xmlns:r="http://schemas.openxmlformats.org/officeDocument/2006/relationships" xmlns:p="http://schemas.openxmlformats.org/presentationml/2006/main">
  <p:tag name="SHAPENAME" val="5. Source"/>
</p:tagLst>
</file>

<file path=ppt/tags/tag6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vkXdkIixRi6Hs.rBsPur2w"/>
</p:tagLst>
</file>

<file path=ppt/tags/tag7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7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5.xml><?xml version="1.0" encoding="utf-8"?>
<p:tagLst xmlns:a="http://schemas.openxmlformats.org/drawingml/2006/main" xmlns:r="http://schemas.openxmlformats.org/officeDocument/2006/relationships" xmlns:p="http://schemas.openxmlformats.org/presentationml/2006/main">
  <p:tag name="SHAPENAME" val="3. Subtitle"/>
</p:tagLst>
</file>

<file path=ppt/tags/tag76.xml><?xml version="1.0" encoding="utf-8"?>
<p:tagLst xmlns:a="http://schemas.openxmlformats.org/drawingml/2006/main" xmlns:r="http://schemas.openxmlformats.org/officeDocument/2006/relationships" xmlns:p="http://schemas.openxmlformats.org/presentationml/2006/main">
  <p:tag name="SHAPENAME" val="5. Source"/>
</p:tagLst>
</file>

<file path=ppt/tags/tag7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8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8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3.xml><?xml version="1.0" encoding="utf-8"?>
<p:tagLst xmlns:a="http://schemas.openxmlformats.org/drawingml/2006/main" xmlns:r="http://schemas.openxmlformats.org/officeDocument/2006/relationships" xmlns:p="http://schemas.openxmlformats.org/presentationml/2006/main">
  <p:tag name="SHAPENAME" val="5. Source"/>
</p:tagLst>
</file>

<file path=ppt/tags/tag8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6.xml><?xml version="1.0" encoding="utf-8"?>
<p:tagLst xmlns:a="http://schemas.openxmlformats.org/drawingml/2006/main" xmlns:r="http://schemas.openxmlformats.org/officeDocument/2006/relationships" xmlns:p="http://schemas.openxmlformats.org/presentationml/2006/main">
  <p:tag name="SHAPENAME" val="3. Subtitl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2e4Ps3taQqK3C0NeBEvQLA"/>
</p:tagLst>
</file>

<file path=ppt/tags/tag8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9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2.xml><?xml version="1.0" encoding="utf-8"?>
<p:tagLst xmlns:a="http://schemas.openxmlformats.org/drawingml/2006/main" xmlns:r="http://schemas.openxmlformats.org/officeDocument/2006/relationships" xmlns:p="http://schemas.openxmlformats.org/presentationml/2006/main">
  <p:tag name="SHAPENAME" val="5. Source"/>
</p:tagLst>
</file>

<file path=ppt/tags/tag9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4.xml><?xml version="1.0" encoding="utf-8"?>
<p:tagLst xmlns:a="http://schemas.openxmlformats.org/drawingml/2006/main" xmlns:r="http://schemas.openxmlformats.org/officeDocument/2006/relationships" xmlns:p="http://schemas.openxmlformats.org/presentationml/2006/main">
  <p:tag name="SHAPENAME" val="3. Subtitle"/>
</p:tagLst>
</file>

<file path=ppt/tags/tag9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9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0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1.xml><?xml version="1.0" encoding="utf-8"?>
<p:tagLst xmlns:a="http://schemas.openxmlformats.org/drawingml/2006/main" xmlns:r="http://schemas.openxmlformats.org/officeDocument/2006/relationships" xmlns:p="http://schemas.openxmlformats.org/presentationml/2006/main">
  <p:tag name="SHAPENAME" val="5. Source"/>
</p:tagLst>
</file>

<file path=ppt/tags/tag10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4.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5.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0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8.xml><?xml version="1.0" encoding="utf-8"?>
<p:tagLst xmlns:a="http://schemas.openxmlformats.org/drawingml/2006/main" xmlns:r="http://schemas.openxmlformats.org/officeDocument/2006/relationships" xmlns:p="http://schemas.openxmlformats.org/presentationml/2006/main">
  <p:tag name="SHAPENAME" val="5. Source"/>
</p:tagLst>
</file>

<file path=ppt/tags/tag10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1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2.xml><?xml version="1.0" encoding="utf-8"?>
<p:tagLst xmlns:a="http://schemas.openxmlformats.org/drawingml/2006/main" xmlns:r="http://schemas.openxmlformats.org/officeDocument/2006/relationships" xmlns:p="http://schemas.openxmlformats.org/presentationml/2006/main">
  <p:tag name="SHAPENAME" val="5. Source"/>
</p:tagLst>
</file>

<file path=ppt/tags/tag11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4.xml><?xml version="1.0" encoding="utf-8"?>
<p:tagLst xmlns:a="http://schemas.openxmlformats.org/drawingml/2006/main" xmlns:r="http://schemas.openxmlformats.org/officeDocument/2006/relationships" xmlns:p="http://schemas.openxmlformats.org/presentationml/2006/main">
  <p:tag name="BACKGROUNDCOLOR" val="med"/>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NAME" val="_new_logoimage"/>
</p:tagLst>
</file>

<file path=ppt/tags/tag117.xml><?xml version="1.0" encoding="utf-8"?>
<p:tagLst xmlns:a="http://schemas.openxmlformats.org/drawingml/2006/main" xmlns:r="http://schemas.openxmlformats.org/officeDocument/2006/relationships" xmlns:p="http://schemas.openxmlformats.org/presentationml/2006/main">
  <p:tag name="SHAPENAME" val="5. Sourc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20sklhGDg_J5JkHAJOV5JQ"/>
</p:tagLst>
</file>

<file path=ppt/tags/tag12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2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2.xml><?xml version="1.0" encoding="utf-8"?>
<p:tagLst xmlns:a="http://schemas.openxmlformats.org/drawingml/2006/main" xmlns:r="http://schemas.openxmlformats.org/officeDocument/2006/relationships" xmlns:p="http://schemas.openxmlformats.org/presentationml/2006/main">
  <p:tag name="SHAPENAME" val="Grid"/>
</p:tagLst>
</file>

<file path=ppt/tags/tag123.xml><?xml version="1.0" encoding="utf-8"?>
<p:tagLst xmlns:a="http://schemas.openxmlformats.org/drawingml/2006/main" xmlns:r="http://schemas.openxmlformats.org/officeDocument/2006/relationships" xmlns:p="http://schemas.openxmlformats.org/presentationml/2006/main">
  <p:tag name="SHAPENAME" val="4. Footnote"/>
</p:tagLst>
</file>

<file path=ppt/tags/tag124.xml><?xml version="1.0" encoding="utf-8"?>
<p:tagLst xmlns:a="http://schemas.openxmlformats.org/drawingml/2006/main" xmlns:r="http://schemas.openxmlformats.org/officeDocument/2006/relationships" xmlns:p="http://schemas.openxmlformats.org/presentationml/2006/main">
  <p:tag name="NAME" val="Moon"/>
</p:tagLst>
</file>

<file path=ppt/tags/tag125.xml><?xml version="1.0" encoding="utf-8"?>
<p:tagLst xmlns:a="http://schemas.openxmlformats.org/drawingml/2006/main" xmlns:r="http://schemas.openxmlformats.org/officeDocument/2006/relationships" xmlns:p="http://schemas.openxmlformats.org/presentationml/2006/main">
  <p:tag name="NAME" val="Moon"/>
</p:tagLst>
</file>

<file path=ppt/tags/tag126.xml><?xml version="1.0" encoding="utf-8"?>
<p:tagLst xmlns:a="http://schemas.openxmlformats.org/drawingml/2006/main" xmlns:r="http://schemas.openxmlformats.org/officeDocument/2006/relationships" xmlns:p="http://schemas.openxmlformats.org/presentationml/2006/main">
  <p:tag name="NAME" val="Moon"/>
</p:tagLst>
</file>

<file path=ppt/tags/tag127.xml><?xml version="1.0" encoding="utf-8"?>
<p:tagLst xmlns:a="http://schemas.openxmlformats.org/drawingml/2006/main" xmlns:r="http://schemas.openxmlformats.org/officeDocument/2006/relationships" xmlns:p="http://schemas.openxmlformats.org/presentationml/2006/main">
  <p:tag name="NAME" val="Moon"/>
</p:tagLst>
</file>

<file path=ppt/tags/tag128.xml><?xml version="1.0" encoding="utf-8"?>
<p:tagLst xmlns:a="http://schemas.openxmlformats.org/drawingml/2006/main" xmlns:r="http://schemas.openxmlformats.org/officeDocument/2006/relationships" xmlns:p="http://schemas.openxmlformats.org/presentationml/2006/main">
  <p:tag name="NAME" val="Moon"/>
</p:tagLst>
</file>

<file path=ppt/tags/tag129.xml><?xml version="1.0" encoding="utf-8"?>
<p:tagLst xmlns:a="http://schemas.openxmlformats.org/drawingml/2006/main" xmlns:r="http://schemas.openxmlformats.org/officeDocument/2006/relationships" xmlns:p="http://schemas.openxmlformats.org/presentationml/2006/main">
  <p:tag name="ANGLE" val="5"/>
</p:tagLst>
</file>

<file path=ppt/tags/tag130.xml><?xml version="1.0" encoding="utf-8"?>
<p:tagLst xmlns:a="http://schemas.openxmlformats.org/drawingml/2006/main" xmlns:r="http://schemas.openxmlformats.org/officeDocument/2006/relationships" xmlns:p="http://schemas.openxmlformats.org/presentationml/2006/main">
  <p:tag name="ANGLE" val="5"/>
</p:tagLst>
</file>

<file path=ppt/tags/tag131.xml><?xml version="1.0" encoding="utf-8"?>
<p:tagLst xmlns:a="http://schemas.openxmlformats.org/drawingml/2006/main" xmlns:r="http://schemas.openxmlformats.org/officeDocument/2006/relationships" xmlns:p="http://schemas.openxmlformats.org/presentationml/2006/main">
  <p:tag name="ANGLE" val="4"/>
</p:tagLst>
</file>

<file path=ppt/tags/tag132.xml><?xml version="1.0" encoding="utf-8"?>
<p:tagLst xmlns:a="http://schemas.openxmlformats.org/drawingml/2006/main" xmlns:r="http://schemas.openxmlformats.org/officeDocument/2006/relationships" xmlns:p="http://schemas.openxmlformats.org/presentationml/2006/main">
  <p:tag name="ANGLE" val="4"/>
</p:tagLst>
</file>

<file path=ppt/tags/tag133.xml><?xml version="1.0" encoding="utf-8"?>
<p:tagLst xmlns:a="http://schemas.openxmlformats.org/drawingml/2006/main" xmlns:r="http://schemas.openxmlformats.org/officeDocument/2006/relationships" xmlns:p="http://schemas.openxmlformats.org/presentationml/2006/main">
  <p:tag name="ANGLE" val="3"/>
</p:tagLst>
</file>

<file path=ppt/tags/tag134.xml><?xml version="1.0" encoding="utf-8"?>
<p:tagLst xmlns:a="http://schemas.openxmlformats.org/drawingml/2006/main" xmlns:r="http://schemas.openxmlformats.org/officeDocument/2006/relationships" xmlns:p="http://schemas.openxmlformats.org/presentationml/2006/main">
  <p:tag name="ANGLE" val="3"/>
</p:tagLst>
</file>

<file path=ppt/tags/tag135.xml><?xml version="1.0" encoding="utf-8"?>
<p:tagLst xmlns:a="http://schemas.openxmlformats.org/drawingml/2006/main" xmlns:r="http://schemas.openxmlformats.org/officeDocument/2006/relationships" xmlns:p="http://schemas.openxmlformats.org/presentationml/2006/main">
  <p:tag name="ANGLE" val="2"/>
</p:tagLst>
</file>

<file path=ppt/tags/tag136.xml><?xml version="1.0" encoding="utf-8"?>
<p:tagLst xmlns:a="http://schemas.openxmlformats.org/drawingml/2006/main" xmlns:r="http://schemas.openxmlformats.org/officeDocument/2006/relationships" xmlns:p="http://schemas.openxmlformats.org/presentationml/2006/main">
  <p:tag name="ANGLE" val="2"/>
</p:tagLst>
</file>

<file path=ppt/tags/tag137.xml><?xml version="1.0" encoding="utf-8"?>
<p:tagLst xmlns:a="http://schemas.openxmlformats.org/drawingml/2006/main" xmlns:r="http://schemas.openxmlformats.org/officeDocument/2006/relationships" xmlns:p="http://schemas.openxmlformats.org/presentationml/2006/main">
  <p:tag name="ANGLE" val="1"/>
</p:tagLst>
</file>

<file path=ppt/tags/tag138.xml><?xml version="1.0" encoding="utf-8"?>
<p:tagLst xmlns:a="http://schemas.openxmlformats.org/drawingml/2006/main" xmlns:r="http://schemas.openxmlformats.org/officeDocument/2006/relationships" xmlns:p="http://schemas.openxmlformats.org/presentationml/2006/main">
  <p:tag name="ANGLE" val="1"/>
</p:tagLst>
</file>

<file path=ppt/tags/tag139.xml><?xml version="1.0" encoding="utf-8"?>
<p:tagLst xmlns:a="http://schemas.openxmlformats.org/drawingml/2006/main" xmlns:r="http://schemas.openxmlformats.org/officeDocument/2006/relationships" xmlns:p="http://schemas.openxmlformats.org/presentationml/2006/main">
  <p:tag name="BACKGROUNDCOLOR" val="med"/>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Kcd9z.T0ityQiOhevFTgFQ"/>
</p:tagLst>
</file>

<file path=ppt/tags/tag142.xml><?xml version="1.0" encoding="utf-8"?>
<p:tagLst xmlns:a="http://schemas.openxmlformats.org/drawingml/2006/main" xmlns:r="http://schemas.openxmlformats.org/officeDocument/2006/relationships" xmlns:p="http://schemas.openxmlformats.org/presentationml/2006/main">
  <p:tag name="SHAPENAME" val="ClientLogo"/>
</p:tagLst>
</file>

<file path=ppt/tags/tag143.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44.xml><?xml version="1.0" encoding="utf-8"?>
<p:tagLst xmlns:a="http://schemas.openxmlformats.org/drawingml/2006/main" xmlns:r="http://schemas.openxmlformats.org/officeDocument/2006/relationships" xmlns:p="http://schemas.openxmlformats.org/presentationml/2006/main">
  <p:tag name="SHAPENAME" val="Subtitle"/>
</p:tagLst>
</file>

<file path=ppt/tags/tag145.xml><?xml version="1.0" encoding="utf-8"?>
<p:tagLst xmlns:a="http://schemas.openxmlformats.org/drawingml/2006/main" xmlns:r="http://schemas.openxmlformats.org/officeDocument/2006/relationships" xmlns:p="http://schemas.openxmlformats.org/presentationml/2006/main">
  <p:tag name="SHAPENAME" val="Title"/>
</p:tagLst>
</file>

<file path=ppt/tags/tag146.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47.xml><?xml version="1.0" encoding="utf-8"?>
<p:tagLst xmlns:a="http://schemas.openxmlformats.org/drawingml/2006/main" xmlns:r="http://schemas.openxmlformats.org/officeDocument/2006/relationships" xmlns:p="http://schemas.openxmlformats.org/presentationml/2006/main">
  <p:tag name="NAME" val="_new_logoimag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ZkG5iHMTSC2mGhtG.mpRUA"/>
</p:tagLst>
</file>

<file path=ppt/tags/tag15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1.xml><?xml version="1.0" encoding="utf-8"?>
<p:tagLst xmlns:a="http://schemas.openxmlformats.org/drawingml/2006/main" xmlns:r="http://schemas.openxmlformats.org/officeDocument/2006/relationships" xmlns:p="http://schemas.openxmlformats.org/presentationml/2006/main">
  <p:tag name="SHAPENAME" val="5. Source"/>
</p:tagLst>
</file>

<file path=ppt/tags/tag15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5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7.xml><?xml version="1.0" encoding="utf-8"?>
<p:tagLst xmlns:a="http://schemas.openxmlformats.org/drawingml/2006/main" xmlns:r="http://schemas.openxmlformats.org/officeDocument/2006/relationships" xmlns:p="http://schemas.openxmlformats.org/presentationml/2006/main">
  <p:tag name="SHAPENAME" val="5. Source"/>
</p:tagLst>
</file>

<file path=ppt/tags/tag15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1.xml><?xml version="1.0" encoding="utf-8"?>
<p:tagLst xmlns:a="http://schemas.openxmlformats.org/drawingml/2006/main" xmlns:r="http://schemas.openxmlformats.org/officeDocument/2006/relationships" xmlns:p="http://schemas.openxmlformats.org/presentationml/2006/main">
  <p:tag name="SHAPENAME" val="5. Source"/>
</p:tagLst>
</file>

<file path=ppt/tags/tag16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zsZQyKFgCFD5XAZPv3AWBQ"/>
</p:tagLst>
</file>

<file path=ppt/tags/tag1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7.xml><?xml version="1.0" encoding="utf-8"?>
<p:tagLst xmlns:a="http://schemas.openxmlformats.org/drawingml/2006/main" xmlns:r="http://schemas.openxmlformats.org/officeDocument/2006/relationships" xmlns:p="http://schemas.openxmlformats.org/presentationml/2006/main">
  <p:tag name="SHAPENAME" val="5. Source"/>
</p:tagLst>
</file>

<file path=ppt/tags/tag16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Yh.LyJP9Ef7CM8T6PUBqdw"/>
</p:tagLst>
</file>

<file path=ppt/tags/tag17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7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74.xml><?xml version="1.0" encoding="utf-8"?>
<p:tagLst xmlns:a="http://schemas.openxmlformats.org/drawingml/2006/main" xmlns:r="http://schemas.openxmlformats.org/officeDocument/2006/relationships" xmlns:p="http://schemas.openxmlformats.org/presentationml/2006/main">
  <p:tag name="SHAPENAME" val="5. Source"/>
</p:tagLst>
</file>

<file path=ppt/tags/tag17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aJMKD2AQ9e77MMhub83YA"/>
</p:tagLst>
</file>

<file path=ppt/tags/tag178.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7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8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83.xml><?xml version="1.0" encoding="utf-8"?>
<p:tagLst xmlns:a="http://schemas.openxmlformats.org/drawingml/2006/main" xmlns:r="http://schemas.openxmlformats.org/officeDocument/2006/relationships" xmlns:p="http://schemas.openxmlformats.org/presentationml/2006/main">
  <p:tag name="SHAPENAME" val="5. Source"/>
</p:tagLst>
</file>

<file path=ppt/tags/tag18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7P6iKZZoTDSflm.OoOVoMA"/>
</p:tagLst>
</file>

<file path=ppt/tags/tag187.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88.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8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92.xml><?xml version="1.0" encoding="utf-8"?>
<p:tagLst xmlns:a="http://schemas.openxmlformats.org/drawingml/2006/main" xmlns:r="http://schemas.openxmlformats.org/officeDocument/2006/relationships" xmlns:p="http://schemas.openxmlformats.org/presentationml/2006/main">
  <p:tag name="SHAPENAME" val="5. Source"/>
</p:tagLst>
</file>

<file path=ppt/tags/tag19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1LRCzsv.ik_t3bs5QJ6VLg"/>
</p:tagLst>
</file>

<file path=ppt/tags/tag196.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9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9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9.xml><?xml version="1.0" encoding="utf-8"?>
<p:tagLst xmlns:a="http://schemas.openxmlformats.org/drawingml/2006/main" xmlns:r="http://schemas.openxmlformats.org/officeDocument/2006/relationships" xmlns:p="http://schemas.openxmlformats.org/presentationml/2006/main">
  <p:tag name="SHAPENAME" val="5. Source"/>
</p:tagLst>
</file>

<file path=ppt/tags/tag20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1.xml><?xml version="1.0" encoding="utf-8"?>
<p:tagLst xmlns:a="http://schemas.openxmlformats.org/drawingml/2006/main" xmlns:r="http://schemas.openxmlformats.org/officeDocument/2006/relationships" xmlns:p="http://schemas.openxmlformats.org/presentationml/2006/main">
  <p:tag name="SHAPENAME" val="3. Subtitle"/>
</p:tagLst>
</file>

<file path=ppt/tags/tag20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205.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06.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0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8.xml><?xml version="1.0" encoding="utf-8"?>
<p:tagLst xmlns:a="http://schemas.openxmlformats.org/drawingml/2006/main" xmlns:r="http://schemas.openxmlformats.org/officeDocument/2006/relationships" xmlns:p="http://schemas.openxmlformats.org/presentationml/2006/main">
  <p:tag name="SHAPENAME" val="5. Source"/>
</p:tagLst>
</file>

<file path=ppt/tags/tag20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0.xml><?xml version="1.0" encoding="utf-8"?>
<p:tagLst xmlns:a="http://schemas.openxmlformats.org/drawingml/2006/main" xmlns:r="http://schemas.openxmlformats.org/officeDocument/2006/relationships" xmlns:p="http://schemas.openxmlformats.org/presentationml/2006/main">
  <p:tag name="SHAPENAME" val="3. Subtitle"/>
</p:tagLst>
</file>

<file path=ppt/tags/tag21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jPpd5uKiKgbfSxqQQ0aBGA"/>
</p:tagLst>
</file>

<file path=ppt/tags/tag21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15.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1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17.xml><?xml version="1.0" encoding="utf-8"?>
<p:tagLst xmlns:a="http://schemas.openxmlformats.org/drawingml/2006/main" xmlns:r="http://schemas.openxmlformats.org/officeDocument/2006/relationships" xmlns:p="http://schemas.openxmlformats.org/presentationml/2006/main">
  <p:tag name="SHAPENAME" val="5. Source"/>
</p:tagLst>
</file>

<file path=ppt/tags/tag21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9.xml><?xml version="1.0" encoding="utf-8"?>
<p:tagLst xmlns:a="http://schemas.openxmlformats.org/drawingml/2006/main" xmlns:r="http://schemas.openxmlformats.org/officeDocument/2006/relationships" xmlns:p="http://schemas.openxmlformats.org/presentationml/2006/main">
  <p:tag name="SHAPENAME" val="3. Subtitle"/>
</p:tagLst>
</file>

<file path=ppt/tags/tag22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PFw0tr2VymfPrG.nUcDKQ"/>
</p:tagLst>
</file>

<file path=ppt/tags/tag223.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2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2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26.xml><?xml version="1.0" encoding="utf-8"?>
<p:tagLst xmlns:a="http://schemas.openxmlformats.org/drawingml/2006/main" xmlns:r="http://schemas.openxmlformats.org/officeDocument/2006/relationships" xmlns:p="http://schemas.openxmlformats.org/presentationml/2006/main">
  <p:tag name="SHAPENAME" val="5. Source"/>
</p:tagLst>
</file>

<file path=ppt/tags/tag22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28.xml><?xml version="1.0" encoding="utf-8"?>
<p:tagLst xmlns:a="http://schemas.openxmlformats.org/drawingml/2006/main" xmlns:r="http://schemas.openxmlformats.org/officeDocument/2006/relationships" xmlns:p="http://schemas.openxmlformats.org/presentationml/2006/main">
  <p:tag name="SHAPENAME" val="3. Subtitle"/>
</p:tagLst>
</file>

<file path=ppt/tags/tag22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232.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3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3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35.xml><?xml version="1.0" encoding="utf-8"?>
<p:tagLst xmlns:a="http://schemas.openxmlformats.org/drawingml/2006/main" xmlns:r="http://schemas.openxmlformats.org/officeDocument/2006/relationships" xmlns:p="http://schemas.openxmlformats.org/presentationml/2006/main">
  <p:tag name="SHAPENAME" val="5. Source"/>
</p:tagLst>
</file>

<file path=ppt/tags/tag23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37.xml><?xml version="1.0" encoding="utf-8"?>
<p:tagLst xmlns:a="http://schemas.openxmlformats.org/drawingml/2006/main" xmlns:r="http://schemas.openxmlformats.org/officeDocument/2006/relationships" xmlns:p="http://schemas.openxmlformats.org/presentationml/2006/main">
  <p:tag name="SHAPENAME" val="3. Subtitle"/>
</p:tagLst>
</file>

<file path=ppt/tags/tag23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241.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4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4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4.xml><?xml version="1.0" encoding="utf-8"?>
<p:tagLst xmlns:a="http://schemas.openxmlformats.org/drawingml/2006/main" xmlns:r="http://schemas.openxmlformats.org/officeDocument/2006/relationships" xmlns:p="http://schemas.openxmlformats.org/presentationml/2006/main">
  <p:tag name="SHAPENAME" val="5. Source"/>
</p:tagLst>
</file>

<file path=ppt/tags/tag24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46.xml><?xml version="1.0" encoding="utf-8"?>
<p:tagLst xmlns:a="http://schemas.openxmlformats.org/drawingml/2006/main" xmlns:r="http://schemas.openxmlformats.org/officeDocument/2006/relationships" xmlns:p="http://schemas.openxmlformats.org/presentationml/2006/main">
  <p:tag name="SHAPENAME" val="3. Subtitle"/>
</p:tagLst>
</file>

<file path=ppt/tags/tag24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48.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4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51.xml><?xml version="1.0" encoding="utf-8"?>
<p:tagLst xmlns:a="http://schemas.openxmlformats.org/drawingml/2006/main" xmlns:r="http://schemas.openxmlformats.org/officeDocument/2006/relationships" xmlns:p="http://schemas.openxmlformats.org/presentationml/2006/main">
  <p:tag name="SHAPENAME" val="5. Source"/>
</p:tagLst>
</file>

<file path=ppt/tags/tag25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5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5.xml><?xml version="1.0" encoding="utf-8"?>
<p:tagLst xmlns:a="http://schemas.openxmlformats.org/drawingml/2006/main" xmlns:r="http://schemas.openxmlformats.org/officeDocument/2006/relationships" xmlns:p="http://schemas.openxmlformats.org/presentationml/2006/main">
  <p:tag name="SHAPENAME" val="5. Source"/>
</p:tagLst>
</file>

<file path=ppt/tags/tag25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7.xml><?xml version="1.0" encoding="utf-8"?>
<p:tagLst xmlns:a="http://schemas.openxmlformats.org/drawingml/2006/main" xmlns:r="http://schemas.openxmlformats.org/officeDocument/2006/relationships" xmlns:p="http://schemas.openxmlformats.org/presentationml/2006/main">
  <p:tag name="BACKGROUNDCOLOR" val="med"/>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9.xml><?xml version="1.0" encoding="utf-8"?>
<p:tagLst xmlns:a="http://schemas.openxmlformats.org/drawingml/2006/main" xmlns:r="http://schemas.openxmlformats.org/officeDocument/2006/relationships" xmlns:p="http://schemas.openxmlformats.org/presentationml/2006/main">
  <p:tag name="NAME" val="_new_logoimage"/>
</p:tagLst>
</file>

<file path=ppt/tags/tag260.xml><?xml version="1.0" encoding="utf-8"?>
<p:tagLst xmlns:a="http://schemas.openxmlformats.org/drawingml/2006/main" xmlns:r="http://schemas.openxmlformats.org/officeDocument/2006/relationships" xmlns:p="http://schemas.openxmlformats.org/presentationml/2006/main">
  <p:tag name="SHAPENAME" val="5. Source"/>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dYhlT7lGQomWkE8tnMs3lw"/>
</p:tagLst>
</file>

<file path=ppt/tags/tag263.xml><?xml version="1.0" encoding="utf-8"?>
<p:tagLst xmlns:a="http://schemas.openxmlformats.org/drawingml/2006/main" xmlns:r="http://schemas.openxmlformats.org/officeDocument/2006/relationships" xmlns:p="http://schemas.openxmlformats.org/presentationml/2006/main">
  <p:tag name="SHAPENAME" val="Title"/>
</p:tagLst>
</file>

<file path=ppt/tags/tag2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5.xml><?xml version="1.0" encoding="utf-8"?>
<p:tagLst xmlns:a="http://schemas.openxmlformats.org/drawingml/2006/main" xmlns:r="http://schemas.openxmlformats.org/officeDocument/2006/relationships" xmlns:p="http://schemas.openxmlformats.org/presentationml/2006/main">
  <p:tag name="THINKCELLSHAPEDONOTDELETE" val="tI3JZMvLXaTEwdvewr0L_6w"/>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_lvq4Lz8nvLzEnwSBwzrgw"/>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He6hyo2_Rqn4ySPRa.OaBQ"/>
</p:tagLst>
</file>

<file path=ppt/tags/tag2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9.xml><?xml version="1.0" encoding="utf-8"?>
<p:tagLst xmlns:a="http://schemas.openxmlformats.org/drawingml/2006/main" xmlns:r="http://schemas.openxmlformats.org/officeDocument/2006/relationships" xmlns:p="http://schemas.openxmlformats.org/presentationml/2006/main">
  <p:tag name="NAME" val="TrackerNumWhite"/>
</p:tagLst>
</file>

<file path=ppt/tags/tag270.xml><?xml version="1.0" encoding="utf-8"?>
<p:tagLst xmlns:a="http://schemas.openxmlformats.org/drawingml/2006/main" xmlns:r="http://schemas.openxmlformats.org/officeDocument/2006/relationships" xmlns:p="http://schemas.openxmlformats.org/presentationml/2006/main">
  <p:tag name="NAME" val="TrackerNumWhite"/>
</p:tagLst>
</file>

<file path=ppt/tags/tag271.xml><?xml version="1.0" encoding="utf-8"?>
<p:tagLst xmlns:a="http://schemas.openxmlformats.org/drawingml/2006/main" xmlns:r="http://schemas.openxmlformats.org/officeDocument/2006/relationships" xmlns:p="http://schemas.openxmlformats.org/presentationml/2006/main">
  <p:tag name="NAME" val="TrackerNumWhite"/>
</p:tagLst>
</file>

<file path=ppt/tags/tag272.xml><?xml version="1.0" encoding="utf-8"?>
<p:tagLst xmlns:a="http://schemas.openxmlformats.org/drawingml/2006/main" xmlns:r="http://schemas.openxmlformats.org/officeDocument/2006/relationships" xmlns:p="http://schemas.openxmlformats.org/presentationml/2006/main">
  <p:tag name="NAME" val="TrackerNumWhite"/>
</p:tagLst>
</file>

<file path=ppt/tags/tag273.xml><?xml version="1.0" encoding="utf-8"?>
<p:tagLst xmlns:a="http://schemas.openxmlformats.org/drawingml/2006/main" xmlns:r="http://schemas.openxmlformats.org/officeDocument/2006/relationships" xmlns:p="http://schemas.openxmlformats.org/presentationml/2006/main">
  <p:tag name="NAME" val="TrackerNumWhite"/>
</p:tagLst>
</file>

<file path=ppt/tags/tag2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7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77.xml><?xml version="1.0" encoding="utf-8"?>
<p:tagLst xmlns:a="http://schemas.openxmlformats.org/drawingml/2006/main" xmlns:r="http://schemas.openxmlformats.org/officeDocument/2006/relationships" xmlns:p="http://schemas.openxmlformats.org/presentationml/2006/main">
  <p:tag name="MTTABLE" val="HTitleDiv"/>
  <p:tag name="MTNUMBER" val="0.0987317748827542"/>
</p:tagLst>
</file>

<file path=ppt/tags/tag278.xml><?xml version="1.0" encoding="utf-8"?>
<p:tagLst xmlns:a="http://schemas.openxmlformats.org/drawingml/2006/main" xmlns:r="http://schemas.openxmlformats.org/officeDocument/2006/relationships" xmlns:p="http://schemas.openxmlformats.org/presentationml/2006/main">
  <p:tag name="MTTABLE" val="HDiv"/>
  <p:tag name="MTNUMBER" val="0.0987317748827542"/>
</p:tagLst>
</file>

<file path=ppt/tags/tag279.xml><?xml version="1.0" encoding="utf-8"?>
<p:tagLst xmlns:a="http://schemas.openxmlformats.org/drawingml/2006/main" xmlns:r="http://schemas.openxmlformats.org/officeDocument/2006/relationships" xmlns:p="http://schemas.openxmlformats.org/presentationml/2006/main">
  <p:tag name="MTTABLE" val="HDiv"/>
  <p:tag name="MTNUMBER" val="0.0987317748827542"/>
</p:tagLst>
</file>

<file path=ppt/tags/tag280.xml><?xml version="1.0" encoding="utf-8"?>
<p:tagLst xmlns:a="http://schemas.openxmlformats.org/drawingml/2006/main" xmlns:r="http://schemas.openxmlformats.org/officeDocument/2006/relationships" xmlns:p="http://schemas.openxmlformats.org/presentationml/2006/main">
  <p:tag name="MTTABLE" val="HDiv"/>
  <p:tag name="MTNUMBER" val="0.0987317748827542"/>
</p:tagLst>
</file>

<file path=ppt/tags/tag281.xml><?xml version="1.0" encoding="utf-8"?>
<p:tagLst xmlns:a="http://schemas.openxmlformats.org/drawingml/2006/main" xmlns:r="http://schemas.openxmlformats.org/officeDocument/2006/relationships" xmlns:p="http://schemas.openxmlformats.org/presentationml/2006/main">
  <p:tag name="MTTABLE" val="HDiv"/>
  <p:tag name="MTNUMBER" val="0.0987317748827542"/>
</p:tagLst>
</file>

<file path=ppt/tags/tag282.xml><?xml version="1.0" encoding="utf-8"?>
<p:tagLst xmlns:a="http://schemas.openxmlformats.org/drawingml/2006/main" xmlns:r="http://schemas.openxmlformats.org/officeDocument/2006/relationships" xmlns:p="http://schemas.openxmlformats.org/presentationml/2006/main">
  <p:tag name="NAME" val="Sticky"/>
</p:tagLst>
</file>

<file path=ppt/tags/tag283.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5"/>
  <p:tag name="TOP" val="387.8776"/>
  <p:tag name="HEIGHT" val="52.12254"/>
</p:tagLst>
</file>

<file path=ppt/tags/tag284.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267.5"/>
  <p:tag name="TOP" val="387.8776"/>
  <p:tag name="HEIGHT" val="52.12254"/>
</p:tagLst>
</file>

<file path=ppt/tags/tag285.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90"/>
  <p:tag name="TOP" val="387.8776"/>
  <p:tag name="HEIGHT" val="52.12254"/>
</p:tagLst>
</file>

<file path=ppt/tags/tag286.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712.5"/>
  <p:tag name="TOP" val="387.8776"/>
  <p:tag name="HEIGHT" val="52.12254"/>
</p:tagLst>
</file>

<file path=ppt/tags/tag287.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5"/>
  <p:tag name="TOP" val="325.7551"/>
  <p:tag name="HEIGHT" val="52.12254"/>
</p:tagLst>
</file>

<file path=ppt/tags/tag288.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267.5"/>
  <p:tag name="TOP" val="325.7551"/>
  <p:tag name="HEIGHT" val="52.12254"/>
</p:tagLst>
</file>

<file path=ppt/tags/tag289.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90"/>
  <p:tag name="TOP" val="325.7551"/>
  <p:tag name="HEIGHT" val="52.12254"/>
</p:tagLst>
</file>

<file path=ppt/tags/tag290.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712.5"/>
  <p:tag name="TOP" val="325.7551"/>
  <p:tag name="HEIGHT" val="52.12254"/>
</p:tagLst>
</file>

<file path=ppt/tags/tag291.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5"/>
  <p:tag name="TOP" val="263.6325"/>
  <p:tag name="HEIGHT" val="52.12254"/>
</p:tagLst>
</file>

<file path=ppt/tags/tag292.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267.5"/>
  <p:tag name="TOP" val="263.6325"/>
  <p:tag name="HEIGHT" val="52.12254"/>
</p:tagLst>
</file>

<file path=ppt/tags/tag293.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90"/>
  <p:tag name="TOP" val="263.6325"/>
  <p:tag name="HEIGHT" val="52.12254"/>
</p:tagLst>
</file>

<file path=ppt/tags/tag294.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712.5"/>
  <p:tag name="TOP" val="263.6325"/>
  <p:tag name="HEIGHT" val="52.12254"/>
</p:tagLst>
</file>

<file path=ppt/tags/tag295.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5"/>
  <p:tag name="TOP" val="201.51"/>
  <p:tag name="HEIGHT" val="52.12254"/>
</p:tagLst>
</file>

<file path=ppt/tags/tag296.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267.5"/>
  <p:tag name="TOP" val="201.51"/>
  <p:tag name="HEIGHT" val="52.12254"/>
</p:tagLst>
</file>

<file path=ppt/tags/tag297.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90"/>
  <p:tag name="TOP" val="201.51"/>
  <p:tag name="HEIGHT" val="52.12254"/>
</p:tagLst>
</file>

<file path=ppt/tags/tag298.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712.5"/>
  <p:tag name="TOP" val="201.51"/>
  <p:tag name="HEIGHT" val="52.12254"/>
</p:tagLst>
</file>

<file path=ppt/tags/tag299.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5"/>
  <p:tag name="TOP" val="139.3875"/>
  <p:tag name="HEIGHT" val="52.12254"/>
</p:tagLst>
</file>

<file path=ppt/tags/tag300.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267.5"/>
  <p:tag name="TOP" val="139.3875"/>
  <p:tag name="HEIGHT" val="52.12254"/>
</p:tagLst>
</file>

<file path=ppt/tags/tag301.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90"/>
  <p:tag name="TOP" val="139.3875"/>
  <p:tag name="HEIGHT" val="52.12254"/>
</p:tagLst>
</file>

<file path=ppt/tags/tag302.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712.5"/>
  <p:tag name="TOP" val="139.3875"/>
  <p:tag name="HEIGHT" val="52.12254"/>
</p:tagLst>
</file>

<file path=ppt/tags/tag303.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5"/>
  <p:tag name="TOP" val="110"/>
  <p:tag name="HEIGHT" val="19.38748"/>
</p:tagLst>
</file>

<file path=ppt/tags/tag304.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267.5"/>
  <p:tag name="TOP" val="110"/>
  <p:tag name="HEIGHT" val="19.38748"/>
</p:tagLst>
</file>

<file path=ppt/tags/tag305.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90"/>
  <p:tag name="TOP" val="110"/>
  <p:tag name="HEIGHT" val="19.38748"/>
</p:tagLst>
</file>

<file path=ppt/tags/tag306.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712.5"/>
  <p:tag name="TOP" val="110"/>
  <p:tag name="HEIGHT" val="19.38748"/>
</p:tagLst>
</file>

<file path=ppt/tags/tag3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0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10.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5"/>
  <p:tag name="TOP" val="139.3875"/>
  <p:tag name="HEIGHT" val="52.12254"/>
</p:tagLst>
</file>

<file path=ppt/tags/tag311.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267.5"/>
  <p:tag name="TOP" val="139.3875"/>
  <p:tag name="HEIGHT" val="52.12254"/>
</p:tagLst>
</file>

<file path=ppt/tags/tag312.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90"/>
  <p:tag name="TOP" val="139.3875"/>
  <p:tag name="HEIGHT" val="52.12254"/>
</p:tagLst>
</file>

<file path=ppt/tags/tag313.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712.5"/>
  <p:tag name="TOP" val="139.3875"/>
  <p:tag name="HEIGHT" val="52.12254"/>
</p:tagLst>
</file>

<file path=ppt/tags/tag314.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5"/>
  <p:tag name="TOP" val="201.51"/>
  <p:tag name="HEIGHT" val="52.12254"/>
</p:tagLst>
</file>

<file path=ppt/tags/tag315.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267.5"/>
  <p:tag name="TOP" val="201.51"/>
  <p:tag name="HEIGHT" val="52.12254"/>
</p:tagLst>
</file>

<file path=ppt/tags/tag316.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90"/>
  <p:tag name="TOP" val="201.51"/>
  <p:tag name="HEIGHT" val="52.12254"/>
</p:tagLst>
</file>

<file path=ppt/tags/tag317.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712.5"/>
  <p:tag name="TOP" val="201.51"/>
  <p:tag name="HEIGHT" val="52.12254"/>
</p:tagLst>
</file>

<file path=ppt/tags/tag318.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5"/>
  <p:tag name="TOP" val="263.6325"/>
  <p:tag name="HEIGHT" val="52.12254"/>
</p:tagLst>
</file>

<file path=ppt/tags/tag319.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267.5"/>
  <p:tag name="TOP" val="263.6325"/>
  <p:tag name="HEIGHT" val="52.12254"/>
</p:tagLst>
</file>

<file path=ppt/tags/tag320.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90"/>
  <p:tag name="TOP" val="263.6325"/>
  <p:tag name="HEIGHT" val="52.12254"/>
</p:tagLst>
</file>

<file path=ppt/tags/tag321.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712.5"/>
  <p:tag name="TOP" val="263.6325"/>
  <p:tag name="HEIGHT" val="52.12254"/>
</p:tagLst>
</file>

<file path=ppt/tags/tag322.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5"/>
  <p:tag name="TOP" val="325.7551"/>
  <p:tag name="HEIGHT" val="52.12254"/>
</p:tagLst>
</file>

<file path=ppt/tags/tag323.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267.5"/>
  <p:tag name="TOP" val="325.7551"/>
  <p:tag name="HEIGHT" val="52.12254"/>
</p:tagLst>
</file>

<file path=ppt/tags/tag324.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90"/>
  <p:tag name="TOP" val="325.7551"/>
  <p:tag name="HEIGHT" val="52.12254"/>
</p:tagLst>
</file>

<file path=ppt/tags/tag325.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712.5"/>
  <p:tag name="TOP" val="325.7551"/>
  <p:tag name="HEIGHT" val="52.12254"/>
</p:tagLst>
</file>

<file path=ppt/tags/tag326.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5"/>
  <p:tag name="TOP" val="387.8776"/>
  <p:tag name="HEIGHT" val="52.12254"/>
</p:tagLst>
</file>

<file path=ppt/tags/tag327.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267.5"/>
  <p:tag name="TOP" val="387.8776"/>
  <p:tag name="HEIGHT" val="52.12254"/>
</p:tagLst>
</file>

<file path=ppt/tags/tag328.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90"/>
  <p:tag name="TOP" val="387.8776"/>
  <p:tag name="HEIGHT" val="52.12254"/>
</p:tagLst>
</file>

<file path=ppt/tags/tag329.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712.5"/>
  <p:tag name="TOP" val="387.8776"/>
  <p:tag name="HEIGHT" val="52.12254"/>
</p:tagLst>
</file>

<file path=ppt/tags/tag330.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5"/>
  <p:tag name="TOP" val="387.8776"/>
  <p:tag name="HEIGHT" val="52.12254"/>
</p:tagLst>
</file>

<file path=ppt/tags/tag331.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267.5"/>
  <p:tag name="TOP" val="387.8776"/>
  <p:tag name="HEIGHT" val="52.12254"/>
</p:tagLst>
</file>

<file path=ppt/tags/tag332.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90"/>
  <p:tag name="TOP" val="387.8776"/>
  <p:tag name="HEIGHT" val="52.12254"/>
</p:tagLst>
</file>

<file path=ppt/tags/tag333.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712.5"/>
  <p:tag name="TOP" val="387.8776"/>
  <p:tag name="HEIGHT" val="52.12254"/>
</p:tagLst>
</file>

<file path=ppt/tags/tag334.xml><?xml version="1.0" encoding="utf-8"?>
<p:tagLst xmlns:a="http://schemas.openxmlformats.org/drawingml/2006/main" xmlns:r="http://schemas.openxmlformats.org/officeDocument/2006/relationships" xmlns:p="http://schemas.openxmlformats.org/presentationml/2006/main">
  <p:tag name="MTTABLE" val="HTitleDiv"/>
  <p:tag name="MTNUMBER" val="0.0987317748827542"/>
</p:tagLst>
</file>

<file path=ppt/tags/tag335.xml><?xml version="1.0" encoding="utf-8"?>
<p:tagLst xmlns:a="http://schemas.openxmlformats.org/drawingml/2006/main" xmlns:r="http://schemas.openxmlformats.org/officeDocument/2006/relationships" xmlns:p="http://schemas.openxmlformats.org/presentationml/2006/main">
  <p:tag name="MTTABLE" val="HDiv"/>
  <p:tag name="MTNUMBER" val="0.0987317748827542"/>
</p:tagLst>
</file>

<file path=ppt/tags/tag336.xml><?xml version="1.0" encoding="utf-8"?>
<p:tagLst xmlns:a="http://schemas.openxmlformats.org/drawingml/2006/main" xmlns:r="http://schemas.openxmlformats.org/officeDocument/2006/relationships" xmlns:p="http://schemas.openxmlformats.org/presentationml/2006/main">
  <p:tag name="MTTABLE" val="HDiv"/>
  <p:tag name="MTNUMBER" val="0.0987317748827542"/>
</p:tagLst>
</file>

<file path=ppt/tags/tag337.xml><?xml version="1.0" encoding="utf-8"?>
<p:tagLst xmlns:a="http://schemas.openxmlformats.org/drawingml/2006/main" xmlns:r="http://schemas.openxmlformats.org/officeDocument/2006/relationships" xmlns:p="http://schemas.openxmlformats.org/presentationml/2006/main">
  <p:tag name="MTTABLE" val="HDiv"/>
  <p:tag name="MTNUMBER" val="0.0987317748827542"/>
</p:tagLst>
</file>

<file path=ppt/tags/tag338.xml><?xml version="1.0" encoding="utf-8"?>
<p:tagLst xmlns:a="http://schemas.openxmlformats.org/drawingml/2006/main" xmlns:r="http://schemas.openxmlformats.org/officeDocument/2006/relationships" xmlns:p="http://schemas.openxmlformats.org/presentationml/2006/main">
  <p:tag name="MTTABLE" val="HDiv"/>
  <p:tag name="MTNUMBER" val="0.0987317748827542"/>
</p:tagLst>
</file>

<file path=ppt/tags/tag339.xml><?xml version="1.0" encoding="utf-8"?>
<p:tagLst xmlns:a="http://schemas.openxmlformats.org/drawingml/2006/main" xmlns:r="http://schemas.openxmlformats.org/officeDocument/2006/relationships" xmlns:p="http://schemas.openxmlformats.org/presentationml/2006/main">
  <p:tag name="MTTABLE" val="HDiv"/>
  <p:tag name="MTNUMBER" val="0.0987317748827542"/>
</p:tagLst>
</file>

<file path=ppt/tags/tag340.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5"/>
  <p:tag name="TOP" val="110"/>
  <p:tag name="HEIGHT" val="19.38748"/>
</p:tagLst>
</file>

<file path=ppt/tags/tag341.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267.5"/>
  <p:tag name="TOP" val="110"/>
  <p:tag name="HEIGHT" val="19.38748"/>
</p:tagLst>
</file>

<file path=ppt/tags/tag342.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90"/>
  <p:tag name="TOP" val="110"/>
  <p:tag name="HEIGHT" val="19.38748"/>
</p:tagLst>
</file>

<file path=ppt/tags/tag343.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712.5"/>
  <p:tag name="TOP" val="110"/>
  <p:tag name="HEIGHT" val="19.38748"/>
</p:tagLst>
</file>

<file path=ppt/tags/tag3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46.xml><?xml version="1.0" encoding="utf-8"?>
<p:tagLst xmlns:a="http://schemas.openxmlformats.org/drawingml/2006/main" xmlns:r="http://schemas.openxmlformats.org/officeDocument/2006/relationships" xmlns:p="http://schemas.openxmlformats.org/presentationml/2006/main">
  <p:tag name="THINKCELLSHAPEDONOTDELETE" val="tYd9Q9i32jOXmb71SfuAmpg"/>
</p:tagLst>
</file>

<file path=ppt/tags/tag347.xml><?xml version="1.0" encoding="utf-8"?>
<p:tagLst xmlns:a="http://schemas.openxmlformats.org/drawingml/2006/main" xmlns:r="http://schemas.openxmlformats.org/officeDocument/2006/relationships" xmlns:p="http://schemas.openxmlformats.org/presentationml/2006/main">
  <p:tag name="THINKCELLSHAPEDONOTDELETE" val="tI3JZMvLXaTEwdvewr0L_6w"/>
</p:tagLst>
</file>

<file path=ppt/tags/tag348.xml><?xml version="1.0" encoding="utf-8"?>
<p:tagLst xmlns:a="http://schemas.openxmlformats.org/drawingml/2006/main" xmlns:r="http://schemas.openxmlformats.org/officeDocument/2006/relationships" xmlns:p="http://schemas.openxmlformats.org/presentationml/2006/main">
  <p:tag name="THINKCELLSHAPEDONOTDELETE" val="tZ9n62HCDLdDj1w9YhAg07g"/>
</p:tagLst>
</file>

<file path=ppt/tags/tag3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51.xml><?xml version="1.0" encoding="utf-8"?>
<p:tagLst xmlns:a="http://schemas.openxmlformats.org/drawingml/2006/main" xmlns:r="http://schemas.openxmlformats.org/officeDocument/2006/relationships" xmlns:p="http://schemas.openxmlformats.org/presentationml/2006/main">
  <p:tag name="NAME" val="LineBasicImpact"/>
</p:tagLst>
</file>

<file path=ppt/tags/tag352.xml><?xml version="1.0" encoding="utf-8"?>
<p:tagLst xmlns:a="http://schemas.openxmlformats.org/drawingml/2006/main" xmlns:r="http://schemas.openxmlformats.org/officeDocument/2006/relationships" xmlns:p="http://schemas.openxmlformats.org/presentationml/2006/main">
  <p:tag name="NAME" val="LineBasicImpact"/>
</p:tagLst>
</file>

<file path=ppt/tags/tag353.xml><?xml version="1.0" encoding="utf-8"?>
<p:tagLst xmlns:a="http://schemas.openxmlformats.org/drawingml/2006/main" xmlns:r="http://schemas.openxmlformats.org/officeDocument/2006/relationships" xmlns:p="http://schemas.openxmlformats.org/presentationml/2006/main">
  <p:tag name="NAME" val="Sticky"/>
</p:tagLst>
</file>

<file path=ppt/tags/tag3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5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5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60.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5"/>
  <p:tag name="TOP" val="110"/>
  <p:tag name="HEIGHT" val="19.38748"/>
</p:tagLst>
</file>

<file path=ppt/tags/tag361.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5"/>
  <p:tag name="TOP" val="139.3875"/>
  <p:tag name="HEIGHT" val="52.12254"/>
</p:tagLst>
</file>

<file path=ppt/tags/tag362.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5"/>
  <p:tag name="TOP" val="201.51"/>
  <p:tag name="HEIGHT" val="52.12254"/>
</p:tagLst>
</file>

<file path=ppt/tags/tag363.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5"/>
  <p:tag name="TOP" val="263.6325"/>
  <p:tag name="HEIGHT" val="52.12254"/>
</p:tagLst>
</file>

<file path=ppt/tags/tag364.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5"/>
  <p:tag name="TOP" val="325.7551"/>
  <p:tag name="HEIGHT" val="52.12254"/>
</p:tagLst>
</file>

<file path=ppt/tags/tag365.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5"/>
  <p:tag name="TOP" val="387.8776"/>
  <p:tag name="HEIGHT" val="52.12254"/>
</p:tagLst>
</file>

<file path=ppt/tags/tag366.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267.5"/>
  <p:tag name="TOP" val="110"/>
  <p:tag name="HEIGHT" val="19.38748"/>
</p:tagLst>
</file>

<file path=ppt/tags/tag367.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267.5"/>
  <p:tag name="TOP" val="139.3875"/>
  <p:tag name="HEIGHT" val="52.12254"/>
</p:tagLst>
</file>

<file path=ppt/tags/tag368.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267.5"/>
  <p:tag name="TOP" val="201.51"/>
  <p:tag name="HEIGHT" val="52.12254"/>
</p:tagLst>
</file>

<file path=ppt/tags/tag369.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267.5"/>
  <p:tag name="TOP" val="263.6325"/>
  <p:tag name="HEIGHT" val="52.12254"/>
</p:tagLst>
</file>

<file path=ppt/tags/tag370.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267.5"/>
  <p:tag name="TOP" val="325.7551"/>
  <p:tag name="HEIGHT" val="52.12254"/>
</p:tagLst>
</file>

<file path=ppt/tags/tag371.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267.5"/>
  <p:tag name="TOP" val="387.8776"/>
  <p:tag name="HEIGHT" val="52.12254"/>
</p:tagLst>
</file>

<file path=ppt/tags/tag372.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90"/>
  <p:tag name="TOP" val="110"/>
  <p:tag name="HEIGHT" val="19.38748"/>
</p:tagLst>
</file>

<file path=ppt/tags/tag373.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90"/>
  <p:tag name="TOP" val="139.3875"/>
  <p:tag name="HEIGHT" val="52.12254"/>
</p:tagLst>
</file>

<file path=ppt/tags/tag374.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90"/>
  <p:tag name="TOP" val="201.51"/>
  <p:tag name="HEIGHT" val="52.12254"/>
</p:tagLst>
</file>

<file path=ppt/tags/tag375.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90"/>
  <p:tag name="TOP" val="263.6325"/>
  <p:tag name="HEIGHT" val="52.12254"/>
</p:tagLst>
</file>

<file path=ppt/tags/tag376.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90"/>
  <p:tag name="TOP" val="325.7551"/>
  <p:tag name="HEIGHT" val="52.12254"/>
</p:tagLst>
</file>

<file path=ppt/tags/tag377.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490"/>
  <p:tag name="TOP" val="387.8776"/>
  <p:tag name="HEIGHT" val="52.12254"/>
</p:tagLst>
</file>

<file path=ppt/tags/tag378.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712.5"/>
  <p:tag name="TOP" val="110"/>
  <p:tag name="HEIGHT" val="19.38748"/>
</p:tagLst>
</file>

<file path=ppt/tags/tag379.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712.5"/>
  <p:tag name="TOP" val="139.3875"/>
  <p:tag name="HEIGHT" val="52.12254"/>
</p:tagLst>
</file>

<file path=ppt/tags/tag380.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712.5"/>
  <p:tag name="TOP" val="201.51"/>
  <p:tag name="HEIGHT" val="52.12254"/>
</p:tagLst>
</file>

<file path=ppt/tags/tag381.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712.5"/>
  <p:tag name="TOP" val="263.6325"/>
  <p:tag name="HEIGHT" val="52.12254"/>
</p:tagLst>
</file>

<file path=ppt/tags/tag382.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712.5"/>
  <p:tag name="TOP" val="325.7551"/>
  <p:tag name="HEIGHT" val="52.12254"/>
</p:tagLst>
</file>

<file path=ppt/tags/tag383.xml><?xml version="1.0" encoding="utf-8"?>
<p:tagLst xmlns:a="http://schemas.openxmlformats.org/drawingml/2006/main" xmlns:r="http://schemas.openxmlformats.org/officeDocument/2006/relationships" xmlns:p="http://schemas.openxmlformats.org/presentationml/2006/main">
  <p:tag name="WIDTH" val="202.5"/>
  <p:tag name="MTTABLE" val="Cell"/>
  <p:tag name="MTNUMBER" val="0.0987317748827542"/>
  <p:tag name="LEFT" val="712.5"/>
  <p:tag name="TOP" val="387.8776"/>
  <p:tag name="HEIGHT" val="52.12254"/>
</p:tagLst>
</file>

<file path=ppt/tags/tag384.xml><?xml version="1.0" encoding="utf-8"?>
<p:tagLst xmlns:a="http://schemas.openxmlformats.org/drawingml/2006/main" xmlns:r="http://schemas.openxmlformats.org/officeDocument/2006/relationships" xmlns:p="http://schemas.openxmlformats.org/presentationml/2006/main">
  <p:tag name="NAME" val="Sticky"/>
</p:tagLst>
</file>

<file path=ppt/tags/tag385.xml><?xml version="1.0" encoding="utf-8"?>
<p:tagLst xmlns:a="http://schemas.openxmlformats.org/drawingml/2006/main" xmlns:r="http://schemas.openxmlformats.org/officeDocument/2006/relationships" xmlns:p="http://schemas.openxmlformats.org/presentationml/2006/main">
  <p:tag name="MTTABLE" val="HTitleDiv"/>
  <p:tag name="MTNUMBER" val="0.0987317748827542"/>
</p:tagLst>
</file>

<file path=ppt/tags/tag386.xml><?xml version="1.0" encoding="utf-8"?>
<p:tagLst xmlns:a="http://schemas.openxmlformats.org/drawingml/2006/main" xmlns:r="http://schemas.openxmlformats.org/officeDocument/2006/relationships" xmlns:p="http://schemas.openxmlformats.org/presentationml/2006/main">
  <p:tag name="MTTABLE" val="HDiv"/>
  <p:tag name="MTNUMBER" val="0.0987317748827542"/>
</p:tagLst>
</file>

<file path=ppt/tags/tag387.xml><?xml version="1.0" encoding="utf-8"?>
<p:tagLst xmlns:a="http://schemas.openxmlformats.org/drawingml/2006/main" xmlns:r="http://schemas.openxmlformats.org/officeDocument/2006/relationships" xmlns:p="http://schemas.openxmlformats.org/presentationml/2006/main">
  <p:tag name="MTTABLE" val="HDiv"/>
  <p:tag name="MTNUMBER" val="0.0987317748827542"/>
</p:tagLst>
</file>

<file path=ppt/tags/tag388.xml><?xml version="1.0" encoding="utf-8"?>
<p:tagLst xmlns:a="http://schemas.openxmlformats.org/drawingml/2006/main" xmlns:r="http://schemas.openxmlformats.org/officeDocument/2006/relationships" xmlns:p="http://schemas.openxmlformats.org/presentationml/2006/main">
  <p:tag name="MTTABLE" val="HDiv"/>
  <p:tag name="MTNUMBER" val="0.0987317748827542"/>
</p:tagLst>
</file>

<file path=ppt/tags/tag389.xml><?xml version="1.0" encoding="utf-8"?>
<p:tagLst xmlns:a="http://schemas.openxmlformats.org/drawingml/2006/main" xmlns:r="http://schemas.openxmlformats.org/officeDocument/2006/relationships" xmlns:p="http://schemas.openxmlformats.org/presentationml/2006/main">
  <p:tag name="MTTABLE" val="HDiv"/>
  <p:tag name="MTNUMBER" val="0.0987317748827542"/>
</p:tagLst>
</file>

<file path=ppt/tags/tag3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9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93.xml><?xml version="1.0" encoding="utf-8"?>
<p:tagLst xmlns:a="http://schemas.openxmlformats.org/drawingml/2006/main" xmlns:r="http://schemas.openxmlformats.org/officeDocument/2006/relationships" xmlns:p="http://schemas.openxmlformats.org/presentationml/2006/main">
  <p:tag name="MTTABLE" val="HTitleDiv"/>
  <p:tag name="MTNUMBER" val="0.430641141454988"/>
</p:tagLst>
</file>

<file path=ppt/tags/tag394.xml><?xml version="1.0" encoding="utf-8"?>
<p:tagLst xmlns:a="http://schemas.openxmlformats.org/drawingml/2006/main" xmlns:r="http://schemas.openxmlformats.org/officeDocument/2006/relationships" xmlns:p="http://schemas.openxmlformats.org/presentationml/2006/main">
  <p:tag name="MTTABLE" val="HDiv"/>
  <p:tag name="MTNUMBER" val="0.430641141454988"/>
</p:tagLst>
</file>

<file path=ppt/tags/tag395.xml><?xml version="1.0" encoding="utf-8"?>
<p:tagLst xmlns:a="http://schemas.openxmlformats.org/drawingml/2006/main" xmlns:r="http://schemas.openxmlformats.org/officeDocument/2006/relationships" xmlns:p="http://schemas.openxmlformats.org/presentationml/2006/main">
  <p:tag name="MTTABLE" val="HDiv"/>
  <p:tag name="MTNUMBER" val="0.430641141454988"/>
</p:tagLst>
</file>

<file path=ppt/tags/tag396.xml><?xml version="1.0" encoding="utf-8"?>
<p:tagLst xmlns:a="http://schemas.openxmlformats.org/drawingml/2006/main" xmlns:r="http://schemas.openxmlformats.org/officeDocument/2006/relationships" xmlns:p="http://schemas.openxmlformats.org/presentationml/2006/main">
  <p:tag name="MTTABLE" val="HDiv"/>
  <p:tag name="MTNUMBER" val="0.430641141454988"/>
</p:tagLst>
</file>

<file path=ppt/tags/tag397.xml><?xml version="1.0" encoding="utf-8"?>
<p:tagLst xmlns:a="http://schemas.openxmlformats.org/drawingml/2006/main" xmlns:r="http://schemas.openxmlformats.org/officeDocument/2006/relationships" xmlns:p="http://schemas.openxmlformats.org/presentationml/2006/main">
  <p:tag name="MTTABLE" val="HDiv"/>
  <p:tag name="MTNUMBER" val="0.430641141454988"/>
</p:tagLst>
</file>

<file path=ppt/tags/tag398.xml><?xml version="1.0" encoding="utf-8"?>
<p:tagLst xmlns:a="http://schemas.openxmlformats.org/drawingml/2006/main" xmlns:r="http://schemas.openxmlformats.org/officeDocument/2006/relationships" xmlns:p="http://schemas.openxmlformats.org/presentationml/2006/main">
  <p:tag name="MTTABLE" val="HDiv"/>
  <p:tag name="MTNUMBER" val="0.430641141454988"/>
</p:tagLst>
</file>

<file path=ppt/tags/tag399.xml><?xml version="1.0" encoding="utf-8"?>
<p:tagLst xmlns:a="http://schemas.openxmlformats.org/drawingml/2006/main" xmlns:r="http://schemas.openxmlformats.org/officeDocument/2006/relationships" xmlns:p="http://schemas.openxmlformats.org/presentationml/2006/main">
  <p:tag name="MTTABLE" val="HDiv"/>
  <p:tag name="MTNUMBER" val="0.430641141454988"/>
</p:tagLst>
</file>

<file path=ppt/tags/tag400.xml><?xml version="1.0" encoding="utf-8"?>
<p:tagLst xmlns:a="http://schemas.openxmlformats.org/drawingml/2006/main" xmlns:r="http://schemas.openxmlformats.org/officeDocument/2006/relationships" xmlns:p="http://schemas.openxmlformats.org/presentationml/2006/main">
  <p:tag name="MTTABLE" val="HDiv"/>
  <p:tag name="MTNUMBER" val="0.430641141454988"/>
</p:tagLst>
</file>

<file path=ppt/tags/tag401.xml><?xml version="1.0" encoding="utf-8"?>
<p:tagLst xmlns:a="http://schemas.openxmlformats.org/drawingml/2006/main" xmlns:r="http://schemas.openxmlformats.org/officeDocument/2006/relationships" xmlns:p="http://schemas.openxmlformats.org/presentationml/2006/main">
  <p:tag name="MTTABLE" val="HDiv"/>
  <p:tag name="MTNUMBER" val="0.430641141454988"/>
</p:tagLst>
</file>

<file path=ppt/tags/tag402.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45"/>
  <p:tag name="TOP" val="380"/>
</p:tagLst>
</file>

<file path=ppt/tags/tag403.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267.5"/>
  <p:tag name="TOP" val="380"/>
</p:tagLst>
</file>

<file path=ppt/tags/tag404.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490"/>
  <p:tag name="TOP" val="380"/>
</p:tagLst>
</file>

<file path=ppt/tags/tag405.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712.5"/>
  <p:tag name="TOP" val="380"/>
</p:tagLst>
</file>

<file path=ppt/tags/tag406.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45"/>
  <p:tag name="TOP" val="350"/>
</p:tagLst>
</file>

<file path=ppt/tags/tag407.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267.5"/>
  <p:tag name="TOP" val="350"/>
</p:tagLst>
</file>

<file path=ppt/tags/tag408.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490"/>
  <p:tag name="TOP" val="350"/>
</p:tagLst>
</file>

<file path=ppt/tags/tag409.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712.5"/>
  <p:tag name="TOP" val="350"/>
</p:tagLst>
</file>

<file path=ppt/tags/tag410.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45"/>
  <p:tag name="TOP" val="320"/>
</p:tagLst>
</file>

<file path=ppt/tags/tag411.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267.5"/>
  <p:tag name="TOP" val="320"/>
</p:tagLst>
</file>

<file path=ppt/tags/tag412.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490"/>
  <p:tag name="TOP" val="320"/>
</p:tagLst>
</file>

<file path=ppt/tags/tag413.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712.5"/>
  <p:tag name="TOP" val="320"/>
</p:tagLst>
</file>

<file path=ppt/tags/tag414.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45"/>
  <p:tag name="TOP" val="290"/>
</p:tagLst>
</file>

<file path=ppt/tags/tag415.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267.5"/>
  <p:tag name="TOP" val="290"/>
</p:tagLst>
</file>

<file path=ppt/tags/tag416.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490"/>
  <p:tag name="TOP" val="290"/>
</p:tagLst>
</file>

<file path=ppt/tags/tag417.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712.5"/>
  <p:tag name="TOP" val="290"/>
</p:tagLst>
</file>

<file path=ppt/tags/tag418.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45"/>
  <p:tag name="TOP" val="260"/>
</p:tagLst>
</file>

<file path=ppt/tags/tag419.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267.5"/>
  <p:tag name="TOP" val="260"/>
</p:tagLst>
</file>

<file path=ppt/tags/tag420.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490"/>
  <p:tag name="TOP" val="260"/>
</p:tagLst>
</file>

<file path=ppt/tags/tag421.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712.5"/>
  <p:tag name="TOP" val="260"/>
</p:tagLst>
</file>

<file path=ppt/tags/tag422.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45"/>
  <p:tag name="TOP" val="230"/>
</p:tagLst>
</file>

<file path=ppt/tags/tag423.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267.5"/>
  <p:tag name="TOP" val="230"/>
</p:tagLst>
</file>

<file path=ppt/tags/tag424.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490"/>
  <p:tag name="TOP" val="230"/>
</p:tagLst>
</file>

<file path=ppt/tags/tag425.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712.5"/>
  <p:tag name="TOP" val="230"/>
</p:tagLst>
</file>

<file path=ppt/tags/tag426.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45"/>
  <p:tag name="TOP" val="200"/>
</p:tagLst>
</file>

<file path=ppt/tags/tag427.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267.5"/>
  <p:tag name="TOP" val="200"/>
</p:tagLst>
</file>

<file path=ppt/tags/tag428.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490"/>
  <p:tag name="TOP" val="200"/>
</p:tagLst>
</file>

<file path=ppt/tags/tag429.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712.5"/>
  <p:tag name="TOP" val="200"/>
</p:tagLst>
</file>

<file path=ppt/tags/tag430.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45"/>
  <p:tag name="TOP" val="170"/>
</p:tagLst>
</file>

<file path=ppt/tags/tag431.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267.5"/>
  <p:tag name="TOP" val="170"/>
</p:tagLst>
</file>

<file path=ppt/tags/tag432.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490"/>
  <p:tag name="TOP" val="170"/>
</p:tagLst>
</file>

<file path=ppt/tags/tag433.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712.5"/>
  <p:tag name="TOP" val="170"/>
</p:tagLst>
</file>

<file path=ppt/tags/tag434.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45"/>
  <p:tag name="TOP" val="140"/>
</p:tagLst>
</file>

<file path=ppt/tags/tag435.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267.5"/>
  <p:tag name="TOP" val="140"/>
</p:tagLst>
</file>

<file path=ppt/tags/tag436.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490"/>
  <p:tag name="TOP" val="140"/>
</p:tagLst>
</file>

<file path=ppt/tags/tag437.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712.5"/>
  <p:tag name="TOP" val="140"/>
</p:tagLst>
</file>

<file path=ppt/tags/tag438.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45"/>
  <p:tag name="TOP" val="110"/>
</p:tagLst>
</file>

<file path=ppt/tags/tag439.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267.5"/>
  <p:tag name="TOP" val="110"/>
</p:tagLst>
</file>

<file path=ppt/tags/tag440.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490"/>
  <p:tag name="TOP" val="110"/>
</p:tagLst>
</file>

<file path=ppt/tags/tag441.xml><?xml version="1.0" encoding="utf-8"?>
<p:tagLst xmlns:a="http://schemas.openxmlformats.org/drawingml/2006/main" xmlns:r="http://schemas.openxmlformats.org/officeDocument/2006/relationships" xmlns:p="http://schemas.openxmlformats.org/presentationml/2006/main">
  <p:tag name="WIDTH" val="202.5"/>
  <p:tag name="HEIGHT" val="20"/>
  <p:tag name="MTTABLE" val="Cell"/>
  <p:tag name="MTNUMBER" val="0.430641141454988"/>
  <p:tag name="LEFT" val="712.5"/>
  <p:tag name="TOP" val="110"/>
</p:tagLst>
</file>

<file path=ppt/tags/tag4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44.xml><?xml version="1.0" encoding="utf-8"?>
<p:tagLst xmlns:a="http://schemas.openxmlformats.org/drawingml/2006/main" xmlns:r="http://schemas.openxmlformats.org/officeDocument/2006/relationships" xmlns:p="http://schemas.openxmlformats.org/presentationml/2006/main">
  <p:tag name="THINKCELLSHAPEDONOTDELETE" val="tUGxoNS3iuxaTv6eeh7WQAQ"/>
</p:tagLst>
</file>

<file path=ppt/tags/tag445.xml><?xml version="1.0" encoding="utf-8"?>
<p:tagLst xmlns:a="http://schemas.openxmlformats.org/drawingml/2006/main" xmlns:r="http://schemas.openxmlformats.org/officeDocument/2006/relationships" xmlns:p="http://schemas.openxmlformats.org/presentationml/2006/main">
  <p:tag name="THINKCELLSHAPEDONOTDELETE" val="tLdJuVmro_A1MFl4MYVABOA"/>
</p:tagLst>
</file>

<file path=ppt/tags/tag446.xml><?xml version="1.0" encoding="utf-8"?>
<p:tagLst xmlns:a="http://schemas.openxmlformats.org/drawingml/2006/main" xmlns:r="http://schemas.openxmlformats.org/officeDocument/2006/relationships" xmlns:p="http://schemas.openxmlformats.org/presentationml/2006/main">
  <p:tag name="THINKCELLSHAPEDONOTDELETE" val="tI3JZMvLXaTEwdvewr0L_6w"/>
</p:tagLst>
</file>

<file path=ppt/tags/tag4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5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51.xml><?xml version="1.0" encoding="utf-8"?>
<p:tagLst xmlns:a="http://schemas.openxmlformats.org/drawingml/2006/main" xmlns:r="http://schemas.openxmlformats.org/officeDocument/2006/relationships" xmlns:p="http://schemas.openxmlformats.org/presentationml/2006/main">
  <p:tag name="NAME" val="Sticky"/>
</p:tagLst>
</file>

<file path=ppt/tags/tag4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5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57.xml><?xml version="1.0" encoding="utf-8"?>
<p:tagLst xmlns:a="http://schemas.openxmlformats.org/drawingml/2006/main" xmlns:r="http://schemas.openxmlformats.org/officeDocument/2006/relationships" xmlns:p="http://schemas.openxmlformats.org/presentationml/2006/main">
  <p:tag name="SHAPENAME" val="1. On-page tracker"/>
</p:tagLst>
</file>

<file path=ppt/theme/theme1.xml><?xml version="1.0" encoding="utf-8"?>
<a:theme xmlns:a="http://schemas.openxmlformats.org/drawingml/2006/main" name="White">
  <a:themeElements>
    <a:clrScheme name="Custom 10">
      <a:dk1>
        <a:srgbClr val="000000"/>
      </a:dk1>
      <a:lt1>
        <a:srgbClr val="FFFFFF"/>
      </a:lt1>
      <a:dk2>
        <a:srgbClr val="FFFFFF"/>
      </a:dk2>
      <a:lt2>
        <a:srgbClr val="FFFFFF"/>
      </a:lt2>
      <a:accent1>
        <a:srgbClr val="061F79"/>
      </a:accent1>
      <a:accent2>
        <a:srgbClr val="00A9F4"/>
      </a:accent2>
      <a:accent3>
        <a:srgbClr val="2251FF"/>
      </a:accent3>
      <a:accent4>
        <a:srgbClr val="99E6FF"/>
      </a:accent4>
      <a:accent5>
        <a:srgbClr val="0679C3"/>
      </a:accent5>
      <a:accent6>
        <a:srgbClr val="75F0E7"/>
      </a:accent6>
      <a:hlink>
        <a:srgbClr val="1F40E6"/>
      </a:hlink>
      <a:folHlink>
        <a:srgbClr val="8C5AC8"/>
      </a:folHlink>
    </a:clrScheme>
    <a:fontScheme name="Whit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White">
        <a:dk1>
          <a:srgbClr val="000000"/>
        </a:dk1>
        <a:lt1>
          <a:srgbClr val="FFFFFF"/>
        </a:lt1>
        <a:dk2>
          <a:srgbClr val="FFFFFF"/>
        </a:dk2>
        <a:lt2>
          <a:srgbClr val="FFFFFF"/>
        </a:lt2>
        <a:accent1>
          <a:srgbClr val="061F79"/>
        </a:accent1>
        <a:accent2>
          <a:srgbClr val="00A9F4"/>
        </a:accent2>
        <a:accent3>
          <a:srgbClr val="2251FF"/>
        </a:accent3>
        <a:accent4>
          <a:srgbClr val="99E6FF"/>
        </a:accent4>
        <a:accent5>
          <a:srgbClr val="0679C3"/>
        </a:accent5>
        <a:accent6>
          <a:srgbClr val="75F0E7"/>
        </a:accent6>
        <a:hlink>
          <a:srgbClr val="1F40E6"/>
        </a:hlink>
        <a:folHlink>
          <a:srgbClr val="8C5AC8"/>
        </a:folHlink>
      </a:clrScheme>
    </a:extraClrScheme>
  </a:extraClrSchemeLst>
  <a:custClrLst>
    <a:custClr name="Electric Blue 900">
      <a:srgbClr val="061F79"/>
    </a:custClr>
    <a:custClr name="Electric Blue 700">
      <a:srgbClr val="1537BA"/>
    </a:custClr>
    <a:custClr name="Electric Blue 500">
      <a:srgbClr val="2251FF"/>
    </a:custClr>
    <a:custClr name="Electric Blue 300">
      <a:srgbClr val="5E9DFF"/>
    </a:custClr>
    <a:custClr name="Electric Blue 200">
      <a:srgbClr val="99C4FF"/>
    </a:custClr>
    <a:custClr name="Null">
      <a:srgbClr val="FEFFFF"/>
    </a:custClr>
    <a:custClr name="Null">
      <a:srgbClr val="FEFFFF"/>
    </a:custClr>
    <a:custClr name="Null">
      <a:srgbClr val="FEFFFF"/>
    </a:custClr>
    <a:custClr name="Null">
      <a:srgbClr val="FEFFFF"/>
    </a:custClr>
    <a:custClr name="Null">
      <a:srgbClr val="FEFFFF"/>
    </a:custClr>
    <a:custClr name="Deep Blue 900">
      <a:srgbClr val="051C2C"/>
    </a:custClr>
    <a:custClr name="Electric Blue 800">
      <a:srgbClr val="0E2B99"/>
    </a:custClr>
    <a:custClr name="Electric Blue 500">
      <a:srgbClr val="2251FF"/>
    </a:custClr>
    <a:custClr name="Electric Blue 200">
      <a:srgbClr val="99C4FF"/>
    </a:custClr>
    <a:custClr name="Gray 10%">
      <a:srgbClr val="E6E6E6"/>
    </a:custClr>
    <a:custClr name="Crimson Red 300">
      <a:srgbClr val="F17E7E"/>
    </a:custClr>
    <a:custClr name="Crimson Red 500">
      <a:srgbClr val="E33B3B"/>
    </a:custClr>
    <a:custClr name="Crimson Red 700">
      <a:srgbClr val="B82525"/>
    </a:custClr>
    <a:custClr name="Crimson Red 900">
      <a:srgbClr val="8E0B0B"/>
    </a:custClr>
    <a:custClr name="Null">
      <a:srgbClr val="FEFFFF"/>
    </a:custClr>
    <a:custClr name="Marine Green 900">
      <a:srgbClr val="108980"/>
    </a:custClr>
    <a:custClr name="Marine Green 700">
      <a:srgbClr val="14B8AB"/>
    </a:custClr>
    <a:custClr name="Marine Green 500">
      <a:srgbClr val="0BDACB"/>
    </a:custClr>
    <a:custClr name="Marine Green 300">
      <a:srgbClr val="75F0E7"/>
    </a:custClr>
    <a:custClr name="Sand Neutral 300">
      <a:srgbClr val="E6D7BC"/>
    </a:custClr>
    <a:custClr name="Crimson Red 300">
      <a:srgbClr val="F17E7E"/>
    </a:custClr>
    <a:custClr name="Crimson Red 500">
      <a:srgbClr val="E33B3B"/>
    </a:custClr>
    <a:custClr name="Crimson Red 700">
      <a:srgbClr val="B82525"/>
    </a:custClr>
    <a:custClr name="Crimson Red 900">
      <a:srgbClr val="8E0B0B"/>
    </a:custClr>
    <a:custClr name="Null">
      <a:srgbClr val="FEFFFF"/>
    </a:custClr>
    <a:custClr name="Gray 70%">
      <a:srgbClr val="4D4D4D"/>
    </a:custClr>
    <a:custClr name="Gray 54%">
      <a:srgbClr val="757575"/>
    </a:custClr>
    <a:custClr name="Gray 30%">
      <a:srgbClr val="B3B3B3"/>
    </a:custClr>
    <a:custClr name="Gray 20%">
      <a:srgbClr val="CCCCCC"/>
    </a:custClr>
    <a:custClr name="Gray 10%">
      <a:srgbClr val="E6E6E6"/>
    </a:custClr>
    <a:custClr name="Null">
      <a:srgbClr val="FEFFFF"/>
    </a:custClr>
    <a:custClr name="Null">
      <a:srgbClr val="FEFFFF"/>
    </a:custClr>
    <a:custClr name="Null">
      <a:srgbClr val="FEFFFF"/>
    </a:custClr>
    <a:custClr name="Null">
      <a:srgbClr val="FEFFFF"/>
    </a:custClr>
    <a:custClr name="Null">
      <a:srgbClr val="FEFFFF"/>
    </a:custClr>
    <a:custClr name="Marine Green 500">
      <a:srgbClr val="0BDACB"/>
    </a:custClr>
    <a:custClr name="Amber Yellow 500">
      <a:srgbClr val="FFA800"/>
    </a:custClr>
    <a:custClr name="Crimson Red 500">
      <a:srgbClr val="E33B3B"/>
    </a:custClr>
    <a:custClr name="Deep Blue 900">
      <a:srgbClr val="051C2C"/>
    </a:custClr>
    <a:custClr name="Null">
      <a:srgbClr val="FEFFFF"/>
    </a:custClr>
    <a:custClr name="Null">
      <a:srgbClr val="FEFFFF"/>
    </a:custClr>
    <a:custClr name="Null">
      <a:srgbClr val="FEFFFF"/>
    </a:custClr>
    <a:custClr name="Null">
      <a:srgbClr val="FEFFFF"/>
    </a:custClr>
    <a:custClr name="Null">
      <a:srgbClr val="FEFFFF"/>
    </a:custClr>
    <a:custClr name="Null">
      <a:srgbClr val="FEFFFF"/>
    </a:custClr>
  </a:custClrLst>
  <a:extLst>
    <a:ext uri="{05A4C25C-085E-4340-85A3-A5531E510DB2}">
      <thm15:themeFamily xmlns:thm15="http://schemas.microsoft.com/office/thememl/2012/main" name="OneFirm-English (United States)-Wide.potx" id="{3930A782-7855-431F-B7AE-35B9494F4F2B}" vid="{DE15729B-A53C-4F17-8E30-E89302E1D290}"/>
    </a:ext>
  </a:extLst>
</a:theme>
</file>

<file path=ppt/theme/theme2.xml><?xml version="1.0" encoding="utf-8"?>
<a:theme xmlns:a="http://schemas.openxmlformats.org/drawingml/2006/main" name="Contrast">
  <a:themeElements>
    <a:clrScheme name="Custom 18">
      <a:dk1>
        <a:srgbClr val="FFFFFF"/>
      </a:dk1>
      <a:lt1>
        <a:srgbClr val="051C2C"/>
      </a:lt1>
      <a:dk2>
        <a:srgbClr val="000000"/>
      </a:dk2>
      <a:lt2>
        <a:srgbClr val="000000"/>
      </a:lt2>
      <a:accent1>
        <a:srgbClr val="FFFFFF"/>
      </a:accent1>
      <a:accent2>
        <a:srgbClr val="00A9F4"/>
      </a:accent2>
      <a:accent3>
        <a:srgbClr val="2251FF"/>
      </a:accent3>
      <a:accent4>
        <a:srgbClr val="99E6FF"/>
      </a:accent4>
      <a:accent5>
        <a:srgbClr val="0679C3"/>
      </a:accent5>
      <a:accent6>
        <a:srgbClr val="75F0E7"/>
      </a:accent6>
      <a:hlink>
        <a:srgbClr val="00A9F4"/>
      </a:hlink>
      <a:folHlink>
        <a:srgbClr val="8C5AC8"/>
      </a:folHlink>
    </a:clrScheme>
    <a:fontScheme name="Scheme Blu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Blue">
        <a:dk1>
          <a:srgbClr val="FFFFFF"/>
        </a:dk1>
        <a:lt1>
          <a:srgbClr val="051C2C"/>
        </a:lt1>
        <a:dk2>
          <a:srgbClr val="000000"/>
        </a:dk2>
        <a:lt2>
          <a:srgbClr val="000000"/>
        </a:lt2>
        <a:accent1>
          <a:srgbClr val="FFFFFF"/>
        </a:accent1>
        <a:accent2>
          <a:srgbClr val="00A9F4"/>
        </a:accent2>
        <a:accent3>
          <a:srgbClr val="2251FF"/>
        </a:accent3>
        <a:accent4>
          <a:srgbClr val="99E6FF"/>
        </a:accent4>
        <a:accent5>
          <a:srgbClr val="0679C3"/>
        </a:accent5>
        <a:accent6>
          <a:srgbClr val="75F0E7"/>
        </a:accent6>
        <a:hlink>
          <a:srgbClr val="00A9F4"/>
        </a:hlink>
        <a:folHlink>
          <a:srgbClr val="8C5AC8"/>
        </a:folHlink>
      </a:clrScheme>
    </a:extraClrScheme>
  </a:extraClrSchemeLst>
  <a:custClrLst>
    <a:custClr name="Cyan 200">
      <a:srgbClr val="99E6FF"/>
    </a:custClr>
    <a:custClr name="Cyan 300">
      <a:srgbClr val="6ECBF7"/>
    </a:custClr>
    <a:custClr name="Cyan 500">
      <a:srgbClr val="00A9F4"/>
    </a:custClr>
    <a:custClr name="Cyan 700">
      <a:srgbClr val="0679C3"/>
    </a:custClr>
    <a:custClr name="Cyan 900">
      <a:srgbClr val="084D91"/>
    </a:custClr>
    <a:custClr name="Null">
      <a:srgbClr val="FEFFFF"/>
    </a:custClr>
    <a:custClr name="Null">
      <a:srgbClr val="FEFFFF"/>
    </a:custClr>
    <a:custClr name="Null">
      <a:srgbClr val="FEFFFF"/>
    </a:custClr>
    <a:custClr name="Null">
      <a:srgbClr val="FEFFFF"/>
    </a:custClr>
    <a:custClr name="Null">
      <a:srgbClr val="FEFFFF"/>
    </a:custClr>
    <a:custClr name="Cyan 700">
      <a:srgbClr val="0679C3"/>
    </a:custClr>
    <a:custClr name="Cyan 300">
      <a:srgbClr val="6ECBF7"/>
    </a:custClr>
    <a:custClr name="Gray 10%">
      <a:srgbClr val="E6E6E6"/>
    </a:custClr>
    <a:custClr name="Crimson Red 300">
      <a:srgbClr val="F17E7E"/>
    </a:custClr>
    <a:custClr name="Crimson Red 600">
      <a:srgbClr val="CD3030"/>
    </a:custClr>
    <a:custClr name="Null">
      <a:srgbClr val="FEFFFF"/>
    </a:custClr>
    <a:custClr name="Null">
      <a:srgbClr val="FEFFFF"/>
    </a:custClr>
    <a:custClr name="Null">
      <a:srgbClr val="FEFFFF"/>
    </a:custClr>
    <a:custClr name="Null">
      <a:srgbClr val="FEFFFF"/>
    </a:custClr>
    <a:custClr name="Null">
      <a:srgbClr val="FEFFFF"/>
    </a:custClr>
    <a:custClr name="Marine Green 900">
      <a:srgbClr val="108980"/>
    </a:custClr>
    <a:custClr name="Marine Green 600">
      <a:srgbClr val="10CBBC"/>
    </a:custClr>
    <a:custClr name="Sand Neutral 300">
      <a:srgbClr val="E6D7BC"/>
    </a:custClr>
    <a:custClr name="Crimson Red 300">
      <a:srgbClr val="F17E7E"/>
    </a:custClr>
    <a:custClr name="Crimson Red 600">
      <a:srgbClr val="CD3030"/>
    </a:custClr>
    <a:custClr name="Null">
      <a:srgbClr val="FEFFFF"/>
    </a:custClr>
    <a:custClr name="Null">
      <a:srgbClr val="FEFFFF"/>
    </a:custClr>
    <a:custClr name="Null">
      <a:srgbClr val="FEFFFF"/>
    </a:custClr>
    <a:custClr name="Null">
      <a:srgbClr val="FEFFFF"/>
    </a:custClr>
    <a:custClr name="Null">
      <a:srgbClr val="FEFFFF"/>
    </a:custClr>
    <a:custClr name="Gray 70%">
      <a:srgbClr val="4D4D4D"/>
    </a:custClr>
    <a:custClr name="Gray 54%">
      <a:srgbClr val="757575"/>
    </a:custClr>
    <a:custClr name="Gray 30%">
      <a:srgbClr val="B3B3B3"/>
    </a:custClr>
    <a:custClr name="Gray 20%">
      <a:srgbClr val="CCCCCC"/>
    </a:custClr>
    <a:custClr name="Gray 10%">
      <a:srgbClr val="E6E6E6"/>
    </a:custClr>
    <a:custClr name="Null">
      <a:srgbClr val="FEFFFF"/>
    </a:custClr>
    <a:custClr name="Null">
      <a:srgbClr val="FEFFFF"/>
    </a:custClr>
    <a:custClr name="Null">
      <a:srgbClr val="FEFFFF"/>
    </a:custClr>
    <a:custClr name="Null">
      <a:srgbClr val="FEFFFF"/>
    </a:custClr>
    <a:custClr name="Null">
      <a:srgbClr val="FEFFFF"/>
    </a:custClr>
    <a:custClr name="Electric Blue 900">
      <a:srgbClr val="061F79"/>
    </a:custClr>
    <a:custClr name="Marine Green 500">
      <a:srgbClr val="0BDACB"/>
    </a:custClr>
    <a:custClr name="Amber Yellow 500">
      <a:srgbClr val="FFA800"/>
    </a:custClr>
    <a:custClr name="Crimson Red 500">
      <a:srgbClr val="E33B3B"/>
    </a:custClr>
    <a:custClr name="Deep Blue 700">
      <a:srgbClr val="103559"/>
    </a:custClr>
    <a:custClr name="Deep Blue 600">
      <a:srgbClr val="1B456E"/>
    </a:custClr>
    <a:custClr name="Deep Blue 500">
      <a:srgbClr val="2B5580"/>
    </a:custClr>
    <a:custClr name="Deep Blue 300">
      <a:srgbClr val="5380AC"/>
    </a:custClr>
    <a:custClr name="Deep Blue 200">
      <a:srgbClr val="82A6C9"/>
    </a:custClr>
    <a:custClr name="Null">
      <a:srgbClr val="FEFFFF"/>
    </a:custClr>
    <a:custClr name="Null">
      <a:srgbClr val="FEFFFF"/>
    </a:custClr>
  </a:custClrLst>
  <a:extLst>
    <a:ext uri="{05A4C25C-085E-4340-85A3-A5531E510DB2}">
      <thm15:themeFamily xmlns:thm15="http://schemas.microsoft.com/office/thememl/2012/main" name="OneFirm-English (United States)-Wide.potx" id="{3930A782-7855-431F-B7AE-35B9494F4F2B}" vid="{B1915C88-7403-4DE5-8BD1-7CFB569789DE}"/>
    </a:ext>
  </a:extLst>
</a:theme>
</file>

<file path=ppt/theme/theme3.xml><?xml version="1.0" encoding="utf-8"?>
<a:theme xmlns:a="http://schemas.openxmlformats.org/drawingml/2006/main" name="Office Theme">
  <a:themeElements>
    <a:clrScheme name="Custom Scheme">
      <a:dk1>
        <a:srgbClr val="000000"/>
      </a:dk1>
      <a:lt1>
        <a:srgbClr val="FFFFFF"/>
      </a:lt1>
      <a:dk2>
        <a:srgbClr val="051C2C"/>
      </a:dk2>
      <a:lt2>
        <a:srgbClr val="FFFFFF"/>
      </a:lt2>
      <a:accent1>
        <a:srgbClr val="051C2C"/>
      </a:accent1>
      <a:accent2>
        <a:srgbClr val="00A9F4"/>
      </a:accent2>
      <a:accent3>
        <a:srgbClr val="1F40E6"/>
      </a:accent3>
      <a:accent4>
        <a:srgbClr val="AAE6F0"/>
      </a:accent4>
      <a:accent5>
        <a:srgbClr val="3C96B4"/>
      </a:accent5>
      <a:accent6>
        <a:srgbClr val="AFC3FF"/>
      </a:accent6>
      <a:hlink>
        <a:srgbClr val="00A9F4"/>
      </a:hlink>
      <a:folHlink>
        <a:srgbClr val="00A9F4"/>
      </a:folHlink>
    </a:clrScheme>
    <a:fontScheme name="Custom Schem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ustom Scheme 2">
      <a:dk1>
        <a:srgbClr val="000000"/>
      </a:dk1>
      <a:lt1>
        <a:srgbClr val="FFFFFF"/>
      </a:lt1>
      <a:dk2>
        <a:srgbClr val="051C2C"/>
      </a:dk2>
      <a:lt2>
        <a:srgbClr val="FFFFFF"/>
      </a:lt2>
      <a:accent1>
        <a:srgbClr val="051C2C"/>
      </a:accent1>
      <a:accent2>
        <a:srgbClr val="00A9F4"/>
      </a:accent2>
      <a:accent3>
        <a:srgbClr val="1F40E6"/>
      </a:accent3>
      <a:accent4>
        <a:srgbClr val="AAE6F0"/>
      </a:accent4>
      <a:accent5>
        <a:srgbClr val="3C96B4"/>
      </a:accent5>
      <a:accent6>
        <a:srgbClr val="AFC3FF"/>
      </a:accent6>
      <a:hlink>
        <a:srgbClr val="00A9F4"/>
      </a:hlink>
      <a:folHlink>
        <a:srgbClr val="00A9F4"/>
      </a:folHlink>
    </a:clrScheme>
    <a:fontScheme name="Custom Scheme2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2B347756AEE8344BB28CD44EC2B7328" ma:contentTypeVersion="14" ma:contentTypeDescription="Create a new document." ma:contentTypeScope="" ma:versionID="7848285eb86c98fd3225cd5e062a9123">
  <xsd:schema xmlns:xsd="http://www.w3.org/2001/XMLSchema" xmlns:xs="http://www.w3.org/2001/XMLSchema" xmlns:p="http://schemas.microsoft.com/office/2006/metadata/properties" xmlns:ns2="c1ca735a-14db-4567-a159-d67c2473f960" xmlns:ns3="a97def03-4829-427a-a25e-2157731fbb05" targetNamespace="http://schemas.microsoft.com/office/2006/metadata/properties" ma:root="true" ma:fieldsID="b59c3fcbebbca2e69bd6f4f4a8da0cee" ns2:_="" ns3:_="">
    <xsd:import namespace="c1ca735a-14db-4567-a159-d67c2473f960"/>
    <xsd:import namespace="a97def03-4829-427a-a25e-2157731fbb0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ca735a-14db-4567-a159-d67c2473f9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18eb3a52-a9ad-454e-96a1-46bb4cd16a89"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97def03-4829-427a-a25e-2157731fbb0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42e6c6cb-bb7d-451c-b4ef-6310a7d27395}" ma:internalName="TaxCatchAll" ma:showField="CatchAllData" ma:web="a97def03-4829-427a-a25e-2157731fbb0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1ca735a-14db-4567-a159-d67c2473f960">
      <Terms xmlns="http://schemas.microsoft.com/office/infopath/2007/PartnerControls"/>
    </lcf76f155ced4ddcb4097134ff3c332f>
    <TaxCatchAll xmlns="a97def03-4829-427a-a25e-2157731fbb05" xsi:nil="true"/>
  </documentManagement>
</p:properties>
</file>

<file path=customXml/itemProps1.xml><?xml version="1.0" encoding="utf-8"?>
<ds:datastoreItem xmlns:ds="http://schemas.openxmlformats.org/officeDocument/2006/customXml" ds:itemID="{8B50EE39-9B4D-4C3C-8505-D8D6A5EC6B2C}">
  <ds:schemaRefs>
    <ds:schemaRef ds:uri="http://schemas.microsoft.com/sharepoint/v3/contenttype/forms"/>
  </ds:schemaRefs>
</ds:datastoreItem>
</file>

<file path=customXml/itemProps2.xml><?xml version="1.0" encoding="utf-8"?>
<ds:datastoreItem xmlns:ds="http://schemas.openxmlformats.org/officeDocument/2006/customXml" ds:itemID="{F4E74280-4338-4575-9228-D65BD4AFFA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1ca735a-14db-4567-a159-d67c2473f960"/>
    <ds:schemaRef ds:uri="a97def03-4829-427a-a25e-2157731fbb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7DF283F-4B82-4892-8EF9-70B9B3E3286B}">
  <ds:schemaRefs>
    <ds:schemaRef ds:uri="http://schemas.microsoft.com/office/2006/metadata/properties"/>
    <ds:schemaRef ds:uri="http://schemas.microsoft.com/office/infopath/2007/PartnerControls"/>
    <ds:schemaRef ds:uri="c1ca735a-14db-4567-a159-d67c2473f960"/>
    <ds:schemaRef ds:uri="a97def03-4829-427a-a25e-2157731fbb05"/>
  </ds:schemaRefs>
</ds:datastoreItem>
</file>

<file path=docProps/app.xml><?xml version="1.0" encoding="utf-8"?>
<Properties xmlns="http://schemas.openxmlformats.org/officeDocument/2006/extended-properties" xmlns:vt="http://schemas.openxmlformats.org/officeDocument/2006/docPropsVTypes">
  <Template>blank</Template>
  <TotalTime>672</TotalTime>
  <Words>2110</Words>
  <Application>Microsoft Office PowerPoint</Application>
  <PresentationFormat>Widescreen</PresentationFormat>
  <Paragraphs>338</Paragraphs>
  <Slides>16</Slides>
  <Notes>5</Notes>
  <HiddenSlides>2</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16</vt:i4>
      </vt:variant>
    </vt:vector>
  </HeadingPairs>
  <TitlesOfParts>
    <vt:vector size="24" baseType="lpstr">
      <vt:lpstr>Arial</vt:lpstr>
      <vt:lpstr>Cambria</vt:lpstr>
      <vt:lpstr>Georgia</vt:lpstr>
      <vt:lpstr>Segoe UI</vt:lpstr>
      <vt:lpstr>Wingdings</vt:lpstr>
      <vt:lpstr>White</vt:lpstr>
      <vt:lpstr>Contrast</vt:lpstr>
      <vt:lpstr>think-cell Slide</vt:lpstr>
      <vt:lpstr>Vanguard- Enterprise Productivity</vt:lpstr>
      <vt:lpstr>For discussion</vt:lpstr>
      <vt:lpstr>The levers we will go after</vt:lpstr>
      <vt:lpstr>Demand management and workforce productivity levers (1/2)</vt:lpstr>
      <vt:lpstr>Demand management and workforce productivity levers (2/2)</vt:lpstr>
      <vt:lpstr>For discussion</vt:lpstr>
      <vt:lpstr>The assets we deploy and data needed</vt:lpstr>
      <vt:lpstr>Each lever is measured by a McKinsey asset </vt:lpstr>
      <vt:lpstr>What each asset measures and how it runs</vt:lpstr>
      <vt:lpstr>Consolidated data request</vt:lpstr>
      <vt:lpstr>For discussion</vt:lpstr>
      <vt:lpstr>Illustrative outputs from these assets</vt:lpstr>
      <vt:lpstr>The outputs each asset produces</vt:lpstr>
      <vt:lpstr>Appendix</vt:lpstr>
      <vt:lpstr>How it comes together over eight weeks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Parth Bahl</dc:creator>
  <cp:keywords/>
  <dc:description/>
  <cp:lastModifiedBy>Parth Bahl</cp:lastModifiedBy>
  <cp:revision>2</cp:revision>
  <cp:lastPrinted>2018-10-30T20:37:12Z</cp:lastPrinted>
  <dcterms:created xsi:type="dcterms:W3CDTF">2026-07-29T16:08:14Z</dcterms:created>
  <dcterms:modified xsi:type="dcterms:W3CDTF">2026-07-30T05:36:18Z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1628964</vt:lpwstr>
  </property>
  <property fmtid="{D5CDD505-2E9C-101B-9397-08002B2CF9AE}" pid="3" name="NXPowerLiteSettings">
    <vt:lpwstr>C9000A38044001</vt:lpwstr>
  </property>
  <property fmtid="{D5CDD505-2E9C-101B-9397-08002B2CF9AE}" pid="4" name="NXPowerLiteVersion">
    <vt:lpwstr>D7.1.14</vt:lpwstr>
  </property>
  <property fmtid="{D5CDD505-2E9C-101B-9397-08002B2CF9AE}" pid="5" name="PPT">
    <vt:lpwstr>Hello</vt:lpwstr>
  </property>
  <property fmtid="{D5CDD505-2E9C-101B-9397-08002B2CF9AE}" pid="6" name="TemplateVersion">
    <vt:lpwstr>4</vt:lpwstr>
  </property>
  <property fmtid="{D5CDD505-2E9C-101B-9397-08002B2CF9AE}" pid="7" name="TemplateLastEdited">
    <vt:lpwstr>2024-05-30 01:34 PM</vt:lpwstr>
  </property>
  <property fmtid="{D5CDD505-2E9C-101B-9397-08002B2CF9AE}" pid="8" name="TemplateCreated">
    <vt:lpwstr>2019-02-27 01:18 PM</vt:lpwstr>
  </property>
  <property fmtid="{D5CDD505-2E9C-101B-9397-08002B2CF9AE}" pid="9" name="ContentTypeId">
    <vt:lpwstr>0x010100F2B347756AEE8344BB28CD44EC2B7328</vt:lpwstr>
  </property>
  <property fmtid="{D5CDD505-2E9C-101B-9397-08002B2CF9AE}" pid="10" name="MSIP_Label_fec09dec-a9ce-4322-b578-b49052c992d8_Enabled">
    <vt:lpwstr>true</vt:lpwstr>
  </property>
  <property fmtid="{D5CDD505-2E9C-101B-9397-08002B2CF9AE}" pid="11" name="MSIP_Label_fec09dec-a9ce-4322-b578-b49052c992d8_SetDate">
    <vt:lpwstr>2026-06-01T18:59:52Z</vt:lpwstr>
  </property>
  <property fmtid="{D5CDD505-2E9C-101B-9397-08002B2CF9AE}" pid="12" name="MSIP_Label_fec09dec-a9ce-4322-b578-b49052c992d8_Method">
    <vt:lpwstr>Standard</vt:lpwstr>
  </property>
  <property fmtid="{D5CDD505-2E9C-101B-9397-08002B2CF9AE}" pid="13" name="MSIP_Label_fec09dec-a9ce-4322-b578-b49052c992d8_Name">
    <vt:lpwstr>Firm Confidential Information-SLV1</vt:lpwstr>
  </property>
  <property fmtid="{D5CDD505-2E9C-101B-9397-08002B2CF9AE}" pid="14" name="MSIP_Label_fec09dec-a9ce-4322-b578-b49052c992d8_SiteId">
    <vt:lpwstr>cc8936bc-9382-4fff-87cb-6f55999549e7</vt:lpwstr>
  </property>
  <property fmtid="{D5CDD505-2E9C-101B-9397-08002B2CF9AE}" pid="15" name="MSIP_Label_fec09dec-a9ce-4322-b578-b49052c992d8_ActionId">
    <vt:lpwstr>b2d4adc9-fc6a-437a-8263-96c4b9a66d0c</vt:lpwstr>
  </property>
  <property fmtid="{D5CDD505-2E9C-101B-9397-08002B2CF9AE}" pid="16" name="MSIP_Label_fec09dec-a9ce-4322-b578-b49052c992d8_ContentBits">
    <vt:lpwstr>0</vt:lpwstr>
  </property>
  <property fmtid="{D5CDD505-2E9C-101B-9397-08002B2CF9AE}" pid="17" name="MSIP_Label_fec09dec-a9ce-4322-b578-b49052c992d8_Tag">
    <vt:lpwstr>10, 3, 0, 1</vt:lpwstr>
  </property>
</Properties>
</file>