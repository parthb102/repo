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21.bin" ContentType="application/vnd.openxmlformats-officedocument.oleObject"/>
  <Override PartName="/ppt/embeddings/oleObject22.bin" ContentType="application/vnd.openxmlformats-officedocument.oleObject"/>
  <Override PartName="/ppt/embeddings/oleObject23.bin" ContentType="application/vnd.openxmlformats-officedocument.oleObject"/>
  <Override PartName="/ppt/embeddings/oleObject24.bin" ContentType="application/vnd.openxmlformats-officedocument.oleObject"/>
  <Override PartName="/ppt/embeddings/oleObject25.bin" ContentType="application/vnd.openxmlformats-officedocument.oleObject"/>
  <Override PartName="/ppt/embeddings/oleObject26.bin" ContentType="application/vnd.openxmlformats-officedocument.oleObject"/>
  <Override PartName="/ppt/embeddings/oleObject27.bin" ContentType="application/vnd.openxmlformats-officedocument.oleObject"/>
  <Override PartName="/ppt/embeddings/oleObject28.bin" ContentType="application/vnd.openxmlformats-officedocument.oleObject"/>
  <Override PartName="/ppt/embeddings/oleObject29.bin" ContentType="application/vnd.openxmlformats-officedocument.oleObject"/>
  <Override PartName="/ppt/embeddings/oleObject3.bin" ContentType="application/vnd.openxmlformats-officedocument.oleObject"/>
  <Override PartName="/ppt/embeddings/oleObject30.bin" ContentType="application/vnd.openxmlformats-officedocument.oleObject"/>
  <Override PartName="/ppt/embeddings/oleObject31.bin" ContentType="application/vnd.openxmlformats-officedocument.oleObject"/>
  <Override PartName="/ppt/embeddings/oleObject32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23.svg" ContentType="image/svg+xml"/>
  <Override PartName="/ppt/media/image2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864" r:id="rId5"/>
  </p:sldMasterIdLst>
  <p:notesMasterIdLst>
    <p:notesMasterId r:id="rId14"/>
  </p:notesMasterIdLst>
  <p:handoutMasterIdLst>
    <p:handoutMasterId r:id="rId15"/>
  </p:handoutMasterIdLst>
  <p:sldIdLst>
    <p:sldId id="281" r:id="rId6"/>
    <p:sldId id="283" r:id="rId7"/>
    <p:sldId id="3936" r:id="rId8"/>
    <p:sldId id="3934" r:id="rId9"/>
    <p:sldId id="3935" r:id="rId10"/>
    <p:sldId id="261" r:id="rId11"/>
    <p:sldId id="3937" r:id="rId24"/>
    <p:sldId id="265" r:id="rId12"/>
    <p:sldId id="280" r:id="rId13"/>
  </p:sldIdLst>
  <p:sldSz cx="12192000" cy="6858000"/>
  <p:notesSz cx="7102475" cy="9388475"/>
  <p:custDataLst>
    <p:tags r:id="rId1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A497640-9F12-D0D7-23C7-745A10EB2387}" name="Srikanth Jayarajan" initials="SJ" userId="dMYpSlfjzFcYPEDsXjVgLmU1LCIkAjLNCqtAilE+2dM=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ley Rich" initials="HR" lastIdx="1" clrIdx="0">
    <p:extLst>
      <p:ext uri="{19B8F6BF-5375-455C-9EA6-DF929625EA0E}">
        <p15:presenceInfo xmlns:p15="http://schemas.microsoft.com/office/powerpoint/2012/main" userId="S-1-5-21-1801674531-1788223648-725345543-1185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679C3"/>
    <a:srgbClr val="2251FF"/>
    <a:srgbClr val="D0D0D0"/>
    <a:srgbClr val="051C2C"/>
    <a:srgbClr val="000000"/>
    <a:srgbClr val="7F7F7F"/>
    <a:srgbClr val="AFC3FF"/>
    <a:srgbClr val="0D3171"/>
    <a:srgbClr val="E6E6E6"/>
    <a:srgbClr val="4D4D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6357" autoAdjust="0"/>
  </p:normalViewPr>
  <p:slideViewPr>
    <p:cSldViewPr snapToGrid="0" snapToObjects="1">
      <p:cViewPr>
        <p:scale>
          <a:sx n="64" d="100"/>
          <a:sy n="64" d="100"/>
        </p:scale>
        <p:origin x="712" y="62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napToObjects="1">
      <p:cViewPr>
        <p:scale>
          <a:sx n="75" d="100"/>
          <a:sy n="75" d="100"/>
        </p:scale>
        <p:origin x="3954" y="2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tags" Target="tags/tag1.xml"/><Relationship Id="rId17" Type="http://schemas.openxmlformats.org/officeDocument/2006/relationships/commentAuthors" Target="commentAuthors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Relationship Id="rId23" Type="http://schemas.microsoft.com/office/2018/10/relationships/authors" Target="authors.xml"/><Relationship Id="rId24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rth Bahl" userId="48e5a92e-1617-4ce2-9905-5cd7b6f06b36" providerId="ADAL" clId="{5F74A7CC-EE10-4A3B-900B-A893A2B36FDF}"/>
    <pc:docChg chg="modSld">
      <pc:chgData name="Parth Bahl" userId="48e5a92e-1617-4ce2-9905-5cd7b6f06b36" providerId="ADAL" clId="{5F74A7CC-EE10-4A3B-900B-A893A2B36FDF}" dt="2026-07-23T19:57:11.839" v="8" actId="1076"/>
      <pc:docMkLst>
        <pc:docMk/>
      </pc:docMkLst>
      <pc:sldChg chg="modSp mod">
        <pc:chgData name="Parth Bahl" userId="48e5a92e-1617-4ce2-9905-5cd7b6f06b36" providerId="ADAL" clId="{5F74A7CC-EE10-4A3B-900B-A893A2B36FDF}" dt="2026-07-23T19:56:07.373" v="0" actId="1076"/>
        <pc:sldMkLst>
          <pc:docMk/>
          <pc:sldMk cId="2966855924" sldId="283"/>
        </pc:sldMkLst>
        <pc:spChg chg="mod">
          <ac:chgData name="Parth Bahl" userId="48e5a92e-1617-4ce2-9905-5cd7b6f06b36" providerId="ADAL" clId="{5F74A7CC-EE10-4A3B-900B-A893A2B36FDF}" dt="2026-07-23T19:56:07.373" v="0" actId="1076"/>
          <ac:spMkLst>
            <pc:docMk/>
            <pc:sldMk cId="2966855924" sldId="283"/>
            <ac:spMk id="4" creationId="{8166B219-3946-4B47-8326-FA646736D209}"/>
          </ac:spMkLst>
        </pc:spChg>
      </pc:sldChg>
      <pc:sldChg chg="modSp mod">
        <pc:chgData name="Parth Bahl" userId="48e5a92e-1617-4ce2-9905-5cd7b6f06b36" providerId="ADAL" clId="{5F74A7CC-EE10-4A3B-900B-A893A2B36FDF}" dt="2026-07-23T19:57:11.839" v="8" actId="1076"/>
        <pc:sldMkLst>
          <pc:docMk/>
          <pc:sldMk cId="2659384629" sldId="3935"/>
        </pc:sldMkLst>
        <pc:spChg chg="mod">
          <ac:chgData name="Parth Bahl" userId="48e5a92e-1617-4ce2-9905-5cd7b6f06b36" providerId="ADAL" clId="{5F74A7CC-EE10-4A3B-900B-A893A2B36FDF}" dt="2026-07-23T19:57:11.839" v="8" actId="1076"/>
          <ac:spMkLst>
            <pc:docMk/>
            <pc:sldMk cId="2659384629" sldId="3935"/>
            <ac:spMk id="7" creationId="{99C87104-5DB6-FC10-4F31-5CAFADB41645}"/>
          </ac:spMkLst>
        </pc:spChg>
        <pc:spChg chg="mod">
          <ac:chgData name="Parth Bahl" userId="48e5a92e-1617-4ce2-9905-5cd7b6f06b36" providerId="ADAL" clId="{5F74A7CC-EE10-4A3B-900B-A893A2B36FDF}" dt="2026-07-23T19:57:01.693" v="4" actId="1076"/>
          <ac:spMkLst>
            <pc:docMk/>
            <pc:sldMk cId="2659384629" sldId="3935"/>
            <ac:spMk id="8" creationId="{D998B4FB-EB71-E498-3BE1-E710D790D414}"/>
          </ac:spMkLst>
        </pc:spChg>
      </pc:sldChg>
      <pc:sldChg chg="modSp mod">
        <pc:chgData name="Parth Bahl" userId="48e5a92e-1617-4ce2-9905-5cd7b6f06b36" providerId="ADAL" clId="{5F74A7CC-EE10-4A3B-900B-A893A2B36FDF}" dt="2026-07-23T19:56:44.785" v="1" actId="1076"/>
        <pc:sldMkLst>
          <pc:docMk/>
          <pc:sldMk cId="324714189" sldId="3936"/>
        </pc:sldMkLst>
        <pc:spChg chg="mod">
          <ac:chgData name="Parth Bahl" userId="48e5a92e-1617-4ce2-9905-5cd7b6f06b36" providerId="ADAL" clId="{5F74A7CC-EE10-4A3B-900B-A893A2B36FDF}" dt="2026-07-23T19:56:44.785" v="1" actId="1076"/>
          <ac:spMkLst>
            <pc:docMk/>
            <pc:sldMk cId="324714189" sldId="3936"/>
            <ac:spMk id="10" creationId="{E3736570-A7A2-B89F-3149-F5E83EF2BFF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04BC41E-EAC0-4D88-BA59-21A53C68F8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B5C4BB-B13C-4942-8E14-023ED14A3D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2725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BD5B6C-20AF-4F0F-889A-7AADC7535123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221145-1027-4A39-B15A-DD84A26C20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47719-50F5-4089-8123-86F5AF9C884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2725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610F73-99D1-48E7-A408-B5EB5C8393F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319651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14400" tIns="47114" rIns="94229" bIns="47114" rtlCol="0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14400" bIns="47114" rtlCol="0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1DF34805-1F01-4BDA-A8CA-FCEA2B4BC8D0}" type="datetime3">
              <a:rPr lang="en-US" smtClean="0"/>
              <a:pPr/>
              <a:t>23 July 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563563"/>
            <a:ext cx="5632450" cy="3168650"/>
          </a:xfrm>
          <a:prstGeom prst="rect">
            <a:avLst/>
          </a:prstGeom>
          <a:noFill/>
          <a:ln w="635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14400" tIns="47114" rIns="94229" bIns="47114" rtlCol="0" anchor="b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14400" bIns="47114" rtlCol="0" anchor="b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CF5EBCF4-26FC-4F76-8DA1-52FDDC328D4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0CB7C52D-12F1-4B27-95B4-DB01358D59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9613" y="4518025"/>
            <a:ext cx="5683250" cy="369728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8006664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lnSpc>
        <a:spcPct val="100000"/>
      </a:lnSpc>
      <a:spcBef>
        <a:spcPts val="400"/>
      </a:spcBef>
      <a:spcAft>
        <a:spcPts val="400"/>
      </a:spcAft>
      <a:defRPr lang="en-US" sz="1100" kern="1200">
        <a:solidFill>
          <a:schemeClr val="tx1"/>
        </a:solidFill>
        <a:latin typeface="+mn-lt"/>
        <a:ea typeface="+mn-ea"/>
        <a:cs typeface="Arial" panose="020B0604020202020204" pitchFamily="34" charset="0"/>
      </a:defRPr>
    </a:lvl1pPr>
    <a:lvl2pPr marL="171450" indent="-171450" algn="l" defTabSz="914400" rtl="0" eaLnBrk="1" latinLnBrk="0" hangingPunct="1">
      <a:buFont typeface="Wingdings" panose="05000000000000000000" pitchFamily="2" charset="2"/>
      <a:buChar char=""/>
      <a:defRPr lang="en-US" sz="1100" kern="1200">
        <a:solidFill>
          <a:schemeClr val="tx1"/>
        </a:solidFill>
        <a:latin typeface="+mn-lt"/>
        <a:ea typeface="+mn-ea"/>
        <a:cs typeface="+mn-cs"/>
      </a:defRPr>
    </a:lvl2pPr>
    <a:lvl3pPr marL="400050" indent="-171450" algn="l" defTabSz="914400" rtl="0" eaLnBrk="1" latinLnBrk="0" hangingPunct="1">
      <a:buFont typeface="Arial" panose="020B0604020202020204" pitchFamily="34" charset="0"/>
      <a:buChar char="―"/>
      <a:defRPr lang="en-US" sz="1100" kern="1200">
        <a:solidFill>
          <a:schemeClr val="tx1"/>
        </a:solidFill>
        <a:latin typeface="+mn-lt"/>
        <a:ea typeface="+mn-ea"/>
        <a:cs typeface="+mn-cs"/>
      </a:defRPr>
    </a:lvl3pPr>
    <a:lvl4pPr marL="579437" indent="-171450" algn="l" defTabSz="914400" rtl="0" eaLnBrk="1" latinLnBrk="0" hangingPunct="1">
      <a:buFont typeface="Arial" panose="020B0604020202020204" pitchFamily="34" charset="0"/>
      <a:buChar char="»"/>
      <a:defRPr lang="en-US" sz="1100" kern="1200">
        <a:solidFill>
          <a:schemeClr val="tx1"/>
        </a:solidFill>
        <a:latin typeface="+mn-lt"/>
        <a:ea typeface="+mn-ea"/>
        <a:cs typeface="+mn-cs"/>
      </a:defRPr>
    </a:lvl4pPr>
    <a:lvl5pPr marL="750887" indent="-171450" algn="l" defTabSz="914400" rtl="0" eaLnBrk="1" latinLnBrk="0" hangingPunct="1">
      <a:buFont typeface="Arial" panose="020B0604020202020204" pitchFamily="34" charset="0"/>
      <a:buChar char="›"/>
      <a:defRPr lang="en-US"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1DF34805-1F01-4BDA-A8CA-FCEA2B4BC8D0}" type="datetime3">
              <a:rPr lang="en-US" smtClean="0"/>
              <a:pPr/>
              <a:t>23 July 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5EBCF4-26FC-4F76-8DA1-52FDDC328D44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1063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CF53B-E3C3-335B-E2D7-5C01DA9A9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D64EA0-EDF3-981B-721D-EA327CC7F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35013" y="563563"/>
            <a:ext cx="5632450" cy="316865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51936B-F4B7-E5D0-2815-A9D6A196EA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688AB-190F-5FF8-2CC0-8AC7B7D71B48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F34805-1F01-4BDA-A8CA-FCEA2B4BC8D0}" type="datetime3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 July, 2026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E19172-5AC6-BBB5-CC5B-7924998CF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F5EBCF4-26FC-4F76-8DA1-52FDDC328D44}" type="slidenum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299660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tags" Target="../tags/tag24.xml"/><Relationship Id="rId3" Type="http://schemas.openxmlformats.org/officeDocument/2006/relationships/tags" Target="../tags/tag25.xml"/><Relationship Id="rId4" Type="http://schemas.openxmlformats.org/officeDocument/2006/relationships/tags" Target="../tags/tag26.xml"/><Relationship Id="rId5" Type="http://schemas.openxmlformats.org/officeDocument/2006/relationships/tags" Target="../tags/tag27.xml"/><Relationship Id="rId6" Type="http://schemas.openxmlformats.org/officeDocument/2006/relationships/tags" Target="../tags/tag28.xml"/><Relationship Id="rId7" Type="http://schemas.openxmlformats.org/officeDocument/2006/relationships/tags" Target="../tags/tag29.xml"/><Relationship Id="rId8" Type="http://schemas.openxmlformats.org/officeDocument/2006/relationships/tags" Target="../tags/tag30.xml"/><Relationship Id="rId9" Type="http://schemas.openxmlformats.org/officeDocument/2006/relationships/tags" Target="../tags/tag31.xml"/><Relationship Id="rId10" Type="http://schemas.openxmlformats.org/officeDocument/2006/relationships/slideMaster" Target="../slideMasters/slideMaster1.xml"/><Relationship Id="rId11" Type="http://schemas.openxmlformats.org/officeDocument/2006/relationships/image" Target="../media/image3.jp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2.bin"/><Relationship Id="rId14" Type="http://schemas.openxmlformats.org/officeDocument/2006/relationships/image" Target="../media/image5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2.xml"/><Relationship Id="rId2" Type="http://schemas.openxmlformats.org/officeDocument/2006/relationships/tags" Target="../tags/tag33.xml"/><Relationship Id="rId3" Type="http://schemas.openxmlformats.org/officeDocument/2006/relationships/tags" Target="../tags/tag34.xml"/><Relationship Id="rId4" Type="http://schemas.openxmlformats.org/officeDocument/2006/relationships/tags" Target="../tags/tag35.xml"/><Relationship Id="rId5" Type="http://schemas.openxmlformats.org/officeDocument/2006/relationships/tags" Target="../tags/tag36.xml"/><Relationship Id="rId6" Type="http://schemas.openxmlformats.org/officeDocument/2006/relationships/tags" Target="../tags/tag37.xml"/><Relationship Id="rId7" Type="http://schemas.openxmlformats.org/officeDocument/2006/relationships/tags" Target="../tags/tag38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3.bin"/><Relationship Id="rId10" Type="http://schemas.openxmlformats.org/officeDocument/2006/relationships/image" Target="../media/image1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39.xml"/><Relationship Id="rId2" Type="http://schemas.openxmlformats.org/officeDocument/2006/relationships/tags" Target="../tags/tag40.xml"/><Relationship Id="rId3" Type="http://schemas.openxmlformats.org/officeDocument/2006/relationships/tags" Target="../tags/tag41.xml"/><Relationship Id="rId4" Type="http://schemas.openxmlformats.org/officeDocument/2006/relationships/tags" Target="../tags/tag42.xml"/><Relationship Id="rId5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43.xml"/><Relationship Id="rId2" Type="http://schemas.openxmlformats.org/officeDocument/2006/relationships/tags" Target="../tags/tag44.xml"/><Relationship Id="rId3" Type="http://schemas.openxmlformats.org/officeDocument/2006/relationships/tags" Target="../tags/tag45.xml"/><Relationship Id="rId4" Type="http://schemas.openxmlformats.org/officeDocument/2006/relationships/tags" Target="../tags/tag46.xml"/><Relationship Id="rId5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7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Relationship Id="rId6" Type="http://schemas.openxmlformats.org/officeDocument/2006/relationships/tags" Target="../tags/tag52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4.bin"/><Relationship Id="rId9" Type="http://schemas.openxmlformats.org/officeDocument/2006/relationships/image" Target="../media/image6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53.xml"/><Relationship Id="rId2" Type="http://schemas.openxmlformats.org/officeDocument/2006/relationships/tags" Target="../tags/tag54.xml"/><Relationship Id="rId3" Type="http://schemas.openxmlformats.org/officeDocument/2006/relationships/tags" Target="../tags/tag55.xml"/><Relationship Id="rId4" Type="http://schemas.openxmlformats.org/officeDocument/2006/relationships/tags" Target="../tags/tag56.xml"/><Relationship Id="rId5" Type="http://schemas.openxmlformats.org/officeDocument/2006/relationships/tags" Target="../tags/tag57.xml"/><Relationship Id="rId6" Type="http://schemas.openxmlformats.org/officeDocument/2006/relationships/tags" Target="../tags/tag58.xml"/><Relationship Id="rId7" Type="http://schemas.openxmlformats.org/officeDocument/2006/relationships/tags" Target="../tags/tag59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5.bin"/><Relationship Id="rId10" Type="http://schemas.openxmlformats.org/officeDocument/2006/relationships/image" Target="../media/image6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60.xml"/><Relationship Id="rId2" Type="http://schemas.openxmlformats.org/officeDocument/2006/relationships/tags" Target="../tags/tag61.xml"/><Relationship Id="rId3" Type="http://schemas.openxmlformats.org/officeDocument/2006/relationships/tags" Target="../tags/tag62.xml"/><Relationship Id="rId4" Type="http://schemas.openxmlformats.org/officeDocument/2006/relationships/tags" Target="../tags/tag63.xml"/><Relationship Id="rId5" Type="http://schemas.openxmlformats.org/officeDocument/2006/relationships/tags" Target="../tags/tag64.xml"/><Relationship Id="rId6" Type="http://schemas.openxmlformats.org/officeDocument/2006/relationships/tags" Target="../tags/tag65.xml"/><Relationship Id="rId7" Type="http://schemas.openxmlformats.org/officeDocument/2006/relationships/tags" Target="../tags/tag66.xml"/><Relationship Id="rId8" Type="http://schemas.openxmlformats.org/officeDocument/2006/relationships/tags" Target="../tags/tag67.xml"/><Relationship Id="rId9" Type="http://schemas.openxmlformats.org/officeDocument/2006/relationships/tags" Target="../tags/tag68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6.bin"/><Relationship Id="rId1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69.xml"/><Relationship Id="rId2" Type="http://schemas.openxmlformats.org/officeDocument/2006/relationships/tags" Target="../tags/tag70.xml"/><Relationship Id="rId3" Type="http://schemas.openxmlformats.org/officeDocument/2006/relationships/tags" Target="../tags/tag71.xml"/><Relationship Id="rId4" Type="http://schemas.openxmlformats.org/officeDocument/2006/relationships/tags" Target="../tags/tag72.xml"/><Relationship Id="rId5" Type="http://schemas.openxmlformats.org/officeDocument/2006/relationships/tags" Target="../tags/tag73.xml"/><Relationship Id="rId6" Type="http://schemas.openxmlformats.org/officeDocument/2006/relationships/tags" Target="../tags/tag74.xml"/><Relationship Id="rId7" Type="http://schemas.openxmlformats.org/officeDocument/2006/relationships/tags" Target="../tags/tag75.xml"/><Relationship Id="rId8" Type="http://schemas.openxmlformats.org/officeDocument/2006/relationships/tags" Target="../tags/tag76.xml"/><Relationship Id="rId9" Type="http://schemas.openxmlformats.org/officeDocument/2006/relationships/tags" Target="../tags/tag77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7.bin"/><Relationship Id="rId12" Type="http://schemas.openxmlformats.org/officeDocument/2006/relationships/image" Target="../media/image1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78.xml"/><Relationship Id="rId2" Type="http://schemas.openxmlformats.org/officeDocument/2006/relationships/tags" Target="../tags/tag79.xml"/><Relationship Id="rId3" Type="http://schemas.openxmlformats.org/officeDocument/2006/relationships/tags" Target="../tags/tag80.xml"/><Relationship Id="rId4" Type="http://schemas.openxmlformats.org/officeDocument/2006/relationships/tags" Target="../tags/tag81.xml"/><Relationship Id="rId5" Type="http://schemas.openxmlformats.org/officeDocument/2006/relationships/tags" Target="../tags/tag82.xml"/><Relationship Id="rId6" Type="http://schemas.openxmlformats.org/officeDocument/2006/relationships/tags" Target="../tags/tag83.xml"/><Relationship Id="rId7" Type="http://schemas.openxmlformats.org/officeDocument/2006/relationships/tags" Target="../tags/tag84.xml"/><Relationship Id="rId8" Type="http://schemas.openxmlformats.org/officeDocument/2006/relationships/tags" Target="../tags/tag85.xml"/><Relationship Id="rId9" Type="http://schemas.openxmlformats.org/officeDocument/2006/relationships/tags" Target="../tags/tag86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1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87.xml"/><Relationship Id="rId2" Type="http://schemas.openxmlformats.org/officeDocument/2006/relationships/tags" Target="../tags/tag88.xml"/><Relationship Id="rId3" Type="http://schemas.openxmlformats.org/officeDocument/2006/relationships/tags" Target="../tags/tag89.xml"/><Relationship Id="rId4" Type="http://schemas.openxmlformats.org/officeDocument/2006/relationships/tags" Target="../tags/tag90.xml"/><Relationship Id="rId5" Type="http://schemas.openxmlformats.org/officeDocument/2006/relationships/tags" Target="../tags/tag91.xml"/><Relationship Id="rId6" Type="http://schemas.openxmlformats.org/officeDocument/2006/relationships/tags" Target="../tags/tag92.xml"/><Relationship Id="rId7" Type="http://schemas.openxmlformats.org/officeDocument/2006/relationships/tags" Target="../tags/tag93.xml"/><Relationship Id="rId8" Type="http://schemas.openxmlformats.org/officeDocument/2006/relationships/tags" Target="../tags/tag94.xml"/><Relationship Id="rId9" Type="http://schemas.openxmlformats.org/officeDocument/2006/relationships/tags" Target="../tags/tag95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9.bin"/><Relationship Id="rId12" Type="http://schemas.openxmlformats.org/officeDocument/2006/relationships/image" Target="../media/image7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96.xml"/><Relationship Id="rId2" Type="http://schemas.openxmlformats.org/officeDocument/2006/relationships/tags" Target="../tags/tag97.xml"/><Relationship Id="rId3" Type="http://schemas.openxmlformats.org/officeDocument/2006/relationships/tags" Target="../tags/tag98.xml"/><Relationship Id="rId4" Type="http://schemas.openxmlformats.org/officeDocument/2006/relationships/tags" Target="../tags/tag99.xml"/><Relationship Id="rId5" Type="http://schemas.openxmlformats.org/officeDocument/2006/relationships/tags" Target="../tags/tag100.xml"/><Relationship Id="rId6" Type="http://schemas.openxmlformats.org/officeDocument/2006/relationships/tags" Target="../tags/tag101.xml"/><Relationship Id="rId7" Type="http://schemas.openxmlformats.org/officeDocument/2006/relationships/tags" Target="../tags/tag102.xml"/><Relationship Id="rId8" Type="http://schemas.openxmlformats.org/officeDocument/2006/relationships/tags" Target="../tags/tag103.xml"/><Relationship Id="rId9" Type="http://schemas.openxmlformats.org/officeDocument/2006/relationships/tags" Target="../tags/tag104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1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05.xml"/><Relationship Id="rId2" Type="http://schemas.openxmlformats.org/officeDocument/2006/relationships/tags" Target="../tags/tag106.xml"/><Relationship Id="rId3" Type="http://schemas.openxmlformats.org/officeDocument/2006/relationships/tags" Target="../tags/tag107.xml"/><Relationship Id="rId4" Type="http://schemas.openxmlformats.org/officeDocument/2006/relationships/tags" Target="../tags/tag108.xml"/><Relationship Id="rId5" Type="http://schemas.openxmlformats.org/officeDocument/2006/relationships/tags" Target="../tags/tag109.xml"/><Relationship Id="rId6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10.xml"/><Relationship Id="rId2" Type="http://schemas.openxmlformats.org/officeDocument/2006/relationships/tags" Target="../tags/tag111.xml"/><Relationship Id="rId3" Type="http://schemas.openxmlformats.org/officeDocument/2006/relationships/tags" Target="../tags/tag112.xml"/><Relationship Id="rId4" Type="http://schemas.openxmlformats.org/officeDocument/2006/relationships/tags" Target="../tags/tag113.xml"/><Relationship Id="rId5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14.xml"/><Relationship Id="rId2" Type="http://schemas.openxmlformats.org/officeDocument/2006/relationships/tags" Target="../tags/tag115.xml"/><Relationship Id="rId3" Type="http://schemas.openxmlformats.org/officeDocument/2006/relationships/tags" Target="../tags/tag116.xml"/><Relationship Id="rId4" Type="http://schemas.openxmlformats.org/officeDocument/2006/relationships/tags" Target="../tags/tag1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3.jpg"/><Relationship Id="rId7" Type="http://schemas.openxmlformats.org/officeDocument/2006/relationships/oleObject" Target="../embeddings/oleObject10.bin"/><Relationship Id="rId8" Type="http://schemas.openxmlformats.org/officeDocument/2006/relationships/image" Target="../media/image5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39.xml"/><Relationship Id="rId2" Type="http://schemas.openxmlformats.org/officeDocument/2006/relationships/tags" Target="../tags/tag140.xml"/><Relationship Id="rId3" Type="http://schemas.openxmlformats.org/officeDocument/2006/relationships/tags" Target="../tags/tag141.xml"/><Relationship Id="rId4" Type="http://schemas.openxmlformats.org/officeDocument/2006/relationships/tags" Target="../tags/tag142.xml"/><Relationship Id="rId5" Type="http://schemas.openxmlformats.org/officeDocument/2006/relationships/tags" Target="../tags/tag143.xml"/><Relationship Id="rId6" Type="http://schemas.openxmlformats.org/officeDocument/2006/relationships/tags" Target="../tags/tag144.xml"/><Relationship Id="rId7" Type="http://schemas.openxmlformats.org/officeDocument/2006/relationships/tags" Target="../tags/tag145.xml"/><Relationship Id="rId8" Type="http://schemas.openxmlformats.org/officeDocument/2006/relationships/tags" Target="../tags/tag146.xml"/><Relationship Id="rId9" Type="http://schemas.openxmlformats.org/officeDocument/2006/relationships/tags" Target="../tags/tag147.xml"/><Relationship Id="rId10" Type="http://schemas.openxmlformats.org/officeDocument/2006/relationships/slideMaster" Target="../slideMasters/slideMaster2.xml"/><Relationship Id="rId11" Type="http://schemas.openxmlformats.org/officeDocument/2006/relationships/image" Target="../media/image3.jp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12.bin"/><Relationship Id="rId14" Type="http://schemas.openxmlformats.org/officeDocument/2006/relationships/image" Target="../media/image5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48.xml"/><Relationship Id="rId2" Type="http://schemas.openxmlformats.org/officeDocument/2006/relationships/tags" Target="../tags/tag149.xml"/><Relationship Id="rId3" Type="http://schemas.openxmlformats.org/officeDocument/2006/relationships/tags" Target="../tags/tag150.xml"/><Relationship Id="rId4" Type="http://schemas.openxmlformats.org/officeDocument/2006/relationships/tags" Target="../tags/tag151.xml"/><Relationship Id="rId5" Type="http://schemas.openxmlformats.org/officeDocument/2006/relationships/tags" Target="../tags/tag152.xml"/><Relationship Id="rId6" Type="http://schemas.openxmlformats.org/officeDocument/2006/relationships/tags" Target="../tags/tag153.xml"/><Relationship Id="rId7" Type="http://schemas.openxmlformats.org/officeDocument/2006/relationships/tags" Target="../tags/tag154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3.bin"/><Relationship Id="rId10" Type="http://schemas.openxmlformats.org/officeDocument/2006/relationships/image" Target="../media/image1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55.xml"/><Relationship Id="rId2" Type="http://schemas.openxmlformats.org/officeDocument/2006/relationships/tags" Target="../tags/tag156.xml"/><Relationship Id="rId3" Type="http://schemas.openxmlformats.org/officeDocument/2006/relationships/tags" Target="../tags/tag157.xml"/><Relationship Id="rId4" Type="http://schemas.openxmlformats.org/officeDocument/2006/relationships/tags" Target="../tags/tag158.xml"/><Relationship Id="rId5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59.xml"/><Relationship Id="rId2" Type="http://schemas.openxmlformats.org/officeDocument/2006/relationships/tags" Target="../tags/tag160.xml"/><Relationship Id="rId3" Type="http://schemas.openxmlformats.org/officeDocument/2006/relationships/tags" Target="../tags/tag161.xml"/><Relationship Id="rId4" Type="http://schemas.openxmlformats.org/officeDocument/2006/relationships/tags" Target="../tags/tag162.xml"/><Relationship Id="rId5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63.xml"/><Relationship Id="rId2" Type="http://schemas.openxmlformats.org/officeDocument/2006/relationships/tags" Target="../tags/tag164.xml"/><Relationship Id="rId3" Type="http://schemas.openxmlformats.org/officeDocument/2006/relationships/tags" Target="../tags/tag165.xml"/><Relationship Id="rId4" Type="http://schemas.openxmlformats.org/officeDocument/2006/relationships/tags" Target="../tags/tag166.xml"/><Relationship Id="rId5" Type="http://schemas.openxmlformats.org/officeDocument/2006/relationships/tags" Target="../tags/tag167.xml"/><Relationship Id="rId6" Type="http://schemas.openxmlformats.org/officeDocument/2006/relationships/tags" Target="../tags/tag168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14.bin"/><Relationship Id="rId9" Type="http://schemas.openxmlformats.org/officeDocument/2006/relationships/image" Target="../media/image6.emf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169.xml"/><Relationship Id="rId2" Type="http://schemas.openxmlformats.org/officeDocument/2006/relationships/tags" Target="../tags/tag170.xml"/><Relationship Id="rId3" Type="http://schemas.openxmlformats.org/officeDocument/2006/relationships/tags" Target="../tags/tag171.xml"/><Relationship Id="rId4" Type="http://schemas.openxmlformats.org/officeDocument/2006/relationships/tags" Target="../tags/tag172.xml"/><Relationship Id="rId5" Type="http://schemas.openxmlformats.org/officeDocument/2006/relationships/tags" Target="../tags/tag173.xml"/><Relationship Id="rId6" Type="http://schemas.openxmlformats.org/officeDocument/2006/relationships/tags" Target="../tags/tag174.xml"/><Relationship Id="rId7" Type="http://schemas.openxmlformats.org/officeDocument/2006/relationships/tags" Target="../tags/tag175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5.bin"/><Relationship Id="rId10" Type="http://schemas.openxmlformats.org/officeDocument/2006/relationships/image" Target="../media/image6.emf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176.xml"/><Relationship Id="rId2" Type="http://schemas.openxmlformats.org/officeDocument/2006/relationships/tags" Target="../tags/tag177.xml"/><Relationship Id="rId3" Type="http://schemas.openxmlformats.org/officeDocument/2006/relationships/tags" Target="../tags/tag178.xml"/><Relationship Id="rId4" Type="http://schemas.openxmlformats.org/officeDocument/2006/relationships/tags" Target="../tags/tag179.xml"/><Relationship Id="rId5" Type="http://schemas.openxmlformats.org/officeDocument/2006/relationships/tags" Target="../tags/tag180.xml"/><Relationship Id="rId6" Type="http://schemas.openxmlformats.org/officeDocument/2006/relationships/tags" Target="../tags/tag181.xml"/><Relationship Id="rId7" Type="http://schemas.openxmlformats.org/officeDocument/2006/relationships/tags" Target="../tags/tag182.xml"/><Relationship Id="rId8" Type="http://schemas.openxmlformats.org/officeDocument/2006/relationships/tags" Target="../tags/tag183.xml"/><Relationship Id="rId9" Type="http://schemas.openxmlformats.org/officeDocument/2006/relationships/tags" Target="../tags/tag184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6.bin"/><Relationship Id="rId12" Type="http://schemas.openxmlformats.org/officeDocument/2006/relationships/image" Target="../media/image1.emf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185.xml"/><Relationship Id="rId2" Type="http://schemas.openxmlformats.org/officeDocument/2006/relationships/tags" Target="../tags/tag186.xml"/><Relationship Id="rId3" Type="http://schemas.openxmlformats.org/officeDocument/2006/relationships/tags" Target="../tags/tag187.xml"/><Relationship Id="rId4" Type="http://schemas.openxmlformats.org/officeDocument/2006/relationships/tags" Target="../tags/tag188.xml"/><Relationship Id="rId5" Type="http://schemas.openxmlformats.org/officeDocument/2006/relationships/tags" Target="../tags/tag189.xml"/><Relationship Id="rId6" Type="http://schemas.openxmlformats.org/officeDocument/2006/relationships/tags" Target="../tags/tag190.xml"/><Relationship Id="rId7" Type="http://schemas.openxmlformats.org/officeDocument/2006/relationships/tags" Target="../tags/tag191.xml"/><Relationship Id="rId8" Type="http://schemas.openxmlformats.org/officeDocument/2006/relationships/tags" Target="../tags/tag192.xml"/><Relationship Id="rId9" Type="http://schemas.openxmlformats.org/officeDocument/2006/relationships/tags" Target="../tags/tag193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7.bin"/><Relationship Id="rId12" Type="http://schemas.openxmlformats.org/officeDocument/2006/relationships/image" Target="../media/image1.emf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194.xml"/><Relationship Id="rId2" Type="http://schemas.openxmlformats.org/officeDocument/2006/relationships/tags" Target="../tags/tag195.xml"/><Relationship Id="rId3" Type="http://schemas.openxmlformats.org/officeDocument/2006/relationships/tags" Target="../tags/tag196.xml"/><Relationship Id="rId4" Type="http://schemas.openxmlformats.org/officeDocument/2006/relationships/tags" Target="../tags/tag197.xml"/><Relationship Id="rId5" Type="http://schemas.openxmlformats.org/officeDocument/2006/relationships/tags" Target="../tags/tag198.xml"/><Relationship Id="rId6" Type="http://schemas.openxmlformats.org/officeDocument/2006/relationships/tags" Target="../tags/tag199.xml"/><Relationship Id="rId7" Type="http://schemas.openxmlformats.org/officeDocument/2006/relationships/tags" Target="../tags/tag200.xml"/><Relationship Id="rId8" Type="http://schemas.openxmlformats.org/officeDocument/2006/relationships/tags" Target="../tags/tag201.xml"/><Relationship Id="rId9" Type="http://schemas.openxmlformats.org/officeDocument/2006/relationships/tags" Target="../tags/tag202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8.bin"/><Relationship Id="rId12" Type="http://schemas.openxmlformats.org/officeDocument/2006/relationships/image" Target="../media/image9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203.xml"/><Relationship Id="rId2" Type="http://schemas.openxmlformats.org/officeDocument/2006/relationships/tags" Target="../tags/tag204.xml"/><Relationship Id="rId3" Type="http://schemas.openxmlformats.org/officeDocument/2006/relationships/tags" Target="../tags/tag205.xml"/><Relationship Id="rId4" Type="http://schemas.openxmlformats.org/officeDocument/2006/relationships/tags" Target="../tags/tag206.xml"/><Relationship Id="rId5" Type="http://schemas.openxmlformats.org/officeDocument/2006/relationships/tags" Target="../tags/tag207.xml"/><Relationship Id="rId6" Type="http://schemas.openxmlformats.org/officeDocument/2006/relationships/tags" Target="../tags/tag208.xml"/><Relationship Id="rId7" Type="http://schemas.openxmlformats.org/officeDocument/2006/relationships/tags" Target="../tags/tag209.xml"/><Relationship Id="rId8" Type="http://schemas.openxmlformats.org/officeDocument/2006/relationships/tags" Target="../tags/tag210.xml"/><Relationship Id="rId9" Type="http://schemas.openxmlformats.org/officeDocument/2006/relationships/tags" Target="../tags/tag211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9.bin"/><Relationship Id="rId12" Type="http://schemas.openxmlformats.org/officeDocument/2006/relationships/image" Target="../media/image1.emf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212.xml"/><Relationship Id="rId2" Type="http://schemas.openxmlformats.org/officeDocument/2006/relationships/tags" Target="../tags/tag213.xml"/><Relationship Id="rId3" Type="http://schemas.openxmlformats.org/officeDocument/2006/relationships/tags" Target="../tags/tag214.xml"/><Relationship Id="rId4" Type="http://schemas.openxmlformats.org/officeDocument/2006/relationships/tags" Target="../tags/tag215.xml"/><Relationship Id="rId5" Type="http://schemas.openxmlformats.org/officeDocument/2006/relationships/tags" Target="../tags/tag216.xml"/><Relationship Id="rId6" Type="http://schemas.openxmlformats.org/officeDocument/2006/relationships/tags" Target="../tags/tag217.xml"/><Relationship Id="rId7" Type="http://schemas.openxmlformats.org/officeDocument/2006/relationships/tags" Target="../tags/tag218.xml"/><Relationship Id="rId8" Type="http://schemas.openxmlformats.org/officeDocument/2006/relationships/tags" Target="../tags/tag219.xml"/><Relationship Id="rId9" Type="http://schemas.openxmlformats.org/officeDocument/2006/relationships/tags" Target="../tags/tag220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0.bin"/><Relationship Id="rId12" Type="http://schemas.openxmlformats.org/officeDocument/2006/relationships/image" Target="../media/image9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221.xml"/><Relationship Id="rId2" Type="http://schemas.openxmlformats.org/officeDocument/2006/relationships/tags" Target="../tags/tag222.xml"/><Relationship Id="rId3" Type="http://schemas.openxmlformats.org/officeDocument/2006/relationships/tags" Target="../tags/tag223.xml"/><Relationship Id="rId4" Type="http://schemas.openxmlformats.org/officeDocument/2006/relationships/tags" Target="../tags/tag224.xml"/><Relationship Id="rId5" Type="http://schemas.openxmlformats.org/officeDocument/2006/relationships/tags" Target="../tags/tag225.xml"/><Relationship Id="rId6" Type="http://schemas.openxmlformats.org/officeDocument/2006/relationships/tags" Target="../tags/tag226.xml"/><Relationship Id="rId7" Type="http://schemas.openxmlformats.org/officeDocument/2006/relationships/tags" Target="../tags/tag227.xml"/><Relationship Id="rId8" Type="http://schemas.openxmlformats.org/officeDocument/2006/relationships/tags" Target="../tags/tag228.xml"/><Relationship Id="rId9" Type="http://schemas.openxmlformats.org/officeDocument/2006/relationships/tags" Target="../tags/tag229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1.bin"/><Relationship Id="rId12" Type="http://schemas.openxmlformats.org/officeDocument/2006/relationships/image" Target="../media/image9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230.xml"/><Relationship Id="rId2" Type="http://schemas.openxmlformats.org/officeDocument/2006/relationships/tags" Target="../tags/tag231.xml"/><Relationship Id="rId3" Type="http://schemas.openxmlformats.org/officeDocument/2006/relationships/tags" Target="../tags/tag232.xml"/><Relationship Id="rId4" Type="http://schemas.openxmlformats.org/officeDocument/2006/relationships/tags" Target="../tags/tag233.xml"/><Relationship Id="rId5" Type="http://schemas.openxmlformats.org/officeDocument/2006/relationships/tags" Target="../tags/tag234.xml"/><Relationship Id="rId6" Type="http://schemas.openxmlformats.org/officeDocument/2006/relationships/tags" Target="../tags/tag235.xml"/><Relationship Id="rId7" Type="http://schemas.openxmlformats.org/officeDocument/2006/relationships/tags" Target="../tags/tag236.xml"/><Relationship Id="rId8" Type="http://schemas.openxmlformats.org/officeDocument/2006/relationships/tags" Target="../tags/tag237.xml"/><Relationship Id="rId9" Type="http://schemas.openxmlformats.org/officeDocument/2006/relationships/tags" Target="../tags/tag238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2.bin"/><Relationship Id="rId12" Type="http://schemas.openxmlformats.org/officeDocument/2006/relationships/image" Target="../media/image1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tags" Target="../tags/tag239.xml"/><Relationship Id="rId2" Type="http://schemas.openxmlformats.org/officeDocument/2006/relationships/tags" Target="../tags/tag240.xml"/><Relationship Id="rId3" Type="http://schemas.openxmlformats.org/officeDocument/2006/relationships/tags" Target="../tags/tag241.xml"/><Relationship Id="rId4" Type="http://schemas.openxmlformats.org/officeDocument/2006/relationships/tags" Target="../tags/tag242.xml"/><Relationship Id="rId5" Type="http://schemas.openxmlformats.org/officeDocument/2006/relationships/tags" Target="../tags/tag243.xml"/><Relationship Id="rId6" Type="http://schemas.openxmlformats.org/officeDocument/2006/relationships/tags" Target="../tags/tag244.xml"/><Relationship Id="rId7" Type="http://schemas.openxmlformats.org/officeDocument/2006/relationships/tags" Target="../tags/tag245.xml"/><Relationship Id="rId8" Type="http://schemas.openxmlformats.org/officeDocument/2006/relationships/tags" Target="../tags/tag246.xml"/><Relationship Id="rId9" Type="http://schemas.openxmlformats.org/officeDocument/2006/relationships/tags" Target="../tags/tag247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3.bin"/><Relationship Id="rId12" Type="http://schemas.openxmlformats.org/officeDocument/2006/relationships/image" Target="../media/image1.e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248.xml"/><Relationship Id="rId2" Type="http://schemas.openxmlformats.org/officeDocument/2006/relationships/tags" Target="../tags/tag249.xml"/><Relationship Id="rId3" Type="http://schemas.openxmlformats.org/officeDocument/2006/relationships/tags" Target="../tags/tag250.xml"/><Relationship Id="rId4" Type="http://schemas.openxmlformats.org/officeDocument/2006/relationships/tags" Target="../tags/tag251.xml"/><Relationship Id="rId5" Type="http://schemas.openxmlformats.org/officeDocument/2006/relationships/tags" Target="../tags/tag252.xml"/><Relationship Id="rId6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tags" Target="../tags/tag253.xml"/><Relationship Id="rId2" Type="http://schemas.openxmlformats.org/officeDocument/2006/relationships/tags" Target="../tags/tag254.xml"/><Relationship Id="rId3" Type="http://schemas.openxmlformats.org/officeDocument/2006/relationships/tags" Target="../tags/tag255.xml"/><Relationship Id="rId4" Type="http://schemas.openxmlformats.org/officeDocument/2006/relationships/tags" Target="../tags/tag256.xml"/><Relationship Id="rId5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tags" Target="../tags/tag257.xml"/><Relationship Id="rId2" Type="http://schemas.openxmlformats.org/officeDocument/2006/relationships/tags" Target="../tags/tag258.xml"/><Relationship Id="rId3" Type="http://schemas.openxmlformats.org/officeDocument/2006/relationships/tags" Target="../tags/tag259.xml"/><Relationship Id="rId4" Type="http://schemas.openxmlformats.org/officeDocument/2006/relationships/tags" Target="../tags/tag260.xml"/><Relationship Id="rId5" Type="http://schemas.openxmlformats.org/officeDocument/2006/relationships/slideMaster" Target="../slideMasters/slideMaster2.xml"/><Relationship Id="rId6" Type="http://schemas.openxmlformats.org/officeDocument/2006/relationships/image" Target="../media/image3.jpg"/><Relationship Id="rId7" Type="http://schemas.openxmlformats.org/officeDocument/2006/relationships/oleObject" Target="../embeddings/oleObject24.bin"/><Relationship Id="rId8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ackground">
            <a:extLst>
              <a:ext uri="{FF2B5EF4-FFF2-40B4-BE49-F238E27FC236}">
                <a16:creationId xmlns:a16="http://schemas.microsoft.com/office/drawing/2014/main" id="{BCFEF986-9186-F0C0-29CC-344333767E3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artnership">
            <a:extLst>
              <a:ext uri="{FF2B5EF4-FFF2-40B4-BE49-F238E27FC236}">
                <a16:creationId xmlns:a16="http://schemas.microsoft.com/office/drawing/2014/main" id="{52B89695-D141-85AB-BEF2-DAF58FD754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16EA533F-94AF-4D02-A54D-267AD6DA2E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034748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16EA533F-94AF-4D02-A54D-267AD6DA2E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 hidden="1">
            <a:extLst>
              <a:ext uri="{FF2B5EF4-FFF2-40B4-BE49-F238E27FC236}">
                <a16:creationId xmlns:a16="http://schemas.microsoft.com/office/drawing/2014/main" id="{C54CE3BD-55D7-42CB-8D9D-17E2A0D74581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grpSp>
        <p:nvGrpSpPr>
          <p:cNvPr id="17" name="logoimage">
            <a:extLst>
              <a:ext uri="{FF2B5EF4-FFF2-40B4-BE49-F238E27FC236}">
                <a16:creationId xmlns:a16="http://schemas.microsoft.com/office/drawing/2014/main" id="{949772D7-BAE9-BB95-C2D5-92588AD0D7EC}"/>
              </a:ext>
            </a:extLst>
          </p:cNvPr>
          <p:cNvGrpSpPr/>
          <p:nvPr userDrawn="1">
            <p:custDataLst>
              <p:tags r:id="rId4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1F430752-9F46-430E-93A8-58E8FAF85299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20C9A1A2-5968-4C0E-9E0B-C061BA0E7F3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3" name="ClientLogo">
            <a:extLst>
              <a:ext uri="{FF2B5EF4-FFF2-40B4-BE49-F238E27FC236}">
                <a16:creationId xmlns:a16="http://schemas.microsoft.com/office/drawing/2014/main" id="{0D1A260D-45D1-4D8D-ACC4-246C7DD9AFAD}"/>
              </a:ext>
            </a:extLst>
          </p:cNvPr>
          <p:cNvSpPr>
            <a:spLocks noGrp="1"/>
          </p:cNvSpPr>
          <p:nvPr userDrawn="1">
            <p:ph type="pic" sz="quarter" idx="14" hasCustomPrompt="1"/>
            <p:custDataLst>
              <p:tags r:id="rId5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Client logo goes here.</a:t>
            </a:r>
          </a:p>
        </p:txBody>
      </p:sp>
      <p:sp>
        <p:nvSpPr>
          <p:cNvPr id="15" name="Documenttype">
            <a:extLst>
              <a:ext uri="{FF2B5EF4-FFF2-40B4-BE49-F238E27FC236}">
                <a16:creationId xmlns:a16="http://schemas.microsoft.com/office/drawing/2014/main" id="{CB5FF56E-DA90-4199-AF9A-359BE08E9A15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6"/>
            </p:custDataLst>
          </p:nvPr>
        </p:nvSpPr>
        <p:spPr>
          <a:xfrm>
            <a:off x="554736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2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BFC960F1-3A46-4C93-83F3-47AB2EB0D15E}"/>
              </a:ext>
            </a:extLst>
          </p:cNvPr>
          <p:cNvSpPr>
            <a:spLocks noGrp="1"/>
          </p:cNvSpPr>
          <p:nvPr userDrawn="1">
            <p:ph type="subTitle" idx="1"/>
            <p:custDataLst>
              <p:tags r:id="rId7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4DBF1FD-6C25-4E00-ACAB-F60F35C9625C}"/>
              </a:ext>
            </a:extLst>
          </p:cNvPr>
          <p:cNvSpPr>
            <a:spLocks noGrp="1"/>
          </p:cNvSpPr>
          <p:nvPr userDrawn="1">
            <p:ph type="title"/>
            <p:custDataLst>
              <p:tags r:id="rId8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Disclaimer-English (United States)">
            <a:extLst>
              <a:ext uri="{FF2B5EF4-FFF2-40B4-BE49-F238E27FC236}">
                <a16:creationId xmlns:a16="http://schemas.microsoft.com/office/drawing/2014/main" id="{FB7A54AC-E14F-4BA1-B48F-5284B039668B}"/>
              </a:ext>
            </a:extLst>
          </p:cNvPr>
          <p:cNvSpPr>
            <a:spLocks noChangeArrowheads="1"/>
          </p:cNvSpPr>
          <p:nvPr userDrawn="1">
            <p:custDataLst>
              <p:tags r:id="rId9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  <a:endParaRPr lang="en-US" sz="750" dirty="0">
              <a:solidFill>
                <a:schemeClr val="tx2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43058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274284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608224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6949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FB4BF85-6002-4998-80DC-DC1B92544D1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0E2D5DBB-C1B8-4A27-836D-C2E6D553234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2382874E-5BAC-44EB-9C53-2930F0FC66DC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2498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BF771FC-DD10-42B6-A51E-7F1E26F8184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C0D33C43-5B9F-44B4-82FA-BAAD11A7FB8E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2A77292F-0F7C-43B4-9782-AB706C93BD64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079707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A608D4BB-56F5-4BF1-8C9C-8799BAA8CEE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037000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A608D4BB-56F5-4BF1-8C9C-8799BAA8CE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288743A-B5B4-4D5C-9D2C-F17D5A50E4B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86AE8A6-05EF-4E76-AAAD-41743692E9F9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B871FE09-BB6E-4334-B0EA-E52395AA61B3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07CA98DC-1A07-45D0-A835-AD1606EE7BA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97063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2CD01A5A-D383-4F62-8841-DD017253075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372114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2CD01A5A-D383-4F62-8841-DD01725307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AC2F000-47EB-4070-866B-EF082C9E102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 dirty="0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quote source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97195F4E-ECA7-41A9-AFF3-0C4DAD103DA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469A753E-961A-4AC3-B6E0-4407B9A4AF3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11697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77992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6FAC554-F995-4246-BE36-413D2200D983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25B2DE14-9B3F-4199-B082-9FEB12CE57EA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2C7757ED-5357-4B01-BB59-15D4406B0FDF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4189478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55183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2D2E0F6-5BB5-47A0-8E4A-CD4E6673B19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DA204BE1-D5C8-4D03-9090-21D41FEC78E0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1ADFA379-EDDB-4C62-A3BB-AC227312C6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108990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497842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0E1A178A-6BDC-4A0A-9F92-72F6EB95AD8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06A9E224-CFBD-42B8-A4C0-EFE2C017E523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5065776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F7FC2EC4-28A5-4B24-B46C-79BCB0964344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598664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12443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8F8ABD0-305F-4DFC-AC60-1FB7BB16830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F25A304F-F50E-4F96-991D-CFEB0706017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25" name="2. Slide Title">
            <a:extLst>
              <a:ext uri="{FF2B5EF4-FFF2-40B4-BE49-F238E27FC236}">
                <a16:creationId xmlns:a16="http://schemas.microsoft.com/office/drawing/2014/main" id="{AA4BE143-5F32-4F04-B536-5DD597732824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97E30C8F-A677-42C7-A072-4ACC7DC3D69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288125BB-6CB4-4B7C-8E2B-CB1912430A39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3" y="78768"/>
            <a:ext cx="346694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257985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23464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CA286AFC-8B29-4E70-86B3-6C866D5BEC95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37073CF3-4B2B-440D-B24E-174E36B7892F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7918704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61C78DC4-4C20-4AA3-93C4-00442F85A83B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083795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81E2484B-3E40-408C-A350-5EB40C8A09F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A91FB312-B423-41B9-AEAA-2BE53183470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9774993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LogoText">
            <a:extLst>
              <a:ext uri="{FF2B5EF4-FFF2-40B4-BE49-F238E27FC236}">
                <a16:creationId xmlns:a16="http://schemas.microsoft.com/office/drawing/2014/main" id="{92A63429-03F1-4595-BAE1-A5F5E74A0DF2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09F9A864-CDB7-4063-BBF8-591908AA18D0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AEB01CB-E358-4EC5-960A-ABFC66CD5A2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63007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7F09DF09-7587-AE72-141E-A41B41F9445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32E4BA7-205B-4431-879A-B60A0FD6D2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778887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32E4BA7-205B-4431-879A-B60A0FD6D2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logoimage">
            <a:extLst>
              <a:ext uri="{FF2B5EF4-FFF2-40B4-BE49-F238E27FC236}">
                <a16:creationId xmlns:a16="http://schemas.microsoft.com/office/drawing/2014/main" id="{732728C7-2C89-08A1-41A9-162BDB8C5CB9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0"/>
            <a:ext cx="1893201" cy="585216"/>
            <a:chOff x="549271" y="481160"/>
            <a:chExt cx="1893201" cy="585216"/>
          </a:xfrm>
        </p:grpSpPr>
        <p:sp>
          <p:nvSpPr>
            <p:cNvPr id="14" name="AutoShape 3">
              <a:extLst>
                <a:ext uri="{FF2B5EF4-FFF2-40B4-BE49-F238E27FC236}">
                  <a16:creationId xmlns:a16="http://schemas.microsoft.com/office/drawing/2014/main" id="{DD51008E-BD46-4558-BF00-CDD9F0CE18C6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FC37904A-905D-4FD7-8DD4-604C419D9AB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30AE89A-7771-4A6E-A02D-893DCB66C87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4664705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0E1AA1CA-B589-A148-3F5A-385105B9B6B6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artnership">
            <a:extLst>
              <a:ext uri="{FF2B5EF4-FFF2-40B4-BE49-F238E27FC236}">
                <a16:creationId xmlns:a16="http://schemas.microsoft.com/office/drawing/2014/main" id="{CBBFD578-F950-EA3D-3920-76D96A09AA5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BEFF58C-83CF-420F-BF45-F188AE9E73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400213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BEFF58C-83CF-420F-BF45-F188AE9E73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BEC3B16-0840-4135-8BED-D45704C35593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2" name="ClientLogo">
            <a:extLst>
              <a:ext uri="{FF2B5EF4-FFF2-40B4-BE49-F238E27FC236}">
                <a16:creationId xmlns:a16="http://schemas.microsoft.com/office/drawing/2014/main" id="{5A541723-8353-4CC2-AFDA-19C8B3B786BF}"/>
              </a:ext>
            </a:extLst>
          </p:cNvPr>
          <p:cNvSpPr>
            <a:spLocks noGrp="1"/>
          </p:cNvSpPr>
          <p:nvPr>
            <p:ph type="pic" sz="quarter" idx="14" hasCustomPrompt="1"/>
            <p:custDataLst>
              <p:tags r:id="rId4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Client logo goes here.</a:t>
            </a:r>
          </a:p>
        </p:txBody>
      </p:sp>
      <p:sp>
        <p:nvSpPr>
          <p:cNvPr id="13" name="Documenttype">
            <a:extLst>
              <a:ext uri="{FF2B5EF4-FFF2-40B4-BE49-F238E27FC236}">
                <a16:creationId xmlns:a16="http://schemas.microsoft.com/office/drawing/2014/main" id="{A8F38EAB-8863-4F94-ACD0-B6D27373BCC1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5"/>
            </p:custDataLst>
          </p:nvPr>
        </p:nvSpPr>
        <p:spPr>
          <a:xfrm>
            <a:off x="551942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1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6C219131-971A-4BF6-8DFB-186691126F2C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B280F3D7-8B5E-4751-907E-C1D9BEBFDCB8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Disclaimer-English (United States)">
            <a:extLst>
              <a:ext uri="{FF2B5EF4-FFF2-40B4-BE49-F238E27FC236}">
                <a16:creationId xmlns:a16="http://schemas.microsoft.com/office/drawing/2014/main" id="{365FDE2E-B4AC-48A0-8D5A-94F648AEA896}"/>
              </a:ext>
            </a:extLst>
          </p:cNvPr>
          <p:cNvSpPr>
            <a:spLocks noChangeArrowheads="1"/>
          </p:cNvSpPr>
          <p:nvPr userDrawn="1">
            <p:custDataLst>
              <p:tags r:id="rId8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  <a:endParaRPr lang="en-US" sz="750" dirty="0">
              <a:solidFill>
                <a:schemeClr val="tx1"/>
              </a:solidFill>
              <a:latin typeface="+mn-lt"/>
            </a:endParaRPr>
          </a:p>
        </p:txBody>
      </p:sp>
      <p:grpSp>
        <p:nvGrpSpPr>
          <p:cNvPr id="11" name="logoimage">
            <a:extLst>
              <a:ext uri="{FF2B5EF4-FFF2-40B4-BE49-F238E27FC236}">
                <a16:creationId xmlns:a16="http://schemas.microsoft.com/office/drawing/2014/main" id="{1CF91F61-1A9C-80E4-FFA2-69DB20BBACC3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18" name="AutoShape 3">
              <a:extLst>
                <a:ext uri="{FF2B5EF4-FFF2-40B4-BE49-F238E27FC236}">
                  <a16:creationId xmlns:a16="http://schemas.microsoft.com/office/drawing/2014/main" id="{E8A472B5-EC20-41F1-91D8-281D2B5D8D1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22" name="Freeform 5">
              <a:extLst>
                <a:ext uri="{FF2B5EF4-FFF2-40B4-BE49-F238E27FC236}">
                  <a16:creationId xmlns:a16="http://schemas.microsoft.com/office/drawing/2014/main" id="{B5153A5B-4B89-4D4A-96F0-F9AFF4E7D0F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885933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01440F-CB45-4B1E-BF2B-97953CB355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308568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01440F-CB45-4B1E-BF2B-97953CB35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F95EE31F-4647-48C1-8F33-15A7FC3D3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E4920261-0593-4AC5-992E-73B8CB0A1C71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5. Source" hidden="1">
            <a:extLst>
              <a:ext uri="{FF2B5EF4-FFF2-40B4-BE49-F238E27FC236}">
                <a16:creationId xmlns:a16="http://schemas.microsoft.com/office/drawing/2014/main" id="{0CC39C66-1ED1-4BBF-87FB-6C74C9A461BE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2" name="2. Slide Title">
            <a:extLst>
              <a:ext uri="{FF2B5EF4-FFF2-40B4-BE49-F238E27FC236}">
                <a16:creationId xmlns:a16="http://schemas.microsoft.com/office/drawing/2014/main" id="{0BDEB94E-58BF-43E2-8FF2-DCDA24AD4E9D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A865C2CC-D12C-4517-9906-7CCD161322EB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 dirty="0"/>
              <a:t>Click to edit Master subtitle style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FE52895E-A8CE-4207-AC48-2296C3D0140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4515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86177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74A6D15-9D93-480F-A207-CA245151AE2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33F722E2-991C-4728-97C9-8D281DB3C59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86FA29AF-027A-4D55-B276-E2DD256DB9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9219664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8CFBA6B2-A084-4532-80C0-2629A5553A7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677DA9EB-F148-4622-AB71-9F38D348578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93728AF3-A71A-4C7A-97DE-605BB9E1802D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282945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0A466E0-AD73-4F3A-9B78-5C1BB1238B1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1429864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0A466E0-AD73-4F3A-9B78-5C1BB1238B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52DFA4F-F49F-468D-B19A-F0D9ACACF90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E222DC4C-FD9F-4495-B0EA-3E6F1E35596A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C4B822-CA6B-4F05-8715-F74C6D5D34B1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376B40D-309A-4442-81B2-638CDEBB2F7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54D7CBA4-82F6-465D-A903-99498223AB1A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7750153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65A42E5-8A95-48CC-91A7-EC09BEF8D2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813966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65A42E5-8A95-48CC-91A7-EC09BEF8D2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96343A1-B4C8-41A2-9540-F666771DD09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FB296734-15F7-4BDF-BF7F-AD560B3E09D7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 dirty="0"/>
              <a:t>“Click to add quote</a:t>
            </a:r>
          </a:p>
        </p:txBody>
      </p:sp>
      <p:sp>
        <p:nvSpPr>
          <p:cNvPr id="9" name="3. Subtitle">
            <a:extLst>
              <a:ext uri="{FF2B5EF4-FFF2-40B4-BE49-F238E27FC236}">
                <a16:creationId xmlns:a16="http://schemas.microsoft.com/office/drawing/2014/main" id="{F91EA195-0A6B-4141-BE0A-C29B8632D98B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quote source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085514-D1F6-4D77-A23F-C5C66C21AB2E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5. Source" hidden="1">
            <a:extLst>
              <a:ext uri="{FF2B5EF4-FFF2-40B4-BE49-F238E27FC236}">
                <a16:creationId xmlns:a16="http://schemas.microsoft.com/office/drawing/2014/main" id="{C5FBD0AF-1EDD-41EB-9A6E-173435ADFFE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F4C99502-105F-4A25-9FB4-3478945E9EF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3126788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3A3BA4A-22A3-4843-892F-E42C155B428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599482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3A3BA4A-22A3-4843-892F-E42C155B428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5BF2AED7-361B-4221-9AF6-77A108DA0C2B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7C125983-42A9-42F7-AA00-F56CD87B28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vert="horz" anchor="b"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D41FF9F-DFB7-4DFF-B338-08A2CA649393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064AC035-5239-45FF-8383-33CBCD30D33E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3DF66089-C2CC-4E6A-A7ED-0B333FCF2C4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9896470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6AD2A36-39D2-411F-97A0-A924098965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037860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6AD2A36-39D2-411F-97A0-A924098965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4E67A342-8C8E-4A76-A2F2-1541645630AD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2. Slide Title">
            <a:extLst>
              <a:ext uri="{FF2B5EF4-FFF2-40B4-BE49-F238E27FC236}">
                <a16:creationId xmlns:a16="http://schemas.microsoft.com/office/drawing/2014/main" id="{F2EA5A09-84EC-4368-8C76-0BEA141A4333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vert="horz" wrap="square" anchor="b">
            <a:noAutofit/>
          </a:bodyPr>
          <a:lstStyle>
            <a:lvl1pPr algn="l"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4BAE0A91-D3D3-4C9A-9F81-3C13D960A341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6BA86AD8-0ECF-4EA8-B346-D8EA2716E80C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EDC5E9D8-BFBA-409D-B6E5-65A580E73B6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0172942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5793B5E-3475-4FCD-8164-7A168B5C1B4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305355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5793B5E-3475-4FCD-8164-7A168B5C1B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89D8F9-1075-4B52-8375-8D4A2673D84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DF67D7DC-1A5A-4301-93C0-59BCC9FE6A85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3. Subtitle">
            <a:extLst>
              <a:ext uri="{FF2B5EF4-FFF2-40B4-BE49-F238E27FC236}">
                <a16:creationId xmlns:a16="http://schemas.microsoft.com/office/drawing/2014/main" id="{08590DB3-FFB4-489D-B120-ADFDC12014DE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CC3A7643-6C17-4DEC-88AD-F79B0F2E7A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185615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521400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4A5E485D-7560-4AEC-8D55-C1425B9D1F47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F1301516-07B7-4BE0-9669-E93BD5C22D1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D374A786-7E98-4488-A29B-98B4E357E7B8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2" y="78768"/>
            <a:ext cx="3466942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4385532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B19533A-7C36-4239-BCB1-336E4EF4EA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70600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B19533A-7C36-4239-BCB1-336E4EF4EA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8F94EA0-F844-4358-BAB1-09AA056D6AC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dirty="0" err="1">
              <a:ln>
                <a:noFill/>
              </a:ln>
              <a:solidFill>
                <a:srgbClr val="051C2C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2" name="RectangleLight">
            <a:extLst>
              <a:ext uri="{FF2B5EF4-FFF2-40B4-BE49-F238E27FC236}">
                <a16:creationId xmlns:a16="http://schemas.microsoft.com/office/drawing/2014/main" id="{65BA59B8-E166-40EF-A08B-73C27149A153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7387EF73-467A-4B89-B365-A62C8CF7BE39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7918704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3. Subtitle">
            <a:extLst>
              <a:ext uri="{FF2B5EF4-FFF2-40B4-BE49-F238E27FC236}">
                <a16:creationId xmlns:a16="http://schemas.microsoft.com/office/drawing/2014/main" id="{274629CD-1AB4-49FA-9F53-76F3C2EB06BF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8" name="1. On-page tracker">
            <a:extLst>
              <a:ext uri="{FF2B5EF4-FFF2-40B4-BE49-F238E27FC236}">
                <a16:creationId xmlns:a16="http://schemas.microsoft.com/office/drawing/2014/main" id="{DF5FDB83-729E-495E-B061-EB75DD93AD7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8687019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B8ACA33-401E-43F4-A170-DD6C5D984D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91802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B8ACA33-401E-43F4-A170-DD6C5D984D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34231008-BBCB-47D1-91D5-881CAE172F7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0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16" name="2. Slide Title">
            <a:extLst>
              <a:ext uri="{FF2B5EF4-FFF2-40B4-BE49-F238E27FC236}">
                <a16:creationId xmlns:a16="http://schemas.microsoft.com/office/drawing/2014/main" id="{A6572372-0AB1-4E81-BB71-21DAADA26CB0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ECA9DF7A-E368-4E06-81DB-9573DB7F92EA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0343DE71-74EF-4CF3-AB14-F26D4241805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78379239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277506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61BAB226-116B-4061-AAA6-FA0B19E0A17E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2743200"/>
            <a:ext cx="3465576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901EC9FA-65C7-4AC6-A9AC-B43BD4264291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3661200"/>
            <a:ext cx="3465576" cy="244800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3" name="1. On-page tracker">
            <a:extLst>
              <a:ext uri="{FF2B5EF4-FFF2-40B4-BE49-F238E27FC236}">
                <a16:creationId xmlns:a16="http://schemas.microsoft.com/office/drawing/2014/main" id="{A75CDD39-93AC-4160-B69B-06F75E5A85A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8794959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713505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931FDB32-E5DC-4F7F-A1B1-FB3CC830903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7"/>
            </p:custDataLst>
          </p:nvPr>
        </p:nvSpPr>
        <p:spPr>
          <a:xfrm>
            <a:off x="554736" y="2743200"/>
            <a:ext cx="2514600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04057707-3F89-441E-A13E-6FCB40A78D50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554736" y="3661200"/>
            <a:ext cx="2514600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subtitle style</a:t>
            </a:r>
          </a:p>
        </p:txBody>
      </p:sp>
      <p:sp>
        <p:nvSpPr>
          <p:cNvPr id="26" name="1. On-page tracker">
            <a:extLst>
              <a:ext uri="{FF2B5EF4-FFF2-40B4-BE49-F238E27FC236}">
                <a16:creationId xmlns:a16="http://schemas.microsoft.com/office/drawing/2014/main" id="{95F50EB6-435E-4A8C-B188-9BE2198DB2B9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37988556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67B1A162-B59D-4B89-B39B-FBDD9E751175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4511BB28-C86B-4C18-B1A3-EF33CF458B8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54640795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LogoText">
            <a:extLst>
              <a:ext uri="{FF2B5EF4-FFF2-40B4-BE49-F238E27FC236}">
                <a16:creationId xmlns:a16="http://schemas.microsoft.com/office/drawing/2014/main" id="{2F705A80-1DB0-43C3-A71A-9587E6BCC3AD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4833D5AF-2A75-4978-AA54-00BA594BBA72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8684DB6-320C-4E95-A29C-791B412C816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AD9436C5-E5F5-42BD-9013-D04449180E92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1964906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E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ackground">
            <a:extLst>
              <a:ext uri="{FF2B5EF4-FFF2-40B4-BE49-F238E27FC236}">
                <a16:creationId xmlns:a16="http://schemas.microsoft.com/office/drawing/2014/main" id="{CA123D5B-74B8-F064-78F4-0D9EDB033343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D491B0EE-37B4-4A8C-9C8F-48909747EA0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422630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D491B0EE-37B4-4A8C-9C8F-48909747EA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3" name="logoimage">
            <a:extLst>
              <a:ext uri="{FF2B5EF4-FFF2-40B4-BE49-F238E27FC236}">
                <a16:creationId xmlns:a16="http://schemas.microsoft.com/office/drawing/2014/main" id="{AD0997EF-FD61-992F-A8FF-31AE0FC310F2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1"/>
            <a:ext cx="1893202" cy="585216"/>
            <a:chOff x="549271" y="481161"/>
            <a:chExt cx="1893202" cy="585216"/>
          </a:xfrm>
        </p:grpSpPr>
        <p:sp>
          <p:nvSpPr>
            <p:cNvPr id="8" name="AutoShape 3">
              <a:extLst>
                <a:ext uri="{FF2B5EF4-FFF2-40B4-BE49-F238E27FC236}">
                  <a16:creationId xmlns:a16="http://schemas.microsoft.com/office/drawing/2014/main" id="{FD120780-E7D0-42EA-AB5A-363335299EB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1"/>
              <a:ext cx="1893202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A9C60168-96E8-4CC3-91EC-B2F7F57959D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8"/>
              <a:ext cx="1893202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EED9D83D-9CC3-45F3-876D-CC42BC0B70E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3897050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tags" Target="../tags/tag2.xml"/><Relationship Id="rId17" Type="http://schemas.openxmlformats.org/officeDocument/2006/relationships/tags" Target="../tags/tag3.xml"/><Relationship Id="rId18" Type="http://schemas.openxmlformats.org/officeDocument/2006/relationships/tags" Target="../tags/tag4.xml"/><Relationship Id="rId19" Type="http://schemas.openxmlformats.org/officeDocument/2006/relationships/tags" Target="../tags/tag5.xml"/><Relationship Id="rId20" Type="http://schemas.openxmlformats.org/officeDocument/2006/relationships/tags" Target="../tags/tag6.xml"/><Relationship Id="rId21" Type="http://schemas.openxmlformats.org/officeDocument/2006/relationships/tags" Target="../tags/tag7.xml"/><Relationship Id="rId22" Type="http://schemas.openxmlformats.org/officeDocument/2006/relationships/tags" Target="../tags/tag8.xml"/><Relationship Id="rId23" Type="http://schemas.openxmlformats.org/officeDocument/2006/relationships/tags" Target="../tags/tag9.xml"/><Relationship Id="rId24" Type="http://schemas.openxmlformats.org/officeDocument/2006/relationships/tags" Target="../tags/tag10.xml"/><Relationship Id="rId25" Type="http://schemas.openxmlformats.org/officeDocument/2006/relationships/tags" Target="../tags/tag11.xml"/><Relationship Id="rId26" Type="http://schemas.openxmlformats.org/officeDocument/2006/relationships/tags" Target="../tags/tag12.xml"/><Relationship Id="rId27" Type="http://schemas.openxmlformats.org/officeDocument/2006/relationships/tags" Target="../tags/tag13.xml"/><Relationship Id="rId28" Type="http://schemas.openxmlformats.org/officeDocument/2006/relationships/tags" Target="../tags/tag14.xml"/><Relationship Id="rId29" Type="http://schemas.openxmlformats.org/officeDocument/2006/relationships/tags" Target="../tags/tag15.xml"/><Relationship Id="rId30" Type="http://schemas.openxmlformats.org/officeDocument/2006/relationships/tags" Target="../tags/tag16.xml"/><Relationship Id="rId31" Type="http://schemas.openxmlformats.org/officeDocument/2006/relationships/tags" Target="../tags/tag17.xml"/><Relationship Id="rId32" Type="http://schemas.openxmlformats.org/officeDocument/2006/relationships/tags" Target="../tags/tag18.xml"/><Relationship Id="rId33" Type="http://schemas.openxmlformats.org/officeDocument/2006/relationships/tags" Target="../tags/tag19.xml"/><Relationship Id="rId34" Type="http://schemas.openxmlformats.org/officeDocument/2006/relationships/tags" Target="../tags/tag20.xml"/><Relationship Id="rId35" Type="http://schemas.openxmlformats.org/officeDocument/2006/relationships/tags" Target="../tags/tag21.xml"/><Relationship Id="rId36" Type="http://schemas.openxmlformats.org/officeDocument/2006/relationships/tags" Target="../tags/tag22.xml"/><Relationship Id="rId37" Type="http://schemas.openxmlformats.org/officeDocument/2006/relationships/oleObject" Target="../embeddings/oleObject1.bin"/><Relationship Id="rId38" Type="http://schemas.openxmlformats.org/officeDocument/2006/relationships/image" Target="../media/image1.emf"/><Relationship Id="rId39" Type="http://schemas.openxmlformats.org/officeDocument/2006/relationships/image" Target="../media/image2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28.xml"/><Relationship Id="rId15" Type="http://schemas.openxmlformats.org/officeDocument/2006/relationships/slideLayout" Target="../slideLayouts/slideLayout29.xml"/><Relationship Id="rId16" Type="http://schemas.openxmlformats.org/officeDocument/2006/relationships/slideLayout" Target="../slideLayouts/slideLayout30.xml"/><Relationship Id="rId17" Type="http://schemas.openxmlformats.org/officeDocument/2006/relationships/slideLayout" Target="../slideLayouts/slideLayout31.xml"/><Relationship Id="rId18" Type="http://schemas.openxmlformats.org/officeDocument/2006/relationships/theme" Target="../theme/theme2.xml"/><Relationship Id="rId19" Type="http://schemas.openxmlformats.org/officeDocument/2006/relationships/tags" Target="../tags/tag118.xml"/><Relationship Id="rId20" Type="http://schemas.openxmlformats.org/officeDocument/2006/relationships/tags" Target="../tags/tag119.xml"/><Relationship Id="rId21" Type="http://schemas.openxmlformats.org/officeDocument/2006/relationships/tags" Target="../tags/tag120.xml"/><Relationship Id="rId22" Type="http://schemas.openxmlformats.org/officeDocument/2006/relationships/tags" Target="../tags/tag121.xml"/><Relationship Id="rId23" Type="http://schemas.openxmlformats.org/officeDocument/2006/relationships/tags" Target="../tags/tag122.xml"/><Relationship Id="rId24" Type="http://schemas.openxmlformats.org/officeDocument/2006/relationships/tags" Target="../tags/tag123.xml"/><Relationship Id="rId25" Type="http://schemas.openxmlformats.org/officeDocument/2006/relationships/tags" Target="../tags/tag124.xml"/><Relationship Id="rId26" Type="http://schemas.openxmlformats.org/officeDocument/2006/relationships/tags" Target="../tags/tag125.xml"/><Relationship Id="rId27" Type="http://schemas.openxmlformats.org/officeDocument/2006/relationships/tags" Target="../tags/tag126.xml"/><Relationship Id="rId28" Type="http://schemas.openxmlformats.org/officeDocument/2006/relationships/tags" Target="../tags/tag127.xml"/><Relationship Id="rId29" Type="http://schemas.openxmlformats.org/officeDocument/2006/relationships/tags" Target="../tags/tag128.xml"/><Relationship Id="rId30" Type="http://schemas.openxmlformats.org/officeDocument/2006/relationships/tags" Target="../tags/tag129.xml"/><Relationship Id="rId31" Type="http://schemas.openxmlformats.org/officeDocument/2006/relationships/tags" Target="../tags/tag130.xml"/><Relationship Id="rId32" Type="http://schemas.openxmlformats.org/officeDocument/2006/relationships/tags" Target="../tags/tag131.xml"/><Relationship Id="rId33" Type="http://schemas.openxmlformats.org/officeDocument/2006/relationships/tags" Target="../tags/tag132.xml"/><Relationship Id="rId34" Type="http://schemas.openxmlformats.org/officeDocument/2006/relationships/tags" Target="../tags/tag133.xml"/><Relationship Id="rId35" Type="http://schemas.openxmlformats.org/officeDocument/2006/relationships/tags" Target="../tags/tag134.xml"/><Relationship Id="rId36" Type="http://schemas.openxmlformats.org/officeDocument/2006/relationships/tags" Target="../tags/tag135.xml"/><Relationship Id="rId37" Type="http://schemas.openxmlformats.org/officeDocument/2006/relationships/tags" Target="../tags/tag136.xml"/><Relationship Id="rId38" Type="http://schemas.openxmlformats.org/officeDocument/2006/relationships/tags" Target="../tags/tag137.xml"/><Relationship Id="rId39" Type="http://schemas.openxmlformats.org/officeDocument/2006/relationships/tags" Target="../tags/tag138.xml"/><Relationship Id="rId40" Type="http://schemas.openxmlformats.org/officeDocument/2006/relationships/oleObject" Target="../embeddings/oleObject11.bin"/><Relationship Id="rId41" Type="http://schemas.openxmlformats.org/officeDocument/2006/relationships/image" Target="../media/image5.emf"/><Relationship Id="rId42" Type="http://schemas.openxmlformats.org/officeDocument/2006/relationships/image" Target="../media/image8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15842838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413" imgH="416" progId="TCLayout.ActiveDocument.1">
                  <p:embed/>
                </p:oleObj>
              </mc:Choice>
              <mc:Fallback>
                <p:oleObj name="think-cell Slide" r:id="rId37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194173E-7BB3-47F4-8EAD-18BFC563F97A}"/>
              </a:ext>
            </a:extLst>
          </p:cNvPr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18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 userDrawn="1">
            <p:custDataLst>
              <p:tags r:id="rId19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 dirty="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20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192DB789-515B-4504-BE53-6445F2427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6" name="Grid" hidden="1">
            <a:extLst>
              <a:ext uri="{FF2B5EF4-FFF2-40B4-BE49-F238E27FC236}">
                <a16:creationId xmlns:a16="http://schemas.microsoft.com/office/drawing/2014/main" id="{6579EC00-B6CE-6B6A-27BD-68A33477E9F1}"/>
              </a:ext>
            </a:extLst>
          </p:cNvPr>
          <p:cNvPicPr>
            <a:picLocks noChangeAspect="1"/>
          </p:cNvPicPr>
          <p:nvPr userDrawn="1">
            <p:custDataLst>
              <p:tags r:id="rId2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grpSp>
        <p:nvGrpSpPr>
          <p:cNvPr id="187" name="LegendBoxes" hidden="1">
            <a:extLst>
              <a:ext uri="{FF2B5EF4-FFF2-40B4-BE49-F238E27FC236}">
                <a16:creationId xmlns:a16="http://schemas.microsoft.com/office/drawing/2014/main" id="{5048A9C9-0655-49B2-A283-6A54678F321B}"/>
              </a:ext>
            </a:extLst>
          </p:cNvPr>
          <p:cNvGrpSpPr/>
          <p:nvPr userDrawn="1"/>
        </p:nvGrpSpPr>
        <p:grpSpPr>
          <a:xfrm>
            <a:off x="10728000" y="4323600"/>
            <a:ext cx="984864" cy="1717282"/>
            <a:chOff x="9585951" y="2980105"/>
            <a:chExt cx="984864" cy="1717282"/>
          </a:xfrm>
        </p:grpSpPr>
        <p:sp>
          <p:nvSpPr>
            <p:cNvPr id="188" name="RectangleLegend1">
              <a:extLst>
                <a:ext uri="{FF2B5EF4-FFF2-40B4-BE49-F238E27FC236}">
                  <a16:creationId xmlns:a16="http://schemas.microsoft.com/office/drawing/2014/main" id="{8F219674-AEDF-41A7-B3C3-07BD8D165776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2">
              <a:extLst>
                <a:ext uri="{FF2B5EF4-FFF2-40B4-BE49-F238E27FC236}">
                  <a16:creationId xmlns:a16="http://schemas.microsoft.com/office/drawing/2014/main" id="{76884974-3CCD-4F11-B109-02708F18B04E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3">
              <a:extLst>
                <a:ext uri="{FF2B5EF4-FFF2-40B4-BE49-F238E27FC236}">
                  <a16:creationId xmlns:a16="http://schemas.microsoft.com/office/drawing/2014/main" id="{D440B2EC-6FE5-4259-BA11-DC2E3B68E637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RectangleLegend4">
              <a:extLst>
                <a:ext uri="{FF2B5EF4-FFF2-40B4-BE49-F238E27FC236}">
                  <a16:creationId xmlns:a16="http://schemas.microsoft.com/office/drawing/2014/main" id="{52FE9D34-332E-47CD-94B8-12A069181C03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2" name="RectangleLegend5">
              <a:extLst>
                <a:ext uri="{FF2B5EF4-FFF2-40B4-BE49-F238E27FC236}">
                  <a16:creationId xmlns:a16="http://schemas.microsoft.com/office/drawing/2014/main" id="{1D6EA8D9-42BE-4743-876B-1050D1436021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3" name="Legend1">
              <a:extLst>
                <a:ext uri="{FF2B5EF4-FFF2-40B4-BE49-F238E27FC236}">
                  <a16:creationId xmlns:a16="http://schemas.microsoft.com/office/drawing/2014/main" id="{50F3208A-D1A9-4DEE-B968-1381D0DE88E8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4" name="Legend2">
              <a:extLst>
                <a:ext uri="{FF2B5EF4-FFF2-40B4-BE49-F238E27FC236}">
                  <a16:creationId xmlns:a16="http://schemas.microsoft.com/office/drawing/2014/main" id="{69AC8C80-52E4-4497-A147-009E23FB42A5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5" name="Legend3">
              <a:extLst>
                <a:ext uri="{FF2B5EF4-FFF2-40B4-BE49-F238E27FC236}">
                  <a16:creationId xmlns:a16="http://schemas.microsoft.com/office/drawing/2014/main" id="{218BEB5C-C19E-451D-B538-56A492CF74C6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6" name="Legend4">
              <a:extLst>
                <a:ext uri="{FF2B5EF4-FFF2-40B4-BE49-F238E27FC236}">
                  <a16:creationId xmlns:a16="http://schemas.microsoft.com/office/drawing/2014/main" id="{B77C1590-32D9-4A52-8AF0-454D06E80BF2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7" name="Legend5">
              <a:extLst>
                <a:ext uri="{FF2B5EF4-FFF2-40B4-BE49-F238E27FC236}">
                  <a16:creationId xmlns:a16="http://schemas.microsoft.com/office/drawing/2014/main" id="{A40A9DB6-E1B2-47A6-8B66-4FCDC31DD60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A74D0957-B8E1-0203-5942-B3CDCECEFC07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A579D789-E781-7373-9902-2ED2044F84A0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AE219666-526F-9C6F-0799-DEDE1ED7C6B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22CE313E-44F3-0F57-9118-789F5A7E4BE2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D0B5E1D7-1CD7-D84F-3620-B4FA0EF324DB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F40C396B-7721-8A80-0BC4-C8F93B6E54CA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D19BD4EA-9682-50D3-B979-152445E49E10}"/>
                </a:ext>
              </a:extLst>
            </p:cNvPr>
            <p:cNvGrpSpPr>
              <a:grpSpLocks noChangeAspect="1"/>
            </p:cNvGrpSpPr>
            <p:nvPr>
              <p:custDataLst>
                <p:tags r:id="rId22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4A0B6C31-1F56-F41C-44CD-9D5FBF4D0344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Arc 24" hidden="1">
                <a:extLst>
                  <a:ext uri="{FF2B5EF4-FFF2-40B4-BE49-F238E27FC236}">
                    <a16:creationId xmlns:a16="http://schemas.microsoft.com/office/drawing/2014/main" id="{B50CF1FE-8D31-700D-F0C2-ACB607372AE4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E34FB525-F2A2-061A-A353-799809BF5FC7}"/>
                </a:ext>
              </a:extLst>
            </p:cNvPr>
            <p:cNvGrpSpPr>
              <a:grpSpLocks noChangeAspect="1"/>
            </p:cNvGrpSpPr>
            <p:nvPr>
              <p:custDataLst>
                <p:tags r:id="rId23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DC6EA1B-42E3-0F8A-87FD-05CAF1FDA5FA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349961EB-4044-DDFA-0CF7-F5D66FDD64FA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81D58525-2DB4-58E3-4841-2B88C4F9BBE1}"/>
                </a:ext>
              </a:extLst>
            </p:cNvPr>
            <p:cNvGrpSpPr>
              <a:grpSpLocks noChangeAspect="1"/>
            </p:cNvGrpSpPr>
            <p:nvPr>
              <p:custDataLst>
                <p:tags r:id="rId24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D052903-9CD8-AB5E-E69F-03405F848828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Arc 20">
                <a:extLst>
                  <a:ext uri="{FF2B5EF4-FFF2-40B4-BE49-F238E27FC236}">
                    <a16:creationId xmlns:a16="http://schemas.microsoft.com/office/drawing/2014/main" id="{BB370F7E-886E-6962-667A-24DD8C636B1C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12DC2918-BD74-B2EB-0BB2-D46E7084496E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8309338-2E0C-8EAB-278B-36BB84E8955A}"/>
                  </a:ext>
                </a:extLst>
              </p:cNvPr>
              <p:cNvSpPr/>
              <p:nvPr>
                <p:custDataLst>
                  <p:tags r:id="rId2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Arc 18">
                <a:extLst>
                  <a:ext uri="{FF2B5EF4-FFF2-40B4-BE49-F238E27FC236}">
                    <a16:creationId xmlns:a16="http://schemas.microsoft.com/office/drawing/2014/main" id="{28AA2C47-9903-4C18-8098-1106BE8B1977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85016F10-0401-6973-A0D0-23D227FF8FED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8041A10-C91C-7EF2-F7EA-D1D0412188C6}"/>
                  </a:ext>
                </a:extLst>
              </p:cNvPr>
              <p:cNvSpPr/>
              <p:nvPr>
                <p:custDataLst>
                  <p:tags r:id="rId2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B1A7ADC8-55DF-963B-3C8A-AAB44F2EF672}"/>
                  </a:ext>
                </a:extLst>
              </p:cNvPr>
              <p:cNvSpPr/>
              <p:nvPr>
                <p:custDataLst>
                  <p:tags r:id="rId2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9" name="Sticker" hidden="1">
            <a:extLst>
              <a:ext uri="{FF2B5EF4-FFF2-40B4-BE49-F238E27FC236}">
                <a16:creationId xmlns:a16="http://schemas.microsoft.com/office/drawing/2014/main" id="{2FA9271D-5EE0-4D66-9FDF-E4D1535949E8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8192" y="1289273"/>
            <a:ext cx="429605" cy="156997"/>
            <a:chOff x="8456447" y="272180"/>
            <a:chExt cx="322188" cy="156966"/>
          </a:xfrm>
        </p:grpSpPr>
        <p:sp>
          <p:nvSpPr>
            <p:cNvPr id="170" name="StickerRectangle">
              <a:extLst>
                <a:ext uri="{FF2B5EF4-FFF2-40B4-BE49-F238E27FC236}">
                  <a16:creationId xmlns:a16="http://schemas.microsoft.com/office/drawing/2014/main" id="{27342EFB-A6AF-4379-A9C9-4F8DD97D160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 dirty="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 dirty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71" name="StickerUnderline">
              <a:extLst>
                <a:ext uri="{FF2B5EF4-FFF2-40B4-BE49-F238E27FC236}">
                  <a16:creationId xmlns:a16="http://schemas.microsoft.com/office/drawing/2014/main" id="{AC518518-EC41-445B-B558-9DBD24A778EA}"/>
                </a:ext>
              </a:extLst>
            </p:cNvPr>
            <p:cNvCxnSpPr>
              <a:cxnSpLocks noChangeShapeType="1"/>
              <a:stCxn id="170" idx="4"/>
              <a:endCxn id="170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79" name="LegendLines" hidden="1">
            <a:extLst>
              <a:ext uri="{FF2B5EF4-FFF2-40B4-BE49-F238E27FC236}">
                <a16:creationId xmlns:a16="http://schemas.microsoft.com/office/drawing/2014/main" id="{BA3F11B7-574B-46B5-AA05-051B7C0195CA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80" name="Legend1">
              <a:extLst>
                <a:ext uri="{FF2B5EF4-FFF2-40B4-BE49-F238E27FC236}">
                  <a16:creationId xmlns:a16="http://schemas.microsoft.com/office/drawing/2014/main" id="{A89F3277-B9B0-4605-94B5-1A0F3CF3FD94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1" name="Legend2">
              <a:extLst>
                <a:ext uri="{FF2B5EF4-FFF2-40B4-BE49-F238E27FC236}">
                  <a16:creationId xmlns:a16="http://schemas.microsoft.com/office/drawing/2014/main" id="{728FD0F6-6F17-4DBC-A433-275600325C11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2" name="Legend3">
              <a:extLst>
                <a:ext uri="{FF2B5EF4-FFF2-40B4-BE49-F238E27FC236}">
                  <a16:creationId xmlns:a16="http://schemas.microsoft.com/office/drawing/2014/main" id="{824D0AAE-0E8B-4539-A5E0-724A7C2C5FB7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3" name="LineLegend3">
              <a:extLst>
                <a:ext uri="{FF2B5EF4-FFF2-40B4-BE49-F238E27FC236}">
                  <a16:creationId xmlns:a16="http://schemas.microsoft.com/office/drawing/2014/main" id="{15B966CE-74A4-42D7-84D1-50EE1BD807B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84" name="LineLegend2">
              <a:extLst>
                <a:ext uri="{FF2B5EF4-FFF2-40B4-BE49-F238E27FC236}">
                  <a16:creationId xmlns:a16="http://schemas.microsoft.com/office/drawing/2014/main" id="{4AD11E2E-205C-4B89-BD31-DA18921C338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85" name="LineLegend1">
              <a:extLst>
                <a:ext uri="{FF2B5EF4-FFF2-40B4-BE49-F238E27FC236}">
                  <a16:creationId xmlns:a16="http://schemas.microsoft.com/office/drawing/2014/main" id="{393D5D55-EAFF-4EBE-B2CF-AF057C324E6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9229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654" r:id="rId2"/>
    <p:sldLayoutId id="2147483807" r:id="rId3"/>
    <p:sldLayoutId id="2147483800" r:id="rId4"/>
    <p:sldLayoutId id="2147483659" r:id="rId5"/>
    <p:sldLayoutId id="2147483804" r:id="rId6"/>
    <p:sldLayoutId id="2147483886" r:id="rId7"/>
    <p:sldLayoutId id="2147483887" r:id="rId8"/>
    <p:sldLayoutId id="2147483888" r:id="rId9"/>
    <p:sldLayoutId id="2147483889" r:id="rId10"/>
    <p:sldLayoutId id="2147483890" r:id="rId11"/>
    <p:sldLayoutId id="2147483879" r:id="rId12"/>
    <p:sldLayoutId id="2147483706" r:id="rId13"/>
    <p:sldLayoutId id="2147483718" r:id="rId14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08800E62-ECD5-472D-995B-013B57BB4C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23644373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0" imgW="344" imgH="344" progId="TCLayout.ActiveDocument.1">
                  <p:embed/>
                </p:oleObj>
              </mc:Choice>
              <mc:Fallback>
                <p:oleObj name="think-cell Slide" r:id="rId40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08800E62-ECD5-472D-995B-013B57BB4C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1744EB-7E76-4AE2-88F6-C0D4CE03B5BB}"/>
              </a:ext>
            </a:extLst>
          </p:cNvPr>
          <p:cNvSpPr/>
          <p:nvPr userDrawn="1">
            <p:custDataLst>
              <p:tags r:id="rId20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2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3" name="2. Slide Title">
            <a:extLst>
              <a:ext uri="{FF2B5EF4-FFF2-40B4-BE49-F238E27FC236}">
                <a16:creationId xmlns:a16="http://schemas.microsoft.com/office/drawing/2014/main" id="{7C8D601E-A2E1-4979-AE83-B694B9829662}"/>
              </a:ext>
            </a:extLst>
          </p:cNvPr>
          <p:cNvSpPr>
            <a:spLocks noGrp="1"/>
          </p:cNvSpPr>
          <p:nvPr>
            <p:ph type="title"/>
            <p:custDataLst>
              <p:tags r:id="rId22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6A9C4AD8-E579-4AD3-9B92-5A31AC8DD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5" name="Grid" hidden="1">
            <a:extLst>
              <a:ext uri="{FF2B5EF4-FFF2-40B4-BE49-F238E27FC236}">
                <a16:creationId xmlns:a16="http://schemas.microsoft.com/office/drawing/2014/main" id="{4ADF17BC-6AB0-D905-BDC8-DB658360EB6C}"/>
              </a:ext>
            </a:extLst>
          </p:cNvPr>
          <p:cNvPicPr>
            <a:picLocks noChangeAspect="1"/>
          </p:cNvPicPr>
          <p:nvPr userDrawn="1">
            <p:custDataLst>
              <p:tags r:id="rId2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sp>
        <p:nvSpPr>
          <p:cNvPr id="145" name="4. Footnote" hidden="1">
            <a:extLst>
              <a:ext uri="{FF2B5EF4-FFF2-40B4-BE49-F238E27FC236}">
                <a16:creationId xmlns:a16="http://schemas.microsoft.com/office/drawing/2014/main" id="{56E3DC21-21DB-42FE-8721-1BC0E89F13AE}"/>
              </a:ext>
            </a:extLst>
          </p:cNvPr>
          <p:cNvSpPr txBox="1"/>
          <p:nvPr userDrawn="1">
            <p:custDataLst>
              <p:tags r:id="rId24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 dirty="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grpSp>
        <p:nvGrpSpPr>
          <p:cNvPr id="185" name="LegendBoxes" hidden="1">
            <a:extLst>
              <a:ext uri="{FF2B5EF4-FFF2-40B4-BE49-F238E27FC236}">
                <a16:creationId xmlns:a16="http://schemas.microsoft.com/office/drawing/2014/main" id="{28785628-9685-42DD-85C6-4A7FDEAEB9E4}"/>
              </a:ext>
            </a:extLst>
          </p:cNvPr>
          <p:cNvGrpSpPr/>
          <p:nvPr userDrawn="1"/>
        </p:nvGrpSpPr>
        <p:grpSpPr>
          <a:xfrm>
            <a:off x="10722394" y="4323600"/>
            <a:ext cx="984864" cy="1717282"/>
            <a:chOff x="9585951" y="2980105"/>
            <a:chExt cx="984864" cy="1717282"/>
          </a:xfrm>
        </p:grpSpPr>
        <p:sp>
          <p:nvSpPr>
            <p:cNvPr id="186" name="RectangleLegend1">
              <a:extLst>
                <a:ext uri="{FF2B5EF4-FFF2-40B4-BE49-F238E27FC236}">
                  <a16:creationId xmlns:a16="http://schemas.microsoft.com/office/drawing/2014/main" id="{F6C915EA-5130-4DA7-8B9A-5E522A1DBE2F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7" name="RectangleLegend2">
              <a:extLst>
                <a:ext uri="{FF2B5EF4-FFF2-40B4-BE49-F238E27FC236}">
                  <a16:creationId xmlns:a16="http://schemas.microsoft.com/office/drawing/2014/main" id="{056BAC0D-94D9-4BAA-A238-909A42CD485B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8" name="RectangleLegend3">
              <a:extLst>
                <a:ext uri="{FF2B5EF4-FFF2-40B4-BE49-F238E27FC236}">
                  <a16:creationId xmlns:a16="http://schemas.microsoft.com/office/drawing/2014/main" id="{BC7BB400-0474-421B-B1C4-D9D83F8D7025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4">
              <a:extLst>
                <a:ext uri="{FF2B5EF4-FFF2-40B4-BE49-F238E27FC236}">
                  <a16:creationId xmlns:a16="http://schemas.microsoft.com/office/drawing/2014/main" id="{5D84FBCC-8195-429D-ADA2-ADF26D0822E2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5">
              <a:extLst>
                <a:ext uri="{FF2B5EF4-FFF2-40B4-BE49-F238E27FC236}">
                  <a16:creationId xmlns:a16="http://schemas.microsoft.com/office/drawing/2014/main" id="{655825D0-671B-44EC-90C5-7913A4E7BAB9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Legend1">
              <a:extLst>
                <a:ext uri="{FF2B5EF4-FFF2-40B4-BE49-F238E27FC236}">
                  <a16:creationId xmlns:a16="http://schemas.microsoft.com/office/drawing/2014/main" id="{CD018A8B-4FD0-4C99-AA47-D684D1049136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2" name="Legend2">
              <a:extLst>
                <a:ext uri="{FF2B5EF4-FFF2-40B4-BE49-F238E27FC236}">
                  <a16:creationId xmlns:a16="http://schemas.microsoft.com/office/drawing/2014/main" id="{24E194E3-38A9-4A3A-AEBA-D1DCF1935051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3" name="Legend3">
              <a:extLst>
                <a:ext uri="{FF2B5EF4-FFF2-40B4-BE49-F238E27FC236}">
                  <a16:creationId xmlns:a16="http://schemas.microsoft.com/office/drawing/2014/main" id="{DCCF084D-A8B2-46B3-BE03-CFDA8E58B2B9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4" name="Legend4">
              <a:extLst>
                <a:ext uri="{FF2B5EF4-FFF2-40B4-BE49-F238E27FC236}">
                  <a16:creationId xmlns:a16="http://schemas.microsoft.com/office/drawing/2014/main" id="{0E49468C-EFEE-4C9A-BECB-CC10BE34BF4B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5" name="Legend5">
              <a:extLst>
                <a:ext uri="{FF2B5EF4-FFF2-40B4-BE49-F238E27FC236}">
                  <a16:creationId xmlns:a16="http://schemas.microsoft.com/office/drawing/2014/main" id="{443480AB-89E7-497E-A131-91869590BDB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78CA310D-6D76-F64D-43BD-A9F8058D0B83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5EB4C1BD-D02B-BD12-5727-6F58C39BD4CB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760D5CA7-F2EA-45CF-81C8-C3EDA5FA395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EB43A491-1FC0-C08D-DC0F-9312F78D3BB5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41DC0170-C64F-96F4-DD57-F6BBE781B8CA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7E1C2B9C-8B0A-AC6B-B386-E28E8F253128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C1E862B0-BA6B-93BC-31CC-9EDF1CA824BB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4A84F48-2944-98CC-156D-EC5FA62990B9}"/>
                  </a:ext>
                </a:extLst>
              </p:cNvPr>
              <p:cNvSpPr/>
              <p:nvPr>
                <p:custDataLst>
                  <p:tags r:id="rId3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Arc 23" hidden="1">
                <a:extLst>
                  <a:ext uri="{FF2B5EF4-FFF2-40B4-BE49-F238E27FC236}">
                    <a16:creationId xmlns:a16="http://schemas.microsoft.com/office/drawing/2014/main" id="{49AE9D7C-3BC5-C5DD-0AFA-71D915D9D8D1}"/>
                  </a:ext>
                </a:extLst>
              </p:cNvPr>
              <p:cNvSpPr/>
              <p:nvPr>
                <p:custDataLst>
                  <p:tags r:id="rId3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3623EFE0-7A55-35A0-763D-A7CCEABC5767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FA3B4311-025C-426B-9E06-BDDA476EF4AE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Arc 21">
                <a:extLst>
                  <a:ext uri="{FF2B5EF4-FFF2-40B4-BE49-F238E27FC236}">
                    <a16:creationId xmlns:a16="http://schemas.microsoft.com/office/drawing/2014/main" id="{9ABB8959-417A-20E2-3BFB-820D653F8B1E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7A7E4CBF-9B94-C8D7-EF8F-9662FD33055A}"/>
                </a:ext>
              </a:extLst>
            </p:cNvPr>
            <p:cNvGrpSpPr>
              <a:grpSpLocks noChangeAspect="1"/>
            </p:cNvGrpSpPr>
            <p:nvPr>
              <p:custDataLst>
                <p:tags r:id="rId27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5A66490-5468-AC46-5ED5-E8212992AFCC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2164DC02-AF00-DEB2-344B-46D05BDC2865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37ACCC41-9C6B-7C20-5C62-B34B467FA718}"/>
                </a:ext>
              </a:extLst>
            </p:cNvPr>
            <p:cNvGrpSpPr>
              <a:grpSpLocks noChangeAspect="1"/>
            </p:cNvGrpSpPr>
            <p:nvPr>
              <p:custDataLst>
                <p:tags r:id="rId28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14731651-049D-FD74-10A9-3B77CDA9C266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Arc 17">
                <a:extLst>
                  <a:ext uri="{FF2B5EF4-FFF2-40B4-BE49-F238E27FC236}">
                    <a16:creationId xmlns:a16="http://schemas.microsoft.com/office/drawing/2014/main" id="{5AADA01A-6C4E-7E32-6930-9C7BE1CCCDFC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E9C1FE7B-027B-2A18-4D77-A6B6DC1EDC9F}"/>
                </a:ext>
              </a:extLst>
            </p:cNvPr>
            <p:cNvGrpSpPr>
              <a:grpSpLocks noChangeAspect="1"/>
            </p:cNvGrpSpPr>
            <p:nvPr>
              <p:custDataLst>
                <p:tags r:id="rId29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5520F20-D7D9-7F64-BF4E-B26721F00ED8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1AC3D5E5-FFBA-7695-4382-807739B76632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7" name="Sticker" hidden="1">
            <a:extLst>
              <a:ext uri="{FF2B5EF4-FFF2-40B4-BE49-F238E27FC236}">
                <a16:creationId xmlns:a16="http://schemas.microsoft.com/office/drawing/2014/main" id="{174FA759-1A16-45E2-B8DB-6AC61DFC92D4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9460" y="1289273"/>
            <a:ext cx="428337" cy="156997"/>
            <a:chOff x="8456447" y="272180"/>
            <a:chExt cx="322188" cy="156966"/>
          </a:xfrm>
        </p:grpSpPr>
        <p:sp>
          <p:nvSpPr>
            <p:cNvPr id="168" name="StickerRectangle">
              <a:extLst>
                <a:ext uri="{FF2B5EF4-FFF2-40B4-BE49-F238E27FC236}">
                  <a16:creationId xmlns:a16="http://schemas.microsoft.com/office/drawing/2014/main" id="{99FB5892-A9FF-4D0E-8661-19A39D5E096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 dirty="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 dirty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69" name="StickerUnderline">
              <a:extLst>
                <a:ext uri="{FF2B5EF4-FFF2-40B4-BE49-F238E27FC236}">
                  <a16:creationId xmlns:a16="http://schemas.microsoft.com/office/drawing/2014/main" id="{B821CB31-49E5-49E7-966F-3C5449557168}"/>
                </a:ext>
              </a:extLst>
            </p:cNvPr>
            <p:cNvCxnSpPr>
              <a:cxnSpLocks noChangeShapeType="1"/>
              <a:stCxn id="168" idx="4"/>
              <a:endCxn id="168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44" name="LegendLines" hidden="1">
            <a:extLst>
              <a:ext uri="{FF2B5EF4-FFF2-40B4-BE49-F238E27FC236}">
                <a16:creationId xmlns:a16="http://schemas.microsoft.com/office/drawing/2014/main" id="{96520A0D-E8D0-48B5-8162-BA1976A5C3E1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70" name="Legend1">
              <a:extLst>
                <a:ext uri="{FF2B5EF4-FFF2-40B4-BE49-F238E27FC236}">
                  <a16:creationId xmlns:a16="http://schemas.microsoft.com/office/drawing/2014/main" id="{D5E27233-7661-43E0-8C1B-859EBE562598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1" name="Legend2">
              <a:extLst>
                <a:ext uri="{FF2B5EF4-FFF2-40B4-BE49-F238E27FC236}">
                  <a16:creationId xmlns:a16="http://schemas.microsoft.com/office/drawing/2014/main" id="{215BA769-FC3A-4971-81E8-16C8E7138029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2" name="Legend3">
              <a:extLst>
                <a:ext uri="{FF2B5EF4-FFF2-40B4-BE49-F238E27FC236}">
                  <a16:creationId xmlns:a16="http://schemas.microsoft.com/office/drawing/2014/main" id="{75880242-A8D7-441D-805E-B817DF5CA854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3" name="LineLegend3">
              <a:extLst>
                <a:ext uri="{FF2B5EF4-FFF2-40B4-BE49-F238E27FC236}">
                  <a16:creationId xmlns:a16="http://schemas.microsoft.com/office/drawing/2014/main" id="{5C3089E9-5649-4103-BA5F-72175F24BEF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74" name="LineLegend2">
              <a:extLst>
                <a:ext uri="{FF2B5EF4-FFF2-40B4-BE49-F238E27FC236}">
                  <a16:creationId xmlns:a16="http://schemas.microsoft.com/office/drawing/2014/main" id="{70A7CFCE-D526-433E-9FBC-6DEF2F5E9EB4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75" name="LineLegend1">
              <a:extLst>
                <a:ext uri="{FF2B5EF4-FFF2-40B4-BE49-F238E27FC236}">
                  <a16:creationId xmlns:a16="http://schemas.microsoft.com/office/drawing/2014/main" id="{4AD9EC0A-8F45-49FA-BB0F-195682A6F6BE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86525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70" r:id="rId5"/>
    <p:sldLayoutId id="2147483871" r:id="rId6"/>
    <p:sldLayoutId id="2147483891" r:id="rId7"/>
    <p:sldLayoutId id="2147483892" r:id="rId8"/>
    <p:sldLayoutId id="2147483893" r:id="rId9"/>
    <p:sldLayoutId id="2147483894" r:id="rId10"/>
    <p:sldLayoutId id="2147483895" r:id="rId11"/>
    <p:sldLayoutId id="2147483896" r:id="rId12"/>
    <p:sldLayoutId id="2147483897" r:id="rId13"/>
    <p:sldLayoutId id="2147483898" r:id="rId14"/>
    <p:sldLayoutId id="2147483880" r:id="rId15"/>
    <p:sldLayoutId id="2147483877" r:id="rId16"/>
    <p:sldLayoutId id="2147483899" r:id="rId17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261.xml"/><Relationship Id="rId2" Type="http://schemas.openxmlformats.org/officeDocument/2006/relationships/tags" Target="../tags/tag262.xml"/><Relationship Id="rId3" Type="http://schemas.openxmlformats.org/officeDocument/2006/relationships/tags" Target="../tags/tag263.xml"/><Relationship Id="rId4" Type="http://schemas.openxmlformats.org/officeDocument/2006/relationships/tags" Target="../tags/tag264.xml"/><Relationship Id="rId5" Type="http://schemas.openxmlformats.org/officeDocument/2006/relationships/tags" Target="../tags/tag26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Relationship Id="rId8" Type="http://schemas.openxmlformats.org/officeDocument/2006/relationships/oleObject" Target="../embeddings/oleObject25.bin"/><Relationship Id="rId9" Type="http://schemas.openxmlformats.org/officeDocument/2006/relationships/image" Target="../media/image7.emf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266.xml"/><Relationship Id="rId2" Type="http://schemas.openxmlformats.org/officeDocument/2006/relationships/tags" Target="../tags/tag267.xml"/><Relationship Id="rId3" Type="http://schemas.openxmlformats.org/officeDocument/2006/relationships/tags" Target="../tags/tag268.xml"/><Relationship Id="rId4" Type="http://schemas.openxmlformats.org/officeDocument/2006/relationships/tags" Target="../tags/tag269.xml"/><Relationship Id="rId5" Type="http://schemas.openxmlformats.org/officeDocument/2006/relationships/tags" Target="../tags/tag270.xml"/><Relationship Id="rId6" Type="http://schemas.openxmlformats.org/officeDocument/2006/relationships/tags" Target="../tags/tag271.xml"/><Relationship Id="rId7" Type="http://schemas.openxmlformats.org/officeDocument/2006/relationships/tags" Target="../tags/tag272.xml"/><Relationship Id="rId8" Type="http://schemas.openxmlformats.org/officeDocument/2006/relationships/slideLayout" Target="../slideLayouts/slideLayout2.xml"/><Relationship Id="rId9" Type="http://schemas.openxmlformats.org/officeDocument/2006/relationships/oleObject" Target="../embeddings/oleObject26.bin"/><Relationship Id="rId10" Type="http://schemas.openxmlformats.org/officeDocument/2006/relationships/image" Target="../media/image11.emf"/><Relationship Id="rId11" Type="http://schemas.openxmlformats.org/officeDocument/2006/relationships/image" Target="../media/image12.svg"/><Relationship Id="rId12" Type="http://schemas.openxmlformats.org/officeDocument/2006/relationships/image" Target="../media/image13.svg"/><Relationship Id="rId13" Type="http://schemas.openxmlformats.org/officeDocument/2006/relationships/image" Target="../media/image14.svg"/><Relationship Id="rId14" Type="http://schemas.openxmlformats.org/officeDocument/2006/relationships/image" Target="../media/image15.svg"/><Relationship Id="rId15" Type="http://schemas.openxmlformats.org/officeDocument/2006/relationships/image" Target="../media/image16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273.xml"/><Relationship Id="rId2" Type="http://schemas.openxmlformats.org/officeDocument/2006/relationships/tags" Target="../tags/tag274.xml"/><Relationship Id="rId3" Type="http://schemas.openxmlformats.org/officeDocument/2006/relationships/tags" Target="../tags/tag275.xml"/><Relationship Id="rId4" Type="http://schemas.openxmlformats.org/officeDocument/2006/relationships/tags" Target="../tags/tag276.xml"/><Relationship Id="rId5" Type="http://schemas.openxmlformats.org/officeDocument/2006/relationships/tags" Target="../tags/tag277.xml"/><Relationship Id="rId6" Type="http://schemas.openxmlformats.org/officeDocument/2006/relationships/tags" Target="../tags/tag278.xml"/><Relationship Id="rId7" Type="http://schemas.openxmlformats.org/officeDocument/2006/relationships/tags" Target="../tags/tag279.xml"/><Relationship Id="rId8" Type="http://schemas.openxmlformats.org/officeDocument/2006/relationships/tags" Target="../tags/tag280.xml"/><Relationship Id="rId9" Type="http://schemas.openxmlformats.org/officeDocument/2006/relationships/tags" Target="../tags/tag281.xml"/><Relationship Id="rId10" Type="http://schemas.openxmlformats.org/officeDocument/2006/relationships/tags" Target="../tags/tag282.xml"/><Relationship Id="rId11" Type="http://schemas.openxmlformats.org/officeDocument/2006/relationships/tags" Target="../tags/tag283.xml"/><Relationship Id="rId12" Type="http://schemas.openxmlformats.org/officeDocument/2006/relationships/tags" Target="../tags/tag284.xml"/><Relationship Id="rId13" Type="http://schemas.openxmlformats.org/officeDocument/2006/relationships/tags" Target="../tags/tag285.xml"/><Relationship Id="rId14" Type="http://schemas.openxmlformats.org/officeDocument/2006/relationships/tags" Target="../tags/tag286.xml"/><Relationship Id="rId15" Type="http://schemas.openxmlformats.org/officeDocument/2006/relationships/tags" Target="../tags/tag287.xml"/><Relationship Id="rId16" Type="http://schemas.openxmlformats.org/officeDocument/2006/relationships/tags" Target="../tags/tag288.xml"/><Relationship Id="rId17" Type="http://schemas.openxmlformats.org/officeDocument/2006/relationships/tags" Target="../tags/tag289.xml"/><Relationship Id="rId18" Type="http://schemas.openxmlformats.org/officeDocument/2006/relationships/tags" Target="../tags/tag290.xml"/><Relationship Id="rId19" Type="http://schemas.openxmlformats.org/officeDocument/2006/relationships/slideLayout" Target="../slideLayouts/slideLayout2.xml"/><Relationship Id="rId20" Type="http://schemas.openxmlformats.org/officeDocument/2006/relationships/oleObject" Target="../embeddings/oleObject27.bin"/><Relationship Id="rId21" Type="http://schemas.openxmlformats.org/officeDocument/2006/relationships/image" Target="../media/image11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291.xml"/><Relationship Id="rId2" Type="http://schemas.openxmlformats.org/officeDocument/2006/relationships/tags" Target="../tags/tag292.xml"/><Relationship Id="rId3" Type="http://schemas.openxmlformats.org/officeDocument/2006/relationships/tags" Target="../tags/tag293.xml"/><Relationship Id="rId4" Type="http://schemas.openxmlformats.org/officeDocument/2006/relationships/tags" Target="../tags/tag294.xml"/><Relationship Id="rId5" Type="http://schemas.openxmlformats.org/officeDocument/2006/relationships/tags" Target="../tags/tag295.xml"/><Relationship Id="rId6" Type="http://schemas.openxmlformats.org/officeDocument/2006/relationships/tags" Target="../tags/tag296.xml"/><Relationship Id="rId7" Type="http://schemas.openxmlformats.org/officeDocument/2006/relationships/slideLayout" Target="../slideLayouts/slideLayout8.xml"/><Relationship Id="rId8" Type="http://schemas.openxmlformats.org/officeDocument/2006/relationships/oleObject" Target="../embeddings/oleObject28.bin"/><Relationship Id="rId9" Type="http://schemas.openxmlformats.org/officeDocument/2006/relationships/image" Target="../media/image9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297.xml"/><Relationship Id="rId2" Type="http://schemas.openxmlformats.org/officeDocument/2006/relationships/tags" Target="../tags/tag298.xml"/><Relationship Id="rId3" Type="http://schemas.openxmlformats.org/officeDocument/2006/relationships/tags" Target="../tags/tag299.xml"/><Relationship Id="rId4" Type="http://schemas.openxmlformats.org/officeDocument/2006/relationships/tags" Target="../tags/tag300.xml"/><Relationship Id="rId5" Type="http://schemas.openxmlformats.org/officeDocument/2006/relationships/tags" Target="../tags/tag301.xml"/><Relationship Id="rId6" Type="http://schemas.openxmlformats.org/officeDocument/2006/relationships/tags" Target="../tags/tag302.xml"/><Relationship Id="rId7" Type="http://schemas.openxmlformats.org/officeDocument/2006/relationships/tags" Target="../tags/tag303.xml"/><Relationship Id="rId8" Type="http://schemas.openxmlformats.org/officeDocument/2006/relationships/tags" Target="../tags/tag304.xml"/><Relationship Id="rId9" Type="http://schemas.openxmlformats.org/officeDocument/2006/relationships/tags" Target="../tags/tag305.xml"/><Relationship Id="rId10" Type="http://schemas.openxmlformats.org/officeDocument/2006/relationships/tags" Target="../tags/tag306.xml"/><Relationship Id="rId11" Type="http://schemas.openxmlformats.org/officeDocument/2006/relationships/tags" Target="../tags/tag307.xml"/><Relationship Id="rId12" Type="http://schemas.openxmlformats.org/officeDocument/2006/relationships/tags" Target="../tags/tag308.xml"/><Relationship Id="rId13" Type="http://schemas.openxmlformats.org/officeDocument/2006/relationships/tags" Target="../tags/tag309.xml"/><Relationship Id="rId14" Type="http://schemas.openxmlformats.org/officeDocument/2006/relationships/tags" Target="../tags/tag310.xml"/><Relationship Id="rId15" Type="http://schemas.openxmlformats.org/officeDocument/2006/relationships/tags" Target="../tags/tag311.xml"/><Relationship Id="rId16" Type="http://schemas.openxmlformats.org/officeDocument/2006/relationships/tags" Target="../tags/tag312.xml"/><Relationship Id="rId17" Type="http://schemas.openxmlformats.org/officeDocument/2006/relationships/slideLayout" Target="../slideLayouts/slideLayout2.xml"/><Relationship Id="rId18" Type="http://schemas.openxmlformats.org/officeDocument/2006/relationships/oleObject" Target="../embeddings/oleObject29.bin"/><Relationship Id="rId19" Type="http://schemas.openxmlformats.org/officeDocument/2006/relationships/image" Target="../media/image9.emf"/><Relationship Id="rId20" Type="http://schemas.openxmlformats.org/officeDocument/2006/relationships/image" Target="../media/image13.svg"/><Relationship Id="rId21" Type="http://schemas.openxmlformats.org/officeDocument/2006/relationships/image" Target="../media/image17.svg"/><Relationship Id="rId22" Type="http://schemas.openxmlformats.org/officeDocument/2006/relationships/image" Target="../media/image18.svg"/><Relationship Id="rId23" Type="http://schemas.openxmlformats.org/officeDocument/2006/relationships/image" Target="../media/image19.svg"/><Relationship Id="rId24" Type="http://schemas.openxmlformats.org/officeDocument/2006/relationships/image" Target="../media/image20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313.xml"/><Relationship Id="rId2" Type="http://schemas.openxmlformats.org/officeDocument/2006/relationships/tags" Target="../tags/tag314.xml"/><Relationship Id="rId3" Type="http://schemas.openxmlformats.org/officeDocument/2006/relationships/tags" Target="../tags/tag315.xml"/><Relationship Id="rId4" Type="http://schemas.openxmlformats.org/officeDocument/2006/relationships/tags" Target="../tags/tag316.xml"/><Relationship Id="rId5" Type="http://schemas.openxmlformats.org/officeDocument/2006/relationships/tags" Target="../tags/tag317.xml"/><Relationship Id="rId6" Type="http://schemas.openxmlformats.org/officeDocument/2006/relationships/slideLayout" Target="../slideLayouts/slideLayout2.xml"/><Relationship Id="rId7" Type="http://schemas.openxmlformats.org/officeDocument/2006/relationships/oleObject" Target="../embeddings/oleObject30.bin"/><Relationship Id="rId8" Type="http://schemas.openxmlformats.org/officeDocument/2006/relationships/image" Target="../media/image11.emf"/><Relationship Id="rId9" Type="http://schemas.openxmlformats.org/officeDocument/2006/relationships/image" Target="../media/image21.svg"/><Relationship Id="rId10" Type="http://schemas.openxmlformats.org/officeDocument/2006/relationships/image" Target="../media/image22.svg"/><Relationship Id="rId11" Type="http://schemas.openxmlformats.org/officeDocument/2006/relationships/image" Target="../media/image23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318.xml"/><Relationship Id="rId2" Type="http://schemas.openxmlformats.org/officeDocument/2006/relationships/tags" Target="../tags/tag319.xml"/><Relationship Id="rId3" Type="http://schemas.openxmlformats.org/officeDocument/2006/relationships/tags" Target="../tags/tag320.xml"/><Relationship Id="rId4" Type="http://schemas.openxmlformats.org/officeDocument/2006/relationships/tags" Target="../tags/tag321.xml"/><Relationship Id="rId5" Type="http://schemas.openxmlformats.org/officeDocument/2006/relationships/slideLayout" Target="../slideLayouts/slideLayout2.xml"/><Relationship Id="rId6" Type="http://schemas.openxmlformats.org/officeDocument/2006/relationships/oleObject" Target="../embeddings/oleObject31.bin"/><Relationship Id="rId7" Type="http://schemas.openxmlformats.org/officeDocument/2006/relationships/image" Target="../media/image24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322.xml"/><Relationship Id="rId2" Type="http://schemas.openxmlformats.org/officeDocument/2006/relationships/tags" Target="../tags/tag323.xml"/><Relationship Id="rId3" Type="http://schemas.openxmlformats.org/officeDocument/2006/relationships/tags" Target="../tags/tag324.xml"/><Relationship Id="rId4" Type="http://schemas.openxmlformats.org/officeDocument/2006/relationships/tags" Target="../tags/tag325.xml"/><Relationship Id="rId5" Type="http://schemas.openxmlformats.org/officeDocument/2006/relationships/tags" Target="../tags/tag326.xml"/><Relationship Id="rId6" Type="http://schemas.openxmlformats.org/officeDocument/2006/relationships/tags" Target="../tags/tag327.xml"/><Relationship Id="rId7" Type="http://schemas.openxmlformats.org/officeDocument/2006/relationships/tags" Target="../tags/tag328.xml"/><Relationship Id="rId8" Type="http://schemas.openxmlformats.org/officeDocument/2006/relationships/tags" Target="../tags/tag329.xml"/><Relationship Id="rId9" Type="http://schemas.openxmlformats.org/officeDocument/2006/relationships/tags" Target="../tags/tag330.xml"/><Relationship Id="rId10" Type="http://schemas.openxmlformats.org/officeDocument/2006/relationships/tags" Target="../tags/tag331.xml"/><Relationship Id="rId11" Type="http://schemas.openxmlformats.org/officeDocument/2006/relationships/tags" Target="../tags/tag332.xml"/><Relationship Id="rId12" Type="http://schemas.openxmlformats.org/officeDocument/2006/relationships/tags" Target="../tags/tag333.xml"/><Relationship Id="rId13" Type="http://schemas.openxmlformats.org/officeDocument/2006/relationships/tags" Target="../tags/tag334.xml"/><Relationship Id="rId14" Type="http://schemas.openxmlformats.org/officeDocument/2006/relationships/tags" Target="../tags/tag335.xml"/><Relationship Id="rId15" Type="http://schemas.openxmlformats.org/officeDocument/2006/relationships/tags" Target="../tags/tag336.xml"/><Relationship Id="rId16" Type="http://schemas.openxmlformats.org/officeDocument/2006/relationships/tags" Target="../tags/tag337.xml"/><Relationship Id="rId17" Type="http://schemas.openxmlformats.org/officeDocument/2006/relationships/tags" Target="../tags/tag338.xml"/><Relationship Id="rId18" Type="http://schemas.openxmlformats.org/officeDocument/2006/relationships/tags" Target="../tags/tag339.xml"/><Relationship Id="rId19" Type="http://schemas.openxmlformats.org/officeDocument/2006/relationships/tags" Target="../tags/tag340.xml"/><Relationship Id="rId20" Type="http://schemas.openxmlformats.org/officeDocument/2006/relationships/tags" Target="../tags/tag341.xml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2.xml"/><Relationship Id="rId23" Type="http://schemas.openxmlformats.org/officeDocument/2006/relationships/oleObject" Target="../embeddings/oleObject32.bin"/><Relationship Id="rId24" Type="http://schemas.openxmlformats.org/officeDocument/2006/relationships/image" Target="../media/image6.emf"/><Relationship Id="rId25" Type="http://schemas.openxmlformats.org/officeDocument/2006/relationships/image" Target="../media/image2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8" hidden="1">
            <a:extLst>
              <a:ext uri="{FF2B5EF4-FFF2-40B4-BE49-F238E27FC236}">
                <a16:creationId xmlns:a16="http://schemas.microsoft.com/office/drawing/2014/main" id="{DFC82A3A-0A2D-4C91-9164-E53833C359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240798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72" imgH="588" progId="TCLayout.ActiveDocument.1">
                  <p:embed/>
                </p:oleObj>
              </mc:Choice>
              <mc:Fallback>
                <p:oleObj name="think-cell Slide" r:id="rId8" imgW="572" imgH="588" progId="TCLayout.ActiveDocument.1">
                  <p:embed/>
                  <p:pic>
                    <p:nvPicPr>
                      <p:cNvPr id="3" name="Object 8" hidden="1">
                        <a:extLst>
                          <a:ext uri="{FF2B5EF4-FFF2-40B4-BE49-F238E27FC236}">
                            <a16:creationId xmlns:a16="http://schemas.microsoft.com/office/drawing/2014/main" id="{DFC82A3A-0A2D-4C91-9164-E53833C359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Background" hidden="1">
            <a:extLst>
              <a:ext uri="{FF2B5EF4-FFF2-40B4-BE49-F238E27FC236}">
                <a16:creationId xmlns:a16="http://schemas.microsoft.com/office/drawing/2014/main" id="{108DE052-9238-470A-B7A3-D8EB461E3CEB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endParaRPr lang="en-US" sz="4400" b="1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4" name="Documenttype">
            <a:extLst>
              <a:ext uri="{FF2B5EF4-FFF2-40B4-BE49-F238E27FC236}">
                <a16:creationId xmlns:a16="http://schemas.microsoft.com/office/drawing/2014/main" id="{7835DA42-CBF3-4299-9CD7-2662B8C52E8E}"/>
              </a:ext>
            </a:extLst>
          </p:cNvPr>
          <p:cNvSpPr>
            <a:spLocks noGrp="1"/>
          </p:cNvSpPr>
          <p:nvPr>
            <p:ph type="body" sz="quarter" idx="13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dirty="0"/>
              <a:t>July 22, 2026</a:t>
            </a:r>
          </a:p>
        </p:txBody>
      </p:sp>
      <p:sp>
        <p:nvSpPr>
          <p:cNvPr id="13" name="Subtitle">
            <a:extLst>
              <a:ext uri="{FF2B5EF4-FFF2-40B4-BE49-F238E27FC236}">
                <a16:creationId xmlns:a16="http://schemas.microsoft.com/office/drawing/2014/main" id="{507EE703-C870-469C-8AF6-3299EC835F50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Discussion document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FA5D4630-F7DD-45DE-8B28-13C4C3DDAD21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 vert="horz">
            <a:normAutofit/>
          </a:bodyPr>
          <a:lstStyle/>
          <a:p>
            <a:r>
              <a:rPr lang="en-US" dirty="0"/>
              <a:t>AI domain prioritization and org blueprint </a:t>
            </a:r>
          </a:p>
        </p:txBody>
      </p:sp>
      <p:pic>
        <p:nvPicPr>
          <p:cNvPr id="26" name="Picture 2">
            <a:extLst>
              <a:ext uri="{FF2B5EF4-FFF2-40B4-BE49-F238E27FC236}">
                <a16:creationId xmlns:a16="http://schemas.microsoft.com/office/drawing/2014/main" id="{8D51E193-B1E8-2A25-BE1D-03596C9C8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1942" y="4895850"/>
            <a:ext cx="1862908" cy="4933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extLst>
      <p:ext uri="{BB962C8B-B14F-4D97-AF65-F5344CB8AC3E}">
        <p14:creationId xmlns:p14="http://schemas.microsoft.com/office/powerpoint/2010/main" val="3015190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228F5-1095-0135-8943-AE2E69111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" name="Object 2" hidden="1">
            <a:extLst>
              <a:ext uri="{FF2B5EF4-FFF2-40B4-BE49-F238E27FC236}">
                <a16:creationId xmlns:a16="http://schemas.microsoft.com/office/drawing/2014/main" id="{015E0E99-84EE-5540-B7A6-C42D47C89E7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2363263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28" imgH="428" progId="TCLayout.ActiveDocument.1">
                  <p:embed/>
                </p:oleObj>
              </mc:Choice>
              <mc:Fallback>
                <p:oleObj name="think-cell Slide" r:id="rId9" imgW="428" imgH="428" progId="TCLayout.ActiveDocument.1">
                  <p:embed/>
                  <p:pic>
                    <p:nvPicPr>
                      <p:cNvPr id="31" name="Object 2" hidden="1">
                        <a:extLst>
                          <a:ext uri="{FF2B5EF4-FFF2-40B4-BE49-F238E27FC236}">
                            <a16:creationId xmlns:a16="http://schemas.microsoft.com/office/drawing/2014/main" id="{015E0E99-84EE-5540-B7A6-C42D47C89E7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04941565-BFF6-527C-DB0D-6F65E38AE702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lang="en-US" dirty="0"/>
              <a:t>TU is at an inflection point to identify </a:t>
            </a:r>
            <a:r>
              <a:rPr lang="en-US" dirty="0">
                <a:solidFill>
                  <a:srgbClr val="000000"/>
                </a:solidFill>
              </a:rPr>
              <a:t>and focus where AI creates value and build the organization to deliver it</a:t>
            </a:r>
            <a:endParaRPr b="1" dirty="0">
              <a:solidFill>
                <a:srgbClr val="0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9F8C83-C6EA-1407-195E-64F51419E49B}"/>
              </a:ext>
            </a:extLst>
          </p:cNvPr>
          <p:cNvSpPr txBox="1">
            <a:spLocks/>
          </p:cNvSpPr>
          <p:nvPr/>
        </p:nvSpPr>
        <p:spPr>
          <a:xfrm>
            <a:off x="557784" y="1093088"/>
            <a:ext cx="11082528" cy="5120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</a:pPr>
            <a:r>
              <a:rPr lang="en-US" sz="1600" dirty="0">
                <a:solidFill>
                  <a:srgbClr val="000000"/>
                </a:solidFill>
              </a:rPr>
              <a:t>TU has evolved from a credit bureau, to a product company, and now to a </a:t>
            </a:r>
            <a:r>
              <a:rPr lang="en-US" sz="1600" b="1" dirty="0">
                <a:solidFill>
                  <a:srgbClr val="000000"/>
                </a:solidFill>
              </a:rPr>
              <a:t>platform organization with “thin products on thick platforms“. It has also embarked on its AI journey</a:t>
            </a:r>
            <a:r>
              <a:rPr lang="en-US" sz="1600" dirty="0">
                <a:solidFill>
                  <a:srgbClr val="000000"/>
                </a:solidFill>
              </a:rPr>
              <a:t>, albeit still early in pockets. Two </a:t>
            </a:r>
            <a:r>
              <a:rPr lang="en-US" sz="1600" dirty="0"/>
              <a:t>tracks</a:t>
            </a:r>
            <a:r>
              <a:rPr lang="en-US" sz="1600" dirty="0">
                <a:solidFill>
                  <a:srgbClr val="E33B3B"/>
                </a:solidFill>
              </a:rPr>
              <a:t> </a:t>
            </a:r>
            <a:r>
              <a:rPr lang="en-US" sz="1600" dirty="0">
                <a:solidFill>
                  <a:srgbClr val="000000"/>
                </a:solidFill>
              </a:rPr>
              <a:t>follow from here: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0E5D85-AEDE-FFFF-D5D9-DA30DB421FBB}"/>
              </a:ext>
            </a:extLst>
          </p:cNvPr>
          <p:cNvSpPr txBox="1"/>
          <p:nvPr/>
        </p:nvSpPr>
        <p:spPr>
          <a:xfrm>
            <a:off x="612957" y="6332543"/>
            <a:ext cx="11082528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dirty="0">
                <a:solidFill>
                  <a:srgbClr val="63666A"/>
                </a:solidFill>
                <a:latin typeface="Arial"/>
              </a:rPr>
              <a:t>1. </a:t>
            </a:r>
            <a:r>
              <a:rPr lang="en-US" sz="850" b="0" i="0" dirty="0">
                <a:solidFill>
                  <a:srgbClr val="63666A"/>
                </a:solidFill>
                <a:latin typeface="Arial"/>
              </a:rPr>
              <a:t>A domain is one unit of transformation (an end-to-end journey, workflow, or function reimagined as a whole, not use case by use case) that (i) holds a meaningful value pool, with material upside in revenue, cost, risk, or customer experience, and (ii) is big enough to matter and specific enough to own, with one accountable owner, a measurable baseline, and a sequenced roadmap.</a:t>
            </a:r>
            <a:endParaRPr sz="850" b="0" i="0" dirty="0">
              <a:solidFill>
                <a:srgbClr val="63666A"/>
              </a:solidFill>
              <a:latin typeface="Arial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BD6BC06-DC88-41F1-910B-B848E5DD50F4}"/>
              </a:ext>
            </a:extLst>
          </p:cNvPr>
          <p:cNvSpPr txBox="1"/>
          <p:nvPr/>
        </p:nvSpPr>
        <p:spPr>
          <a:xfrm>
            <a:off x="832104" y="1880921"/>
            <a:ext cx="11082528" cy="14251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000000"/>
                </a:solidFill>
              </a:rPr>
              <a:t>Top-down identification and prioritization of key domains</a:t>
            </a:r>
            <a:r>
              <a:rPr lang="en-US" sz="1600" b="1" baseline="30000" dirty="0">
                <a:solidFill>
                  <a:srgbClr val="000000"/>
                </a:solidFill>
              </a:rPr>
              <a:t>1</a:t>
            </a:r>
            <a:r>
              <a:rPr lang="en-US" sz="1600" b="1" dirty="0">
                <a:solidFill>
                  <a:srgbClr val="000000"/>
                </a:solidFill>
              </a:rPr>
              <a:t> for AI-led reimagination</a:t>
            </a:r>
            <a:r>
              <a:rPr lang="en-US" sz="1600" dirty="0">
                <a:solidFill>
                  <a:srgbClr val="000000"/>
                </a:solidFill>
              </a:rPr>
              <a:t> that typically hold 40–50% of the enterprise value at stake. TU leadership has begun an inventory of AI initiatives; the next step is to cluster them into E2E domains and to assess, size, and prioritize where to focus</a:t>
            </a:r>
          </a:p>
          <a:p>
            <a:pPr marL="342900" indent="-342900"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000000"/>
                </a:solidFill>
              </a:rPr>
              <a:t>Designing the organization of the future </a:t>
            </a:r>
            <a:r>
              <a:rPr lang="en-US" sz="1600" dirty="0">
                <a:solidFill>
                  <a:srgbClr val="000000"/>
                </a:solidFill>
              </a:rPr>
              <a:t>to solidify the new ways of working and keep pace with what it is becoming, a global-platforms company. 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E8CF6BE3-29A2-26B3-4313-66C66D94BB94}"/>
              </a:ext>
            </a:extLst>
          </p:cNvPr>
          <p:cNvSpPr txBox="1">
            <a:spLocks/>
          </p:cNvSpPr>
          <p:nvPr/>
        </p:nvSpPr>
        <p:spPr>
          <a:xfrm>
            <a:off x="557784" y="3566160"/>
            <a:ext cx="11082528" cy="854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600" b="1" dirty="0"/>
              <a:t>These are two mutually reinforcing tracks </a:t>
            </a:r>
            <a:r>
              <a:rPr lang="en-US" sz="1600" dirty="0"/>
              <a:t>- transform the highest value AI domains, reconfigure workforce (roles and skills) within those domains, and use this learning to continuously refine and evolve the future-ready workforce view</a:t>
            </a:r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600" b="1" dirty="0"/>
              <a:t>Today we’ll align on the questions each track must answer </a:t>
            </a:r>
            <a:r>
              <a:rPr lang="en-US" sz="1600" dirty="0"/>
              <a:t>and the journey ahead for the next quarter (~3 months)  </a:t>
            </a:r>
          </a:p>
        </p:txBody>
      </p:sp>
      <p:sp>
        <p:nvSpPr>
          <p:cNvPr id="107" name="ReviewSticky"/>
          <p:cNvSpPr/>
          <p:nvPr/>
        </p:nvSpPr>
        <p:spPr>
          <a:xfrm>
            <a:off x="9555480" y="36576"/>
            <a:ext cx="2606040" cy="77724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>
                <a:solidFill>
                  <a:srgbClr val="000000"/>
                </a:solidFill>
                <a:latin typeface="Arial"/>
              </a:rPr>
              <a:t>CHANGED: killed the five-front chips per your note; Track 2 sentence no longer says 'spans five fronts' (structure now lives on the new p3 placemat); interlock text moved up.</a:t>
            </a:r>
          </a:p>
        </p:txBody>
      </p:sp>
    </p:spTree>
    <p:extLst>
      <p:ext uri="{BB962C8B-B14F-4D97-AF65-F5344CB8AC3E}">
        <p14:creationId xmlns:p14="http://schemas.microsoft.com/office/powerpoint/2010/main" val="2966855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851A58C7-FD5D-B888-8A0F-7C280A0B8C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878900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428" imgH="428" progId="TCLayout.ActiveDocument.1">
                  <p:embed/>
                </p:oleObj>
              </mc:Choice>
              <mc:Fallback>
                <p:oleObj name="think-cell Slide" r:id="rId20" imgW="428" imgH="428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1A58C7-FD5D-B888-8A0F-7C280A0B8C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B50F98EA-8C01-2A67-5B77-C6DF5130314C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t>One journey, two connected tracks: prioritize the AI domains and build the organization to deliver them</a:t>
            </a:r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557784" y="932688"/>
            <a:ext cx="3931920" cy="402336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Track 1: AI domain prioritization and value roadmap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718304" y="932688"/>
            <a:ext cx="6903720" cy="402336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Track 2: Organization of the future</a:t>
            </a:r>
          </a:p>
        </p:txBody>
      </p:sp>
      <p:sp>
        <p:nvSpPr>
          <p:cNvPr id="8" name="Oval 7"/>
          <p:cNvSpPr/>
          <p:nvPr/>
        </p:nvSpPr>
        <p:spPr>
          <a:xfrm>
            <a:off x="4439412" y="96926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2251FF"/>
                </a:solidFill>
                <a:latin typeface="Arial"/>
              </a:rPr>
              <a:t>+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18304" y="1444752"/>
            <a:ext cx="2148840" cy="475488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Org design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95744" y="1444752"/>
            <a:ext cx="2148840" cy="475488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Skills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73184" y="1444752"/>
            <a:ext cx="2148840" cy="475488"/>
          </a:xfrm>
          <a:prstGeom prst="rect">
            <a:avLst/>
          </a:prstGeom>
          <a:solidFill>
            <a:srgbClr val="7578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Culture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8046720" y="4681728"/>
            <a:ext cx="237744" cy="219456"/>
          </a:xfrm>
          <a:prstGeom prst="downArrow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18304" y="4974336"/>
            <a:ext cx="6903720" cy="512064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Outcome: the integrated org of the future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FFFFFF"/>
                </a:solidFill>
                <a:latin typeface="Arial"/>
              </a:rPr>
              <a:t>structure, roles and skills, and global footprint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" y="4937760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800" b="0" i="1">
                <a:solidFill>
                  <a:srgbClr val="63666A"/>
                </a:solidFill>
                <a:latin typeface="Arial"/>
              </a:rPr>
              <a:t>Workforce and org shifts in the priority domains feed the continuous refinement of the future-ready workforce view</a:t>
            </a:r>
          </a:p>
        </p:txBody>
      </p:sp>
      <p:sp>
        <p:nvSpPr>
          <p:cNvPr id="34" name="ReviewSticky"/>
          <p:cNvSpPr/>
          <p:nvPr/>
        </p:nvSpPr>
        <p:spPr>
          <a:xfrm>
            <a:off x="9555480" y="36576"/>
            <a:ext cx="2606040" cy="114300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 i="0">
                <a:solidFill>
                  <a:srgbClr val="000000"/>
                </a:solidFill>
                <a:latin typeface="Arial"/>
              </a:rPr>
              <a:t>REBUILT to match your OMI reference exactly: colored column headers with plain white keyword boxes underneath, one label per box. Columns = T1 six steps | Org design | Skills | Culture; navy outcome band = Track 2 output; step 6 feeds future-ready workforce. Six steps now sit at the same level as Org design / Skills / Culture (solid blue, header row), no sub-header. Subcategory descriptors restored inside the Track 2 cards (your original one-liners); grey band de-duplicated.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7784" y="5760720"/>
            <a:ext cx="11064240" cy="749808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852160"/>
            <a:ext cx="3749039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Baselines: process flows, FTE utilization, SLAs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Criteria: value, readiness, feasibility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Sequence: reimagine, prove, scale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09744" y="5852160"/>
            <a:ext cx="20574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Org archetypes and design choices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3-yr talent plans by function, automation potential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87184" y="5852160"/>
            <a:ext cx="20574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New roles: GenAI developers, prompt engineers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Job family architecture for the AI era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64624" y="5852160"/>
            <a:ext cx="19659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Operating-model shifts to bring it to life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7784" y="1444752"/>
            <a:ext cx="3931920" cy="475488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lnSpc>
                <a:spcPct val="95000"/>
              </a:lnSpc>
            </a:pPr>
            <a:r>
              <a:rPr sz="1050" b="1">
                <a:solidFill>
                  <a:srgbClr val="FFFFFF"/>
                </a:solidFill>
                <a:latin typeface="Arial"/>
              </a:rPr>
              <a:t>1. AI initiative intake + domain clustering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7784" y="2029968"/>
            <a:ext cx="3931920" cy="475488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lnSpc>
                <a:spcPct val="95000"/>
              </a:lnSpc>
            </a:pPr>
            <a:r>
              <a:rPr sz="1050" b="1">
                <a:solidFill>
                  <a:srgbClr val="FFFFFF"/>
                </a:solidFill>
                <a:latin typeface="Arial"/>
              </a:rPr>
              <a:t>2. Detailed domain baselines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7784" y="2615184"/>
            <a:ext cx="3931920" cy="475488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lnSpc>
                <a:spcPct val="95000"/>
              </a:lnSpc>
            </a:pPr>
            <a:r>
              <a:rPr sz="1050" b="1">
                <a:solidFill>
                  <a:srgbClr val="FFFFFF"/>
                </a:solidFill>
                <a:latin typeface="Arial"/>
              </a:rPr>
              <a:t>3. Prioritization framework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7784" y="3200400"/>
            <a:ext cx="3931920" cy="475488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lnSpc>
                <a:spcPct val="95000"/>
              </a:lnSpc>
            </a:pPr>
            <a:r>
              <a:rPr sz="1050" b="1">
                <a:solidFill>
                  <a:srgbClr val="FFFFFF"/>
                </a:solidFill>
                <a:latin typeface="Arial"/>
              </a:rPr>
              <a:t>4. Heatmap scorecard + CM1 prioritization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7784" y="3785616"/>
            <a:ext cx="3931920" cy="475488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lnSpc>
                <a:spcPct val="95000"/>
              </a:lnSpc>
            </a:pPr>
            <a:r>
              <a:rPr sz="1050" b="1">
                <a:solidFill>
                  <a:srgbClr val="FFFFFF"/>
                </a:solidFill>
                <a:latin typeface="Arial"/>
              </a:rPr>
              <a:t>5. Value-backed roadmap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7784" y="4370832"/>
            <a:ext cx="3931920" cy="475488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lnSpc>
                <a:spcPct val="95000"/>
              </a:lnSpc>
            </a:pPr>
            <a:r>
              <a:rPr sz="1050" b="1">
                <a:solidFill>
                  <a:srgbClr val="FFFFFF"/>
                </a:solidFill>
                <a:latin typeface="Arial"/>
              </a:rPr>
              <a:t>6. Top-down workforce and org shifts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18304" y="2048256"/>
            <a:ext cx="2148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Org hygiene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Right-size spans, layers, and leadership density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18304" y="2779776"/>
            <a:ext cx="2148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Platform org of the future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Structure for the platform era, not the product era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718304" y="3511296"/>
            <a:ext cx="2148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Future-ready workforce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The AI-era workforce, with AI-ready skills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18304" y="4242816"/>
            <a:ext cx="2148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Global location strategy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The footprint for the future workforce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95744" y="2048256"/>
            <a:ext cx="2148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AI-era skill needs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To enable the agentic organization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95744" y="2779776"/>
            <a:ext cx="2148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Sourcing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Build, buy, or borrow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095744" y="3511296"/>
            <a:ext cx="2148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Capability plan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Upskilling the whole organization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473184" y="2048256"/>
            <a:ext cx="2148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Mindset and behavior shifts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To make the new organization work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473184" y="2779776"/>
            <a:ext cx="2148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Change capacity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To sustain progress and productivity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489704" y="4608576"/>
            <a:ext cx="114300" cy="0"/>
          </a:xfrm>
          <a:prstGeom prst="line">
            <a:avLst/>
          </a:prstGeom>
          <a:ln w="22225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604004" y="3822191"/>
            <a:ext cx="0" cy="786385"/>
          </a:xfrm>
          <a:prstGeom prst="line">
            <a:avLst/>
          </a:prstGeom>
          <a:ln w="22225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604004" y="3822191"/>
            <a:ext cx="114300" cy="0"/>
          </a:xfrm>
          <a:prstGeom prst="line">
            <a:avLst/>
          </a:prstGeom>
          <a:ln w="22225">
            <a:solidFill>
              <a:srgbClr val="2251FF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714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CFFC8DC5-AC4B-4049-9085-CEA8848B29C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08777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395" imgH="394" progId="TCLayout.ActiveDocument.1">
                  <p:embed/>
                </p:oleObj>
              </mc:Choice>
              <mc:Fallback>
                <p:oleObj name="think-cell Slide" r:id="rId8" imgW="395" imgH="394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CFFC8DC5-AC4B-4049-9085-CEA8848B29C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2" name="2. Slide Title">
            <a:extLst>
              <a:ext uri="{FF2B5EF4-FFF2-40B4-BE49-F238E27FC236}">
                <a16:creationId xmlns:a16="http://schemas.microsoft.com/office/drawing/2014/main" id="{63BA0316-0D9C-4C75-A626-731C8CFBB6B0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54736" y="1411564"/>
            <a:ext cx="3465576" cy="1788951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/>
          <a:p>
            <a:r>
              <a:rPr lang="en-US" dirty="0">
                <a:solidFill>
                  <a:srgbClr val="2251FF"/>
                </a:solidFill>
              </a:rPr>
              <a:t>Track 1: AI Domain prioritization and value roadmap -        </a:t>
            </a:r>
            <a:r>
              <a:rPr lang="en-US" dirty="0">
                <a:solidFill>
                  <a:srgbClr val="000000"/>
                </a:solidFill>
              </a:rPr>
              <a:t>Key questions to be answered</a:t>
            </a:r>
            <a:endParaRPr lang="en-US" dirty="0"/>
          </a:p>
        </p:txBody>
      </p:sp>
      <p:sp>
        <p:nvSpPr>
          <p:cNvPr id="53" name="TextBox 52"/>
          <p:cNvSpPr txBox="1"/>
          <p:nvPr/>
        </p:nvSpPr>
        <p:spPr>
          <a:xfrm>
            <a:off x="4160520" y="457200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1. Identify and cluster domains bottom-up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61688" y="694944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AI initiatives and ideas are in flight or planned across every function (from the AI immersion and an org-wide intake), and how do they cluster into end-to-end domains?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61688" y="1051560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Which 10–15 candidate domains, anchored in strategic priorities and value pools, hold material value at stake?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60520" y="1481328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2. Establish detailed baselines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61688" y="1719072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does each domain run today across people, process, and technology (process flows, headcount, FTE utilization, SLA attainment)?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61688" y="2075688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Where are the highest-impact bottlenecks and value levers, and what future-state improvement is quantifiable?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60520" y="2505456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3. Develop the prioritization framework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361688" y="2743200"/>
            <a:ext cx="7251192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criteria and weightings should leadership agree before any domain is scored?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61688" y="2944368"/>
            <a:ext cx="7251192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will TU define value potential (revenue growth, cost reduction), strategic readiness (ways of working, foundational data), and feasibility (decision complexity, regulatory scrutiny, data input readiness, solution simplicity)?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60520" y="3529584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4. Assess impact and prioritize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61688" y="3767328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share of each domain’s work can AI power (estimated against benchmarks), and what impact does that imply?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61688" y="4123944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do the domains rank-order on the heatmap scorecard, and which 5–6 big bets should TU pursue first?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60520" y="4553712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5. Build the value-backed roadmap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61688" y="4791455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In what sequence should TU execute the priority domains (reimagine, prove value, then scale), and with what owners, milestones (e.g., MVP launch), and enabling investments?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60520" y="5221223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6. Top-down workforce and org shifts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61688" y="5458967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will the priority domains reshape the organization: which roles change or phase out, what skills are needed, and how do size and shape shift?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61688" y="5815583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workforce value do the shifts unlock, and how do they seed the future-ready workforce view (Track 2)?</a:t>
            </a:r>
          </a:p>
        </p:txBody>
      </p:sp>
      <p:sp>
        <p:nvSpPr>
          <p:cNvPr id="70" name="ReviewSticky"/>
          <p:cNvSpPr/>
          <p:nvPr/>
        </p:nvSpPr>
        <p:spPr>
          <a:xfrm>
            <a:off x="9555480" y="36576"/>
            <a:ext cx="2606040" cy="91440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>
                <a:solidFill>
                  <a:srgbClr val="000000"/>
                </a:solidFill>
                <a:latin typeface="Arial"/>
              </a:rPr>
              <a:t>ENRICHED from the Jul 17 domain deck per Megha: value pools, people/process/tech baselines with SLA attainment, bottlenecks and value levers, criteria and weightings agreed before scoring, heatmap scorecard, share of work AI can power, reimagine-prove-scale roadmap with owners, milestones, enabling investments.</a:t>
            </a:r>
          </a:p>
        </p:txBody>
      </p:sp>
    </p:spTree>
    <p:extLst>
      <p:ext uri="{BB962C8B-B14F-4D97-AF65-F5344CB8AC3E}">
        <p14:creationId xmlns:p14="http://schemas.microsoft.com/office/powerpoint/2010/main" val="1305269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4C70F-8FDD-0AB6-63CC-2014BE989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DD3955BB-E040-C3F3-6F15-8CA9502C6A7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15369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8" imgW="395" imgH="394" progId="TCLayout.ActiveDocument.1">
                  <p:embed/>
                </p:oleObj>
              </mc:Choice>
              <mc:Fallback>
                <p:oleObj name="think-cell Slide" r:id="rId18" imgW="395" imgH="394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DD3955BB-E040-C3F3-6F15-8CA9502C6A7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2" name="2. Slide Title">
            <a:extLst>
              <a:ext uri="{FF2B5EF4-FFF2-40B4-BE49-F238E27FC236}">
                <a16:creationId xmlns:a16="http://schemas.microsoft.com/office/drawing/2014/main" id="{816D9AEF-20B7-74DF-8611-E28BD67D3AB3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54736" y="263141"/>
            <a:ext cx="11082528" cy="35779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/>
          <a:p>
            <a:r>
              <a:rPr lang="en-US" dirty="0">
                <a:solidFill>
                  <a:srgbClr val="2251FF"/>
                </a:solidFill>
              </a:rPr>
              <a:t>Track 2: Org of the future - </a:t>
            </a:r>
            <a:r>
              <a:rPr lang="en-US" dirty="0">
                <a:solidFill>
                  <a:srgbClr val="000000"/>
                </a:solidFill>
              </a:rPr>
              <a:t>Key questions to be answered</a:t>
            </a:r>
            <a:endParaRPr lang="en-US" dirty="0"/>
          </a:p>
        </p:txBody>
      </p:sp>
      <p:sp>
        <p:nvSpPr>
          <p:cNvPr id="53" name="TextBox 52"/>
          <p:cNvSpPr txBox="1"/>
          <p:nvPr/>
        </p:nvSpPr>
        <p:spPr>
          <a:xfrm>
            <a:off x="2889504" y="1060704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would a right-sized TU org look like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(i.e., optimal spans, layers, and leadership density), and what value would it unlock?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7784" y="1060704"/>
            <a:ext cx="1920240" cy="365760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Org hygiene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889504" y="1499616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889504" y="1591056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2.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different org archetypes in platform companies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Adobe, Salesforce, Shopify)?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89504" y="1819656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3.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Which org archetype should TU adopt? What are the merits and de-merits of each model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will TU have to believe to select one?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89504" y="2221992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4.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should be the size and composition of the product and platform teams?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Where should key roles reside (e.g., Platform PM, Data Science / Analytics, UI/UX)?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89504" y="262432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5.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operating/interaction model implications of the chosen model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product and platform-centric P&amp;L vs. USM/INTL P&amp;L, regional vs. global operating model)?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7784" y="1591056"/>
            <a:ext cx="1920240" cy="1399032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Platform org of the future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889504" y="3063240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2889504" y="3154680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6.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3-year business plans and talent demand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for each business and function?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89504" y="3383280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7.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How will AI reshape the talent demand</a:t>
            </a:r>
            <a:r>
              <a:rPr sz="1050" b="0" i="0">
                <a:solidFill>
                  <a:srgbClr val="000000"/>
                </a:solidFill>
                <a:latin typeface="Arial"/>
              </a:rPr>
              <a:t>? What size, shape, and skills will the workforce need? Which roles are reshaped, replaced, or net-new; built vs. bought?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57784" y="3154680"/>
            <a:ext cx="1920240" cy="59436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Future-ready workforce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889504" y="3822192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889504" y="3913632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8.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Which roles sit where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moves now vs. later?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89504" y="4142232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9.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Where will TU access AI-era talent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must its global hubs become?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7784" y="3913632"/>
            <a:ext cx="1920240" cy="42062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Global location strategy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2889504" y="4407408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889504" y="4498848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10.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skills will TU need to enable the agentic organization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across leaders, builders, and users)?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89504" y="4727448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11.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Where will TU source these skills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(build, buy, or borrow), and what is the capability-building plan for the organization?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57784" y="4498848"/>
            <a:ext cx="1920240" cy="420624"/>
          </a:xfrm>
          <a:prstGeom prst="rect">
            <a:avLst/>
          </a:prstGeom>
          <a:solidFill>
            <a:srgbClr val="0B41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Skills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2889504" y="4992624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2889504" y="5084064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12.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mindset and behavior shifts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does the new organization demand?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889504" y="5312664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13.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is TU’s capacity to absorb change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how should the work be sequenced to sustain progress and productivity?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7784" y="5084064"/>
            <a:ext cx="1920240" cy="420624"/>
          </a:xfrm>
          <a:prstGeom prst="rect">
            <a:avLst/>
          </a:prstGeom>
          <a:solidFill>
            <a:srgbClr val="7578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Culture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57784" y="5943600"/>
            <a:ext cx="11192256" cy="420624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lnSpc>
                <a:spcPct val="100000"/>
              </a:lnSpc>
            </a:pPr>
            <a:r>
              <a:rPr sz="1200" b="1" i="1">
                <a:solidFill>
                  <a:srgbClr val="000000"/>
                </a:solidFill>
                <a:latin typeface="Arial"/>
              </a:rPr>
              <a:t>The answers to these questions will help us determine the complete value case, and the 90-day plan to mobilize</a:t>
            </a:r>
          </a:p>
        </p:txBody>
      </p:sp>
      <p:sp>
        <p:nvSpPr>
          <p:cNvPr id="78" name="ReviewSticky"/>
          <p:cNvSpPr/>
          <p:nvPr/>
        </p:nvSpPr>
        <p:spPr>
          <a:xfrm>
            <a:off x="9555480" y="36576"/>
            <a:ext cx="2606040" cy="91440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 i="0">
                <a:solidFill>
                  <a:srgbClr val="000000"/>
                </a:solidFill>
                <a:latin typeface="Arial"/>
              </a:rPr>
              <a:t>RESTYLED to your mockup: left category chips + numbered questions with bold leads and group dividers; your value-case band at the bottom (integrated-org output now lives on p3). Skills kept as its own group (Q10–11) to stay consistent with p3 and Megha's macro structure; fixed the 'platform and product and platform teams' typo.</a:t>
            </a:r>
          </a:p>
        </p:txBody>
      </p:sp>
    </p:spTree>
    <p:extLst>
      <p:ext uri="{BB962C8B-B14F-4D97-AF65-F5344CB8AC3E}">
        <p14:creationId xmlns:p14="http://schemas.microsoft.com/office/powerpoint/2010/main" val="2659384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Object 2" hidden="1">
            <a:extLst>
              <a:ext uri="{FF2B5EF4-FFF2-40B4-BE49-F238E27FC236}">
                <a16:creationId xmlns:a16="http://schemas.microsoft.com/office/drawing/2014/main" id="{8781AE29-C0AF-537A-2347-DA45C1358C1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853434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428" imgH="428" progId="TCLayout.ActiveDocument.1">
                  <p:embed/>
                </p:oleObj>
              </mc:Choice>
              <mc:Fallback>
                <p:oleObj name="think-cell Slide" r:id="rId7" imgW="428" imgH="428" progId="TCLayout.ActiveDocument.1">
                  <p:embed/>
                  <p:pic>
                    <p:nvPicPr>
                      <p:cNvPr id="63" name="Object 2" hidden="1">
                        <a:extLst>
                          <a:ext uri="{FF2B5EF4-FFF2-40B4-BE49-F238E27FC236}">
                            <a16:creationId xmlns:a16="http://schemas.microsoft.com/office/drawing/2014/main" id="{8781AE29-C0AF-537A-2347-DA45C1358C1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4736" y="201168"/>
            <a:ext cx="11082528" cy="357790"/>
          </a:xfrm>
        </p:spPr>
        <p:txBody>
          <a:bodyPr vert="horz">
            <a:spAutoFit/>
          </a:bodyPr>
          <a:lstStyle/>
          <a:p>
            <a:r>
              <a:rPr lang="en-US" b="1" dirty="0"/>
              <a:t>Journey ahead: a front-loaded 12-week plan across the two tracks</a:t>
            </a:r>
            <a:endParaRPr b="1" dirty="0">
              <a:solidFill>
                <a:srgbClr val="00000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10312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97886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92652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7418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2184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695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1716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6481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61248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56013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078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45545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0312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897886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92652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487418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82184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7695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871716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66481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461248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256013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05078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845545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cxnSpLocks/>
          </p:cNvCxnSpPr>
          <p:nvPr/>
        </p:nvCxnSpPr>
        <p:spPr>
          <a:xfrm>
            <a:off x="11640312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57784" y="2139696"/>
            <a:ext cx="1417320" cy="76944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50" b="1" i="0" u="none" strike="noStrike" cap="none" spc="0" normalizeH="0" baseline="0">
                <a:ln>
                  <a:noFill/>
                </a:ln>
                <a:solidFill>
                  <a:srgbClr val="2251FF"/>
                </a:solidFill>
                <a:effectLst/>
                <a:uLnTx/>
                <a:uFillTx/>
                <a:latin typeface="Arial"/>
              </a:defRPr>
            </a:lvl1pPr>
          </a:lstStyle>
          <a:p>
            <a:r>
              <a:rPr lang="en-US" dirty="0"/>
              <a:t>Track 1:                        AI Domain prioritization and value roadmap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57784" y="3858768"/>
            <a:ext cx="11082527" cy="0"/>
          </a:xfrm>
          <a:prstGeom prst="line">
            <a:avLst/>
          </a:prstGeom>
          <a:ln w="9525">
            <a:solidFill>
              <a:srgbClr val="D0D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557784" y="4114800"/>
            <a:ext cx="1417320" cy="16093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557784" y="4636008"/>
            <a:ext cx="1417320" cy="5770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679C3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Track 2: Organization of the future</a:t>
            </a:r>
          </a:p>
        </p:txBody>
      </p:sp>
      <p:pic>
        <p:nvPicPr>
          <p:cNvPr id="71" name="CustomIcon">
            <a:extLst>
              <a:ext uri="{FF2B5EF4-FFF2-40B4-BE49-F238E27FC236}">
                <a16:creationId xmlns:a16="http://schemas.microsoft.com/office/drawing/2014/main" id="{9EAFEFED-4C80-0212-7BF4-A43FE813D858}"/>
              </a:ext>
            </a:extLst>
          </p:cNvPr>
          <p:cNvPicPr>
            <a:picLocks/>
          </p:cNvPicPr>
          <p:nvPr>
            <p:custDataLst>
              <p:tags r:id="rId2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18744" y="1700784"/>
            <a:ext cx="390144" cy="390144"/>
          </a:xfrm>
          <a:prstGeom prst="rect">
            <a:avLst/>
          </a:prstGeom>
        </p:spPr>
      </p:pic>
      <p:pic>
        <p:nvPicPr>
          <p:cNvPr id="72" name="CustomIcon">
            <a:extLst>
              <a:ext uri="{FF2B5EF4-FFF2-40B4-BE49-F238E27FC236}">
                <a16:creationId xmlns:a16="http://schemas.microsoft.com/office/drawing/2014/main" id="{D13D7905-DB86-B0FC-CE8E-2E44E76A472B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8744" y="4142232"/>
            <a:ext cx="390144" cy="390144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9EC0CA52-F181-0CDB-E8F3-2530A66AE750}"/>
              </a:ext>
            </a:extLst>
          </p:cNvPr>
          <p:cNvSpPr txBox="1"/>
          <p:nvPr/>
        </p:nvSpPr>
        <p:spPr>
          <a:xfrm>
            <a:off x="2103120" y="779106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Aug ‘26</a:t>
            </a:r>
            <a:endParaRPr kumimoji="0" sz="1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55759C6-0F59-0939-C090-960AA1697728}"/>
              </a:ext>
            </a:extLst>
          </p:cNvPr>
          <p:cNvSpPr txBox="1"/>
          <p:nvPr/>
        </p:nvSpPr>
        <p:spPr>
          <a:xfrm>
            <a:off x="10845546" y="779106"/>
            <a:ext cx="99386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End of Oct’26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103120" y="1298448"/>
            <a:ext cx="1591056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Inventory AI initiatives and ideas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Operationalize an enterprise-wide intake; cluster into E2E domains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694176" y="1298448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Assess impact, readiness, feasibility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Score each domain on the agreed criteria; size the share of work AI can power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080759" y="1298448"/>
            <a:ext cx="2386584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Detail workforce and org shifts for priority domain #1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Roles that change, skills needed, size and shape, value unlocked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467344" y="1298448"/>
            <a:ext cx="3172968" cy="768096"/>
          </a:xfrm>
          <a:prstGeom prst="roundRect">
            <a:avLst>
              <a:gd name="adj" fmla="val 10000"/>
            </a:avLst>
          </a:prstGeom>
          <a:solidFill>
            <a:srgbClr val="F0F4FF"/>
          </a:solidFill>
          <a:ln w="9525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Mobilize lighthouse pilots in the first big bets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061F79"/>
                </a:solidFill>
                <a:latin typeface="Arial"/>
              </a:rPr>
              <a:t>Teams, owners, milestones, value tracking; pilots run 12–14 weeks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103120" y="2139696"/>
            <a:ext cx="2386584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Establish detailed baselines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Process flows, headcount, FTE utilization, SLA attainment; bottlenecks and value levers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489704" y="2139696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Rank domains on the heatmap scorecard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Commit to the 5–6 big bets on value, readiness, feasibility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898648" y="2980944"/>
            <a:ext cx="1591056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Align the prioritization framework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Criteria and weightings agreed with leadership before scoring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489704" y="2980944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Build the value-backed roadmap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Sequence: reimagine, prove, scale; owners and enabling investments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57784" y="376732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850" b="1" i="1">
                <a:solidFill>
                  <a:srgbClr val="63666A"/>
                </a:solidFill>
                <a:latin typeface="Arial"/>
              </a:rPr>
              <a:t>Joint workshops</a:t>
            </a:r>
          </a:p>
        </p:txBody>
      </p:sp>
      <p:sp>
        <p:nvSpPr>
          <p:cNvPr id="92" name="Diamond 91"/>
          <p:cNvSpPr/>
          <p:nvPr/>
        </p:nvSpPr>
        <p:spPr>
          <a:xfrm>
            <a:off x="3621024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639312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Framework workshop</a:t>
            </a:r>
          </a:p>
        </p:txBody>
      </p:sp>
      <p:sp>
        <p:nvSpPr>
          <p:cNvPr id="94" name="Diamond 93"/>
          <p:cNvSpPr/>
          <p:nvPr/>
        </p:nvSpPr>
        <p:spPr>
          <a:xfrm>
            <a:off x="6007607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025896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CM1 prioritization workshop</a:t>
            </a:r>
          </a:p>
        </p:txBody>
      </p:sp>
      <p:sp>
        <p:nvSpPr>
          <p:cNvPr id="96" name="Diamond 95"/>
          <p:cNvSpPr/>
          <p:nvPr/>
        </p:nvSpPr>
        <p:spPr>
          <a:xfrm>
            <a:off x="8394192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12480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Org design workshop</a:t>
            </a:r>
          </a:p>
        </p:txBody>
      </p:sp>
      <p:sp>
        <p:nvSpPr>
          <p:cNvPr id="98" name="Diamond 97"/>
          <p:cNvSpPr/>
          <p:nvPr/>
        </p:nvSpPr>
        <p:spPr>
          <a:xfrm>
            <a:off x="11448288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966960" y="395020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Integrated org workshop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103120" y="4114800"/>
            <a:ext cx="3977639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Design the platform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2–3 leadership workshops: archetypes, choices, what makes sense for TU; target structure, spans and layers (hygiene baseline)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080759" y="4114800"/>
            <a:ext cx="5559552" cy="768096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Integrate the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Converge structure, skills, culture, and footprint into one integrated blueprint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103120" y="4956048"/>
            <a:ext cx="3977639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Launch strategic workforce planning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3-year talent demand, AI automation potential, job family architecture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080759" y="4956048"/>
            <a:ext cx="3182111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Refresh the global location strategy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Which roles sit where; what moves first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9262872" y="4956048"/>
            <a:ext cx="2377440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Build the skills and culture plan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Sourcing and upskilling; mindset and behavior shifts</a:t>
            </a:r>
          </a:p>
        </p:txBody>
      </p:sp>
      <p:sp>
        <p:nvSpPr>
          <p:cNvPr id="107" name="ReviewSticky"/>
          <p:cNvSpPr/>
          <p:nvPr/>
        </p:nvSpPr>
        <p:spPr>
          <a:xfrm>
            <a:off x="9555480" y="36576"/>
            <a:ext cx="2606040" cy="1417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>
                <a:solidFill>
                  <a:srgbClr val="000000"/>
                </a:solidFill>
                <a:latin typeface="Arial"/>
              </a:rPr>
              <a:t>OPTION A (workplan view). PER YOUR STEER: original box structure kept (not consolidated), front-loaded (domains wks 1–5, domain #1 workforce shifts wks 6–8, platform org + SWP wks 1–5); commentary now inside each box; workshops added as phase events (incl. CM1 prioritization); bottom outcomes row and band killed per Megha (covered on placemat and p5). Platform-org workshops (2–3, per Megha) now noted in-box within wks 1–5. UPDATE: linkage arrow removed and integrate-bar reworded (integrated org = Track 2 outcome only, per Megha); step 1 now operationalizes the enterprise-wide intake.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Journey ahead: a front-loaded 12-week plan across the two tracks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103120" y="56692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900" b="1" i="0">
                <a:solidFill>
                  <a:srgbClr val="63666A"/>
                </a:solidFill>
                <a:latin typeface="Arial"/>
              </a:rPr>
              <a:t>Aug ‘26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566928"/>
            <a:ext cx="12161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3666A"/>
                </a:solidFill>
                <a:latin typeface="Arial"/>
              </a:rPr>
              <a:t>End of Oct ‘26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804672"/>
            <a:ext cx="3922776" cy="310896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Weeks 1–5: prioritize the domains, design the platform org, launch SWP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35624" y="804672"/>
            <a:ext cx="5504688" cy="310896"/>
          </a:xfrm>
          <a:prstGeom prst="roundRect">
            <a:avLst>
              <a:gd name="adj" fmla="val 5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Weeks 6–12: detail domain #1 workforce shifts, integrate the org of the future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4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85231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59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71816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53928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1463040"/>
            <a:ext cx="11210544" cy="2487168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370832"/>
            <a:ext cx="11210544" cy="1719072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2103120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898648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694176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489704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285231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80759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876288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71816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467344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262872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58400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853928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1649455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57784" y="1572768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TRACK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" y="1865376"/>
            <a:ext cx="1444752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AI domain prioritization and value roadmap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57784" y="4480560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TRACK 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7784" y="4773168"/>
            <a:ext cx="14447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Organization of the future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103120" y="1572768"/>
            <a:ext cx="1591056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Inventory AI initiatives and ideas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Operationalize an enterprise-wide intake; cluster into E2E domains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21408" y="1655064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694176" y="1572768"/>
            <a:ext cx="1591055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Assess impact, readiness, feasibility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Score each domain on the agreed criteria; size the share of work AI can power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712463" y="1655064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080759" y="1572768"/>
            <a:ext cx="2386584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Detail workforce and org shifts for priority domain #1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Roles that change, skills needed, size and shape, value unlocked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99047" y="1655064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467344" y="1572768"/>
            <a:ext cx="3172968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251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Mobilize lighthouse pilots in the first big bets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Teams, owners, milestones, value tracking; pilots run 12–14 weeks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85632" y="1655064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103120" y="2377440"/>
            <a:ext cx="2386584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Establish detailed baselines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Process flows, headcount, FTE utilization, SLA attainment; bottlenecks and value levers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121408" y="2459736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489704" y="2377440"/>
            <a:ext cx="1591055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Rank domains on the heatmap scorecard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Commit to the 5–6 big bets on value, readiness, feasibility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07992" y="2459736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2898648" y="3182112"/>
            <a:ext cx="1591056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Align the prioritization framework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Criteria and weightings agreed with leadership before scoring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916936" y="3264408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489704" y="3182112"/>
            <a:ext cx="1591055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Build the value-backed roadmap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Sequence: reimagine, prove, scale; owners and enabling investments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07992" y="3264408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2103120" y="4114800"/>
            <a:ext cx="9537192" cy="0"/>
          </a:xfrm>
          <a:prstGeom prst="line">
            <a:avLst/>
          </a:prstGeom>
          <a:ln w="1270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57784" y="404164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850" b="1" i="1">
                <a:solidFill>
                  <a:srgbClr val="63666A"/>
                </a:solidFill>
                <a:latin typeface="Arial"/>
              </a:rPr>
              <a:t>Joint workshops</a:t>
            </a:r>
          </a:p>
        </p:txBody>
      </p:sp>
      <p:sp>
        <p:nvSpPr>
          <p:cNvPr id="58" name="Diamond 57"/>
          <p:cNvSpPr/>
          <p:nvPr/>
        </p:nvSpPr>
        <p:spPr>
          <a:xfrm>
            <a:off x="3621024" y="404164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639312" y="4206240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Framework workshop</a:t>
            </a:r>
          </a:p>
        </p:txBody>
      </p:sp>
      <p:sp>
        <p:nvSpPr>
          <p:cNvPr id="60" name="Diamond 59"/>
          <p:cNvSpPr/>
          <p:nvPr/>
        </p:nvSpPr>
        <p:spPr>
          <a:xfrm>
            <a:off x="6007607" y="404164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25896" y="4206240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CM1 prioritization workshop</a:t>
            </a:r>
          </a:p>
        </p:txBody>
      </p:sp>
      <p:sp>
        <p:nvSpPr>
          <p:cNvPr id="62" name="Diamond 61"/>
          <p:cNvSpPr/>
          <p:nvPr/>
        </p:nvSpPr>
        <p:spPr>
          <a:xfrm>
            <a:off x="8394192" y="404164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12480" y="4206240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Org design workshop</a:t>
            </a:r>
          </a:p>
        </p:txBody>
      </p:sp>
      <p:sp>
        <p:nvSpPr>
          <p:cNvPr id="64" name="Diamond 63"/>
          <p:cNvSpPr/>
          <p:nvPr/>
        </p:nvSpPr>
        <p:spPr>
          <a:xfrm>
            <a:off x="11448288" y="404164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966960" y="420624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Integrated org workshop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03120" y="4480560"/>
            <a:ext cx="3977639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Design the platform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2–3 leadership workshops: archetypes, choices, what makes sense for TU; target structure, spans and layers (hygiene baseline)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121408" y="4562856"/>
            <a:ext cx="45720" cy="566928"/>
          </a:xfrm>
          <a:prstGeom prst="roundRect">
            <a:avLst>
              <a:gd name="adj" fmla="val 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080759" y="4480560"/>
            <a:ext cx="5559552" cy="731520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Integrate the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Converge structure, skills, culture, and footprint into one integrated blueprint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103120" y="5285232"/>
            <a:ext cx="3977639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Launch strategic workforce planning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3-year talent demand, AI automation potential, job family architecture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121408" y="5367528"/>
            <a:ext cx="45720" cy="566928"/>
          </a:xfrm>
          <a:prstGeom prst="roundRect">
            <a:avLst>
              <a:gd name="adj" fmla="val 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6080759" y="5285232"/>
            <a:ext cx="3182111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Refresh the global location strategy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Which roles sit where; what moves first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099047" y="5367528"/>
            <a:ext cx="45720" cy="566928"/>
          </a:xfrm>
          <a:prstGeom prst="roundRect">
            <a:avLst>
              <a:gd name="adj" fmla="val 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9262872" y="5285232"/>
            <a:ext cx="23774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Build the skills and culture plan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Sourcing and upskilling; mindset and behavior shifts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281159" y="5367528"/>
            <a:ext cx="45720" cy="566928"/>
          </a:xfrm>
          <a:prstGeom prst="roundRect">
            <a:avLst>
              <a:gd name="adj" fmla="val 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viewSticky"/>
          <p:cNvSpPr/>
          <p:nvPr/>
        </p:nvSpPr>
        <p:spPr>
          <a:xfrm>
            <a:off x="9555480" y="36576"/>
            <a:ext cx="2606040" cy="1417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>
                <a:solidFill>
                  <a:srgbClr val="000000"/>
                </a:solidFill>
                <a:latin typeface="Arial"/>
              </a:rPr>
              <a:t>OPTION B (better-looking view): same content as Option A; front-load made visible with phase bands, lane tints, white boxes with accent bars, dashed box for pilots extending beyond the plan. Keep one option, delete the other. UPDATE: linkage arrow removed and integrate-bar reworded (integrated org = Track 2 outcome only, per Megha); step 1 now operationalizes the enterprise-wide intake.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090FB3AC-E34B-30B9-F23B-7D759C92706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909327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404" imgH="405" progId="TCLayout.ActiveDocument.1">
                  <p:embed/>
                </p:oleObj>
              </mc:Choice>
              <mc:Fallback>
                <p:oleObj name="think-cell Slide" r:id="rId6" imgW="404" imgH="405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090FB3AC-E34B-30B9-F23B-7D759C92706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0AF50648-A519-BEC9-A0CD-8A8212027B92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lang="en-US" dirty="0"/>
              <a:t>Appendix</a:t>
            </a:r>
          </a:p>
        </p:txBody>
      </p:sp>
      <p:sp>
        <p:nvSpPr>
          <p:cNvPr id="3" name="1. On-page tracker">
            <a:extLst>
              <a:ext uri="{FF2B5EF4-FFF2-40B4-BE49-F238E27FC236}">
                <a16:creationId xmlns:a16="http://schemas.microsoft.com/office/drawing/2014/main" id="{2901DE5B-D6BC-8A32-7C00-B006A553D995}"/>
              </a:ext>
            </a:extLst>
          </p:cNvPr>
          <p:cNvSpPr>
            <a:spLocks noGrp="1"/>
          </p:cNvSpPr>
          <p:nvPr>
            <p:ph type="body" sz="quarter" idx="17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3. Subtitle">
            <a:extLst>
              <a:ext uri="{FF2B5EF4-FFF2-40B4-BE49-F238E27FC236}">
                <a16:creationId xmlns:a16="http://schemas.microsoft.com/office/drawing/2014/main" id="{34777898-D986-99A7-29C2-A90E9DC584FE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extLst>
      <p:ext uri="{BB962C8B-B14F-4D97-AF65-F5344CB8AC3E}">
        <p14:creationId xmlns:p14="http://schemas.microsoft.com/office/powerpoint/2010/main" val="12698906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83B75-E45E-72D6-D534-6281C1673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2" hidden="1">
            <a:extLst>
              <a:ext uri="{FF2B5EF4-FFF2-40B4-BE49-F238E27FC236}">
                <a16:creationId xmlns:a16="http://schemas.microsoft.com/office/drawing/2014/main" id="{79B6A942-7E7E-5937-0B88-F0063CDA7094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9841971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3" imgW="395" imgH="396" progId="TCLayout.ActiveDocument.1">
                  <p:embed/>
                </p:oleObj>
              </mc:Choice>
              <mc:Fallback>
                <p:oleObj name="think-cell Slide" r:id="rId23" imgW="395" imgH="396" progId="TCLayout.ActiveDocument.1">
                  <p:embed/>
                  <p:pic>
                    <p:nvPicPr>
                      <p:cNvPr id="8" name="Object 2" hidden="1">
                        <a:extLst>
                          <a:ext uri="{FF2B5EF4-FFF2-40B4-BE49-F238E27FC236}">
                            <a16:creationId xmlns:a16="http://schemas.microsoft.com/office/drawing/2014/main" id="{79B6A942-7E7E-5937-0B88-F0063CDA709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">
            <a:extLst>
              <a:ext uri="{FF2B5EF4-FFF2-40B4-BE49-F238E27FC236}">
                <a16:creationId xmlns:a16="http://schemas.microsoft.com/office/drawing/2014/main" id="{9675B713-DF89-E6FE-206C-43414202239A}"/>
              </a:ext>
            </a:extLst>
          </p:cNvPr>
          <p:cNvSpPr>
            <a:spLocks noChangeArrowheads="1"/>
          </p:cNvSpPr>
          <p:nvPr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SlideLogoText">
            <a:extLst>
              <a:ext uri="{FF2B5EF4-FFF2-40B4-BE49-F238E27FC236}">
                <a16:creationId xmlns:a16="http://schemas.microsoft.com/office/drawing/2014/main" id="{1D1C1AB0-89EC-2EC4-05EC-7DB9AE6DA4A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363" name="2. Slide Title">
            <a:extLst>
              <a:ext uri="{FF2B5EF4-FFF2-40B4-BE49-F238E27FC236}">
                <a16:creationId xmlns:a16="http://schemas.microsoft.com/office/drawing/2014/main" id="{3DD49E0E-9840-01D2-98EB-8B3EED16995A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 vert="horz"/>
          <a:lstStyle/>
          <a:p>
            <a:r>
              <a:rPr lang="en-US">
                <a:solidFill>
                  <a:schemeClr val="accent3"/>
                </a:solidFill>
              </a:rPr>
              <a:t>Identify high-value domains: </a:t>
            </a:r>
            <a:r>
              <a:rPr lang="en-US"/>
              <a:t>End-to-end workflows with clear potential to demonstrate impact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B68C46C6-C93D-2091-091A-DD5B3E87A528}"/>
              </a:ext>
            </a:extLst>
          </p:cNvPr>
          <p:cNvSpPr txBox="1">
            <a:spLocks/>
          </p:cNvSpPr>
          <p:nvPr/>
        </p:nvSpPr>
        <p:spPr>
          <a:xfrm>
            <a:off x="6538430" y="3727699"/>
            <a:ext cx="2882397" cy="646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Balance of E2E impact, leadership excitement, and achievable results in 6-12 m</a:t>
            </a:r>
            <a:r>
              <a:rPr lang="en-US" sz="1400" kern="0" dirty="0">
                <a:latin typeface="Arial"/>
              </a:rPr>
              <a:t>o.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F3861F0F-384F-0E3D-4F6A-42F407AEA32C}"/>
              </a:ext>
            </a:extLst>
          </p:cNvPr>
          <p:cNvSpPr txBox="1">
            <a:spLocks/>
          </p:cNvSpPr>
          <p:nvPr/>
        </p:nvSpPr>
        <p:spPr>
          <a:xfrm>
            <a:off x="4049906" y="3727699"/>
            <a:ext cx="2125785" cy="861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many domains, data sets, and stakeholders to be able to get to meaningful impact quickly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0321CEA6-6BAC-7B3D-6C8C-C607E24C914D}"/>
              </a:ext>
            </a:extLst>
          </p:cNvPr>
          <p:cNvSpPr txBox="1">
            <a:spLocks/>
          </p:cNvSpPr>
          <p:nvPr/>
        </p:nvSpPr>
        <p:spPr>
          <a:xfrm>
            <a:off x="9909779" y="3727699"/>
            <a:ext cx="1932531" cy="861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niche to demonstrate material impact and no data and technical synergies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31019F75-2140-1449-912E-2D8E59FE4FF6}"/>
              </a:ext>
            </a:extLst>
          </p:cNvPr>
          <p:cNvSpPr txBox="1">
            <a:spLocks/>
          </p:cNvSpPr>
          <p:nvPr/>
        </p:nvSpPr>
        <p:spPr>
          <a:xfrm>
            <a:off x="4049906" y="2976164"/>
            <a:ext cx="2125785" cy="70788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Entire enterprise </a:t>
            </a:r>
            <a:r>
              <a:rPr kumimoji="0" lang="en-US" sz="22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– </a:t>
            </a: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big</a:t>
            </a: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EA096BE4-EA4A-2D68-9430-7C1467A75194}"/>
              </a:ext>
            </a:extLst>
          </p:cNvPr>
          <p:cNvSpPr txBox="1">
            <a:spLocks/>
          </p:cNvSpPr>
          <p:nvPr/>
        </p:nvSpPr>
        <p:spPr>
          <a:xfrm>
            <a:off x="6538430" y="3206997"/>
            <a:ext cx="2882397" cy="246221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E2E domain – </a:t>
            </a: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Just right</a:t>
            </a: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754506E4-B667-E3D0-A9DA-292B270AF832}"/>
              </a:ext>
            </a:extLst>
          </p:cNvPr>
          <p:cNvSpPr txBox="1">
            <a:spLocks/>
          </p:cNvSpPr>
          <p:nvPr/>
        </p:nvSpPr>
        <p:spPr>
          <a:xfrm>
            <a:off x="9909780" y="3114664"/>
            <a:ext cx="1756846" cy="43088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Use case – </a:t>
            </a:r>
            <a:b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</a:b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small</a:t>
            </a: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C1E8CC98-7686-057A-F669-30516F6E951E}"/>
              </a:ext>
            </a:extLst>
          </p:cNvPr>
          <p:cNvSpPr>
            <a:spLocks/>
          </p:cNvSpPr>
          <p:nvPr/>
        </p:nvSpPr>
        <p:spPr>
          <a:xfrm>
            <a:off x="4049906" y="1301615"/>
            <a:ext cx="1756847" cy="1605629"/>
          </a:xfrm>
          <a:prstGeom prst="rect">
            <a:avLst/>
          </a:prstGeom>
          <a:solidFill>
            <a:schemeClr val="accent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64137625-8984-8659-F295-4D8A056D8791}"/>
              </a:ext>
            </a:extLst>
          </p:cNvPr>
          <p:cNvSpPr/>
          <p:nvPr/>
        </p:nvSpPr>
        <p:spPr>
          <a:xfrm>
            <a:off x="7725607" y="13016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A7A54794-7B45-DADF-441E-79AE4FA582C4}"/>
              </a:ext>
            </a:extLst>
          </p:cNvPr>
          <p:cNvSpPr/>
          <p:nvPr/>
        </p:nvSpPr>
        <p:spPr>
          <a:xfrm>
            <a:off x="7135843" y="18408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8D63EADB-F1D0-951D-EE54-1C91E6177DDC}"/>
              </a:ext>
            </a:extLst>
          </p:cNvPr>
          <p:cNvSpPr/>
          <p:nvPr/>
        </p:nvSpPr>
        <p:spPr>
          <a:xfrm>
            <a:off x="7725892" y="184047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6" name="Rectangle 255">
            <a:extLst>
              <a:ext uri="{FF2B5EF4-FFF2-40B4-BE49-F238E27FC236}">
                <a16:creationId xmlns:a16="http://schemas.microsoft.com/office/drawing/2014/main" id="{3559C809-BC75-9628-92CD-E232FAF0F213}"/>
              </a:ext>
            </a:extLst>
          </p:cNvPr>
          <p:cNvSpPr/>
          <p:nvPr/>
        </p:nvSpPr>
        <p:spPr>
          <a:xfrm>
            <a:off x="7135843" y="1301616"/>
            <a:ext cx="577320" cy="527230"/>
          </a:xfrm>
          <a:prstGeom prst="rect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CAB20E9F-B8B9-A653-3326-7C8AAFD6A0B1}"/>
              </a:ext>
            </a:extLst>
          </p:cNvPr>
          <p:cNvSpPr/>
          <p:nvPr/>
        </p:nvSpPr>
        <p:spPr>
          <a:xfrm>
            <a:off x="8315370" y="13016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47045591-70E4-8FA6-7F6D-3FB9C7FBC10C}"/>
              </a:ext>
            </a:extLst>
          </p:cNvPr>
          <p:cNvSpPr/>
          <p:nvPr/>
        </p:nvSpPr>
        <p:spPr>
          <a:xfrm>
            <a:off x="8315370" y="184047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3B8375C5-9538-E615-5ACD-0D8E5B4D16D9}"/>
              </a:ext>
            </a:extLst>
          </p:cNvPr>
          <p:cNvSpPr/>
          <p:nvPr/>
        </p:nvSpPr>
        <p:spPr>
          <a:xfrm>
            <a:off x="7135843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BD9AA7A0-4B0C-53C2-D4C1-E48D8A075D92}"/>
              </a:ext>
            </a:extLst>
          </p:cNvPr>
          <p:cNvSpPr/>
          <p:nvPr/>
        </p:nvSpPr>
        <p:spPr>
          <a:xfrm>
            <a:off x="7725892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B7BE9FD9-2844-386A-C2A6-4853BACF79DA}"/>
              </a:ext>
            </a:extLst>
          </p:cNvPr>
          <p:cNvSpPr/>
          <p:nvPr/>
        </p:nvSpPr>
        <p:spPr>
          <a:xfrm>
            <a:off x="8315370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05E524DA-56D7-0A19-A3F8-2E18ABBC2EF8}"/>
              </a:ext>
            </a:extLst>
          </p:cNvPr>
          <p:cNvSpPr/>
          <p:nvPr/>
        </p:nvSpPr>
        <p:spPr>
          <a:xfrm>
            <a:off x="10085933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4822A042-1942-8983-0980-556760ADA929}"/>
              </a:ext>
            </a:extLst>
          </p:cNvPr>
          <p:cNvSpPr/>
          <p:nvPr/>
        </p:nvSpPr>
        <p:spPr>
          <a:xfrm>
            <a:off x="10085933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5" name="Rectangle 264">
            <a:extLst>
              <a:ext uri="{FF2B5EF4-FFF2-40B4-BE49-F238E27FC236}">
                <a16:creationId xmlns:a16="http://schemas.microsoft.com/office/drawing/2014/main" id="{4D338033-E942-3FF7-0E50-EFB775165B2B}"/>
              </a:ext>
            </a:extLst>
          </p:cNvPr>
          <p:cNvSpPr/>
          <p:nvPr/>
        </p:nvSpPr>
        <p:spPr>
          <a:xfrm>
            <a:off x="10085933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6" name="Rectangle 265">
            <a:extLst>
              <a:ext uri="{FF2B5EF4-FFF2-40B4-BE49-F238E27FC236}">
                <a16:creationId xmlns:a16="http://schemas.microsoft.com/office/drawing/2014/main" id="{6A77D376-D876-45B9-556D-3C89AE08C88A}"/>
              </a:ext>
            </a:extLst>
          </p:cNvPr>
          <p:cNvSpPr/>
          <p:nvPr/>
        </p:nvSpPr>
        <p:spPr>
          <a:xfrm>
            <a:off x="10085933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7" name="Rectangle 266">
            <a:extLst>
              <a:ext uri="{FF2B5EF4-FFF2-40B4-BE49-F238E27FC236}">
                <a16:creationId xmlns:a16="http://schemas.microsoft.com/office/drawing/2014/main" id="{1A2D6FB9-B37C-EF9A-AED2-34BC399A8F19}"/>
              </a:ext>
            </a:extLst>
          </p:cNvPr>
          <p:cNvSpPr/>
          <p:nvPr/>
        </p:nvSpPr>
        <p:spPr>
          <a:xfrm>
            <a:off x="10085933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D4A2981F-CB12-792D-2142-39B6D4F754ED}"/>
              </a:ext>
            </a:extLst>
          </p:cNvPr>
          <p:cNvSpPr/>
          <p:nvPr/>
        </p:nvSpPr>
        <p:spPr>
          <a:xfrm>
            <a:off x="10085933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7C4039AA-543F-63B7-673D-53DF92B219E1}"/>
              </a:ext>
            </a:extLst>
          </p:cNvPr>
          <p:cNvSpPr/>
          <p:nvPr/>
        </p:nvSpPr>
        <p:spPr>
          <a:xfrm>
            <a:off x="10085933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7317E06E-E5B1-9A82-ECB9-38EC7E0E8DC2}"/>
              </a:ext>
            </a:extLst>
          </p:cNvPr>
          <p:cNvSpPr/>
          <p:nvPr/>
        </p:nvSpPr>
        <p:spPr>
          <a:xfrm>
            <a:off x="10085933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1" name="Rectangle 270">
            <a:extLst>
              <a:ext uri="{FF2B5EF4-FFF2-40B4-BE49-F238E27FC236}">
                <a16:creationId xmlns:a16="http://schemas.microsoft.com/office/drawing/2014/main" id="{57677F55-57CF-D0A4-9DA7-1782597D6FD1}"/>
              </a:ext>
            </a:extLst>
          </p:cNvPr>
          <p:cNvSpPr/>
          <p:nvPr/>
        </p:nvSpPr>
        <p:spPr>
          <a:xfrm>
            <a:off x="10085933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2" name="Rectangle 271">
            <a:extLst>
              <a:ext uri="{FF2B5EF4-FFF2-40B4-BE49-F238E27FC236}">
                <a16:creationId xmlns:a16="http://schemas.microsoft.com/office/drawing/2014/main" id="{B4E5287E-7FBD-4F5C-FD0F-00FEA8C442B3}"/>
              </a:ext>
            </a:extLst>
          </p:cNvPr>
          <p:cNvSpPr/>
          <p:nvPr/>
        </p:nvSpPr>
        <p:spPr>
          <a:xfrm>
            <a:off x="10085933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FC168D1C-28FF-7823-9CC8-A00C84E89B95}"/>
              </a:ext>
            </a:extLst>
          </p:cNvPr>
          <p:cNvSpPr/>
          <p:nvPr/>
        </p:nvSpPr>
        <p:spPr>
          <a:xfrm>
            <a:off x="9909780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97BCB58D-128A-FC69-8193-3CF6FE448CD2}"/>
              </a:ext>
            </a:extLst>
          </p:cNvPr>
          <p:cNvSpPr/>
          <p:nvPr/>
        </p:nvSpPr>
        <p:spPr>
          <a:xfrm>
            <a:off x="9909780" y="1301615"/>
            <a:ext cx="171470" cy="154967"/>
          </a:xfrm>
          <a:prstGeom prst="rect">
            <a:avLst/>
          </a:prstGeom>
          <a:solidFill>
            <a:schemeClr val="accent2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5492F869-5800-492D-095C-4FFE66A6416F}"/>
              </a:ext>
            </a:extLst>
          </p:cNvPr>
          <p:cNvSpPr/>
          <p:nvPr/>
        </p:nvSpPr>
        <p:spPr>
          <a:xfrm>
            <a:off x="9909780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065BF2DE-486E-8BF8-6AE2-DB86E5D4248B}"/>
              </a:ext>
            </a:extLst>
          </p:cNvPr>
          <p:cNvSpPr/>
          <p:nvPr/>
        </p:nvSpPr>
        <p:spPr>
          <a:xfrm>
            <a:off x="9909780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5351A0E5-7111-DA1B-83B3-B41D58528198}"/>
              </a:ext>
            </a:extLst>
          </p:cNvPr>
          <p:cNvSpPr/>
          <p:nvPr/>
        </p:nvSpPr>
        <p:spPr>
          <a:xfrm>
            <a:off x="9909780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27350559-75D4-DDF6-2BDD-CEAD9B6094B3}"/>
              </a:ext>
            </a:extLst>
          </p:cNvPr>
          <p:cNvSpPr/>
          <p:nvPr/>
        </p:nvSpPr>
        <p:spPr>
          <a:xfrm>
            <a:off x="9909780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319CE67E-E214-6F1C-80CD-39B1530C6362}"/>
              </a:ext>
            </a:extLst>
          </p:cNvPr>
          <p:cNvSpPr/>
          <p:nvPr/>
        </p:nvSpPr>
        <p:spPr>
          <a:xfrm>
            <a:off x="9909780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825D0880-069B-A112-9D63-7579B840C889}"/>
              </a:ext>
            </a:extLst>
          </p:cNvPr>
          <p:cNvSpPr/>
          <p:nvPr/>
        </p:nvSpPr>
        <p:spPr>
          <a:xfrm>
            <a:off x="9909780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ABA18B62-88D2-3E25-EBCB-B7C571635A45}"/>
              </a:ext>
            </a:extLst>
          </p:cNvPr>
          <p:cNvSpPr/>
          <p:nvPr/>
        </p:nvSpPr>
        <p:spPr>
          <a:xfrm>
            <a:off x="9909780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69FCB4EE-D602-849B-A2D9-6849824C1F2D}"/>
              </a:ext>
            </a:extLst>
          </p:cNvPr>
          <p:cNvSpPr/>
          <p:nvPr/>
        </p:nvSpPr>
        <p:spPr>
          <a:xfrm>
            <a:off x="9909780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26C69276-6D28-0E36-4063-BA4ACD1AF8DE}"/>
              </a:ext>
            </a:extLst>
          </p:cNvPr>
          <p:cNvSpPr/>
          <p:nvPr/>
        </p:nvSpPr>
        <p:spPr>
          <a:xfrm>
            <a:off x="10438238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A5DE53D3-1635-EF13-C0A6-2C7C46619220}"/>
              </a:ext>
            </a:extLst>
          </p:cNvPr>
          <p:cNvSpPr/>
          <p:nvPr/>
        </p:nvSpPr>
        <p:spPr>
          <a:xfrm>
            <a:off x="10438238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4B44ECE7-3DE5-0526-7133-581945FC4CB5}"/>
              </a:ext>
            </a:extLst>
          </p:cNvPr>
          <p:cNvSpPr/>
          <p:nvPr/>
        </p:nvSpPr>
        <p:spPr>
          <a:xfrm>
            <a:off x="10438238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78288B84-1754-F5CD-B1B2-A6CF36AA861A}"/>
              </a:ext>
            </a:extLst>
          </p:cNvPr>
          <p:cNvSpPr/>
          <p:nvPr/>
        </p:nvSpPr>
        <p:spPr>
          <a:xfrm>
            <a:off x="10438238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7" name="Rectangle 286">
            <a:extLst>
              <a:ext uri="{FF2B5EF4-FFF2-40B4-BE49-F238E27FC236}">
                <a16:creationId xmlns:a16="http://schemas.microsoft.com/office/drawing/2014/main" id="{8EE61FC3-4AA4-3765-AC20-4F9BFFF8218E}"/>
              </a:ext>
            </a:extLst>
          </p:cNvPr>
          <p:cNvSpPr/>
          <p:nvPr/>
        </p:nvSpPr>
        <p:spPr>
          <a:xfrm>
            <a:off x="10438238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8" name="Rectangle 287">
            <a:extLst>
              <a:ext uri="{FF2B5EF4-FFF2-40B4-BE49-F238E27FC236}">
                <a16:creationId xmlns:a16="http://schemas.microsoft.com/office/drawing/2014/main" id="{3C1A75CF-25AB-BEB1-BE6E-CBDF77A466EB}"/>
              </a:ext>
            </a:extLst>
          </p:cNvPr>
          <p:cNvSpPr/>
          <p:nvPr/>
        </p:nvSpPr>
        <p:spPr>
          <a:xfrm>
            <a:off x="10438238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FFDF2E7D-DE7A-57A8-CDE2-20FF8D01459B}"/>
              </a:ext>
            </a:extLst>
          </p:cNvPr>
          <p:cNvSpPr/>
          <p:nvPr/>
        </p:nvSpPr>
        <p:spPr>
          <a:xfrm>
            <a:off x="10438238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CC9F75AE-7E83-F1F7-F2FD-850A1881A651}"/>
              </a:ext>
            </a:extLst>
          </p:cNvPr>
          <p:cNvSpPr/>
          <p:nvPr/>
        </p:nvSpPr>
        <p:spPr>
          <a:xfrm>
            <a:off x="10438238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B3E3B357-150E-CC7E-CFB6-987EC1F5B40E}"/>
              </a:ext>
            </a:extLst>
          </p:cNvPr>
          <p:cNvSpPr/>
          <p:nvPr/>
        </p:nvSpPr>
        <p:spPr>
          <a:xfrm>
            <a:off x="10438238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F9D56768-1159-E21C-7280-CABD238B88B8}"/>
              </a:ext>
            </a:extLst>
          </p:cNvPr>
          <p:cNvSpPr/>
          <p:nvPr/>
        </p:nvSpPr>
        <p:spPr>
          <a:xfrm>
            <a:off x="10438238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F7C19A52-E402-4989-D602-22A98955BE6E}"/>
              </a:ext>
            </a:extLst>
          </p:cNvPr>
          <p:cNvSpPr/>
          <p:nvPr/>
        </p:nvSpPr>
        <p:spPr>
          <a:xfrm>
            <a:off x="10262085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8DF1FEC8-9208-8A50-DD8D-63026BDB56D8}"/>
              </a:ext>
            </a:extLst>
          </p:cNvPr>
          <p:cNvSpPr/>
          <p:nvPr/>
        </p:nvSpPr>
        <p:spPr>
          <a:xfrm>
            <a:off x="10262085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4E9D3C0A-5E87-CBCE-1BFB-A1C0A9D4BF3F}"/>
              </a:ext>
            </a:extLst>
          </p:cNvPr>
          <p:cNvSpPr/>
          <p:nvPr/>
        </p:nvSpPr>
        <p:spPr>
          <a:xfrm>
            <a:off x="10262085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089E2BDB-8728-ED0E-E86F-4B0D67259464}"/>
              </a:ext>
            </a:extLst>
          </p:cNvPr>
          <p:cNvSpPr/>
          <p:nvPr/>
        </p:nvSpPr>
        <p:spPr>
          <a:xfrm>
            <a:off x="10262085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7" name="Rectangle 296">
            <a:extLst>
              <a:ext uri="{FF2B5EF4-FFF2-40B4-BE49-F238E27FC236}">
                <a16:creationId xmlns:a16="http://schemas.microsoft.com/office/drawing/2014/main" id="{E6179D89-3EAE-5AA3-E4D1-B810416C8AA3}"/>
              </a:ext>
            </a:extLst>
          </p:cNvPr>
          <p:cNvSpPr/>
          <p:nvPr/>
        </p:nvSpPr>
        <p:spPr>
          <a:xfrm>
            <a:off x="10262085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8" name="Rectangle 297">
            <a:extLst>
              <a:ext uri="{FF2B5EF4-FFF2-40B4-BE49-F238E27FC236}">
                <a16:creationId xmlns:a16="http://schemas.microsoft.com/office/drawing/2014/main" id="{6692ED7B-2092-7BA0-7927-9A3E2FFFA2BB}"/>
              </a:ext>
            </a:extLst>
          </p:cNvPr>
          <p:cNvSpPr/>
          <p:nvPr/>
        </p:nvSpPr>
        <p:spPr>
          <a:xfrm>
            <a:off x="10262085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3138200D-D3CE-5A61-A2D7-1442B1FB96D0}"/>
              </a:ext>
            </a:extLst>
          </p:cNvPr>
          <p:cNvSpPr/>
          <p:nvPr/>
        </p:nvSpPr>
        <p:spPr>
          <a:xfrm>
            <a:off x="10262085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7DD1331A-485A-967B-F646-1D9EDEE75187}"/>
              </a:ext>
            </a:extLst>
          </p:cNvPr>
          <p:cNvSpPr/>
          <p:nvPr/>
        </p:nvSpPr>
        <p:spPr>
          <a:xfrm>
            <a:off x="10262085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1" name="Rectangle 300">
            <a:extLst>
              <a:ext uri="{FF2B5EF4-FFF2-40B4-BE49-F238E27FC236}">
                <a16:creationId xmlns:a16="http://schemas.microsoft.com/office/drawing/2014/main" id="{BA9A5F53-98C2-D63A-2454-C764AD0B66DB}"/>
              </a:ext>
            </a:extLst>
          </p:cNvPr>
          <p:cNvSpPr/>
          <p:nvPr/>
        </p:nvSpPr>
        <p:spPr>
          <a:xfrm>
            <a:off x="10262085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2" name="Rectangle 301">
            <a:extLst>
              <a:ext uri="{FF2B5EF4-FFF2-40B4-BE49-F238E27FC236}">
                <a16:creationId xmlns:a16="http://schemas.microsoft.com/office/drawing/2014/main" id="{D47BE987-AC58-D8A3-BD19-FAA0FF0DD3E1}"/>
              </a:ext>
            </a:extLst>
          </p:cNvPr>
          <p:cNvSpPr/>
          <p:nvPr/>
        </p:nvSpPr>
        <p:spPr>
          <a:xfrm>
            <a:off x="10262085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3" name="Rectangle 302">
            <a:extLst>
              <a:ext uri="{FF2B5EF4-FFF2-40B4-BE49-F238E27FC236}">
                <a16:creationId xmlns:a16="http://schemas.microsoft.com/office/drawing/2014/main" id="{FC8698D7-9C49-8ED9-E0D0-537737953994}"/>
              </a:ext>
            </a:extLst>
          </p:cNvPr>
          <p:cNvSpPr/>
          <p:nvPr/>
        </p:nvSpPr>
        <p:spPr>
          <a:xfrm>
            <a:off x="10790543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A24711F0-67B7-E95E-4952-C64DC762221D}"/>
              </a:ext>
            </a:extLst>
          </p:cNvPr>
          <p:cNvSpPr/>
          <p:nvPr/>
        </p:nvSpPr>
        <p:spPr>
          <a:xfrm>
            <a:off x="10790543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BDFDF3F4-7814-6C29-4C12-C42B85C67326}"/>
              </a:ext>
            </a:extLst>
          </p:cNvPr>
          <p:cNvSpPr/>
          <p:nvPr/>
        </p:nvSpPr>
        <p:spPr>
          <a:xfrm>
            <a:off x="10790543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6" name="Rectangle 305">
            <a:extLst>
              <a:ext uri="{FF2B5EF4-FFF2-40B4-BE49-F238E27FC236}">
                <a16:creationId xmlns:a16="http://schemas.microsoft.com/office/drawing/2014/main" id="{8819BFEF-B463-5ECA-4BF4-3F798A99B59D}"/>
              </a:ext>
            </a:extLst>
          </p:cNvPr>
          <p:cNvSpPr/>
          <p:nvPr/>
        </p:nvSpPr>
        <p:spPr>
          <a:xfrm>
            <a:off x="10790543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138DADF2-A4E0-AEAF-2A58-1DEBD62AE51D}"/>
              </a:ext>
            </a:extLst>
          </p:cNvPr>
          <p:cNvSpPr/>
          <p:nvPr/>
        </p:nvSpPr>
        <p:spPr>
          <a:xfrm>
            <a:off x="10790543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8" name="Rectangle 307">
            <a:extLst>
              <a:ext uri="{FF2B5EF4-FFF2-40B4-BE49-F238E27FC236}">
                <a16:creationId xmlns:a16="http://schemas.microsoft.com/office/drawing/2014/main" id="{FEF41135-20B9-F72D-A069-E0090D919A14}"/>
              </a:ext>
            </a:extLst>
          </p:cNvPr>
          <p:cNvSpPr/>
          <p:nvPr/>
        </p:nvSpPr>
        <p:spPr>
          <a:xfrm>
            <a:off x="10790543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4E36DCDE-BBC3-D6F4-C4C5-02F341F0D666}"/>
              </a:ext>
            </a:extLst>
          </p:cNvPr>
          <p:cNvSpPr/>
          <p:nvPr/>
        </p:nvSpPr>
        <p:spPr>
          <a:xfrm>
            <a:off x="10790543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D0E92541-7852-1798-1CAD-625A2B16034B}"/>
              </a:ext>
            </a:extLst>
          </p:cNvPr>
          <p:cNvSpPr/>
          <p:nvPr/>
        </p:nvSpPr>
        <p:spPr>
          <a:xfrm>
            <a:off x="10790543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1" name="Rectangle 310">
            <a:extLst>
              <a:ext uri="{FF2B5EF4-FFF2-40B4-BE49-F238E27FC236}">
                <a16:creationId xmlns:a16="http://schemas.microsoft.com/office/drawing/2014/main" id="{B3D06AA5-1239-996C-27EB-65834C307611}"/>
              </a:ext>
            </a:extLst>
          </p:cNvPr>
          <p:cNvSpPr/>
          <p:nvPr/>
        </p:nvSpPr>
        <p:spPr>
          <a:xfrm>
            <a:off x="10790543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2" name="Rectangle 311">
            <a:extLst>
              <a:ext uri="{FF2B5EF4-FFF2-40B4-BE49-F238E27FC236}">
                <a16:creationId xmlns:a16="http://schemas.microsoft.com/office/drawing/2014/main" id="{261DBFE4-83FE-0C3A-AE04-65A38E10E48A}"/>
              </a:ext>
            </a:extLst>
          </p:cNvPr>
          <p:cNvSpPr/>
          <p:nvPr/>
        </p:nvSpPr>
        <p:spPr>
          <a:xfrm>
            <a:off x="10790543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ACF9CDC7-037D-106F-4EBD-499E38F49371}"/>
              </a:ext>
            </a:extLst>
          </p:cNvPr>
          <p:cNvSpPr/>
          <p:nvPr/>
        </p:nvSpPr>
        <p:spPr>
          <a:xfrm>
            <a:off x="10614391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648ED808-0797-3663-523B-29F117191F2F}"/>
              </a:ext>
            </a:extLst>
          </p:cNvPr>
          <p:cNvSpPr/>
          <p:nvPr/>
        </p:nvSpPr>
        <p:spPr>
          <a:xfrm>
            <a:off x="10614391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5" name="Rectangle 314">
            <a:extLst>
              <a:ext uri="{FF2B5EF4-FFF2-40B4-BE49-F238E27FC236}">
                <a16:creationId xmlns:a16="http://schemas.microsoft.com/office/drawing/2014/main" id="{9FA929AB-07BB-60B1-B61D-E5427A26161A}"/>
              </a:ext>
            </a:extLst>
          </p:cNvPr>
          <p:cNvSpPr/>
          <p:nvPr/>
        </p:nvSpPr>
        <p:spPr>
          <a:xfrm>
            <a:off x="10614391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6" name="Rectangle 315">
            <a:extLst>
              <a:ext uri="{FF2B5EF4-FFF2-40B4-BE49-F238E27FC236}">
                <a16:creationId xmlns:a16="http://schemas.microsoft.com/office/drawing/2014/main" id="{8154E391-AECD-2A22-689C-60DFEAA999D7}"/>
              </a:ext>
            </a:extLst>
          </p:cNvPr>
          <p:cNvSpPr/>
          <p:nvPr/>
        </p:nvSpPr>
        <p:spPr>
          <a:xfrm>
            <a:off x="10614391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7" name="Rectangle 316">
            <a:extLst>
              <a:ext uri="{FF2B5EF4-FFF2-40B4-BE49-F238E27FC236}">
                <a16:creationId xmlns:a16="http://schemas.microsoft.com/office/drawing/2014/main" id="{0A3E04FD-A2DA-48E4-C20C-2BB3D560C7EE}"/>
              </a:ext>
            </a:extLst>
          </p:cNvPr>
          <p:cNvSpPr/>
          <p:nvPr/>
        </p:nvSpPr>
        <p:spPr>
          <a:xfrm>
            <a:off x="10614391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1F6517F5-8A00-10D4-464F-80B8005D55BB}"/>
              </a:ext>
            </a:extLst>
          </p:cNvPr>
          <p:cNvSpPr/>
          <p:nvPr/>
        </p:nvSpPr>
        <p:spPr>
          <a:xfrm>
            <a:off x="10614391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9" name="Rectangle 318">
            <a:extLst>
              <a:ext uri="{FF2B5EF4-FFF2-40B4-BE49-F238E27FC236}">
                <a16:creationId xmlns:a16="http://schemas.microsoft.com/office/drawing/2014/main" id="{9695F544-F067-2AE2-F998-CE6258CC9221}"/>
              </a:ext>
            </a:extLst>
          </p:cNvPr>
          <p:cNvSpPr/>
          <p:nvPr/>
        </p:nvSpPr>
        <p:spPr>
          <a:xfrm>
            <a:off x="10614391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0" name="Rectangle 319">
            <a:extLst>
              <a:ext uri="{FF2B5EF4-FFF2-40B4-BE49-F238E27FC236}">
                <a16:creationId xmlns:a16="http://schemas.microsoft.com/office/drawing/2014/main" id="{889FAA1D-9C3B-2164-88BD-4737D570A1E4}"/>
              </a:ext>
            </a:extLst>
          </p:cNvPr>
          <p:cNvSpPr/>
          <p:nvPr/>
        </p:nvSpPr>
        <p:spPr>
          <a:xfrm>
            <a:off x="10614391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1734EED7-4BD9-A0E4-10DE-BC3476BB2708}"/>
              </a:ext>
            </a:extLst>
          </p:cNvPr>
          <p:cNvSpPr/>
          <p:nvPr/>
        </p:nvSpPr>
        <p:spPr>
          <a:xfrm>
            <a:off x="10614391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554576F1-25D0-7FD0-8518-41E259DF831C}"/>
              </a:ext>
            </a:extLst>
          </p:cNvPr>
          <p:cNvSpPr/>
          <p:nvPr/>
        </p:nvSpPr>
        <p:spPr>
          <a:xfrm>
            <a:off x="10614391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1F92386C-F03D-7DBD-3068-D7617786DA6F}"/>
              </a:ext>
            </a:extLst>
          </p:cNvPr>
          <p:cNvSpPr/>
          <p:nvPr/>
        </p:nvSpPr>
        <p:spPr>
          <a:xfrm>
            <a:off x="11142849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F98C0950-54CF-878A-688E-6BF1318BFB99}"/>
              </a:ext>
            </a:extLst>
          </p:cNvPr>
          <p:cNvSpPr/>
          <p:nvPr/>
        </p:nvSpPr>
        <p:spPr>
          <a:xfrm>
            <a:off x="11142849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C2BBF5F2-D40C-9E6C-2B8E-AC62F7C505C6}"/>
              </a:ext>
            </a:extLst>
          </p:cNvPr>
          <p:cNvSpPr/>
          <p:nvPr/>
        </p:nvSpPr>
        <p:spPr>
          <a:xfrm>
            <a:off x="11142849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6" name="Rectangle 325">
            <a:extLst>
              <a:ext uri="{FF2B5EF4-FFF2-40B4-BE49-F238E27FC236}">
                <a16:creationId xmlns:a16="http://schemas.microsoft.com/office/drawing/2014/main" id="{DC696449-E78B-B79F-BAA4-74377D7FF848}"/>
              </a:ext>
            </a:extLst>
          </p:cNvPr>
          <p:cNvSpPr/>
          <p:nvPr/>
        </p:nvSpPr>
        <p:spPr>
          <a:xfrm>
            <a:off x="11142849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7" name="Rectangle 326">
            <a:extLst>
              <a:ext uri="{FF2B5EF4-FFF2-40B4-BE49-F238E27FC236}">
                <a16:creationId xmlns:a16="http://schemas.microsoft.com/office/drawing/2014/main" id="{A9EFB562-7392-DFA6-52CB-74E6CB182E34}"/>
              </a:ext>
            </a:extLst>
          </p:cNvPr>
          <p:cNvSpPr/>
          <p:nvPr/>
        </p:nvSpPr>
        <p:spPr>
          <a:xfrm>
            <a:off x="11142849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8" name="Rectangle 327">
            <a:extLst>
              <a:ext uri="{FF2B5EF4-FFF2-40B4-BE49-F238E27FC236}">
                <a16:creationId xmlns:a16="http://schemas.microsoft.com/office/drawing/2014/main" id="{9E659404-ECF1-AE86-3197-B94EF8A220C7}"/>
              </a:ext>
            </a:extLst>
          </p:cNvPr>
          <p:cNvSpPr/>
          <p:nvPr/>
        </p:nvSpPr>
        <p:spPr>
          <a:xfrm>
            <a:off x="11142849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9" name="Rectangle 328">
            <a:extLst>
              <a:ext uri="{FF2B5EF4-FFF2-40B4-BE49-F238E27FC236}">
                <a16:creationId xmlns:a16="http://schemas.microsoft.com/office/drawing/2014/main" id="{DFAC1EDE-BB16-1D42-D628-8D67EDBFF9FB}"/>
              </a:ext>
            </a:extLst>
          </p:cNvPr>
          <p:cNvSpPr/>
          <p:nvPr/>
        </p:nvSpPr>
        <p:spPr>
          <a:xfrm>
            <a:off x="11142849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0" name="Rectangle 329">
            <a:extLst>
              <a:ext uri="{FF2B5EF4-FFF2-40B4-BE49-F238E27FC236}">
                <a16:creationId xmlns:a16="http://schemas.microsoft.com/office/drawing/2014/main" id="{8A5D4BF4-29FF-FDD4-F0B3-7ED8D45A5631}"/>
              </a:ext>
            </a:extLst>
          </p:cNvPr>
          <p:cNvSpPr/>
          <p:nvPr/>
        </p:nvSpPr>
        <p:spPr>
          <a:xfrm>
            <a:off x="11142849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1" name="Rectangle 330">
            <a:extLst>
              <a:ext uri="{FF2B5EF4-FFF2-40B4-BE49-F238E27FC236}">
                <a16:creationId xmlns:a16="http://schemas.microsoft.com/office/drawing/2014/main" id="{F49501A2-2882-808C-51F1-FCD2F79AE5D1}"/>
              </a:ext>
            </a:extLst>
          </p:cNvPr>
          <p:cNvSpPr/>
          <p:nvPr/>
        </p:nvSpPr>
        <p:spPr>
          <a:xfrm>
            <a:off x="11142849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2" name="Rectangle 331">
            <a:extLst>
              <a:ext uri="{FF2B5EF4-FFF2-40B4-BE49-F238E27FC236}">
                <a16:creationId xmlns:a16="http://schemas.microsoft.com/office/drawing/2014/main" id="{ACABC2E5-71A5-89FE-02CC-DFC051782E84}"/>
              </a:ext>
            </a:extLst>
          </p:cNvPr>
          <p:cNvSpPr/>
          <p:nvPr/>
        </p:nvSpPr>
        <p:spPr>
          <a:xfrm>
            <a:off x="11142849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F1D26DE7-9195-0EE9-95F2-1CF5F409FB6D}"/>
              </a:ext>
            </a:extLst>
          </p:cNvPr>
          <p:cNvSpPr/>
          <p:nvPr/>
        </p:nvSpPr>
        <p:spPr>
          <a:xfrm>
            <a:off x="10966696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F52A440A-2692-EA74-F561-FEA9A44E267C}"/>
              </a:ext>
            </a:extLst>
          </p:cNvPr>
          <p:cNvSpPr/>
          <p:nvPr/>
        </p:nvSpPr>
        <p:spPr>
          <a:xfrm>
            <a:off x="10966696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861E08E1-D386-7F43-7CFF-6541D4781384}"/>
              </a:ext>
            </a:extLst>
          </p:cNvPr>
          <p:cNvSpPr/>
          <p:nvPr/>
        </p:nvSpPr>
        <p:spPr>
          <a:xfrm>
            <a:off x="10966696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6" name="Rectangle 335">
            <a:extLst>
              <a:ext uri="{FF2B5EF4-FFF2-40B4-BE49-F238E27FC236}">
                <a16:creationId xmlns:a16="http://schemas.microsoft.com/office/drawing/2014/main" id="{80B2C2D5-53CA-B789-60DA-83FF5F9D8B4F}"/>
              </a:ext>
            </a:extLst>
          </p:cNvPr>
          <p:cNvSpPr/>
          <p:nvPr/>
        </p:nvSpPr>
        <p:spPr>
          <a:xfrm>
            <a:off x="10966696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7" name="Rectangle 336">
            <a:extLst>
              <a:ext uri="{FF2B5EF4-FFF2-40B4-BE49-F238E27FC236}">
                <a16:creationId xmlns:a16="http://schemas.microsoft.com/office/drawing/2014/main" id="{306A3594-D812-CE95-3A87-8001E29B0A82}"/>
              </a:ext>
            </a:extLst>
          </p:cNvPr>
          <p:cNvSpPr/>
          <p:nvPr/>
        </p:nvSpPr>
        <p:spPr>
          <a:xfrm>
            <a:off x="10966696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FE94D71E-D7F3-AC51-2F30-AF67C5491669}"/>
              </a:ext>
            </a:extLst>
          </p:cNvPr>
          <p:cNvSpPr/>
          <p:nvPr/>
        </p:nvSpPr>
        <p:spPr>
          <a:xfrm>
            <a:off x="10966696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9" name="Rectangle 338">
            <a:extLst>
              <a:ext uri="{FF2B5EF4-FFF2-40B4-BE49-F238E27FC236}">
                <a16:creationId xmlns:a16="http://schemas.microsoft.com/office/drawing/2014/main" id="{7A18C81B-4E83-0754-1BC8-7E9EDBFE1EF0}"/>
              </a:ext>
            </a:extLst>
          </p:cNvPr>
          <p:cNvSpPr/>
          <p:nvPr/>
        </p:nvSpPr>
        <p:spPr>
          <a:xfrm>
            <a:off x="10966696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0" name="Rectangle 339">
            <a:extLst>
              <a:ext uri="{FF2B5EF4-FFF2-40B4-BE49-F238E27FC236}">
                <a16:creationId xmlns:a16="http://schemas.microsoft.com/office/drawing/2014/main" id="{B00A012C-EE44-4BCD-70AE-7D87BC3A9429}"/>
              </a:ext>
            </a:extLst>
          </p:cNvPr>
          <p:cNvSpPr/>
          <p:nvPr/>
        </p:nvSpPr>
        <p:spPr>
          <a:xfrm>
            <a:off x="10966696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1" name="Rectangle 340">
            <a:extLst>
              <a:ext uri="{FF2B5EF4-FFF2-40B4-BE49-F238E27FC236}">
                <a16:creationId xmlns:a16="http://schemas.microsoft.com/office/drawing/2014/main" id="{09347E07-A740-2B4B-C39D-4905DF3CDEFD}"/>
              </a:ext>
            </a:extLst>
          </p:cNvPr>
          <p:cNvSpPr/>
          <p:nvPr/>
        </p:nvSpPr>
        <p:spPr>
          <a:xfrm>
            <a:off x="10966696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891E7D7C-BED7-A306-3951-269E911C15A5}"/>
              </a:ext>
            </a:extLst>
          </p:cNvPr>
          <p:cNvSpPr/>
          <p:nvPr/>
        </p:nvSpPr>
        <p:spPr>
          <a:xfrm>
            <a:off x="10966696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3" name="Rectangle 342">
            <a:extLst>
              <a:ext uri="{FF2B5EF4-FFF2-40B4-BE49-F238E27FC236}">
                <a16:creationId xmlns:a16="http://schemas.microsoft.com/office/drawing/2014/main" id="{02ABC7F0-FEA0-AFAC-1418-D1A0EAFEE2B5}"/>
              </a:ext>
            </a:extLst>
          </p:cNvPr>
          <p:cNvSpPr/>
          <p:nvPr/>
        </p:nvSpPr>
        <p:spPr>
          <a:xfrm>
            <a:off x="11495157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4" name="Rectangle 343">
            <a:extLst>
              <a:ext uri="{FF2B5EF4-FFF2-40B4-BE49-F238E27FC236}">
                <a16:creationId xmlns:a16="http://schemas.microsoft.com/office/drawing/2014/main" id="{14344E72-377B-D417-36DA-A76308844278}"/>
              </a:ext>
            </a:extLst>
          </p:cNvPr>
          <p:cNvSpPr/>
          <p:nvPr/>
        </p:nvSpPr>
        <p:spPr>
          <a:xfrm>
            <a:off x="11495157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5" name="Rectangle 344">
            <a:extLst>
              <a:ext uri="{FF2B5EF4-FFF2-40B4-BE49-F238E27FC236}">
                <a16:creationId xmlns:a16="http://schemas.microsoft.com/office/drawing/2014/main" id="{7AE7BA98-367D-9F98-6373-82D937C35C92}"/>
              </a:ext>
            </a:extLst>
          </p:cNvPr>
          <p:cNvSpPr/>
          <p:nvPr/>
        </p:nvSpPr>
        <p:spPr>
          <a:xfrm>
            <a:off x="11495157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6" name="Rectangle 345">
            <a:extLst>
              <a:ext uri="{FF2B5EF4-FFF2-40B4-BE49-F238E27FC236}">
                <a16:creationId xmlns:a16="http://schemas.microsoft.com/office/drawing/2014/main" id="{338120AD-8ADF-3975-17B6-5A24A534F6AE}"/>
              </a:ext>
            </a:extLst>
          </p:cNvPr>
          <p:cNvSpPr/>
          <p:nvPr/>
        </p:nvSpPr>
        <p:spPr>
          <a:xfrm>
            <a:off x="11495157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2835911-28CB-3D48-856B-4569D6095923}"/>
              </a:ext>
            </a:extLst>
          </p:cNvPr>
          <p:cNvSpPr/>
          <p:nvPr/>
        </p:nvSpPr>
        <p:spPr>
          <a:xfrm>
            <a:off x="11495157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8" name="Rectangle 347">
            <a:extLst>
              <a:ext uri="{FF2B5EF4-FFF2-40B4-BE49-F238E27FC236}">
                <a16:creationId xmlns:a16="http://schemas.microsoft.com/office/drawing/2014/main" id="{FFFC6853-60DE-4DEE-00A6-DC91A86DE527}"/>
              </a:ext>
            </a:extLst>
          </p:cNvPr>
          <p:cNvSpPr/>
          <p:nvPr/>
        </p:nvSpPr>
        <p:spPr>
          <a:xfrm>
            <a:off x="11495157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22BDFFD8-18A8-B5D2-84EB-0341B0C4D8B6}"/>
              </a:ext>
            </a:extLst>
          </p:cNvPr>
          <p:cNvSpPr/>
          <p:nvPr/>
        </p:nvSpPr>
        <p:spPr>
          <a:xfrm>
            <a:off x="11495157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26E23CEB-3110-7B98-DF81-5866634B6622}"/>
              </a:ext>
            </a:extLst>
          </p:cNvPr>
          <p:cNvSpPr/>
          <p:nvPr/>
        </p:nvSpPr>
        <p:spPr>
          <a:xfrm>
            <a:off x="11495157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1" name="Rectangle 350">
            <a:extLst>
              <a:ext uri="{FF2B5EF4-FFF2-40B4-BE49-F238E27FC236}">
                <a16:creationId xmlns:a16="http://schemas.microsoft.com/office/drawing/2014/main" id="{55D1E8D1-E55A-529C-4139-75FF5A4C0D7A}"/>
              </a:ext>
            </a:extLst>
          </p:cNvPr>
          <p:cNvSpPr/>
          <p:nvPr/>
        </p:nvSpPr>
        <p:spPr>
          <a:xfrm>
            <a:off x="11495157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95EDC1C6-5653-C6B9-300A-96E96EABDB73}"/>
              </a:ext>
            </a:extLst>
          </p:cNvPr>
          <p:cNvSpPr/>
          <p:nvPr/>
        </p:nvSpPr>
        <p:spPr>
          <a:xfrm>
            <a:off x="11495157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3" name="Rectangle 352">
            <a:extLst>
              <a:ext uri="{FF2B5EF4-FFF2-40B4-BE49-F238E27FC236}">
                <a16:creationId xmlns:a16="http://schemas.microsoft.com/office/drawing/2014/main" id="{CC8043CF-9984-54E9-2C88-27764BB713C5}"/>
              </a:ext>
            </a:extLst>
          </p:cNvPr>
          <p:cNvSpPr/>
          <p:nvPr/>
        </p:nvSpPr>
        <p:spPr>
          <a:xfrm>
            <a:off x="11319002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4" name="Rectangle 353">
            <a:extLst>
              <a:ext uri="{FF2B5EF4-FFF2-40B4-BE49-F238E27FC236}">
                <a16:creationId xmlns:a16="http://schemas.microsoft.com/office/drawing/2014/main" id="{55562093-F70F-4808-8C18-6A69AE16F88B}"/>
              </a:ext>
            </a:extLst>
          </p:cNvPr>
          <p:cNvSpPr/>
          <p:nvPr/>
        </p:nvSpPr>
        <p:spPr>
          <a:xfrm>
            <a:off x="11319002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5" name="Rectangle 354">
            <a:extLst>
              <a:ext uri="{FF2B5EF4-FFF2-40B4-BE49-F238E27FC236}">
                <a16:creationId xmlns:a16="http://schemas.microsoft.com/office/drawing/2014/main" id="{9D86298B-0DE5-1F28-190D-F3AACC0B76D7}"/>
              </a:ext>
            </a:extLst>
          </p:cNvPr>
          <p:cNvSpPr/>
          <p:nvPr/>
        </p:nvSpPr>
        <p:spPr>
          <a:xfrm>
            <a:off x="11319002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6" name="Rectangle 355">
            <a:extLst>
              <a:ext uri="{FF2B5EF4-FFF2-40B4-BE49-F238E27FC236}">
                <a16:creationId xmlns:a16="http://schemas.microsoft.com/office/drawing/2014/main" id="{76CB8666-D601-4341-3B0B-F4876A17EF7F}"/>
              </a:ext>
            </a:extLst>
          </p:cNvPr>
          <p:cNvSpPr/>
          <p:nvPr/>
        </p:nvSpPr>
        <p:spPr>
          <a:xfrm>
            <a:off x="11319002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7" name="Rectangle 356">
            <a:extLst>
              <a:ext uri="{FF2B5EF4-FFF2-40B4-BE49-F238E27FC236}">
                <a16:creationId xmlns:a16="http://schemas.microsoft.com/office/drawing/2014/main" id="{F4B89495-C60B-9DA6-CF6F-A50DBB6E4777}"/>
              </a:ext>
            </a:extLst>
          </p:cNvPr>
          <p:cNvSpPr/>
          <p:nvPr/>
        </p:nvSpPr>
        <p:spPr>
          <a:xfrm>
            <a:off x="11319002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8" name="Rectangle 357">
            <a:extLst>
              <a:ext uri="{FF2B5EF4-FFF2-40B4-BE49-F238E27FC236}">
                <a16:creationId xmlns:a16="http://schemas.microsoft.com/office/drawing/2014/main" id="{73FAF358-C20A-5B04-F02F-9418B66B1D8B}"/>
              </a:ext>
            </a:extLst>
          </p:cNvPr>
          <p:cNvSpPr/>
          <p:nvPr/>
        </p:nvSpPr>
        <p:spPr>
          <a:xfrm>
            <a:off x="11319002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7DAFC6A0-17D2-601D-6CB8-CA8B6CDDDF80}"/>
              </a:ext>
            </a:extLst>
          </p:cNvPr>
          <p:cNvSpPr/>
          <p:nvPr/>
        </p:nvSpPr>
        <p:spPr>
          <a:xfrm>
            <a:off x="11319002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3E633EE3-19E8-C120-CFDF-815DF0970132}"/>
              </a:ext>
            </a:extLst>
          </p:cNvPr>
          <p:cNvSpPr/>
          <p:nvPr/>
        </p:nvSpPr>
        <p:spPr>
          <a:xfrm>
            <a:off x="11319002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1" name="Rectangle 360">
            <a:extLst>
              <a:ext uri="{FF2B5EF4-FFF2-40B4-BE49-F238E27FC236}">
                <a16:creationId xmlns:a16="http://schemas.microsoft.com/office/drawing/2014/main" id="{F72CB5BE-2148-7F39-7942-160839D0A709}"/>
              </a:ext>
            </a:extLst>
          </p:cNvPr>
          <p:cNvSpPr/>
          <p:nvPr/>
        </p:nvSpPr>
        <p:spPr>
          <a:xfrm>
            <a:off x="11319002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2" name="Rectangle 361">
            <a:extLst>
              <a:ext uri="{FF2B5EF4-FFF2-40B4-BE49-F238E27FC236}">
                <a16:creationId xmlns:a16="http://schemas.microsoft.com/office/drawing/2014/main" id="{02A2A91A-6889-0975-C59C-E9573A14EEAE}"/>
              </a:ext>
            </a:extLst>
          </p:cNvPr>
          <p:cNvSpPr/>
          <p:nvPr/>
        </p:nvSpPr>
        <p:spPr>
          <a:xfrm>
            <a:off x="11319002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DA85D54B-BDF7-463B-685A-DF503823E8DD}"/>
              </a:ext>
            </a:extLst>
          </p:cNvPr>
          <p:cNvSpPr txBox="1">
            <a:spLocks/>
          </p:cNvSpPr>
          <p:nvPr/>
        </p:nvSpPr>
        <p:spPr>
          <a:xfrm>
            <a:off x="614816" y="1173606"/>
            <a:ext cx="2523145" cy="246221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>
            <a:lvl1pPr marL="0" lvl="0" indent="0" defTabSz="895350" eaLnBrk="1" latinLnBrk="0" hangingPunct="1">
              <a:buClr>
                <a:schemeClr val="tx2"/>
              </a:buClr>
              <a:buSzPct val="100000"/>
              <a:defRPr sz="1400" baseline="0">
                <a:latin typeface="+mn-lt"/>
              </a:defRPr>
            </a:lvl1pPr>
            <a:lvl2pPr marL="193675" lvl="1" indent="-192088" defTabSz="895350" eaLnBrk="1" latinLnBrk="0" hangingPunct="1">
              <a:buClr>
                <a:schemeClr val="tx2"/>
              </a:buClr>
              <a:buSzPct val="125000"/>
              <a:buFont typeface="Arial" charset="0"/>
              <a:buChar char="▪"/>
              <a:defRPr sz="1400" baseline="0">
                <a:latin typeface="+mn-lt"/>
              </a:defRPr>
            </a:lvl2pPr>
            <a:lvl3pPr marL="457200" lvl="2" indent="-261938" defTabSz="895350" eaLnBrk="1" latinLnBrk="0" hangingPunct="1">
              <a:buClr>
                <a:schemeClr val="tx2"/>
              </a:buClr>
              <a:buSzPct val="120000"/>
              <a:buFont typeface="Arial" charset="0"/>
              <a:buChar char="–"/>
              <a:defRPr sz="1400" baseline="0">
                <a:latin typeface="+mn-lt"/>
              </a:defRPr>
            </a:lvl3pPr>
            <a:lvl4pPr marL="614363" lvl="3" indent="-155575" defTabSz="895350" eaLnBrk="1" latinLnBrk="0" hangingPunct="1">
              <a:buClr>
                <a:schemeClr val="tx2"/>
              </a:buClr>
              <a:buSzPct val="120000"/>
              <a:buFont typeface="Arial" charset="0"/>
              <a:buChar char="▫"/>
              <a:defRPr sz="1400" baseline="0">
                <a:latin typeface="+mn-lt"/>
              </a:defRPr>
            </a:lvl4pPr>
            <a:lvl5pPr marL="749808" lvl="4" indent="-130175" defTabSz="895350" eaLnBrk="1" latinLnBrk="0" hangingPunct="1">
              <a:buClr>
                <a:schemeClr val="tx2"/>
              </a:buClr>
              <a:buSzPct val="89000"/>
              <a:buFont typeface="Arial" charset="0"/>
              <a:buChar char="-"/>
              <a:defRPr sz="1400" baseline="0">
                <a:latin typeface="+mn-lt"/>
              </a:defRPr>
            </a:lvl5pPr>
            <a:lvl6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6pPr>
            <a:lvl7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7pPr>
            <a:lvl8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8pPr>
            <a:lvl9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9pPr>
          </a:lstStyle>
          <a:p>
            <a:pPr marL="1587" marR="0" lvl="1" indent="0" algn="l" defTabSz="89535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25000"/>
              <a:buFont typeface="Arial" charset="0"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What is a domain?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130" name="LineBasicStrong 49">
            <a:extLst>
              <a:ext uri="{FF2B5EF4-FFF2-40B4-BE49-F238E27FC236}">
                <a16:creationId xmlns:a16="http://schemas.microsoft.com/office/drawing/2014/main" id="{57AFCC21-1EB3-9474-5979-1D0C1F1FF066}"/>
              </a:ext>
            </a:extLst>
          </p:cNvPr>
          <p:cNvCxnSpPr>
            <a:cxnSpLocks/>
          </p:cNvCxnSpPr>
          <p:nvPr>
            <p:custDataLst>
              <p:tags r:id="rId6"/>
            </p:custDataLst>
          </p:nvPr>
        </p:nvCxnSpPr>
        <p:spPr>
          <a:xfrm>
            <a:off x="614815" y="1490552"/>
            <a:ext cx="2523145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Google Shape;5788;p659">
            <a:extLst>
              <a:ext uri="{FF2B5EF4-FFF2-40B4-BE49-F238E27FC236}">
                <a16:creationId xmlns:a16="http://schemas.microsoft.com/office/drawing/2014/main" id="{9CD7527F-575B-0B37-A2E2-35E86C1C01C4}"/>
              </a:ext>
            </a:extLst>
          </p:cNvPr>
          <p:cNvSpPr>
            <a:spLocks/>
          </p:cNvSpPr>
          <p:nvPr/>
        </p:nvSpPr>
        <p:spPr>
          <a:xfrm>
            <a:off x="4049906" y="6146029"/>
            <a:ext cx="7868039" cy="303777"/>
          </a:xfrm>
          <a:prstGeom prst="roundRect">
            <a:avLst/>
          </a:prstGeom>
          <a:solidFill>
            <a:schemeClr val="accent3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868" tIns="121868" rIns="121868" bIns="121868" anchor="ctr" anchorCtr="0">
            <a:noAutofit/>
          </a:bodyPr>
          <a:lstStyle/>
          <a:p>
            <a:pPr marL="0" marR="0" lvl="0" indent="0" algn="ctr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 domain can have multiple business units or functions depending on the org structure of the enterprise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78828F-5BAD-BC62-6BF0-04BE56622041}"/>
              </a:ext>
            </a:extLst>
          </p:cNvPr>
          <p:cNvSpPr/>
          <p:nvPr/>
        </p:nvSpPr>
        <p:spPr>
          <a:xfrm>
            <a:off x="6342419" y="1194224"/>
            <a:ext cx="3343694" cy="4889519"/>
          </a:xfrm>
          <a:prstGeom prst="rect">
            <a:avLst/>
          </a:prstGeom>
          <a:noFill/>
          <a:ln w="19050" cap="sq">
            <a:solidFill>
              <a:schemeClr val="accent2"/>
            </a:solidFill>
            <a:prstDash val="lgDash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477792-F2FE-BC7D-158A-47F916818021}"/>
              </a:ext>
            </a:extLst>
          </p:cNvPr>
          <p:cNvSpPr txBox="1"/>
          <p:nvPr/>
        </p:nvSpPr>
        <p:spPr>
          <a:xfrm>
            <a:off x="6342419" y="957765"/>
            <a:ext cx="954333" cy="1692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i="1" u="none" strike="noStrike" kern="1200" cap="none" spc="0" normalizeH="0" baseline="0" noProof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Recommended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D5452CA-B433-4D68-9042-24C1E03103F1}"/>
              </a:ext>
            </a:extLst>
          </p:cNvPr>
          <p:cNvCxnSpPr>
            <a:cxnSpLocks/>
          </p:cNvCxnSpPr>
          <p:nvPr/>
        </p:nvCxnSpPr>
        <p:spPr>
          <a:xfrm>
            <a:off x="3612618" y="1173606"/>
            <a:ext cx="0" cy="4910137"/>
          </a:xfrm>
          <a:prstGeom prst="line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A15E623-BF77-9BC3-F89D-7F7FE0E0CB31}"/>
              </a:ext>
            </a:extLst>
          </p:cNvPr>
          <p:cNvSpPr txBox="1">
            <a:spLocks/>
          </p:cNvSpPr>
          <p:nvPr/>
        </p:nvSpPr>
        <p:spPr>
          <a:xfrm>
            <a:off x="630319" y="1611681"/>
            <a:ext cx="2622036" cy="47397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One unit of transformation </a:t>
            </a:r>
            <a:r>
              <a:rPr lang="en-US" dirty="0"/>
              <a:t>— an end-to-end journey, workflow, or function reimagined as a whole, not use case by use case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 meaningful value pool </a:t>
            </a:r>
            <a:r>
              <a:rPr lang="en-US" dirty="0"/>
              <a:t>— material upside in revenue, cost, risk, or customer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Big enough to matter, specific enough to own </a:t>
            </a:r>
            <a:r>
              <a:rPr lang="en-US" dirty="0"/>
              <a:t>— one accountable owner, a measurable baseline, a sequence able roadmap</a:t>
            </a:r>
          </a:p>
        </p:txBody>
      </p:sp>
      <p:grpSp>
        <p:nvGrpSpPr>
          <p:cNvPr id="24" name="ThreeChevronBlue 24">
            <a:extLst>
              <a:ext uri="{FF2B5EF4-FFF2-40B4-BE49-F238E27FC236}">
                <a16:creationId xmlns:a16="http://schemas.microsoft.com/office/drawing/2014/main" id="{CD12F1A1-9A4A-2D02-B750-BE893E5B187F}"/>
              </a:ext>
            </a:extLst>
          </p:cNvPr>
          <p:cNvGrpSpPr>
            <a:grpSpLocks noChangeAspect="1"/>
          </p:cNvGrpSpPr>
          <p:nvPr>
            <p:custDataLst>
              <p:tags r:id="rId7"/>
            </p:custDataLst>
          </p:nvPr>
        </p:nvGrpSpPr>
        <p:grpSpPr>
          <a:xfrm>
            <a:off x="3414504" y="2915895"/>
            <a:ext cx="396228" cy="396228"/>
            <a:chOff x="1016000" y="1016000"/>
            <a:chExt cx="396228" cy="396228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B89488F-FFE0-CF35-15BF-53662FF69DEE}"/>
                </a:ext>
              </a:extLst>
            </p:cNvPr>
            <p:cNvSpPr/>
            <p:nvPr/>
          </p:nvSpPr>
          <p:spPr>
            <a:xfrm>
              <a:off x="1016000" y="1016000"/>
              <a:ext cx="396228" cy="396228"/>
            </a:xfrm>
            <a:prstGeom prst="ellipse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err="1">
                <a:solidFill>
                  <a:schemeClr val="bg1"/>
                </a:solidFill>
              </a:endParaRPr>
            </a:p>
          </p:txBody>
        </p:sp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88F4EBE7-DA6B-9FE6-63D9-C5B5AE26418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1023614" y="1023614"/>
              <a:ext cx="381000" cy="381000"/>
            </a:xfrm>
            <a:prstGeom prst="rect">
              <a:avLst/>
            </a:prstGeom>
          </p:spPr>
        </p:pic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133147E1-C22C-077F-C436-CDAF4329E9C5}"/>
              </a:ext>
            </a:extLst>
          </p:cNvPr>
          <p:cNvSpPr txBox="1">
            <a:spLocks/>
          </p:cNvSpPr>
          <p:nvPr/>
        </p:nvSpPr>
        <p:spPr>
          <a:xfrm>
            <a:off x="6538430" y="4674934"/>
            <a:ext cx="2882397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46" name="LineBasicStrong 49">
            <a:extLst>
              <a:ext uri="{FF2B5EF4-FFF2-40B4-BE49-F238E27FC236}">
                <a16:creationId xmlns:a16="http://schemas.microsoft.com/office/drawing/2014/main" id="{2959AB0F-1901-884B-E89D-389ED65804A2}"/>
              </a:ext>
            </a:extLst>
          </p:cNvPr>
          <p:cNvCxnSpPr>
            <a:cxnSpLocks/>
          </p:cNvCxnSpPr>
          <p:nvPr>
            <p:custDataLst>
              <p:tags r:id="rId8"/>
            </p:custDataLst>
          </p:nvPr>
        </p:nvCxnSpPr>
        <p:spPr>
          <a:xfrm>
            <a:off x="6538431" y="4643150"/>
            <a:ext cx="2882397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F0A9BBB4-05BD-1EAF-B08E-94E1EC22D2B2}"/>
              </a:ext>
            </a:extLst>
          </p:cNvPr>
          <p:cNvGrpSpPr/>
          <p:nvPr/>
        </p:nvGrpSpPr>
        <p:grpSpPr>
          <a:xfrm>
            <a:off x="6500331" y="5020149"/>
            <a:ext cx="1249617" cy="185928"/>
            <a:chOff x="6500331" y="5020149"/>
            <a:chExt cx="1249617" cy="185928"/>
          </a:xfrm>
        </p:grpSpPr>
        <p:sp>
          <p:nvSpPr>
            <p:cNvPr id="47" name="TrackerNumBlue 47">
              <a:extLst>
                <a:ext uri="{FF2B5EF4-FFF2-40B4-BE49-F238E27FC236}">
                  <a16:creationId xmlns:a16="http://schemas.microsoft.com/office/drawing/2014/main" id="{4A1EBD4D-57BD-CCBA-005F-DF9AAAC1411E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6500331" y="502014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99F19E1-123F-1A03-3B57-136F24F09D4A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020780"/>
              <a:ext cx="1027847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PDLC/SDLC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7AAAC28-0EF7-5006-4179-E414BABF7734}"/>
              </a:ext>
            </a:extLst>
          </p:cNvPr>
          <p:cNvGrpSpPr/>
          <p:nvPr/>
        </p:nvGrpSpPr>
        <p:grpSpPr>
          <a:xfrm>
            <a:off x="8065053" y="5463420"/>
            <a:ext cx="1593852" cy="185928"/>
            <a:chOff x="8065053" y="5020149"/>
            <a:chExt cx="1593852" cy="185928"/>
          </a:xfrm>
        </p:grpSpPr>
        <p:sp>
          <p:nvSpPr>
            <p:cNvPr id="52" name="TrackerNumBlue 47">
              <a:extLst>
                <a:ext uri="{FF2B5EF4-FFF2-40B4-BE49-F238E27FC236}">
                  <a16:creationId xmlns:a16="http://schemas.microsoft.com/office/drawing/2014/main" id="{B13C0FA8-F562-4D6B-27E9-5889B6988795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8065053" y="502014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439178F-609A-895D-BDEA-EB713211C268}"/>
                </a:ext>
              </a:extLst>
            </p:cNvPr>
            <p:cNvSpPr txBox="1">
              <a:spLocks/>
            </p:cNvSpPr>
            <p:nvPr/>
          </p:nvSpPr>
          <p:spPr>
            <a:xfrm>
              <a:off x="8298333" y="5020149"/>
              <a:ext cx="1360572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defPPr>
                <a:defRPr lang="en-US"/>
              </a:defPPr>
              <a:lvl1pPr marR="0" lvl="0" indent="0" fontAlgn="auto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 kumimoji="0" sz="1200" b="0" i="1" u="none" strike="noStrike" cap="none" spc="0" normalizeH="0" baseline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Arial"/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dirty="0">
                  <a:solidFill>
                    <a:schemeClr val="tx1"/>
                  </a:solidFill>
                </a:rPr>
                <a:t>Product marketing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3C68112-68C9-FD49-F541-1EE25D2655F2}"/>
              </a:ext>
            </a:extLst>
          </p:cNvPr>
          <p:cNvGrpSpPr/>
          <p:nvPr/>
        </p:nvGrpSpPr>
        <p:grpSpPr>
          <a:xfrm>
            <a:off x="8065053" y="5020149"/>
            <a:ext cx="1491299" cy="185928"/>
            <a:chOff x="6500331" y="5791264"/>
            <a:chExt cx="1491299" cy="185928"/>
          </a:xfrm>
        </p:grpSpPr>
        <p:sp>
          <p:nvSpPr>
            <p:cNvPr id="50" name="TrackerNumBlue 47">
              <a:extLst>
                <a:ext uri="{FF2B5EF4-FFF2-40B4-BE49-F238E27FC236}">
                  <a16:creationId xmlns:a16="http://schemas.microsoft.com/office/drawing/2014/main" id="{D3831E9B-97AF-DC12-6AA3-B8E9549BC2E7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6500331" y="5791264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D63F859-FCCA-C588-48DE-924208F08581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792526"/>
              <a:ext cx="1269529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Sales enablement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36826DF7-A985-CCDF-96D4-B883E1F887A3}"/>
              </a:ext>
            </a:extLst>
          </p:cNvPr>
          <p:cNvGrpSpPr/>
          <p:nvPr/>
        </p:nvGrpSpPr>
        <p:grpSpPr>
          <a:xfrm>
            <a:off x="6500331" y="5462788"/>
            <a:ext cx="1526259" cy="185928"/>
            <a:chOff x="6500331" y="5431469"/>
            <a:chExt cx="1526259" cy="185928"/>
          </a:xfrm>
        </p:grpSpPr>
        <p:sp>
          <p:nvSpPr>
            <p:cNvPr id="49" name="TrackerNumBlue 47">
              <a:extLst>
                <a:ext uri="{FF2B5EF4-FFF2-40B4-BE49-F238E27FC236}">
                  <a16:creationId xmlns:a16="http://schemas.microsoft.com/office/drawing/2014/main" id="{7D8FF056-7623-4B76-82BA-F5A186DD4E69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6500331" y="543146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7359DF3-8AB7-E4A4-F465-EBE9D35588FF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432100"/>
              <a:ext cx="1304489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Client onboarding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32B69E5A-0CC6-D0C5-FB05-6D79B6FAA2E8}"/>
              </a:ext>
            </a:extLst>
          </p:cNvPr>
          <p:cNvSpPr txBox="1">
            <a:spLocks/>
          </p:cNvSpPr>
          <p:nvPr/>
        </p:nvSpPr>
        <p:spPr>
          <a:xfrm>
            <a:off x="4049906" y="4674934"/>
            <a:ext cx="2125785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29" name="LineBasicStrong 49">
            <a:extLst>
              <a:ext uri="{FF2B5EF4-FFF2-40B4-BE49-F238E27FC236}">
                <a16:creationId xmlns:a16="http://schemas.microsoft.com/office/drawing/2014/main" id="{79DB15D9-B212-91EB-326A-8BACE7A387B0}"/>
              </a:ext>
            </a:extLst>
          </p:cNvPr>
          <p:cNvCxnSpPr>
            <a:cxnSpLocks/>
          </p:cNvCxnSpPr>
          <p:nvPr>
            <p:custDataLst>
              <p:tags r:id="rId9"/>
            </p:custDataLst>
          </p:nvPr>
        </p:nvCxnSpPr>
        <p:spPr>
          <a:xfrm>
            <a:off x="4049906" y="4643150"/>
            <a:ext cx="2125785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FADF73D-4CFF-616B-8114-85D1075869DD}"/>
              </a:ext>
            </a:extLst>
          </p:cNvPr>
          <p:cNvSpPr txBox="1">
            <a:spLocks/>
          </p:cNvSpPr>
          <p:nvPr/>
        </p:nvSpPr>
        <p:spPr>
          <a:xfrm>
            <a:off x="9909779" y="4674934"/>
            <a:ext cx="1932531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31" name="LineBasicStrong 49">
            <a:extLst>
              <a:ext uri="{FF2B5EF4-FFF2-40B4-BE49-F238E27FC236}">
                <a16:creationId xmlns:a16="http://schemas.microsoft.com/office/drawing/2014/main" id="{64EE0FF1-BB0F-DBA4-6936-EA972E4E7607}"/>
              </a:ext>
            </a:extLst>
          </p:cNvPr>
          <p:cNvCxnSpPr>
            <a:cxnSpLocks/>
          </p:cNvCxnSpPr>
          <p:nvPr>
            <p:custDataLst>
              <p:tags r:id="rId10"/>
            </p:custDataLst>
          </p:nvPr>
        </p:nvCxnSpPr>
        <p:spPr>
          <a:xfrm>
            <a:off x="9909779" y="4643150"/>
            <a:ext cx="1932531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rackerNumBlue 47">
            <a:extLst>
              <a:ext uri="{FF2B5EF4-FFF2-40B4-BE49-F238E27FC236}">
                <a16:creationId xmlns:a16="http://schemas.microsoft.com/office/drawing/2014/main" id="{A56C7942-A17A-7215-5B7C-BBF34FAC9EE0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4049906" y="5020149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900A22E-47D3-27DD-87F9-A403421D0BD0}"/>
              </a:ext>
            </a:extLst>
          </p:cNvPr>
          <p:cNvSpPr txBox="1">
            <a:spLocks/>
          </p:cNvSpPr>
          <p:nvPr/>
        </p:nvSpPr>
        <p:spPr>
          <a:xfrm>
            <a:off x="4331504" y="5653989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Support services</a:t>
            </a:r>
          </a:p>
        </p:txBody>
      </p:sp>
      <p:sp>
        <p:nvSpPr>
          <p:cNvPr id="34" name="TrackerNumBlue 47">
            <a:extLst>
              <a:ext uri="{FF2B5EF4-FFF2-40B4-BE49-F238E27FC236}">
                <a16:creationId xmlns:a16="http://schemas.microsoft.com/office/drawing/2014/main" id="{802DCFDA-7465-AC2F-12FE-A2DC31B46D82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4049906" y="5335394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B5F930-3293-5967-AE64-A7C75ECE2C60}"/>
              </a:ext>
            </a:extLst>
          </p:cNvPr>
          <p:cNvSpPr txBox="1">
            <a:spLocks/>
          </p:cNvSpPr>
          <p:nvPr/>
        </p:nvSpPr>
        <p:spPr>
          <a:xfrm>
            <a:off x="4331504" y="5336025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Risk and compliance</a:t>
            </a:r>
          </a:p>
        </p:txBody>
      </p:sp>
      <p:sp>
        <p:nvSpPr>
          <p:cNvPr id="36" name="TrackerNumBlue 47">
            <a:extLst>
              <a:ext uri="{FF2B5EF4-FFF2-40B4-BE49-F238E27FC236}">
                <a16:creationId xmlns:a16="http://schemas.microsoft.com/office/drawing/2014/main" id="{D4BCC9D5-5908-D30E-CE05-04024D410616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4049906" y="5652727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B66508-B555-214E-F211-E55FCACEE380}"/>
              </a:ext>
            </a:extLst>
          </p:cNvPr>
          <p:cNvSpPr txBox="1">
            <a:spLocks/>
          </p:cNvSpPr>
          <p:nvPr/>
        </p:nvSpPr>
        <p:spPr>
          <a:xfrm>
            <a:off x="4331504" y="5021411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Full operations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39" name="TrackerNumBlue 47">
            <a:extLst>
              <a:ext uri="{FF2B5EF4-FFF2-40B4-BE49-F238E27FC236}">
                <a16:creationId xmlns:a16="http://schemas.microsoft.com/office/drawing/2014/main" id="{5E02D551-D941-A154-87F7-FB253DEF317B}"/>
              </a:ext>
            </a:extLst>
          </p:cNvPr>
          <p:cNvSpPr>
            <a:spLocks/>
          </p:cNvSpPr>
          <p:nvPr>
            <p:custDataLst>
              <p:tags r:id="rId14"/>
            </p:custDataLst>
          </p:nvPr>
        </p:nvSpPr>
        <p:spPr>
          <a:xfrm>
            <a:off x="9909779" y="5020149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AF8BA1-05ED-F180-01ED-ED23A05F265D}"/>
              </a:ext>
            </a:extLst>
          </p:cNvPr>
          <p:cNvSpPr txBox="1">
            <a:spLocks/>
          </p:cNvSpPr>
          <p:nvPr/>
        </p:nvSpPr>
        <p:spPr>
          <a:xfrm>
            <a:off x="10191377" y="5021411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1200" i="1" dirty="0"/>
              <a:t>AI-led code generation</a:t>
            </a:r>
          </a:p>
        </p:txBody>
      </p:sp>
      <p:sp>
        <p:nvSpPr>
          <p:cNvPr id="48" name="TrackerNumBlue 47">
            <a:extLst>
              <a:ext uri="{FF2B5EF4-FFF2-40B4-BE49-F238E27FC236}">
                <a16:creationId xmlns:a16="http://schemas.microsoft.com/office/drawing/2014/main" id="{382A785F-3798-EDC3-626D-0C66DEEA0A77}"/>
              </a:ext>
            </a:extLst>
          </p:cNvPr>
          <p:cNvSpPr>
            <a:spLocks/>
          </p:cNvSpPr>
          <p:nvPr>
            <p:custDataLst>
              <p:tags r:id="rId15"/>
            </p:custDataLst>
          </p:nvPr>
        </p:nvSpPr>
        <p:spPr>
          <a:xfrm>
            <a:off x="9909779" y="5335394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CCE5BDE-8250-DC2C-0CD1-7AFEA7484171}"/>
              </a:ext>
            </a:extLst>
          </p:cNvPr>
          <p:cNvSpPr txBox="1">
            <a:spLocks/>
          </p:cNvSpPr>
          <p:nvPr/>
        </p:nvSpPr>
        <p:spPr>
          <a:xfrm>
            <a:off x="10191377" y="5335394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AI-led contract review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0" name="TrackerNumBlue 47">
            <a:extLst>
              <a:ext uri="{FF2B5EF4-FFF2-40B4-BE49-F238E27FC236}">
                <a16:creationId xmlns:a16="http://schemas.microsoft.com/office/drawing/2014/main" id="{AFFBFC12-91B1-B99E-DE7A-6B1E058B83BF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9909779" y="5652727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6D0125-1B4F-794A-9196-B58BF55F0431}"/>
              </a:ext>
            </a:extLst>
          </p:cNvPr>
          <p:cNvSpPr txBox="1">
            <a:spLocks/>
          </p:cNvSpPr>
          <p:nvPr/>
        </p:nvSpPr>
        <p:spPr>
          <a:xfrm>
            <a:off x="10191377" y="5653989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Automated lead gen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372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383208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c90ee1e1-c015-415f-8aa1-dd21303cc84c"/>
  <p:tag name="NEWVI" val="true"/>
  <p:tag name="TEMPLATELASTEDITTED" val="2019-02-25 12:05 PM"/>
  <p:tag name="TEMPLATECREATED" val="2019-02-27 01:18 PM"/>
  <p:tag name="TEMPLATEVERSION" val="3"/>
  <p:tag name="BLUEONEFOURTHTITLEFONTCOLORFIXED" val="true"/>
  <p:tag name="DARKLAYOUTNAMESCHANGEDTOCONTRAST" val="true"/>
  <p:tag name="THINKCELLPRESENTATIONDONOTDELETE" val="&lt;?xml version=&quot;1.0&quot; encoding=&quot;UTF-16&quot; standalone=&quot;yes&quot;?&gt;&lt;root reqver=&quot;25060&quot;&gt;&lt;version val=&quot;28144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-%1-%Y&lt;/m_strFormatTime&gt;&lt;m_yearfmt&gt;&lt;begin val=&quot;0&quot;/&gt;&lt;end val=&quot;0&quot;/&gt;&lt;/m_yearfmt&gt;&lt;/m_precDefaultDate&gt;&lt;m_precDefaultYear&gt;&lt;m_yearfmt&gt;&lt;begin val=&quot;0&quot;/&gt;&lt;end val=&quot;4&quot;/&gt;&lt;/m_yearfmt&gt;&lt;/m_precDefaultYear&gt;&lt;m_precDefaultQuarter&gt;&lt;m_yearfmt&gt;&lt;begin val=&quot;0&quot;/&gt;&lt;end val=&quot;4&quot;/&gt;&lt;/m_yearfmt&gt;&lt;/m_precDefaultQuarter&gt;&lt;m_precDefaultMonth&gt;&lt;m_yearfmt&gt;&lt;begin val=&quot;0&quot;/&gt;&lt;end val=&quot;4&quot;/&gt;&lt;/m_yearfmt&gt;&lt;/m_precDefaultMonth&gt;&lt;m_precDefaultWeek&gt;&lt;m_yearfmt&gt;&lt;begin val=&quot;0&quot;/&gt;&lt;end val=&quot;4&quot;/&gt;&lt;/m_yearfmt&gt;&lt;/m_precDefaultWeek&gt;&lt;m_precDefaultDay&gt;&lt;m_yearfmt&gt;&lt;begin val=&quot;0&quot;/&gt;&lt;end val=&quot;4&quot;/&gt;&lt;/m_yearfmt&gt;&lt;/m_precDefaultDay&gt;&lt;m_mruColor&gt;&lt;m_vecMRU length=&quot;0&quot;/&gt;&lt;/m_mruColor&gt;&lt;m_eweekdayFirstOfWeek val=&quot;1&quot;/&gt;&lt;m_eweekdayFirstOfWorkweek val=&quot;2&quot;/&gt;&lt;m_eweekdayFirstOfWeekend val=&quot;7&quot;/&gt;&lt;/CPresentation&gt;&lt;/root&gt;"/>
  <p:tag name="THINKCELLUNDODONOTDELETE" val="0"/>
  <p:tag name="TEMPLATELASTEDITED" val="2024-05-30 01:34 PM"/>
  <p:tag name="ICONENCLOSURE" val="True"/>
  <p:tag name="LINKEDPICTURESLINKREMOVED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Ub1LmWUTH66PHUHOGMc5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a5NG5p6QVlH6GlSHMQ0R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nuZ.dr0dtPKYSWmGw_6Yg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UQibaDMIQaIJXCExx3CSg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.WNeMwRPaNOv4PeDFU5Q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XdkIixRi6Hs.rBsPur2w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4Ps3taQqK3C0NeBEvQLA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0sklhGDg_J5JkHAJOV5JQ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cd9z.T0ityQiOhevFTgFQ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kG5iHMTSC2mGhtG.mpRUA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sZQyKFgCFD5XAZPv3AWBQ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h.LyJP9Ef7CM8T6PUBqdw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aJMKD2AQ9e77MMhub83YA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P6iKZZoTDSflm.OoOVoMA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LRCzsv.ik_t3bs5QJ6VLg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Ppd5uKiKgbfSxqQQ0aBGA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PFw0tr2VymfPrG.nUcDKQ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YhlT7lGQomWkE8tnMs3lw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White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White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YMBOLNAME" val="PlusSign"/>
  <p:tag name="CIRCLESTATUS" val="White"/>
  <p:tag name="NAME" val="PlusSignWhite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YMBOLNAME" val="PlusSign"/>
  <p:tag name="CIRCLESTATUS" val="White"/>
  <p:tag name="NAME" val="PlusSignWhite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LOOKUP" val="2025082516333551828414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IRCLESTATUS" val="Blue"/>
  <p:tag name="NAME" val="ThreeChevronBlue"/>
  <p:tag name="SYMBOLNAME" val="ThreeChevron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heme/theme1.xml><?xml version="1.0" encoding="utf-8"?>
<a:theme xmlns:a="http://schemas.openxmlformats.org/drawingml/2006/main" name="White">
  <a:themeElements>
    <a:clrScheme name="Custom 10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61F79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1F40E6"/>
      </a:hlink>
      <a:folHlink>
        <a:srgbClr val="8C5AC8"/>
      </a:folHlink>
    </a:clrScheme>
    <a:fontScheme name="Whit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White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061F79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1F40E6"/>
        </a:hlink>
        <a:folHlink>
          <a:srgbClr val="8C5AC8"/>
        </a:folHlink>
      </a:clrScheme>
    </a:extraClrScheme>
  </a:extraClrSchemeLst>
  <a:custClrLst>
    <a:custClr name="Electric Blue 900">
      <a:srgbClr val="061F79"/>
    </a:custClr>
    <a:custClr name="Electric Blue 700">
      <a:srgbClr val="1537BA"/>
    </a:custClr>
    <a:custClr name="Electric Blue 500">
      <a:srgbClr val="2251FF"/>
    </a:custClr>
    <a:custClr name="Electric Blue 300">
      <a:srgbClr val="5E9DFF"/>
    </a:custClr>
    <a:custClr name="Electric Blue 200">
      <a:srgbClr val="99C4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Deep Blue 900">
      <a:srgbClr val="051C2C"/>
    </a:custClr>
    <a:custClr name="Electric Blue 800">
      <a:srgbClr val="0E2B99"/>
    </a:custClr>
    <a:custClr name="Electric Blue 500">
      <a:srgbClr val="2251FF"/>
    </a:custClr>
    <a:custClr name="Electric Blue 200">
      <a:srgbClr val="99C4FF"/>
    </a:custClr>
    <a:custClr name="Gray 10%">
      <a:srgbClr val="E6E6E6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Marine Green 900">
      <a:srgbClr val="108980"/>
    </a:custClr>
    <a:custClr name="Marine Green 700">
      <a:srgbClr val="14B8AB"/>
    </a:custClr>
    <a:custClr name="Marine Green 500">
      <a:srgbClr val="0BDACB"/>
    </a:custClr>
    <a:custClr name="Marine Green 300">
      <a:srgbClr val="75F0E7"/>
    </a:custClr>
    <a:custClr name="Sand Neutral 300">
      <a:srgbClr val="E6D7BC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900">
      <a:srgbClr val="051C2C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DE15729B-A53C-4F17-8E30-E89302E1D290}"/>
    </a:ext>
  </a:extLst>
</a:theme>
</file>

<file path=ppt/theme/theme2.xml><?xml version="1.0" encoding="utf-8"?>
<a:theme xmlns:a="http://schemas.openxmlformats.org/drawingml/2006/main" name="Contrast">
  <a:themeElements>
    <a:clrScheme name="Custom 18">
      <a:dk1>
        <a:srgbClr val="FFFFFF"/>
      </a:dk1>
      <a:lt1>
        <a:srgbClr val="051C2C"/>
      </a:lt1>
      <a:dk2>
        <a:srgbClr val="000000"/>
      </a:dk2>
      <a:lt2>
        <a:srgbClr val="000000"/>
      </a:lt2>
      <a:accent1>
        <a:srgbClr val="FFFFFF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00A9F4"/>
      </a:hlink>
      <a:folHlink>
        <a:srgbClr val="8C5AC8"/>
      </a:folHlink>
    </a:clrScheme>
    <a:fontScheme name="Scheme Blu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Blue">
        <a:dk1>
          <a:srgbClr val="FFFFFF"/>
        </a:dk1>
        <a:lt1>
          <a:srgbClr val="051C2C"/>
        </a:lt1>
        <a:dk2>
          <a:srgbClr val="000000"/>
        </a:dk2>
        <a:lt2>
          <a:srgbClr val="000000"/>
        </a:lt2>
        <a:accent1>
          <a:srgbClr val="FFFFFF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00A9F4"/>
        </a:hlink>
        <a:folHlink>
          <a:srgbClr val="8C5AC8"/>
        </a:folHlink>
      </a:clrScheme>
    </a:extraClrScheme>
  </a:extraClrSchemeLst>
  <a:custClrLst>
    <a:custClr name="Cyan 200">
      <a:srgbClr val="99E6FF"/>
    </a:custClr>
    <a:custClr name="Cyan 300">
      <a:srgbClr val="6ECBF7"/>
    </a:custClr>
    <a:custClr name="Cyan 500">
      <a:srgbClr val="00A9F4"/>
    </a:custClr>
    <a:custClr name="Cyan 700">
      <a:srgbClr val="0679C3"/>
    </a:custClr>
    <a:custClr name="Cyan 900">
      <a:srgbClr val="084D91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Cyan 700">
      <a:srgbClr val="0679C3"/>
    </a:custClr>
    <a:custClr name="Cyan 300">
      <a:srgbClr val="6ECBF7"/>
    </a:custClr>
    <a:custClr name="Gray 10%">
      <a:srgbClr val="E6E6E6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900">
      <a:srgbClr val="108980"/>
    </a:custClr>
    <a:custClr name="Marine Green 600">
      <a:srgbClr val="10CBBC"/>
    </a:custClr>
    <a:custClr name="Sand Neutral 300">
      <a:srgbClr val="E6D7BC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Electric Blue 900">
      <a:srgbClr val="061F79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700">
      <a:srgbClr val="103559"/>
    </a:custClr>
    <a:custClr name="Deep Blue 600">
      <a:srgbClr val="1B456E"/>
    </a:custClr>
    <a:custClr name="Deep Blue 500">
      <a:srgbClr val="2B5580"/>
    </a:custClr>
    <a:custClr name="Deep Blue 300">
      <a:srgbClr val="5380AC"/>
    </a:custClr>
    <a:custClr name="Deep Blue 200">
      <a:srgbClr val="82A6C9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B1915C88-7403-4DE5-8BD1-7CFB569789DE}"/>
    </a:ext>
  </a:extLst>
</a:theme>
</file>

<file path=ppt/theme/theme3.xml><?xml version="1.0" encoding="utf-8"?>
<a:theme xmlns:a="http://schemas.openxmlformats.org/drawingml/2006/main" name="Office Theme">
  <a:themeElements>
    <a:clrScheme name="Custom Scheme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Custom Scheme 2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2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05D7FC1-4B3C-41F0-ACC6-320D438A080B}">
  <we:reference id="5332053f-08b1-4ad5-b936-144d44d33f40" version="2.62.2.0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2B347756AEE8344BB28CD44EC2B7328" ma:contentTypeVersion="14" ma:contentTypeDescription="Create a new document." ma:contentTypeScope="" ma:versionID="7848285eb86c98fd3225cd5e062a9123">
  <xsd:schema xmlns:xsd="http://www.w3.org/2001/XMLSchema" xmlns:xs="http://www.w3.org/2001/XMLSchema" xmlns:p="http://schemas.microsoft.com/office/2006/metadata/properties" xmlns:ns2="c1ca735a-14db-4567-a159-d67c2473f960" xmlns:ns3="a97def03-4829-427a-a25e-2157731fbb05" targetNamespace="http://schemas.microsoft.com/office/2006/metadata/properties" ma:root="true" ma:fieldsID="b59c3fcbebbca2e69bd6f4f4a8da0cee" ns2:_="" ns3:_="">
    <xsd:import namespace="c1ca735a-14db-4567-a159-d67c2473f960"/>
    <xsd:import namespace="a97def03-4829-427a-a25e-2157731fbb0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1ca735a-14db-4567-a159-d67c2473f96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18eb3a52-a9ad-454e-96a1-46bb4cd16a8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7def03-4829-427a-a25e-2157731fbb05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42e6c6cb-bb7d-451c-b4ef-6310a7d27395}" ma:internalName="TaxCatchAll" ma:showField="CatchAllData" ma:web="a97def03-4829-427a-a25e-2157731fbb0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1ca735a-14db-4567-a159-d67c2473f960">
      <Terms xmlns="http://schemas.microsoft.com/office/infopath/2007/PartnerControls"/>
    </lcf76f155ced4ddcb4097134ff3c332f>
    <TaxCatchAll xmlns="a97def03-4829-427a-a25e-2157731fbb05" xsi:nil="true"/>
  </documentManagement>
</p:properties>
</file>

<file path=customXml/itemProps1.xml><?xml version="1.0" encoding="utf-8"?>
<ds:datastoreItem xmlns:ds="http://schemas.openxmlformats.org/officeDocument/2006/customXml" ds:itemID="{F4E74280-4338-4575-9228-D65BD4AFFAC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1ca735a-14db-4567-a159-d67c2473f960"/>
    <ds:schemaRef ds:uri="a97def03-4829-427a-a25e-2157731fbb0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B50EE39-9B4D-4C3C-8505-D8D6A5EC6B2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7DF283F-4B82-4892-8EF9-70B9B3E3286B}">
  <ds:schemaRefs>
    <ds:schemaRef ds:uri="a97def03-4829-427a-a25e-2157731fbb05"/>
    <ds:schemaRef ds:uri="c1ca735a-14db-4567-a159-d67c2473f96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677</TotalTime>
  <Words>1361</Words>
  <Application>Microsoft Office PowerPoint</Application>
  <PresentationFormat>Widescreen</PresentationFormat>
  <Paragraphs>160</Paragraphs>
  <Slides>8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Georgia</vt:lpstr>
      <vt:lpstr>Segoe UI</vt:lpstr>
      <vt:lpstr>Wingdings</vt:lpstr>
      <vt:lpstr>White</vt:lpstr>
      <vt:lpstr>Contrast</vt:lpstr>
      <vt:lpstr>think-cell Slide</vt:lpstr>
      <vt:lpstr>AI domain prioritization and org blueprint </vt:lpstr>
      <vt:lpstr>TU is at an inflection point to identify and focus where AI creates value and build the organization to deliver it</vt:lpstr>
      <vt:lpstr>PowerPoint Presentation</vt:lpstr>
      <vt:lpstr>Track 1: AI Domain prioritization and value roadmap -        Key questions to be answered</vt:lpstr>
      <vt:lpstr>Track 2: Org of the future - Key questions to be answered</vt:lpstr>
      <vt:lpstr>Journey ahead for TU across the two tracks</vt:lpstr>
      <vt:lpstr>Appendix</vt:lpstr>
      <vt:lpstr>Identify high-value domains: End-to-end workflows with clear potential to demonstrate impact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Parth Bahl</dc:creator>
  <cp:keywords/>
  <dc:description/>
  <cp:lastModifiedBy>Parth Bahl</cp:lastModifiedBy>
  <cp:revision>5</cp:revision>
  <cp:lastPrinted>2018-10-30T20:37:12Z</cp:lastPrinted>
  <dcterms:created xsi:type="dcterms:W3CDTF">2026-07-22T15:34:39Z</dcterms:created>
  <dcterms:modified xsi:type="dcterms:W3CDTF">2026-07-23T19:57:12Z</dcterms:modified>
  <cp:category/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1628964</vt:lpwstr>
  </property>
  <property fmtid="{D5CDD505-2E9C-101B-9397-08002B2CF9AE}" pid="3" name="NXPowerLiteSettings">
    <vt:lpwstr>C9000A38044001</vt:lpwstr>
  </property>
  <property fmtid="{D5CDD505-2E9C-101B-9397-08002B2CF9AE}" pid="4" name="NXPowerLiteVersion">
    <vt:lpwstr>D7.1.14</vt:lpwstr>
  </property>
  <property fmtid="{D5CDD505-2E9C-101B-9397-08002B2CF9AE}" pid="5" name="PPT">
    <vt:lpwstr>Hello</vt:lpwstr>
  </property>
  <property fmtid="{D5CDD505-2E9C-101B-9397-08002B2CF9AE}" pid="6" name="TemplateVersion">
    <vt:lpwstr>4</vt:lpwstr>
  </property>
  <property fmtid="{D5CDD505-2E9C-101B-9397-08002B2CF9AE}" pid="7" name="TemplateLastEdited">
    <vt:lpwstr>2024-05-30 01:34 PM</vt:lpwstr>
  </property>
  <property fmtid="{D5CDD505-2E9C-101B-9397-08002B2CF9AE}" pid="8" name="TemplateCreated">
    <vt:lpwstr>2019-02-27 01:18 PM</vt:lpwstr>
  </property>
  <property fmtid="{D5CDD505-2E9C-101B-9397-08002B2CF9AE}" pid="9" name="ContentTypeId">
    <vt:lpwstr>0x010100F2B347756AEE8344BB28CD44EC2B7328</vt:lpwstr>
  </property>
  <property fmtid="{D5CDD505-2E9C-101B-9397-08002B2CF9AE}" pid="10" name="MSIP_Label_fec09dec-a9ce-4322-b578-b49052c992d8_Enabled">
    <vt:lpwstr>true</vt:lpwstr>
  </property>
  <property fmtid="{D5CDD505-2E9C-101B-9397-08002B2CF9AE}" pid="11" name="MSIP_Label_fec09dec-a9ce-4322-b578-b49052c992d8_SetDate">
    <vt:lpwstr>2026-06-01T18:59:52Z</vt:lpwstr>
  </property>
  <property fmtid="{D5CDD505-2E9C-101B-9397-08002B2CF9AE}" pid="12" name="MSIP_Label_fec09dec-a9ce-4322-b578-b49052c992d8_Method">
    <vt:lpwstr>Standard</vt:lpwstr>
  </property>
  <property fmtid="{D5CDD505-2E9C-101B-9397-08002B2CF9AE}" pid="13" name="MSIP_Label_fec09dec-a9ce-4322-b578-b49052c992d8_Name">
    <vt:lpwstr>Firm Confidential Information-SLV1</vt:lpwstr>
  </property>
  <property fmtid="{D5CDD505-2E9C-101B-9397-08002B2CF9AE}" pid="14" name="MSIP_Label_fec09dec-a9ce-4322-b578-b49052c992d8_SiteId">
    <vt:lpwstr>cc8936bc-9382-4fff-87cb-6f55999549e7</vt:lpwstr>
  </property>
  <property fmtid="{D5CDD505-2E9C-101B-9397-08002B2CF9AE}" pid="15" name="MSIP_Label_fec09dec-a9ce-4322-b578-b49052c992d8_ActionId">
    <vt:lpwstr>b2d4adc9-fc6a-437a-8263-96c4b9a66d0c</vt:lpwstr>
  </property>
  <property fmtid="{D5CDD505-2E9C-101B-9397-08002B2CF9AE}" pid="16" name="MSIP_Label_fec09dec-a9ce-4322-b578-b49052c992d8_ContentBits">
    <vt:lpwstr>0</vt:lpwstr>
  </property>
  <property fmtid="{D5CDD505-2E9C-101B-9397-08002B2CF9AE}" pid="17" name="MSIP_Label_fec09dec-a9ce-4322-b578-b49052c992d8_Tag">
    <vt:lpwstr>10, 3, 0, 1</vt:lpwstr>
  </property>
</Properties>
</file>