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864" r:id="rId5"/>
  </p:sldMasterIdLst>
  <p:notesMasterIdLst>
    <p:notesMasterId r:id="rId14"/>
  </p:notesMasterIdLst>
  <p:handoutMasterIdLst>
    <p:handoutMasterId r:id="rId15"/>
  </p:handoutMasterIdLst>
  <p:sldIdLst>
    <p:sldId id="281" r:id="rId6"/>
    <p:sldId id="283" r:id="rId7"/>
    <p:sldId id="3936" r:id="rId8"/>
    <p:sldId id="3934" r:id="rId9"/>
    <p:sldId id="3935" r:id="rId10"/>
    <p:sldId id="261" r:id="rId11"/>
    <p:sldId id="265" r:id="rId12"/>
    <p:sldId id="280" r:id="rId13"/>
  </p:sldIdLst>
  <p:sldSz cx="12192000" cy="6858000"/>
  <p:notesSz cx="7102475" cy="9388475"/>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A497640-9F12-D0D7-23C7-745A10EB2387}" name="Srikanth Jayarajan" initials="SJ" userId="dMYpSlfjzFcYPEDsXjVgLmU1LCIkAjLNCqtAilE+2dM="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Haley Rich" initials="HR" lastIdx="1" clrIdx="0">
    <p:extLst>
      <p:ext uri="{19B8F6BF-5375-455C-9EA6-DF929625EA0E}">
        <p15:presenceInfo xmlns:p15="http://schemas.microsoft.com/office/powerpoint/2012/main" userId="S-1-5-21-1801674531-1788223648-725345543-1185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79C3"/>
    <a:srgbClr val="2251FF"/>
    <a:srgbClr val="D0D0D0"/>
    <a:srgbClr val="051C2C"/>
    <a:srgbClr val="000000"/>
    <a:srgbClr val="7F7F7F"/>
    <a:srgbClr val="AFC3FF"/>
    <a:srgbClr val="0D3171"/>
    <a:srgbClr val="E6E6E6"/>
    <a:srgbClr val="4D4D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357" autoAdjust="0"/>
  </p:normalViewPr>
  <p:slideViewPr>
    <p:cSldViewPr snapToGrid="0" snapToObjects="1">
      <p:cViewPr>
        <p:scale>
          <a:sx n="64" d="100"/>
          <a:sy n="64" d="100"/>
        </p:scale>
        <p:origin x="712" y="620"/>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p:scale>
          <a:sx n="75" d="100"/>
          <a:sy n="75" d="100"/>
        </p:scale>
        <p:origin x="3954" y="2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tags" Target="tags/tag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rth Bahl" userId="48e5a92e-1617-4ce2-9905-5cd7b6f06b36" providerId="ADAL" clId="{5F74A7CC-EE10-4A3B-900B-A893A2B36FDF}"/>
    <pc:docChg chg="modSld">
      <pc:chgData name="Parth Bahl" userId="48e5a92e-1617-4ce2-9905-5cd7b6f06b36" providerId="ADAL" clId="{5F74A7CC-EE10-4A3B-900B-A893A2B36FDF}" dt="2026-07-23T19:57:11.839" v="8" actId="1076"/>
      <pc:docMkLst>
        <pc:docMk/>
      </pc:docMkLst>
      <pc:sldChg chg="modSp mod">
        <pc:chgData name="Parth Bahl" userId="48e5a92e-1617-4ce2-9905-5cd7b6f06b36" providerId="ADAL" clId="{5F74A7CC-EE10-4A3B-900B-A893A2B36FDF}" dt="2026-07-23T19:56:07.373" v="0" actId="1076"/>
        <pc:sldMkLst>
          <pc:docMk/>
          <pc:sldMk cId="2966855924" sldId="283"/>
        </pc:sldMkLst>
        <pc:spChg chg="mod">
          <ac:chgData name="Parth Bahl" userId="48e5a92e-1617-4ce2-9905-5cd7b6f06b36" providerId="ADAL" clId="{5F74A7CC-EE10-4A3B-900B-A893A2B36FDF}" dt="2026-07-23T19:56:07.373" v="0" actId="1076"/>
          <ac:spMkLst>
            <pc:docMk/>
            <pc:sldMk cId="2966855924" sldId="283"/>
            <ac:spMk id="4" creationId="{8166B219-3946-4B47-8326-FA646736D209}"/>
          </ac:spMkLst>
        </pc:spChg>
      </pc:sldChg>
      <pc:sldChg chg="modSp mod">
        <pc:chgData name="Parth Bahl" userId="48e5a92e-1617-4ce2-9905-5cd7b6f06b36" providerId="ADAL" clId="{5F74A7CC-EE10-4A3B-900B-A893A2B36FDF}" dt="2026-07-23T19:57:11.839" v="8" actId="1076"/>
        <pc:sldMkLst>
          <pc:docMk/>
          <pc:sldMk cId="2659384629" sldId="3935"/>
        </pc:sldMkLst>
        <pc:spChg chg="mod">
          <ac:chgData name="Parth Bahl" userId="48e5a92e-1617-4ce2-9905-5cd7b6f06b36" providerId="ADAL" clId="{5F74A7CC-EE10-4A3B-900B-A893A2B36FDF}" dt="2026-07-23T19:57:11.839" v="8" actId="1076"/>
          <ac:spMkLst>
            <pc:docMk/>
            <pc:sldMk cId="2659384629" sldId="3935"/>
            <ac:spMk id="7" creationId="{99C87104-5DB6-FC10-4F31-5CAFADB41645}"/>
          </ac:spMkLst>
        </pc:spChg>
        <pc:spChg chg="mod">
          <ac:chgData name="Parth Bahl" userId="48e5a92e-1617-4ce2-9905-5cd7b6f06b36" providerId="ADAL" clId="{5F74A7CC-EE10-4A3B-900B-A893A2B36FDF}" dt="2026-07-23T19:57:01.693" v="4" actId="1076"/>
          <ac:spMkLst>
            <pc:docMk/>
            <pc:sldMk cId="2659384629" sldId="3935"/>
            <ac:spMk id="8" creationId="{D998B4FB-EB71-E498-3BE1-E710D790D414}"/>
          </ac:spMkLst>
        </pc:spChg>
      </pc:sldChg>
      <pc:sldChg chg="modSp mod">
        <pc:chgData name="Parth Bahl" userId="48e5a92e-1617-4ce2-9905-5cd7b6f06b36" providerId="ADAL" clId="{5F74A7CC-EE10-4A3B-900B-A893A2B36FDF}" dt="2026-07-23T19:56:44.785" v="1" actId="1076"/>
        <pc:sldMkLst>
          <pc:docMk/>
          <pc:sldMk cId="324714189" sldId="3936"/>
        </pc:sldMkLst>
        <pc:spChg chg="mod">
          <ac:chgData name="Parth Bahl" userId="48e5a92e-1617-4ce2-9905-5cd7b6f06b36" providerId="ADAL" clId="{5F74A7CC-EE10-4A3B-900B-A893A2B36FDF}" dt="2026-07-23T19:56:44.785" v="1" actId="1076"/>
          <ac:spMkLst>
            <pc:docMk/>
            <pc:sldMk cId="324714189" sldId="3936"/>
            <ac:spMk id="10" creationId="{E3736570-A7A2-B89F-3149-F5E83EF2BFF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4BC41E-EAC0-4D88-BA59-21A53C68F870}"/>
              </a:ext>
            </a:extLst>
          </p:cNvPr>
          <p:cNvSpPr>
            <a:spLocks noGrp="1"/>
          </p:cNvSpPr>
          <p:nvPr>
            <p:ph type="hdr" sz="quarter"/>
          </p:nvPr>
        </p:nvSpPr>
        <p:spPr>
          <a:xfrm>
            <a:off x="0" y="0"/>
            <a:ext cx="3078163" cy="469900"/>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0B5C4BB-B13C-4942-8E14-023ED14A3DB8}"/>
              </a:ext>
            </a:extLst>
          </p:cNvPr>
          <p:cNvSpPr>
            <a:spLocks noGrp="1"/>
          </p:cNvSpPr>
          <p:nvPr>
            <p:ph type="dt" sz="quarter" idx="1"/>
          </p:nvPr>
        </p:nvSpPr>
        <p:spPr>
          <a:xfrm>
            <a:off x="4022725" y="0"/>
            <a:ext cx="3078163" cy="469900"/>
          </a:xfrm>
          <a:prstGeom prst="rect">
            <a:avLst/>
          </a:prstGeom>
        </p:spPr>
        <p:txBody>
          <a:bodyPr vert="horz" lIns="91440" tIns="45720" rIns="91440" bIns="45720" rtlCol="0"/>
          <a:lstStyle>
            <a:lvl1pPr algn="r">
              <a:defRPr sz="1200"/>
            </a:lvl1pPr>
          </a:lstStyle>
          <a:p>
            <a:fld id="{A6BD5B6C-20AF-4F0F-889A-7AADC7535123}" type="datetime3">
              <a:rPr lang="en-US" smtClean="0"/>
              <a:t>23 July 2026</a:t>
            </a:fld>
            <a:endParaRPr lang="en-US" dirty="0"/>
          </a:p>
        </p:txBody>
      </p:sp>
      <p:sp>
        <p:nvSpPr>
          <p:cNvPr id="4" name="Footer Placeholder 3">
            <a:extLst>
              <a:ext uri="{FF2B5EF4-FFF2-40B4-BE49-F238E27FC236}">
                <a16:creationId xmlns:a16="http://schemas.microsoft.com/office/drawing/2014/main" id="{78221145-1027-4A39-B15A-DD84A26C2039}"/>
              </a:ext>
            </a:extLst>
          </p:cNvPr>
          <p:cNvSpPr>
            <a:spLocks noGrp="1"/>
          </p:cNvSpPr>
          <p:nvPr>
            <p:ph type="ftr" sz="quarter" idx="2"/>
          </p:nvPr>
        </p:nvSpPr>
        <p:spPr>
          <a:xfrm>
            <a:off x="0" y="8918575"/>
            <a:ext cx="3078163" cy="46990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A147719-50F5-4089-8123-86F5AF9C8847}"/>
              </a:ext>
            </a:extLst>
          </p:cNvPr>
          <p:cNvSpPr>
            <a:spLocks noGrp="1"/>
          </p:cNvSpPr>
          <p:nvPr>
            <p:ph type="sldNum" sz="quarter" idx="3"/>
          </p:nvPr>
        </p:nvSpPr>
        <p:spPr>
          <a:xfrm>
            <a:off x="4022725" y="8918575"/>
            <a:ext cx="3078163" cy="469900"/>
          </a:xfrm>
          <a:prstGeom prst="rect">
            <a:avLst/>
          </a:prstGeom>
        </p:spPr>
        <p:txBody>
          <a:bodyPr vert="horz" lIns="91440" tIns="45720" rIns="91440" bIns="45720" rtlCol="0" anchor="b"/>
          <a:lstStyle>
            <a:lvl1pPr algn="r">
              <a:defRPr sz="1200"/>
            </a:lvl1pPr>
          </a:lstStyle>
          <a:p>
            <a:fld id="{D2610F73-99D1-48E7-A408-B5EB5C8393F8}" type="slidenum">
              <a:rPr lang="en-US" smtClean="0"/>
              <a:t>‹#›</a:t>
            </a:fld>
            <a:endParaRPr lang="en-US" dirty="0"/>
          </a:p>
        </p:txBody>
      </p:sp>
    </p:spTree>
    <p:extLst>
      <p:ext uri="{BB962C8B-B14F-4D97-AF65-F5344CB8AC3E}">
        <p14:creationId xmlns:p14="http://schemas.microsoft.com/office/powerpoint/2010/main" val="247319651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71054"/>
          </a:xfrm>
          <a:prstGeom prst="rect">
            <a:avLst/>
          </a:prstGeom>
        </p:spPr>
        <p:txBody>
          <a:bodyPr vert="horz" lIns="914400" tIns="47114" rIns="94229" bIns="47114" rtlCol="0"/>
          <a:lstStyle>
            <a:lvl1pPr algn="l">
              <a:defRPr sz="900">
                <a:latin typeface="+mn-lt"/>
                <a:cs typeface="Arial" panose="020B0604020202020204" pitchFamily="34" charset="0"/>
              </a:defRPr>
            </a:lvl1pPr>
          </a:lstStyle>
          <a:p>
            <a:endParaRPr lang="en-US"/>
          </a:p>
        </p:txBody>
      </p:sp>
      <p:sp>
        <p:nvSpPr>
          <p:cNvPr id="3" name="Date Placeholder 2"/>
          <p:cNvSpPr>
            <a:spLocks noGrp="1"/>
          </p:cNvSpPr>
          <p:nvPr>
            <p:ph type="dt" idx="1"/>
          </p:nvPr>
        </p:nvSpPr>
        <p:spPr>
          <a:xfrm>
            <a:off x="4023092" y="0"/>
            <a:ext cx="3077739" cy="471054"/>
          </a:xfrm>
          <a:prstGeom prst="rect">
            <a:avLst/>
          </a:prstGeom>
        </p:spPr>
        <p:txBody>
          <a:bodyPr vert="horz" lIns="94229" tIns="47114" rIns="914400" bIns="47114" rtlCol="0"/>
          <a:lstStyle>
            <a:lvl1pPr algn="r">
              <a:defRPr sz="900">
                <a:latin typeface="+mn-lt"/>
                <a:cs typeface="Arial" panose="020B0604020202020204" pitchFamily="34" charset="0"/>
              </a:defRPr>
            </a:lvl1pPr>
          </a:lstStyle>
          <a:p>
            <a:fld id="{1DF34805-1F01-4BDA-A8CA-FCEA2B4BC8D0}" type="datetime3">
              <a:rPr lang="en-US" smtClean="0"/>
              <a:pPr/>
              <a:t>23 July 2026</a:t>
            </a:fld>
            <a:endParaRPr lang="en-US"/>
          </a:p>
        </p:txBody>
      </p:sp>
      <p:sp>
        <p:nvSpPr>
          <p:cNvPr id="4" name="Slide Image Placeholder 3"/>
          <p:cNvSpPr>
            <a:spLocks noGrp="1" noRot="1" noChangeAspect="1"/>
          </p:cNvSpPr>
          <p:nvPr>
            <p:ph type="sldImg" idx="2"/>
          </p:nvPr>
        </p:nvSpPr>
        <p:spPr>
          <a:xfrm>
            <a:off x="735013" y="563563"/>
            <a:ext cx="5632450" cy="3168650"/>
          </a:xfrm>
          <a:prstGeom prst="rect">
            <a:avLst/>
          </a:prstGeom>
          <a:noFill/>
          <a:ln w="6350">
            <a:solidFill>
              <a:prstClr val="black"/>
            </a:solidFill>
          </a:ln>
        </p:spPr>
        <p:txBody>
          <a:bodyPr vert="horz" lIns="94229" tIns="47114" rIns="94229" bIns="47114" rtlCol="0" anchor="ctr"/>
          <a:lstStyle/>
          <a:p>
            <a:endParaRPr lang="en-US"/>
          </a:p>
        </p:txBody>
      </p:sp>
      <p:sp>
        <p:nvSpPr>
          <p:cNvPr id="6" name="Footer Placeholder 5"/>
          <p:cNvSpPr>
            <a:spLocks noGrp="1"/>
          </p:cNvSpPr>
          <p:nvPr>
            <p:ph type="ftr" sz="quarter" idx="4"/>
          </p:nvPr>
        </p:nvSpPr>
        <p:spPr>
          <a:xfrm>
            <a:off x="0" y="8917422"/>
            <a:ext cx="3077739" cy="471053"/>
          </a:xfrm>
          <a:prstGeom prst="rect">
            <a:avLst/>
          </a:prstGeom>
        </p:spPr>
        <p:txBody>
          <a:bodyPr vert="horz" lIns="914400" tIns="47114" rIns="94229" bIns="47114" rtlCol="0" anchor="b"/>
          <a:lstStyle>
            <a:lvl1pPr algn="l">
              <a:defRPr sz="900">
                <a:latin typeface="+mn-lt"/>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4023092" y="8917422"/>
            <a:ext cx="3077739" cy="471053"/>
          </a:xfrm>
          <a:prstGeom prst="rect">
            <a:avLst/>
          </a:prstGeom>
        </p:spPr>
        <p:txBody>
          <a:bodyPr vert="horz" lIns="94229" tIns="47114" rIns="914400" bIns="47114" rtlCol="0" anchor="b"/>
          <a:lstStyle>
            <a:lvl1pPr algn="r">
              <a:defRPr sz="900">
                <a:latin typeface="+mn-lt"/>
                <a:cs typeface="Arial" panose="020B0604020202020204" pitchFamily="34" charset="0"/>
              </a:defRPr>
            </a:lvl1pPr>
          </a:lstStyle>
          <a:p>
            <a:fld id="{CF5EBCF4-26FC-4F76-8DA1-52FDDC328D44}" type="slidenum">
              <a:rPr lang="en-US" smtClean="0"/>
              <a:pPr/>
              <a:t>‹#›</a:t>
            </a:fld>
            <a:endParaRPr lang="en-US"/>
          </a:p>
        </p:txBody>
      </p:sp>
      <p:sp>
        <p:nvSpPr>
          <p:cNvPr id="9" name="Notes Placeholder 8">
            <a:extLst>
              <a:ext uri="{FF2B5EF4-FFF2-40B4-BE49-F238E27FC236}">
                <a16:creationId xmlns:a16="http://schemas.microsoft.com/office/drawing/2014/main" id="{0CB7C52D-12F1-4B27-95B4-DB01358D59B9}"/>
              </a:ext>
            </a:extLst>
          </p:cNvPr>
          <p:cNvSpPr>
            <a:spLocks noGrp="1"/>
          </p:cNvSpPr>
          <p:nvPr>
            <p:ph type="body" sz="quarter" idx="3"/>
          </p:nvPr>
        </p:nvSpPr>
        <p:spPr>
          <a:xfrm>
            <a:off x="709613" y="4518025"/>
            <a:ext cx="5683250" cy="3697288"/>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0066646"/>
      </p:ext>
    </p:extLst>
  </p:cSld>
  <p:clrMap bg1="lt1" tx1="dk1" bg2="lt2" tx2="dk2" accent1="accent1" accent2="accent2" accent3="accent3" accent4="accent4" accent5="accent5" accent6="accent6" hlink="hlink" folHlink="folHlink"/>
  <p:hf hdr="0" ftr="0"/>
  <p:notesStyle>
    <a:lvl1pPr marL="0" algn="l" defTabSz="914400" rtl="0" eaLnBrk="1" latinLnBrk="0" hangingPunct="1">
      <a:lnSpc>
        <a:spcPct val="100000"/>
      </a:lnSpc>
      <a:spcBef>
        <a:spcPts val="400"/>
      </a:spcBef>
      <a:spcAft>
        <a:spcPts val="400"/>
      </a:spcAft>
      <a:defRPr lang="en-US" sz="1100" kern="1200">
        <a:solidFill>
          <a:schemeClr val="tx1"/>
        </a:solidFill>
        <a:latin typeface="+mn-lt"/>
        <a:ea typeface="+mn-ea"/>
        <a:cs typeface="Arial" panose="020B0604020202020204" pitchFamily="34" charset="0"/>
      </a:defRPr>
    </a:lvl1pPr>
    <a:lvl2pPr marL="171450" indent="-171450" algn="l" defTabSz="914400" rtl="0" eaLnBrk="1" latinLnBrk="0" hangingPunct="1">
      <a:buFont typeface="Wingdings" panose="05000000000000000000" pitchFamily="2" charset="2"/>
      <a:buChar char=""/>
      <a:defRPr lang="en-US" sz="1100" kern="1200">
        <a:solidFill>
          <a:schemeClr val="tx1"/>
        </a:solidFill>
        <a:latin typeface="+mn-lt"/>
        <a:ea typeface="+mn-ea"/>
        <a:cs typeface="+mn-cs"/>
      </a:defRPr>
    </a:lvl2pPr>
    <a:lvl3pPr marL="400050"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3pPr>
    <a:lvl4pPr marL="579437"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4pPr>
    <a:lvl5pPr marL="750887"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Date Placeholder 3"/>
          <p:cNvSpPr>
            <a:spLocks noGrp="1"/>
          </p:cNvSpPr>
          <p:nvPr>
            <p:ph type="dt" idx="1"/>
          </p:nvPr>
        </p:nvSpPr>
        <p:spPr/>
        <p:txBody>
          <a:bodyPr/>
          <a:lstStyle/>
          <a:p>
            <a:fld id="{1DF34805-1F01-4BDA-A8CA-FCEA2B4BC8D0}" type="datetime3">
              <a:rPr lang="en-US" smtClean="0"/>
              <a:pPr/>
              <a:t>23 July 2026</a:t>
            </a:fld>
            <a:endParaRPr lang="en-US"/>
          </a:p>
        </p:txBody>
      </p:sp>
      <p:sp>
        <p:nvSpPr>
          <p:cNvPr id="5" name="Slide Number Placeholder 4"/>
          <p:cNvSpPr>
            <a:spLocks noGrp="1"/>
          </p:cNvSpPr>
          <p:nvPr>
            <p:ph type="sldNum" sz="quarter" idx="5"/>
          </p:nvPr>
        </p:nvSpPr>
        <p:spPr/>
        <p:txBody>
          <a:bodyPr/>
          <a:lstStyle/>
          <a:p>
            <a:fld id="{CF5EBCF4-26FC-4F76-8DA1-52FDDC328D44}" type="slidenum">
              <a:rPr lang="en-US" smtClean="0"/>
              <a:pPr/>
              <a:t>1</a:t>
            </a:fld>
            <a:endParaRPr lang="en-US"/>
          </a:p>
        </p:txBody>
      </p:sp>
    </p:spTree>
    <p:extLst>
      <p:ext uri="{BB962C8B-B14F-4D97-AF65-F5344CB8AC3E}">
        <p14:creationId xmlns:p14="http://schemas.microsoft.com/office/powerpoint/2010/main" val="31741063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CF53B-E3C3-335B-E2D7-5C01DA9A95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64EA0-EDF3-981B-721D-EA327CC7FCB7}"/>
              </a:ext>
            </a:extLst>
          </p:cNvPr>
          <p:cNvSpPr>
            <a:spLocks noGrp="1" noRot="1" noChangeAspect="1"/>
          </p:cNvSpPr>
          <p:nvPr>
            <p:ph type="sldImg"/>
          </p:nvPr>
        </p:nvSpPr>
        <p:spPr>
          <a:xfrm>
            <a:off x="735013" y="563563"/>
            <a:ext cx="5632450" cy="3168650"/>
          </a:xfrm>
        </p:spPr>
      </p:sp>
      <p:sp>
        <p:nvSpPr>
          <p:cNvPr id="3" name="Notes Placeholder 2">
            <a:extLst>
              <a:ext uri="{FF2B5EF4-FFF2-40B4-BE49-F238E27FC236}">
                <a16:creationId xmlns:a16="http://schemas.microsoft.com/office/drawing/2014/main" id="{ED51936B-F4B7-E5D0-2815-A9D6A196EA11}"/>
              </a:ext>
            </a:extLst>
          </p:cNvPr>
          <p:cNvSpPr>
            <a:spLocks noGrp="1"/>
          </p:cNvSpPr>
          <p:nvPr>
            <p:ph type="body" idx="1"/>
          </p:nvPr>
        </p:nvSpPr>
        <p:spPr/>
        <p:txBody>
          <a:bodyPr/>
          <a:lstStyle/>
          <a:p>
            <a:endParaRPr lang="en-GB"/>
          </a:p>
        </p:txBody>
      </p:sp>
      <p:sp>
        <p:nvSpPr>
          <p:cNvPr id="4" name="Date Placeholder 3">
            <a:extLst>
              <a:ext uri="{FF2B5EF4-FFF2-40B4-BE49-F238E27FC236}">
                <a16:creationId xmlns:a16="http://schemas.microsoft.com/office/drawing/2014/main" id="{BD7688AB-190F-5FF8-2CC0-8AC7B7D71B48}"/>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F34805-1F01-4BDA-A8CA-FCEA2B4BC8D0}" type="datetime3">
              <a:rPr kumimoji="0" lang="en-GB"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 July, 2026</a:t>
            </a:fld>
            <a:endParaRPr kumimoji="0" lang="en-GB"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5" name="Slide Number Placeholder 4">
            <a:extLst>
              <a:ext uri="{FF2B5EF4-FFF2-40B4-BE49-F238E27FC236}">
                <a16:creationId xmlns:a16="http://schemas.microsoft.com/office/drawing/2014/main" id="{DFE19172-5AC6-BBB5-CC5B-7924998CFC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5EBCF4-26FC-4F76-8DA1-52FDDC328D44}" type="slidenum">
              <a:rPr kumimoji="0" lang="en-GB"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GB"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Tree>
    <p:extLst>
      <p:ext uri="{BB962C8B-B14F-4D97-AF65-F5344CB8AC3E}">
        <p14:creationId xmlns:p14="http://schemas.microsoft.com/office/powerpoint/2010/main" val="14629966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tags" Target="../tags/tag24.xml"/><Relationship Id="rId3" Type="http://schemas.openxmlformats.org/officeDocument/2006/relationships/tags" Target="../tags/tag25.xml"/><Relationship Id="rId4" Type="http://schemas.openxmlformats.org/officeDocument/2006/relationships/tags" Target="../tags/tag26.xml"/><Relationship Id="rId5" Type="http://schemas.openxmlformats.org/officeDocument/2006/relationships/tags" Target="../tags/tag27.xml"/><Relationship Id="rId6" Type="http://schemas.openxmlformats.org/officeDocument/2006/relationships/tags" Target="../tags/tag28.xml"/><Relationship Id="rId7" Type="http://schemas.openxmlformats.org/officeDocument/2006/relationships/tags" Target="../tags/tag29.xml"/><Relationship Id="rId8" Type="http://schemas.openxmlformats.org/officeDocument/2006/relationships/tags" Target="../tags/tag30.xml"/><Relationship Id="rId9" Type="http://schemas.openxmlformats.org/officeDocument/2006/relationships/tags" Target="../tags/tag31.xml"/><Relationship Id="rId10" Type="http://schemas.openxmlformats.org/officeDocument/2006/relationships/slideMaster" Target="../slideMasters/slideMaster1.xml"/><Relationship Id="rId11" Type="http://schemas.openxmlformats.org/officeDocument/2006/relationships/image" Target="../media/image3.jpg"/><Relationship Id="rId12" Type="http://schemas.openxmlformats.org/officeDocument/2006/relationships/image" Target="../media/image4.png"/><Relationship Id="rId13" Type="http://schemas.openxmlformats.org/officeDocument/2006/relationships/oleObject" Target="../embeddings/oleObject2.bin"/><Relationship Id="rId14" Type="http://schemas.openxmlformats.org/officeDocument/2006/relationships/image" Target="../media/image5.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tags" Target="../tags/tag33.xml"/><Relationship Id="rId3" Type="http://schemas.openxmlformats.org/officeDocument/2006/relationships/tags" Target="../tags/tag34.xml"/><Relationship Id="rId4" Type="http://schemas.openxmlformats.org/officeDocument/2006/relationships/tags" Target="../tags/tag35.xml"/><Relationship Id="rId5" Type="http://schemas.openxmlformats.org/officeDocument/2006/relationships/tags" Target="../tags/tag36.xml"/><Relationship Id="rId6" Type="http://schemas.openxmlformats.org/officeDocument/2006/relationships/tags" Target="../tags/tag37.xml"/><Relationship Id="rId7" Type="http://schemas.openxmlformats.org/officeDocument/2006/relationships/tags" Target="../tags/tag38.xml"/><Relationship Id="rId8" Type="http://schemas.openxmlformats.org/officeDocument/2006/relationships/slideMaster" Target="../slideMasters/slideMaster1.xml"/><Relationship Id="rId9" Type="http://schemas.openxmlformats.org/officeDocument/2006/relationships/oleObject" Target="../embeddings/oleObject3.bin"/><Relationship Id="rId10"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tags" Target="../tags/tag40.xml"/><Relationship Id="rId3" Type="http://schemas.openxmlformats.org/officeDocument/2006/relationships/tags" Target="../tags/tag41.xml"/><Relationship Id="rId4" Type="http://schemas.openxmlformats.org/officeDocument/2006/relationships/tags" Target="../tags/tag42.xml"/><Relationship Id="rId5"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tags" Target="../tags/tag44.xml"/><Relationship Id="rId3" Type="http://schemas.openxmlformats.org/officeDocument/2006/relationships/tags" Target="../tags/tag45.xml"/><Relationship Id="rId4" Type="http://schemas.openxmlformats.org/officeDocument/2006/relationships/tags" Target="../tags/tag46.xml"/><Relationship Id="rId5"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 Id="rId6" Type="http://schemas.openxmlformats.org/officeDocument/2006/relationships/tags" Target="../tags/tag52.xml"/><Relationship Id="rId7" Type="http://schemas.openxmlformats.org/officeDocument/2006/relationships/slideMaster" Target="../slideMasters/slideMaster1.xml"/><Relationship Id="rId8" Type="http://schemas.openxmlformats.org/officeDocument/2006/relationships/oleObject" Target="../embeddings/oleObject4.bin"/><Relationship Id="rId9" Type="http://schemas.openxmlformats.org/officeDocument/2006/relationships/image" Target="../media/image6.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tags" Target="../tags/tag54.xml"/><Relationship Id="rId3" Type="http://schemas.openxmlformats.org/officeDocument/2006/relationships/tags" Target="../tags/tag55.xml"/><Relationship Id="rId4" Type="http://schemas.openxmlformats.org/officeDocument/2006/relationships/tags" Target="../tags/tag56.xml"/><Relationship Id="rId5" Type="http://schemas.openxmlformats.org/officeDocument/2006/relationships/tags" Target="../tags/tag57.xml"/><Relationship Id="rId6" Type="http://schemas.openxmlformats.org/officeDocument/2006/relationships/tags" Target="../tags/tag58.xml"/><Relationship Id="rId7" Type="http://schemas.openxmlformats.org/officeDocument/2006/relationships/tags" Target="../tags/tag59.xml"/><Relationship Id="rId8" Type="http://schemas.openxmlformats.org/officeDocument/2006/relationships/slideMaster" Target="../slideMasters/slideMaster1.xml"/><Relationship Id="rId9" Type="http://schemas.openxmlformats.org/officeDocument/2006/relationships/oleObject" Target="../embeddings/oleObject5.bin"/><Relationship Id="rId10" Type="http://schemas.openxmlformats.org/officeDocument/2006/relationships/image" Target="../media/image6.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0.xml"/><Relationship Id="rId2" Type="http://schemas.openxmlformats.org/officeDocument/2006/relationships/tags" Target="../tags/tag61.xml"/><Relationship Id="rId3" Type="http://schemas.openxmlformats.org/officeDocument/2006/relationships/tags" Target="../tags/tag62.xml"/><Relationship Id="rId4" Type="http://schemas.openxmlformats.org/officeDocument/2006/relationships/tags" Target="../tags/tag63.xml"/><Relationship Id="rId5" Type="http://schemas.openxmlformats.org/officeDocument/2006/relationships/tags" Target="../tags/tag64.xml"/><Relationship Id="rId6" Type="http://schemas.openxmlformats.org/officeDocument/2006/relationships/tags" Target="../tags/tag65.xml"/><Relationship Id="rId7" Type="http://schemas.openxmlformats.org/officeDocument/2006/relationships/tags" Target="../tags/tag66.xml"/><Relationship Id="rId8" Type="http://schemas.openxmlformats.org/officeDocument/2006/relationships/tags" Target="../tags/tag67.xml"/><Relationship Id="rId9" Type="http://schemas.openxmlformats.org/officeDocument/2006/relationships/tags" Target="../tags/tag68.xml"/><Relationship Id="rId10" Type="http://schemas.openxmlformats.org/officeDocument/2006/relationships/slideMaster" Target="../slideMasters/slideMaster1.xml"/><Relationship Id="rId11" Type="http://schemas.openxmlformats.org/officeDocument/2006/relationships/oleObject" Target="../embeddings/oleObject6.bin"/><Relationship Id="rId12"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69.xml"/><Relationship Id="rId2" Type="http://schemas.openxmlformats.org/officeDocument/2006/relationships/tags" Target="../tags/tag70.xml"/><Relationship Id="rId3" Type="http://schemas.openxmlformats.org/officeDocument/2006/relationships/tags" Target="../tags/tag71.xml"/><Relationship Id="rId4" Type="http://schemas.openxmlformats.org/officeDocument/2006/relationships/tags" Target="../tags/tag72.xml"/><Relationship Id="rId5" Type="http://schemas.openxmlformats.org/officeDocument/2006/relationships/tags" Target="../tags/tag73.xml"/><Relationship Id="rId6" Type="http://schemas.openxmlformats.org/officeDocument/2006/relationships/tags" Target="../tags/tag74.xml"/><Relationship Id="rId7" Type="http://schemas.openxmlformats.org/officeDocument/2006/relationships/tags" Target="../tags/tag75.xml"/><Relationship Id="rId8" Type="http://schemas.openxmlformats.org/officeDocument/2006/relationships/tags" Target="../tags/tag76.xml"/><Relationship Id="rId9" Type="http://schemas.openxmlformats.org/officeDocument/2006/relationships/tags" Target="../tags/tag77.xml"/><Relationship Id="rId10" Type="http://schemas.openxmlformats.org/officeDocument/2006/relationships/slideMaster" Target="../slideMasters/slideMaster1.xml"/><Relationship Id="rId11" Type="http://schemas.openxmlformats.org/officeDocument/2006/relationships/oleObject" Target="../embeddings/oleObject7.bin"/><Relationship Id="rId12"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78.xml"/><Relationship Id="rId2" Type="http://schemas.openxmlformats.org/officeDocument/2006/relationships/tags" Target="../tags/tag79.xml"/><Relationship Id="rId3" Type="http://schemas.openxmlformats.org/officeDocument/2006/relationships/tags" Target="../tags/tag80.xml"/><Relationship Id="rId4" Type="http://schemas.openxmlformats.org/officeDocument/2006/relationships/tags" Target="../tags/tag81.xml"/><Relationship Id="rId5" Type="http://schemas.openxmlformats.org/officeDocument/2006/relationships/tags" Target="../tags/tag82.xml"/><Relationship Id="rId6" Type="http://schemas.openxmlformats.org/officeDocument/2006/relationships/tags" Target="../tags/tag83.xml"/><Relationship Id="rId7" Type="http://schemas.openxmlformats.org/officeDocument/2006/relationships/tags" Target="../tags/tag84.xml"/><Relationship Id="rId8" Type="http://schemas.openxmlformats.org/officeDocument/2006/relationships/tags" Target="../tags/tag85.xml"/><Relationship Id="rId9" Type="http://schemas.openxmlformats.org/officeDocument/2006/relationships/tags" Target="../tags/tag86.xml"/><Relationship Id="rId10" Type="http://schemas.openxmlformats.org/officeDocument/2006/relationships/slideMaster" Target="../slideMasters/slideMaster1.xml"/><Relationship Id="rId11" Type="http://schemas.openxmlformats.org/officeDocument/2006/relationships/oleObject" Target="../embeddings/oleObject8.bin"/><Relationship Id="rId12"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87.xml"/><Relationship Id="rId2" Type="http://schemas.openxmlformats.org/officeDocument/2006/relationships/tags" Target="../tags/tag88.xml"/><Relationship Id="rId3" Type="http://schemas.openxmlformats.org/officeDocument/2006/relationships/tags" Target="../tags/tag89.xml"/><Relationship Id="rId4" Type="http://schemas.openxmlformats.org/officeDocument/2006/relationships/tags" Target="../tags/tag90.xml"/><Relationship Id="rId5" Type="http://schemas.openxmlformats.org/officeDocument/2006/relationships/tags" Target="../tags/tag91.xml"/><Relationship Id="rId6" Type="http://schemas.openxmlformats.org/officeDocument/2006/relationships/tags" Target="../tags/tag92.xml"/><Relationship Id="rId7" Type="http://schemas.openxmlformats.org/officeDocument/2006/relationships/tags" Target="../tags/tag93.xml"/><Relationship Id="rId8" Type="http://schemas.openxmlformats.org/officeDocument/2006/relationships/tags" Target="../tags/tag94.xml"/><Relationship Id="rId9" Type="http://schemas.openxmlformats.org/officeDocument/2006/relationships/tags" Target="../tags/tag95.xml"/><Relationship Id="rId10" Type="http://schemas.openxmlformats.org/officeDocument/2006/relationships/slideMaster" Target="../slideMasters/slideMaster1.xml"/><Relationship Id="rId11" Type="http://schemas.openxmlformats.org/officeDocument/2006/relationships/oleObject" Target="../embeddings/oleObject9.bin"/><Relationship Id="rId12"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96.xml"/><Relationship Id="rId2" Type="http://schemas.openxmlformats.org/officeDocument/2006/relationships/tags" Target="../tags/tag97.xml"/><Relationship Id="rId3" Type="http://schemas.openxmlformats.org/officeDocument/2006/relationships/tags" Target="../tags/tag98.xml"/><Relationship Id="rId4" Type="http://schemas.openxmlformats.org/officeDocument/2006/relationships/tags" Target="../tags/tag99.xml"/><Relationship Id="rId5" Type="http://schemas.openxmlformats.org/officeDocument/2006/relationships/tags" Target="../tags/tag100.xml"/><Relationship Id="rId6" Type="http://schemas.openxmlformats.org/officeDocument/2006/relationships/tags" Target="../tags/tag101.xml"/><Relationship Id="rId7" Type="http://schemas.openxmlformats.org/officeDocument/2006/relationships/tags" Target="../tags/tag102.xml"/><Relationship Id="rId8" Type="http://schemas.openxmlformats.org/officeDocument/2006/relationships/tags" Target="../tags/tag103.xml"/><Relationship Id="rId9" Type="http://schemas.openxmlformats.org/officeDocument/2006/relationships/tags" Target="../tags/tag104.xml"/><Relationship Id="rId10" Type="http://schemas.openxmlformats.org/officeDocument/2006/relationships/slideMaster" Target="../slideMasters/slideMaster1.xml"/><Relationship Id="rId11" Type="http://schemas.openxmlformats.org/officeDocument/2006/relationships/oleObject" Target="../embeddings/oleObject8.bin"/><Relationship Id="rId12"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05.xml"/><Relationship Id="rId2" Type="http://schemas.openxmlformats.org/officeDocument/2006/relationships/tags" Target="../tags/tag106.xml"/><Relationship Id="rId3" Type="http://schemas.openxmlformats.org/officeDocument/2006/relationships/tags" Target="../tags/tag107.xml"/><Relationship Id="rId4" Type="http://schemas.openxmlformats.org/officeDocument/2006/relationships/tags" Target="../tags/tag108.xml"/><Relationship Id="rId5" Type="http://schemas.openxmlformats.org/officeDocument/2006/relationships/tags" Target="../tags/tag109.xml"/><Relationship Id="rId6"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10.xml"/><Relationship Id="rId2" Type="http://schemas.openxmlformats.org/officeDocument/2006/relationships/tags" Target="../tags/tag111.xml"/><Relationship Id="rId3" Type="http://schemas.openxmlformats.org/officeDocument/2006/relationships/tags" Target="../tags/tag112.xml"/><Relationship Id="rId4" Type="http://schemas.openxmlformats.org/officeDocument/2006/relationships/tags" Target="../tags/tag113.xml"/><Relationship Id="rId5"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14.xml"/><Relationship Id="rId2" Type="http://schemas.openxmlformats.org/officeDocument/2006/relationships/tags" Target="../tags/tag115.xml"/><Relationship Id="rId3" Type="http://schemas.openxmlformats.org/officeDocument/2006/relationships/tags" Target="../tags/tag116.xml"/><Relationship Id="rId4" Type="http://schemas.openxmlformats.org/officeDocument/2006/relationships/tags" Target="../tags/tag117.xml"/><Relationship Id="rId5" Type="http://schemas.openxmlformats.org/officeDocument/2006/relationships/slideMaster" Target="../slideMasters/slideMaster1.xml"/><Relationship Id="rId6" Type="http://schemas.openxmlformats.org/officeDocument/2006/relationships/image" Target="../media/image3.jpg"/><Relationship Id="rId7" Type="http://schemas.openxmlformats.org/officeDocument/2006/relationships/oleObject" Target="../embeddings/oleObject10.bin"/><Relationship Id="rId8" Type="http://schemas.openxmlformats.org/officeDocument/2006/relationships/image" Target="../media/image5.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39.xml"/><Relationship Id="rId2" Type="http://schemas.openxmlformats.org/officeDocument/2006/relationships/tags" Target="../tags/tag140.xml"/><Relationship Id="rId3" Type="http://schemas.openxmlformats.org/officeDocument/2006/relationships/tags" Target="../tags/tag141.xml"/><Relationship Id="rId4" Type="http://schemas.openxmlformats.org/officeDocument/2006/relationships/tags" Target="../tags/tag142.xml"/><Relationship Id="rId5" Type="http://schemas.openxmlformats.org/officeDocument/2006/relationships/tags" Target="../tags/tag143.xml"/><Relationship Id="rId6" Type="http://schemas.openxmlformats.org/officeDocument/2006/relationships/tags" Target="../tags/tag144.xml"/><Relationship Id="rId7" Type="http://schemas.openxmlformats.org/officeDocument/2006/relationships/tags" Target="../tags/tag145.xml"/><Relationship Id="rId8" Type="http://schemas.openxmlformats.org/officeDocument/2006/relationships/tags" Target="../tags/tag146.xml"/><Relationship Id="rId9" Type="http://schemas.openxmlformats.org/officeDocument/2006/relationships/tags" Target="../tags/tag147.xml"/><Relationship Id="rId10" Type="http://schemas.openxmlformats.org/officeDocument/2006/relationships/slideMaster" Target="../slideMasters/slideMaster2.xml"/><Relationship Id="rId11" Type="http://schemas.openxmlformats.org/officeDocument/2006/relationships/image" Target="../media/image3.jpg"/><Relationship Id="rId12" Type="http://schemas.openxmlformats.org/officeDocument/2006/relationships/image" Target="../media/image4.png"/><Relationship Id="rId13" Type="http://schemas.openxmlformats.org/officeDocument/2006/relationships/oleObject" Target="../embeddings/oleObject12.bin"/><Relationship Id="rId1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48.xml"/><Relationship Id="rId2" Type="http://schemas.openxmlformats.org/officeDocument/2006/relationships/tags" Target="../tags/tag149.xml"/><Relationship Id="rId3" Type="http://schemas.openxmlformats.org/officeDocument/2006/relationships/tags" Target="../tags/tag150.xml"/><Relationship Id="rId4" Type="http://schemas.openxmlformats.org/officeDocument/2006/relationships/tags" Target="../tags/tag151.xml"/><Relationship Id="rId5" Type="http://schemas.openxmlformats.org/officeDocument/2006/relationships/tags" Target="../tags/tag152.xml"/><Relationship Id="rId6" Type="http://schemas.openxmlformats.org/officeDocument/2006/relationships/tags" Target="../tags/tag153.xml"/><Relationship Id="rId7" Type="http://schemas.openxmlformats.org/officeDocument/2006/relationships/tags" Target="../tags/tag154.xml"/><Relationship Id="rId8" Type="http://schemas.openxmlformats.org/officeDocument/2006/relationships/slideMaster" Target="../slideMasters/slideMaster2.xml"/><Relationship Id="rId9" Type="http://schemas.openxmlformats.org/officeDocument/2006/relationships/oleObject" Target="../embeddings/oleObject13.bin"/><Relationship Id="rId10"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55.xml"/><Relationship Id="rId2" Type="http://schemas.openxmlformats.org/officeDocument/2006/relationships/tags" Target="../tags/tag156.xml"/><Relationship Id="rId3" Type="http://schemas.openxmlformats.org/officeDocument/2006/relationships/tags" Target="../tags/tag157.xml"/><Relationship Id="rId4" Type="http://schemas.openxmlformats.org/officeDocument/2006/relationships/tags" Target="../tags/tag158.xml"/><Relationship Id="rId5"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59.xml"/><Relationship Id="rId2" Type="http://schemas.openxmlformats.org/officeDocument/2006/relationships/tags" Target="../tags/tag160.xml"/><Relationship Id="rId3" Type="http://schemas.openxmlformats.org/officeDocument/2006/relationships/tags" Target="../tags/tag161.xml"/><Relationship Id="rId4" Type="http://schemas.openxmlformats.org/officeDocument/2006/relationships/tags" Target="../tags/tag162.xml"/><Relationship Id="rId5"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63.xml"/><Relationship Id="rId2" Type="http://schemas.openxmlformats.org/officeDocument/2006/relationships/tags" Target="../tags/tag164.xml"/><Relationship Id="rId3" Type="http://schemas.openxmlformats.org/officeDocument/2006/relationships/tags" Target="../tags/tag165.xml"/><Relationship Id="rId4" Type="http://schemas.openxmlformats.org/officeDocument/2006/relationships/tags" Target="../tags/tag166.xml"/><Relationship Id="rId5" Type="http://schemas.openxmlformats.org/officeDocument/2006/relationships/tags" Target="../tags/tag167.xml"/><Relationship Id="rId6" Type="http://schemas.openxmlformats.org/officeDocument/2006/relationships/tags" Target="../tags/tag168.xml"/><Relationship Id="rId7" Type="http://schemas.openxmlformats.org/officeDocument/2006/relationships/slideMaster" Target="../slideMasters/slideMaster2.xml"/><Relationship Id="rId8" Type="http://schemas.openxmlformats.org/officeDocument/2006/relationships/oleObject" Target="../embeddings/oleObject14.bin"/><Relationship Id="rId9" Type="http://schemas.openxmlformats.org/officeDocument/2006/relationships/image" Target="../media/image6.emf"/></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69.xml"/><Relationship Id="rId2" Type="http://schemas.openxmlformats.org/officeDocument/2006/relationships/tags" Target="../tags/tag170.xml"/><Relationship Id="rId3" Type="http://schemas.openxmlformats.org/officeDocument/2006/relationships/tags" Target="../tags/tag171.xml"/><Relationship Id="rId4" Type="http://schemas.openxmlformats.org/officeDocument/2006/relationships/tags" Target="../tags/tag172.xml"/><Relationship Id="rId5" Type="http://schemas.openxmlformats.org/officeDocument/2006/relationships/tags" Target="../tags/tag173.xml"/><Relationship Id="rId6" Type="http://schemas.openxmlformats.org/officeDocument/2006/relationships/tags" Target="../tags/tag174.xml"/><Relationship Id="rId7" Type="http://schemas.openxmlformats.org/officeDocument/2006/relationships/tags" Target="../tags/tag175.xml"/><Relationship Id="rId8" Type="http://schemas.openxmlformats.org/officeDocument/2006/relationships/slideMaster" Target="../slideMasters/slideMaster2.xml"/><Relationship Id="rId9" Type="http://schemas.openxmlformats.org/officeDocument/2006/relationships/oleObject" Target="../embeddings/oleObject15.bin"/><Relationship Id="rId10" Type="http://schemas.openxmlformats.org/officeDocument/2006/relationships/image" Target="../media/image6.emf"/></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176.xml"/><Relationship Id="rId2" Type="http://schemas.openxmlformats.org/officeDocument/2006/relationships/tags" Target="../tags/tag177.xml"/><Relationship Id="rId3" Type="http://schemas.openxmlformats.org/officeDocument/2006/relationships/tags" Target="../tags/tag178.xml"/><Relationship Id="rId4" Type="http://schemas.openxmlformats.org/officeDocument/2006/relationships/tags" Target="../tags/tag179.xml"/><Relationship Id="rId5" Type="http://schemas.openxmlformats.org/officeDocument/2006/relationships/tags" Target="../tags/tag180.xml"/><Relationship Id="rId6" Type="http://schemas.openxmlformats.org/officeDocument/2006/relationships/tags" Target="../tags/tag181.xml"/><Relationship Id="rId7" Type="http://schemas.openxmlformats.org/officeDocument/2006/relationships/tags" Target="../tags/tag182.xml"/><Relationship Id="rId8" Type="http://schemas.openxmlformats.org/officeDocument/2006/relationships/tags" Target="../tags/tag183.xml"/><Relationship Id="rId9" Type="http://schemas.openxmlformats.org/officeDocument/2006/relationships/tags" Target="../tags/tag184.xml"/><Relationship Id="rId10" Type="http://schemas.openxmlformats.org/officeDocument/2006/relationships/slideMaster" Target="../slideMasters/slideMaster2.xml"/><Relationship Id="rId11" Type="http://schemas.openxmlformats.org/officeDocument/2006/relationships/oleObject" Target="../embeddings/oleObject16.bin"/><Relationship Id="rId1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185.xml"/><Relationship Id="rId2" Type="http://schemas.openxmlformats.org/officeDocument/2006/relationships/tags" Target="../tags/tag186.xml"/><Relationship Id="rId3" Type="http://schemas.openxmlformats.org/officeDocument/2006/relationships/tags" Target="../tags/tag187.xml"/><Relationship Id="rId4" Type="http://schemas.openxmlformats.org/officeDocument/2006/relationships/tags" Target="../tags/tag188.xml"/><Relationship Id="rId5" Type="http://schemas.openxmlformats.org/officeDocument/2006/relationships/tags" Target="../tags/tag189.xml"/><Relationship Id="rId6" Type="http://schemas.openxmlformats.org/officeDocument/2006/relationships/tags" Target="../tags/tag190.xml"/><Relationship Id="rId7" Type="http://schemas.openxmlformats.org/officeDocument/2006/relationships/tags" Target="../tags/tag191.xml"/><Relationship Id="rId8" Type="http://schemas.openxmlformats.org/officeDocument/2006/relationships/tags" Target="../tags/tag192.xml"/><Relationship Id="rId9" Type="http://schemas.openxmlformats.org/officeDocument/2006/relationships/tags" Target="../tags/tag193.xml"/><Relationship Id="rId10" Type="http://schemas.openxmlformats.org/officeDocument/2006/relationships/slideMaster" Target="../slideMasters/slideMaster2.xml"/><Relationship Id="rId11" Type="http://schemas.openxmlformats.org/officeDocument/2006/relationships/oleObject" Target="../embeddings/oleObject17.bin"/><Relationship Id="rId12" Type="http://schemas.openxmlformats.org/officeDocument/2006/relationships/image" Target="../media/image1.emf"/></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194.xml"/><Relationship Id="rId2" Type="http://schemas.openxmlformats.org/officeDocument/2006/relationships/tags" Target="../tags/tag195.xml"/><Relationship Id="rId3" Type="http://schemas.openxmlformats.org/officeDocument/2006/relationships/tags" Target="../tags/tag196.xml"/><Relationship Id="rId4" Type="http://schemas.openxmlformats.org/officeDocument/2006/relationships/tags" Target="../tags/tag197.xml"/><Relationship Id="rId5" Type="http://schemas.openxmlformats.org/officeDocument/2006/relationships/tags" Target="../tags/tag198.xml"/><Relationship Id="rId6" Type="http://schemas.openxmlformats.org/officeDocument/2006/relationships/tags" Target="../tags/tag199.xml"/><Relationship Id="rId7" Type="http://schemas.openxmlformats.org/officeDocument/2006/relationships/tags" Target="../tags/tag200.xml"/><Relationship Id="rId8" Type="http://schemas.openxmlformats.org/officeDocument/2006/relationships/tags" Target="../tags/tag201.xml"/><Relationship Id="rId9" Type="http://schemas.openxmlformats.org/officeDocument/2006/relationships/tags" Target="../tags/tag202.xml"/><Relationship Id="rId10" Type="http://schemas.openxmlformats.org/officeDocument/2006/relationships/slideMaster" Target="../slideMasters/slideMaster2.xml"/><Relationship Id="rId11" Type="http://schemas.openxmlformats.org/officeDocument/2006/relationships/oleObject" Target="../embeddings/oleObject18.bin"/><Relationship Id="rId12" Type="http://schemas.openxmlformats.org/officeDocument/2006/relationships/image" Target="../media/image9.emf"/></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03.xml"/><Relationship Id="rId2" Type="http://schemas.openxmlformats.org/officeDocument/2006/relationships/tags" Target="../tags/tag204.xml"/><Relationship Id="rId3" Type="http://schemas.openxmlformats.org/officeDocument/2006/relationships/tags" Target="../tags/tag205.xml"/><Relationship Id="rId4" Type="http://schemas.openxmlformats.org/officeDocument/2006/relationships/tags" Target="../tags/tag206.xml"/><Relationship Id="rId5" Type="http://schemas.openxmlformats.org/officeDocument/2006/relationships/tags" Target="../tags/tag207.xml"/><Relationship Id="rId6" Type="http://schemas.openxmlformats.org/officeDocument/2006/relationships/tags" Target="../tags/tag208.xml"/><Relationship Id="rId7" Type="http://schemas.openxmlformats.org/officeDocument/2006/relationships/tags" Target="../tags/tag209.xml"/><Relationship Id="rId8" Type="http://schemas.openxmlformats.org/officeDocument/2006/relationships/tags" Target="../tags/tag210.xml"/><Relationship Id="rId9" Type="http://schemas.openxmlformats.org/officeDocument/2006/relationships/tags" Target="../tags/tag211.xml"/><Relationship Id="rId10" Type="http://schemas.openxmlformats.org/officeDocument/2006/relationships/slideMaster" Target="../slideMasters/slideMaster2.xml"/><Relationship Id="rId11" Type="http://schemas.openxmlformats.org/officeDocument/2006/relationships/oleObject" Target="../embeddings/oleObject19.bin"/><Relationship Id="rId12" Type="http://schemas.openxmlformats.org/officeDocument/2006/relationships/image" Target="../media/image1.emf"/></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12.xml"/><Relationship Id="rId2" Type="http://schemas.openxmlformats.org/officeDocument/2006/relationships/tags" Target="../tags/tag213.xml"/><Relationship Id="rId3" Type="http://schemas.openxmlformats.org/officeDocument/2006/relationships/tags" Target="../tags/tag214.xml"/><Relationship Id="rId4" Type="http://schemas.openxmlformats.org/officeDocument/2006/relationships/tags" Target="../tags/tag215.xml"/><Relationship Id="rId5" Type="http://schemas.openxmlformats.org/officeDocument/2006/relationships/tags" Target="../tags/tag216.xml"/><Relationship Id="rId6" Type="http://schemas.openxmlformats.org/officeDocument/2006/relationships/tags" Target="../tags/tag217.xml"/><Relationship Id="rId7" Type="http://schemas.openxmlformats.org/officeDocument/2006/relationships/tags" Target="../tags/tag218.xml"/><Relationship Id="rId8" Type="http://schemas.openxmlformats.org/officeDocument/2006/relationships/tags" Target="../tags/tag219.xml"/><Relationship Id="rId9" Type="http://schemas.openxmlformats.org/officeDocument/2006/relationships/tags" Target="../tags/tag220.xml"/><Relationship Id="rId10" Type="http://schemas.openxmlformats.org/officeDocument/2006/relationships/slideMaster" Target="../slideMasters/slideMaster2.xml"/><Relationship Id="rId11" Type="http://schemas.openxmlformats.org/officeDocument/2006/relationships/oleObject" Target="../embeddings/oleObject20.bin"/><Relationship Id="rId12" Type="http://schemas.openxmlformats.org/officeDocument/2006/relationships/image" Target="../media/image9.emf"/></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21.xml"/><Relationship Id="rId2" Type="http://schemas.openxmlformats.org/officeDocument/2006/relationships/tags" Target="../tags/tag222.xml"/><Relationship Id="rId3" Type="http://schemas.openxmlformats.org/officeDocument/2006/relationships/tags" Target="../tags/tag223.xml"/><Relationship Id="rId4" Type="http://schemas.openxmlformats.org/officeDocument/2006/relationships/tags" Target="../tags/tag224.xml"/><Relationship Id="rId5" Type="http://schemas.openxmlformats.org/officeDocument/2006/relationships/tags" Target="../tags/tag225.xml"/><Relationship Id="rId6" Type="http://schemas.openxmlformats.org/officeDocument/2006/relationships/tags" Target="../tags/tag226.xml"/><Relationship Id="rId7" Type="http://schemas.openxmlformats.org/officeDocument/2006/relationships/tags" Target="../tags/tag227.xml"/><Relationship Id="rId8" Type="http://schemas.openxmlformats.org/officeDocument/2006/relationships/tags" Target="../tags/tag228.xml"/><Relationship Id="rId9" Type="http://schemas.openxmlformats.org/officeDocument/2006/relationships/tags" Target="../tags/tag229.xml"/><Relationship Id="rId10" Type="http://schemas.openxmlformats.org/officeDocument/2006/relationships/slideMaster" Target="../slideMasters/slideMaster2.xml"/><Relationship Id="rId11" Type="http://schemas.openxmlformats.org/officeDocument/2006/relationships/oleObject" Target="../embeddings/oleObject21.bin"/><Relationship Id="rId12" Type="http://schemas.openxmlformats.org/officeDocument/2006/relationships/image" Target="../media/image9.emf"/></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30.xml"/><Relationship Id="rId2" Type="http://schemas.openxmlformats.org/officeDocument/2006/relationships/tags" Target="../tags/tag231.xml"/><Relationship Id="rId3" Type="http://schemas.openxmlformats.org/officeDocument/2006/relationships/tags" Target="../tags/tag232.xml"/><Relationship Id="rId4" Type="http://schemas.openxmlformats.org/officeDocument/2006/relationships/tags" Target="../tags/tag233.xml"/><Relationship Id="rId5" Type="http://schemas.openxmlformats.org/officeDocument/2006/relationships/tags" Target="../tags/tag234.xml"/><Relationship Id="rId6" Type="http://schemas.openxmlformats.org/officeDocument/2006/relationships/tags" Target="../tags/tag235.xml"/><Relationship Id="rId7" Type="http://schemas.openxmlformats.org/officeDocument/2006/relationships/tags" Target="../tags/tag236.xml"/><Relationship Id="rId8" Type="http://schemas.openxmlformats.org/officeDocument/2006/relationships/tags" Target="../tags/tag237.xml"/><Relationship Id="rId9" Type="http://schemas.openxmlformats.org/officeDocument/2006/relationships/tags" Target="../tags/tag238.xml"/><Relationship Id="rId10" Type="http://schemas.openxmlformats.org/officeDocument/2006/relationships/slideMaster" Target="../slideMasters/slideMaster2.xml"/><Relationship Id="rId11" Type="http://schemas.openxmlformats.org/officeDocument/2006/relationships/oleObject" Target="../embeddings/oleObject22.bin"/><Relationship Id="rId12"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39.xml"/><Relationship Id="rId2" Type="http://schemas.openxmlformats.org/officeDocument/2006/relationships/tags" Target="../tags/tag240.xml"/><Relationship Id="rId3" Type="http://schemas.openxmlformats.org/officeDocument/2006/relationships/tags" Target="../tags/tag241.xml"/><Relationship Id="rId4" Type="http://schemas.openxmlformats.org/officeDocument/2006/relationships/tags" Target="../tags/tag242.xml"/><Relationship Id="rId5" Type="http://schemas.openxmlformats.org/officeDocument/2006/relationships/tags" Target="../tags/tag243.xml"/><Relationship Id="rId6" Type="http://schemas.openxmlformats.org/officeDocument/2006/relationships/tags" Target="../tags/tag244.xml"/><Relationship Id="rId7" Type="http://schemas.openxmlformats.org/officeDocument/2006/relationships/tags" Target="../tags/tag245.xml"/><Relationship Id="rId8" Type="http://schemas.openxmlformats.org/officeDocument/2006/relationships/tags" Target="../tags/tag246.xml"/><Relationship Id="rId9" Type="http://schemas.openxmlformats.org/officeDocument/2006/relationships/tags" Target="../tags/tag247.xml"/><Relationship Id="rId10" Type="http://schemas.openxmlformats.org/officeDocument/2006/relationships/slideMaster" Target="../slideMasters/slideMaster2.xml"/><Relationship Id="rId11" Type="http://schemas.openxmlformats.org/officeDocument/2006/relationships/oleObject" Target="../embeddings/oleObject23.bin"/><Relationship Id="rId12"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48.xml"/><Relationship Id="rId2" Type="http://schemas.openxmlformats.org/officeDocument/2006/relationships/tags" Target="../tags/tag249.xml"/><Relationship Id="rId3" Type="http://schemas.openxmlformats.org/officeDocument/2006/relationships/tags" Target="../tags/tag250.xml"/><Relationship Id="rId4" Type="http://schemas.openxmlformats.org/officeDocument/2006/relationships/tags" Target="../tags/tag251.xml"/><Relationship Id="rId5" Type="http://schemas.openxmlformats.org/officeDocument/2006/relationships/tags" Target="../tags/tag252.xml"/><Relationship Id="rId6"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53.xml"/><Relationship Id="rId2" Type="http://schemas.openxmlformats.org/officeDocument/2006/relationships/tags" Target="../tags/tag254.xml"/><Relationship Id="rId3" Type="http://schemas.openxmlformats.org/officeDocument/2006/relationships/tags" Target="../tags/tag255.xml"/><Relationship Id="rId4" Type="http://schemas.openxmlformats.org/officeDocument/2006/relationships/tags" Target="../tags/tag256.xml"/><Relationship Id="rId5"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257.xml"/><Relationship Id="rId2" Type="http://schemas.openxmlformats.org/officeDocument/2006/relationships/tags" Target="../tags/tag258.xml"/><Relationship Id="rId3" Type="http://schemas.openxmlformats.org/officeDocument/2006/relationships/tags" Target="../tags/tag259.xml"/><Relationship Id="rId4" Type="http://schemas.openxmlformats.org/officeDocument/2006/relationships/tags" Target="../tags/tag260.xml"/><Relationship Id="rId5" Type="http://schemas.openxmlformats.org/officeDocument/2006/relationships/slideMaster" Target="../slideMasters/slideMaster2.xml"/><Relationship Id="rId6" Type="http://schemas.openxmlformats.org/officeDocument/2006/relationships/image" Target="../media/image3.jpg"/><Relationship Id="rId7" Type="http://schemas.openxmlformats.org/officeDocument/2006/relationships/oleObject" Target="../embeddings/oleObject24.bin"/><Relationship Id="rId8" Type="http://schemas.openxmlformats.org/officeDocument/2006/relationships/image" Target="../media/image5.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rgbClr val="FFFFFF"/>
        </a:solidFill>
        <a:effectLst/>
      </p:bgPr>
    </p:bg>
    <p:spTree>
      <p:nvGrpSpPr>
        <p:cNvPr id="1" name=""/>
        <p:cNvGrpSpPr/>
        <p:nvPr/>
      </p:nvGrpSpPr>
      <p:grpSpPr>
        <a:xfrm>
          <a:off x="0" y="0"/>
          <a:ext cx="0" cy="0"/>
          <a:chOff x="0" y="0"/>
          <a:chExt cx="0" cy="0"/>
        </a:xfrm>
      </p:grpSpPr>
      <p:pic>
        <p:nvPicPr>
          <p:cNvPr id="16" name="Background">
            <a:extLst>
              <a:ext uri="{FF2B5EF4-FFF2-40B4-BE49-F238E27FC236}">
                <a16:creationId xmlns:a16="http://schemas.microsoft.com/office/drawing/2014/main" id="{BCFEF986-9186-F0C0-29CC-344333767E31}"/>
              </a:ext>
            </a:extLst>
          </p:cNvPr>
          <p:cNvPicPr>
            <a:picLocks noChangeAspect="1"/>
          </p:cNvPicPr>
          <p:nvPr userDrawn="1">
            <p:custDataLst>
              <p:tags r:id="rId1"/>
            </p:custDataLst>
          </p:nvPr>
        </p:nvPicPr>
        <p:blipFill>
          <a:blip r:embed="rId11"/>
          <a:stretch>
            <a:fillRect/>
          </a:stretch>
        </p:blipFill>
        <p:spPr>
          <a:xfrm>
            <a:off x="0" y="0"/>
            <a:ext cx="12192000" cy="6858000"/>
          </a:xfrm>
          <a:prstGeom prst="rect">
            <a:avLst/>
          </a:prstGeom>
        </p:spPr>
      </p:pic>
      <p:pic>
        <p:nvPicPr>
          <p:cNvPr id="2" name="Partnership">
            <a:extLst>
              <a:ext uri="{FF2B5EF4-FFF2-40B4-BE49-F238E27FC236}">
                <a16:creationId xmlns:a16="http://schemas.microsoft.com/office/drawing/2014/main" id="{52B89695-D141-85AB-BEF2-DAF58FD754EA}"/>
              </a:ext>
            </a:extLst>
          </p:cNvPr>
          <p:cNvPicPr>
            <a:picLocks noChangeAspect="1"/>
          </p:cNvPicPr>
          <p:nvPr userDrawn="1"/>
        </p:nvPicPr>
        <p:blipFill>
          <a:blip r:embed="rId12"/>
          <a:stretch>
            <a:fillRect/>
          </a:stretch>
        </p:blipFill>
        <p:spPr>
          <a:xfrm>
            <a:off x="4238171" y="-8806"/>
            <a:ext cx="7953829" cy="6866806"/>
          </a:xfrm>
          <a:prstGeom prst="rect">
            <a:avLst/>
          </a:prstGeom>
        </p:spPr>
      </p:pic>
      <p:graphicFrame>
        <p:nvGraphicFramePr>
          <p:cNvPr id="9" name="Object 8" hidden="1">
            <a:extLst>
              <a:ext uri="{FF2B5EF4-FFF2-40B4-BE49-F238E27FC236}">
                <a16:creationId xmlns:a16="http://schemas.microsoft.com/office/drawing/2014/main" id="{16EA533F-94AF-4D02-A54D-267AD6DA2E6D}"/>
              </a:ext>
            </a:extLst>
          </p:cNvPr>
          <p:cNvGraphicFramePr>
            <a:graphicFrameLocks noChangeAspect="1"/>
          </p:cNvGraphicFramePr>
          <p:nvPr userDrawn="1">
            <p:custDataLst>
              <p:tags r:id="rId2"/>
            </p:custDataLst>
            <p:extLst>
              <p:ext uri="{D42A27DB-BD31-4B8C-83A1-F6EECF244321}">
                <p14:modId xmlns:p14="http://schemas.microsoft.com/office/powerpoint/2010/main" val="110347485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344" imgH="344" progId="TCLayout.ActiveDocument.1">
                  <p:embed/>
                </p:oleObj>
              </mc:Choice>
              <mc:Fallback>
                <p:oleObj name="think-cell Slide" r:id="rId13" imgW="344" imgH="344" progId="TCLayout.ActiveDocument.1">
                  <p:embed/>
                  <p:pic>
                    <p:nvPicPr>
                      <p:cNvPr id="9" name="Object 8" hidden="1">
                        <a:extLst>
                          <a:ext uri="{FF2B5EF4-FFF2-40B4-BE49-F238E27FC236}">
                            <a16:creationId xmlns:a16="http://schemas.microsoft.com/office/drawing/2014/main" id="{16EA533F-94AF-4D02-A54D-267AD6DA2E6D}"/>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8" name="Rectangle 7" hidden="1">
            <a:extLst>
              <a:ext uri="{FF2B5EF4-FFF2-40B4-BE49-F238E27FC236}">
                <a16:creationId xmlns:a16="http://schemas.microsoft.com/office/drawing/2014/main" id="{C54CE3BD-55D7-42CB-8D9D-17E2A0D7458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grpSp>
        <p:nvGrpSpPr>
          <p:cNvPr id="17" name="logoimage">
            <a:extLst>
              <a:ext uri="{FF2B5EF4-FFF2-40B4-BE49-F238E27FC236}">
                <a16:creationId xmlns:a16="http://schemas.microsoft.com/office/drawing/2014/main" id="{949772D7-BAE9-BB95-C2D5-92588AD0D7EC}"/>
              </a:ext>
            </a:extLst>
          </p:cNvPr>
          <p:cNvGrpSpPr/>
          <p:nvPr userDrawn="1">
            <p:custDataLst>
              <p:tags r:id="rId4"/>
            </p:custDataLst>
          </p:nvPr>
        </p:nvGrpSpPr>
        <p:grpSpPr>
          <a:xfrm>
            <a:off x="551942" y="481160"/>
            <a:ext cx="1893201" cy="585216"/>
            <a:chOff x="551942" y="481160"/>
            <a:chExt cx="1893201" cy="585216"/>
          </a:xfrm>
        </p:grpSpPr>
        <p:sp>
          <p:nvSpPr>
            <p:cNvPr id="5" name="AutoShape 3">
              <a:extLst>
                <a:ext uri="{FF2B5EF4-FFF2-40B4-BE49-F238E27FC236}">
                  <a16:creationId xmlns:a16="http://schemas.microsoft.com/office/drawing/2014/main" id="{1F430752-9F46-430E-93A8-58E8FAF85299}"/>
                </a:ext>
              </a:extLst>
            </p:cNvPr>
            <p:cNvSpPr>
              <a:spLocks noChangeAspect="1" noChangeArrowheads="1" noTextEdit="1"/>
            </p:cNvSpPr>
            <p:nvPr userDrawn="1"/>
          </p:nvSpPr>
          <p:spPr bwMode="black">
            <a:xfrm>
              <a:off x="551942"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20C9A1A2-5968-4C0E-9E0B-C061BA0E7F39}"/>
                </a:ext>
              </a:extLst>
            </p:cNvPr>
            <p:cNvSpPr>
              <a:spLocks noEditPoints="1"/>
            </p:cNvSpPr>
            <p:nvPr userDrawn="1"/>
          </p:nvSpPr>
          <p:spPr bwMode="black">
            <a:xfrm>
              <a:off x="551942"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3" name="ClientLogo">
            <a:extLst>
              <a:ext uri="{FF2B5EF4-FFF2-40B4-BE49-F238E27FC236}">
                <a16:creationId xmlns:a16="http://schemas.microsoft.com/office/drawing/2014/main" id="{0D1A260D-45D1-4D8D-ACC4-246C7DD9AFAD}"/>
              </a:ext>
            </a:extLst>
          </p:cNvPr>
          <p:cNvSpPr>
            <a:spLocks noGrp="1"/>
          </p:cNvSpPr>
          <p:nvPr userDrawn="1">
            <p:ph type="pic" sz="quarter" idx="14" hasCustomPrompt="1"/>
            <p:custDataLst>
              <p:tags r:id="rId5"/>
            </p:custDataLst>
          </p:nvPr>
        </p:nvSpPr>
        <p:spPr>
          <a:xfrm>
            <a:off x="551942" y="4984025"/>
            <a:ext cx="1901952" cy="969264"/>
          </a:xfrm>
          <a:prstGeom prst="rect">
            <a:avLst/>
          </a:prstGeom>
        </p:spPr>
        <p:txBody>
          <a:bodyPr>
            <a:noAutofit/>
          </a:bodyPr>
          <a:lstStyle>
            <a:lvl1pPr algn="ctr">
              <a:defRPr sz="1200">
                <a:solidFill>
                  <a:schemeClr val="tx2"/>
                </a:solidFill>
              </a:defRPr>
            </a:lvl1pPr>
          </a:lstStyle>
          <a:p>
            <a:r>
              <a:rPr lang="en-US" dirty="0"/>
              <a:t>Client logo goes here.</a:t>
            </a:r>
          </a:p>
        </p:txBody>
      </p:sp>
      <p:sp>
        <p:nvSpPr>
          <p:cNvPr id="15" name="Documenttype">
            <a:extLst>
              <a:ext uri="{FF2B5EF4-FFF2-40B4-BE49-F238E27FC236}">
                <a16:creationId xmlns:a16="http://schemas.microsoft.com/office/drawing/2014/main" id="{CB5FF56E-DA90-4199-AF9A-359BE08E9A15}"/>
              </a:ext>
            </a:extLst>
          </p:cNvPr>
          <p:cNvSpPr>
            <a:spLocks noGrp="1"/>
          </p:cNvSpPr>
          <p:nvPr userDrawn="1">
            <p:ph type="body" sz="quarter" idx="13" hasCustomPrompt="1"/>
            <p:custDataLst>
              <p:tags r:id="rId6"/>
            </p:custDataLst>
          </p:nvPr>
        </p:nvSpPr>
        <p:spPr>
          <a:xfrm>
            <a:off x="554736" y="4510168"/>
            <a:ext cx="6016752" cy="215444"/>
          </a:xfrm>
          <a:prstGeom prst="rect">
            <a:avLst/>
          </a:prstGeom>
        </p:spPr>
        <p:txBody>
          <a:bodyPr wrap="square">
            <a:noAutofit/>
          </a:bodyPr>
          <a:lstStyle>
            <a:lvl1pPr>
              <a:buNone/>
              <a:defRPr sz="1400">
                <a:solidFill>
                  <a:schemeClr val="tx2"/>
                </a:solidFill>
              </a:defRPr>
            </a:lvl1pPr>
            <a:lvl2pPr marL="115888" indent="0">
              <a:buNone/>
              <a:defRPr>
                <a:solidFill>
                  <a:schemeClr val="bg1"/>
                </a:solidFill>
              </a:defRPr>
            </a:lvl2pPr>
            <a:lvl3pPr marL="466344" indent="0">
              <a:buNone/>
              <a:defRPr>
                <a:solidFill>
                  <a:schemeClr val="bg1"/>
                </a:solidFill>
              </a:defRPr>
            </a:lvl3pPr>
            <a:lvl4pPr marL="813816" indent="0">
              <a:buNone/>
              <a:defRPr>
                <a:solidFill>
                  <a:schemeClr val="bg1"/>
                </a:solidFill>
              </a:defRPr>
            </a:lvl4pPr>
            <a:lvl5pPr marL="1161288" indent="0">
              <a:buNone/>
              <a:defRPr>
                <a:solidFill>
                  <a:schemeClr val="bg1"/>
                </a:solidFill>
              </a:defRPr>
            </a:lvl5pPr>
          </a:lstStyle>
          <a:p>
            <a:pPr lvl="0"/>
            <a:r>
              <a:rPr lang="en-US" dirty="0"/>
              <a:t>Edit date or title/role</a:t>
            </a:r>
          </a:p>
        </p:txBody>
      </p:sp>
      <p:sp>
        <p:nvSpPr>
          <p:cNvPr id="14" name="Subtitle">
            <a:extLst>
              <a:ext uri="{FF2B5EF4-FFF2-40B4-BE49-F238E27FC236}">
                <a16:creationId xmlns:a16="http://schemas.microsoft.com/office/drawing/2014/main" id="{BFC960F1-3A46-4C93-83F3-47AB2EB0D15E}"/>
              </a:ext>
            </a:extLst>
          </p:cNvPr>
          <p:cNvSpPr>
            <a:spLocks noGrp="1"/>
          </p:cNvSpPr>
          <p:nvPr userDrawn="1">
            <p:ph type="subTitle" idx="1"/>
            <p:custDataLst>
              <p:tags r:id="rId7"/>
            </p:custDataLst>
          </p:nvPr>
        </p:nvSpPr>
        <p:spPr>
          <a:xfrm>
            <a:off x="551942" y="4092559"/>
            <a:ext cx="6016752" cy="307777"/>
          </a:xfrm>
          <a:prstGeom prst="rect">
            <a:avLst/>
          </a:prstGeom>
        </p:spPr>
        <p:txBody>
          <a:bodyPr wrap="square">
            <a:spAutoFit/>
          </a:bodyPr>
          <a:lstStyle>
            <a:lvl1pPr marL="0" indent="0" algn="l">
              <a:buNone/>
              <a:defRPr sz="20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3" name="Title">
            <a:extLst>
              <a:ext uri="{FF2B5EF4-FFF2-40B4-BE49-F238E27FC236}">
                <a16:creationId xmlns:a16="http://schemas.microsoft.com/office/drawing/2014/main" id="{14DBF1FD-6C25-4E00-ACAB-F60F35C9625C}"/>
              </a:ext>
            </a:extLst>
          </p:cNvPr>
          <p:cNvSpPr>
            <a:spLocks noGrp="1"/>
          </p:cNvSpPr>
          <p:nvPr userDrawn="1">
            <p:ph type="title"/>
            <p:custDataLst>
              <p:tags r:id="rId8"/>
            </p:custDataLst>
          </p:nvPr>
        </p:nvSpPr>
        <p:spPr>
          <a:xfrm>
            <a:off x="551942" y="2049805"/>
            <a:ext cx="6016752" cy="1921708"/>
          </a:xfrm>
          <a:prstGeom prst="rect">
            <a:avLst/>
          </a:prstGeom>
        </p:spPr>
        <p:txBody>
          <a:bodyPr vert="horz" anchor="b">
            <a:normAutofit/>
          </a:bodyPr>
          <a:lstStyle>
            <a:lvl1pPr>
              <a:defRPr sz="4400" baseline="0">
                <a:ln w="6350" cap="flat">
                  <a:noFill/>
                  <a:miter lim="800000"/>
                </a:ln>
                <a:solidFill>
                  <a:schemeClr val="tx2"/>
                </a:solidFill>
              </a:defRPr>
            </a:lvl1pPr>
          </a:lstStyle>
          <a:p>
            <a:r>
              <a:rPr lang="en-US"/>
              <a:t>Click to edit Master title style</a:t>
            </a:r>
            <a:endParaRPr lang="en-US" dirty="0"/>
          </a:p>
        </p:txBody>
      </p:sp>
      <p:sp>
        <p:nvSpPr>
          <p:cNvPr id="19" name="Disclaimer-English (United States)">
            <a:extLst>
              <a:ext uri="{FF2B5EF4-FFF2-40B4-BE49-F238E27FC236}">
                <a16:creationId xmlns:a16="http://schemas.microsoft.com/office/drawing/2014/main" id="{FB7A54AC-E14F-4BA1-B48F-5284B039668B}"/>
              </a:ext>
            </a:extLst>
          </p:cNvPr>
          <p:cNvSpPr>
            <a:spLocks noChangeArrowheads="1"/>
          </p:cNvSpPr>
          <p:nvPr userDrawn="1">
            <p:custDataLst>
              <p:tags r:id="rId9"/>
            </p:custDataLst>
          </p:nvPr>
        </p:nvSpPr>
        <p:spPr bwMode="black">
          <a:xfrm>
            <a:off x="551942" y="6190488"/>
            <a:ext cx="3995928" cy="35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nchor="b" anchorCtr="0">
            <a:noAutofit/>
          </a:bodyPr>
          <a:lstStyle/>
          <a:p>
            <a:pPr defTabSz="804863" eaLnBrk="0" hangingPunct="0"/>
            <a:r>
              <a:rPr lang="en-US" sz="750">
                <a:solidFill>
                  <a:schemeClr val="tx2"/>
                </a:solidFill>
                <a:latin typeface="+mn-lt"/>
              </a:rPr>
              <a:t>CONFIDENTIAL AND PROPRIETARY | © 2026 McKinsey &amp; Company. </a:t>
            </a:r>
          </a:p>
          <a:p>
            <a:pPr defTabSz="804863" eaLnBrk="0" hangingPunct="0"/>
            <a:r>
              <a:rPr lang="en-US" sz="750">
                <a:solidFill>
                  <a:schemeClr val="tx2"/>
                </a:solidFill>
                <a:latin typeface="+mn-lt"/>
              </a:rPr>
              <a:t>This material is intended solely for your internal use and any use of this material without specific permission of McKinsey &amp; Company is strictly prohibited. All rights reserved.</a:t>
            </a:r>
            <a:endParaRPr lang="en-US" sz="750" dirty="0">
              <a:solidFill>
                <a:schemeClr val="tx2"/>
              </a:solidFill>
              <a:latin typeface="+mn-lt"/>
            </a:endParaRPr>
          </a:p>
        </p:txBody>
      </p:sp>
    </p:spTree>
    <p:extLst>
      <p:ext uri="{BB962C8B-B14F-4D97-AF65-F5344CB8AC3E}">
        <p14:creationId xmlns:p14="http://schemas.microsoft.com/office/powerpoint/2010/main" val="3543058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92742848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D8EFF8A2-0FB9-4B25-8B8D-492353274983}"/>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9F741700-5035-4E61-A4AC-1B3C7AE220D5}"/>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4736" y="182372"/>
            <a:ext cx="11082528" cy="731520"/>
          </a:xfrm>
        </p:spPr>
        <p:txBody>
          <a:bodyPr/>
          <a:lstStyle/>
          <a:p>
            <a:r>
              <a:rPr lang="en-US"/>
              <a:t>Click to edit Master title style</a:t>
            </a:r>
            <a:endParaRPr lang="en-US" dirty="0"/>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A8BAFD1A-3C11-49E6-B76E-5166760AF118}"/>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
        <p:nvSpPr>
          <p:cNvPr id="12" name="3. Subtitle">
            <a:extLst>
              <a:ext uri="{FF2B5EF4-FFF2-40B4-BE49-F238E27FC236}">
                <a16:creationId xmlns:a16="http://schemas.microsoft.com/office/drawing/2014/main" id="{1EE9FF4B-7331-4DE1-A594-C0C335ED5BE5}"/>
              </a:ext>
            </a:extLst>
          </p:cNvPr>
          <p:cNvSpPr>
            <a:spLocks noGrp="1"/>
          </p:cNvSpPr>
          <p:nvPr>
            <p:ph type="subTitle" idx="1"/>
            <p:custDataLst>
              <p:tags r:id="rId7"/>
            </p:custDataLst>
          </p:nvPr>
        </p:nvSpPr>
        <p:spPr>
          <a:xfrm>
            <a:off x="554736" y="903861"/>
            <a:ext cx="11082528"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1608224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1706563"/>
            <a:ext cx="3813048" cy="694944"/>
          </a:xfrm>
          <a:prstGeom prst="rect">
            <a:avLst/>
          </a:prstGeom>
        </p:spPr>
        <p:txBody>
          <a:bodyPr anchor="t">
            <a:noAutofit/>
          </a:bodyPr>
          <a:lstStyle>
            <a:lvl1pPr>
              <a:lnSpc>
                <a:spcPct val="90000"/>
              </a:lnSpc>
              <a:defRPr>
                <a:ln w="6350" cap="flat">
                  <a:noFill/>
                  <a:miter lim="800000"/>
                </a:ln>
              </a:defRPr>
            </a:lvl1pPr>
          </a:lstStyle>
          <a:p>
            <a:r>
              <a:rPr lang="en-US"/>
              <a:t>Click to edit Master title style</a:t>
            </a:r>
            <a:endParaRPr lang="en-US" dirty="0"/>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2382874E-5BAC-44EB-9C53-2930F0FC66DC}"/>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52498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3044280"/>
            <a:ext cx="5065776" cy="769441"/>
          </a:xfrm>
          <a:prstGeom prst="rect">
            <a:avLst/>
          </a:prstGeom>
        </p:spPr>
        <p:txBody>
          <a:bodyPr rIns="365760" anchor="ctr">
            <a:noAutofit/>
          </a:bodyPr>
          <a:lstStyle>
            <a:lvl1pPr>
              <a:defRPr>
                <a:ln w="6350" cap="flat">
                  <a:noFill/>
                  <a:miter lim="800000"/>
                </a:ln>
              </a:defRPr>
            </a:lvl1pPr>
          </a:lstStyle>
          <a:p>
            <a:r>
              <a:rPr lang="en-US"/>
              <a:t>Click to edit Master title style</a:t>
            </a:r>
            <a:endParaRPr lang="en-US" dirty="0"/>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7" name="1. On-page tracker">
            <a:extLst>
              <a:ext uri="{FF2B5EF4-FFF2-40B4-BE49-F238E27FC236}">
                <a16:creationId xmlns:a16="http://schemas.microsoft.com/office/drawing/2014/main" id="{2A77292F-0F7C-43B4-9782-AB706C93BD64}"/>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0797074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A608D4BB-56F5-4BF1-8C9C-8799BAA8CEEB}"/>
              </a:ext>
            </a:extLst>
          </p:cNvPr>
          <p:cNvGraphicFramePr>
            <a:graphicFrameLocks noChangeAspect="1"/>
          </p:cNvGraphicFramePr>
          <p:nvPr userDrawn="1">
            <p:custDataLst>
              <p:tags r:id="rId1"/>
            </p:custDataLst>
            <p:extLst>
              <p:ext uri="{D42A27DB-BD31-4B8C-83A1-F6EECF244321}">
                <p14:modId xmlns:p14="http://schemas.microsoft.com/office/powerpoint/2010/main" val="27037000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73" imgH="476" progId="TCLayout.ActiveDocument.1">
                  <p:embed/>
                </p:oleObj>
              </mc:Choice>
              <mc:Fallback>
                <p:oleObj name="think-cell Slide" r:id="rId8" imgW="473" imgH="476" progId="TCLayout.ActiveDocument.1">
                  <p:embed/>
                  <p:pic>
                    <p:nvPicPr>
                      <p:cNvPr id="3" name="Object 2" hidden="1">
                        <a:extLst>
                          <a:ext uri="{FF2B5EF4-FFF2-40B4-BE49-F238E27FC236}">
                            <a16:creationId xmlns:a16="http://schemas.microsoft.com/office/drawing/2014/main" id="{A608D4BB-56F5-4BF1-8C9C-8799BAA8CEEB}"/>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288743A-B5B4-4D5C-9D2C-F17D5A50E4BE}"/>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3"/>
            </p:custDataLst>
          </p:nvPr>
        </p:nvSpPr>
        <p:spPr>
          <a:xfrm>
            <a:off x="554736" y="4580468"/>
            <a:ext cx="11082528" cy="677108"/>
          </a:xfrm>
        </p:spPr>
        <p:txBody>
          <a:bodyPr anchor="b">
            <a:noAutofit/>
          </a:bodyPr>
          <a:lstStyle>
            <a:lvl1pPr>
              <a:lnSpc>
                <a:spcPct val="93000"/>
              </a:lnSpc>
              <a:defRPr sz="4400"/>
            </a:lvl1pPr>
          </a:lstStyle>
          <a:p>
            <a:r>
              <a:rPr lang="en-US"/>
              <a:t>Click to edit Master title style</a:t>
            </a:r>
            <a:endParaRPr lang="en-US" dirty="0"/>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07CA98DC-1A07-45D0-A835-AD1606EE7BAE}"/>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4970631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2CD01A5A-D383-4F62-8841-DD0172530759}"/>
              </a:ext>
            </a:extLst>
          </p:cNvPr>
          <p:cNvGraphicFramePr>
            <a:graphicFrameLocks noChangeAspect="1"/>
          </p:cNvGraphicFramePr>
          <p:nvPr userDrawn="1">
            <p:custDataLst>
              <p:tags r:id="rId1"/>
            </p:custDataLst>
            <p:extLst>
              <p:ext uri="{D42A27DB-BD31-4B8C-83A1-F6EECF244321}">
                <p14:modId xmlns:p14="http://schemas.microsoft.com/office/powerpoint/2010/main" val="313721149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3" name="Object 2" hidden="1">
                        <a:extLst>
                          <a:ext uri="{FF2B5EF4-FFF2-40B4-BE49-F238E27FC236}">
                            <a16:creationId xmlns:a16="http://schemas.microsoft.com/office/drawing/2014/main" id="{2CD01A5A-D383-4F62-8841-DD0172530759}"/>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CAC2F000-47EB-4070-866B-EF082C9E1028}"/>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3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3"/>
            </p:custDataLst>
          </p:nvPr>
        </p:nvSpPr>
        <p:spPr>
          <a:xfrm>
            <a:off x="1505712" y="3592841"/>
            <a:ext cx="9180576" cy="486608"/>
          </a:xfrm>
          <a:prstGeom prst="rect">
            <a:avLst/>
          </a:prstGeom>
        </p:spPr>
        <p:txBody>
          <a:bodyPr>
            <a:spAutoFit/>
          </a:bodyPr>
          <a:lstStyle>
            <a:lvl1pPr>
              <a:lnSpc>
                <a:spcPct val="93000"/>
              </a:lnSpc>
              <a:defRPr sz="3400"/>
            </a:lvl1pPr>
          </a:lstStyle>
          <a:p>
            <a:r>
              <a:rPr lang="en-US" dirty="0"/>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4"/>
            </p:custDataLst>
          </p:nvPr>
        </p:nvSpPr>
        <p:spPr>
          <a:xfrm>
            <a:off x="1505712" y="4284630"/>
            <a:ext cx="9180576" cy="246221"/>
          </a:xfrm>
        </p:spPr>
        <p:txBody>
          <a:bodyPr wrap="square" anchor="t">
            <a:spAutoFit/>
          </a:bodyPr>
          <a:lstStyle>
            <a:lvl1pPr marL="0" indent="0" algn="l">
              <a:buNone/>
              <a:defRPr sz="16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469A753E-961A-4AC3-B6E0-4407B9A4AF36}"/>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411697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1"/>
            </p:custDataLst>
            <p:extLst>
              <p:ext uri="{D42A27DB-BD31-4B8C-83A1-F6EECF244321}">
                <p14:modId xmlns:p14="http://schemas.microsoft.com/office/powerpoint/2010/main" val="3707799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C6FAC554-F995-4246-BE36-413D2200D983}"/>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7D03BAA3-96F1-4B7C-895E-B9B8CFDDA50B}"/>
              </a:ext>
            </a:extLst>
          </p:cNvPr>
          <p:cNvSpPr txBox="1"/>
          <p:nvPr userDrawn="1">
            <p:custDataLst>
              <p:tags r:id="rId4"/>
            </p:custDataLst>
          </p:nvPr>
        </p:nvSpPr>
        <p:spPr>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anchor="b">
            <a:noAutofit/>
          </a:bodyPr>
          <a:lstStyle>
            <a:lvl1pPr>
              <a:defRPr>
                <a:solidFill>
                  <a:schemeClr val="tx1"/>
                </a:solidFill>
              </a:defRPr>
            </a:lvl1pPr>
          </a:lstStyle>
          <a:p>
            <a:r>
              <a:rPr lang="en-US"/>
              <a:t>Click to edit Master title style</a:t>
            </a:r>
            <a:endParaRPr lang="en-US" dirty="0"/>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p:spPr>
        <p:txBody>
          <a:bodyPr wrap="square" anchor="t">
            <a:spAutoFit/>
          </a:bodyPr>
          <a:lstStyle>
            <a:lvl1pPr marL="0" indent="0" algn="l">
              <a:buNone/>
              <a:defRPr sz="1600" b="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endParaRPr lang="en-US" dirty="0"/>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5" name="1. On-page tracker">
            <a:extLst>
              <a:ext uri="{FF2B5EF4-FFF2-40B4-BE49-F238E27FC236}">
                <a16:creationId xmlns:a16="http://schemas.microsoft.com/office/drawing/2014/main" id="{2C7757ED-5357-4B01-BB59-15D4406B0FDF}"/>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41894787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1"/>
            </p:custDataLst>
            <p:extLst>
              <p:ext uri="{D42A27DB-BD31-4B8C-83A1-F6EECF244321}">
                <p14:modId xmlns:p14="http://schemas.microsoft.com/office/powerpoint/2010/main" val="231551837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2D2E0F6-5BB5-47A0-8E4A-CD4E6673B199}"/>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2D4C39DE-34D3-430B-A68C-3662DBF9F427}"/>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wrap="square" anchor="b">
            <a:noAutofit/>
          </a:bodyPr>
          <a:lstStyle>
            <a:lvl1pPr algn="l">
              <a:defRPr>
                <a:solidFill>
                  <a:schemeClr val="tx1"/>
                </a:solidFill>
              </a:defRPr>
            </a:lvl1pPr>
          </a:lstStyle>
          <a:p>
            <a:r>
              <a:rPr lang="en-US"/>
              <a:t>Click to edit Master title style</a:t>
            </a:r>
            <a:endParaRPr lang="en-US" dirty="0"/>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p:spPr>
        <p:txBody>
          <a:bodyPr wrap="square" anchor="t">
            <a:spAutoFit/>
          </a:bodyPr>
          <a:lstStyle>
            <a:lvl1pPr marL="0" indent="0" algn="l">
              <a:buNone/>
              <a:defRPr sz="1600" b="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endParaRPr lang="en-US" dirty="0"/>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5" name="1. On-page tracker">
            <a:extLst>
              <a:ext uri="{FF2B5EF4-FFF2-40B4-BE49-F238E27FC236}">
                <a16:creationId xmlns:a16="http://schemas.microsoft.com/office/drawing/2014/main" id="{1ADFA379-EDDB-4C62-A3BB-AC227312C688}"/>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108990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3149784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5C86E70-6ADC-4EA2-90F2-373AC4FDE5D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20" name="1. On-page tracker">
            <a:extLst>
              <a:ext uri="{FF2B5EF4-FFF2-40B4-BE49-F238E27FC236}">
                <a16:creationId xmlns:a16="http://schemas.microsoft.com/office/drawing/2014/main" id="{0E1A178A-6BDC-4A0A-9F92-72F6EB95AD81}"/>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
        <p:nvSpPr>
          <p:cNvPr id="24" name="2. Slide Title">
            <a:extLst>
              <a:ext uri="{FF2B5EF4-FFF2-40B4-BE49-F238E27FC236}">
                <a16:creationId xmlns:a16="http://schemas.microsoft.com/office/drawing/2014/main" id="{06A9E224-CFBD-42B8-A4C0-EFE2C017E523}"/>
              </a:ext>
            </a:extLst>
          </p:cNvPr>
          <p:cNvSpPr>
            <a:spLocks noGrp="1"/>
          </p:cNvSpPr>
          <p:nvPr>
            <p:ph type="title"/>
            <p:custDataLst>
              <p:tags r:id="rId8"/>
            </p:custDataLst>
          </p:nvPr>
        </p:nvSpPr>
        <p:spPr>
          <a:xfrm>
            <a:off x="554736" y="182372"/>
            <a:ext cx="5065776" cy="731520"/>
          </a:xfrm>
        </p:spPr>
        <p:txBody>
          <a:bodyPr/>
          <a:lstStyle/>
          <a:p>
            <a:r>
              <a:rPr lang="en-US"/>
              <a:t>Click to edit Master title style</a:t>
            </a:r>
            <a:endParaRPr lang="en-US" dirty="0"/>
          </a:p>
        </p:txBody>
      </p:sp>
      <p:sp>
        <p:nvSpPr>
          <p:cNvPr id="25" name="3. Subtitle">
            <a:extLst>
              <a:ext uri="{FF2B5EF4-FFF2-40B4-BE49-F238E27FC236}">
                <a16:creationId xmlns:a16="http://schemas.microsoft.com/office/drawing/2014/main" id="{F7FC2EC4-28A5-4B24-B46C-79BCB0964344}"/>
              </a:ext>
            </a:extLst>
          </p:cNvPr>
          <p:cNvSpPr>
            <a:spLocks noGrp="1"/>
          </p:cNvSpPr>
          <p:nvPr>
            <p:ph type="subTitle" idx="1"/>
            <p:custDataLst>
              <p:tags r:id="rId9"/>
            </p:custDataLst>
          </p:nvPr>
        </p:nvSpPr>
        <p:spPr>
          <a:xfrm>
            <a:off x="554736" y="903861"/>
            <a:ext cx="5065776"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25986642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1"/>
            </p:custDataLst>
            <p:extLst>
              <p:ext uri="{D42A27DB-BD31-4B8C-83A1-F6EECF244321}">
                <p14:modId xmlns:p14="http://schemas.microsoft.com/office/powerpoint/2010/main" val="19312443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8F8ABD0-305F-4DFC-AC60-1FB7BB16830A}"/>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25" name="2. Slide Title">
            <a:extLst>
              <a:ext uri="{FF2B5EF4-FFF2-40B4-BE49-F238E27FC236}">
                <a16:creationId xmlns:a16="http://schemas.microsoft.com/office/drawing/2014/main" id="{AA4BE143-5F32-4F04-B536-5DD597732824}"/>
              </a:ext>
            </a:extLst>
          </p:cNvPr>
          <p:cNvSpPr>
            <a:spLocks noGrp="1"/>
          </p:cNvSpPr>
          <p:nvPr>
            <p:ph type="title"/>
            <p:custDataLst>
              <p:tags r:id="rId7"/>
            </p:custDataLst>
          </p:nvPr>
        </p:nvSpPr>
        <p:spPr>
          <a:xfrm>
            <a:off x="554736" y="182372"/>
            <a:ext cx="6967728" cy="731520"/>
          </a:xfrm>
        </p:spPr>
        <p:txBody>
          <a:bodyPr/>
          <a:lstStyle/>
          <a:p>
            <a:r>
              <a:rPr lang="en-US"/>
              <a:t>Click to edit Master title style</a:t>
            </a:r>
            <a:endParaRPr lang="en-US" dirty="0"/>
          </a:p>
        </p:txBody>
      </p:sp>
      <p:sp>
        <p:nvSpPr>
          <p:cNvPr id="26" name="3. Subtitle">
            <a:extLst>
              <a:ext uri="{FF2B5EF4-FFF2-40B4-BE49-F238E27FC236}">
                <a16:creationId xmlns:a16="http://schemas.microsoft.com/office/drawing/2014/main" id="{97E30C8F-A677-42C7-A072-4ACC7DC3D698}"/>
              </a:ext>
            </a:extLst>
          </p:cNvPr>
          <p:cNvSpPr>
            <a:spLocks noGrp="1"/>
          </p:cNvSpPr>
          <p:nvPr>
            <p:ph type="subTitle" idx="1"/>
            <p:custDataLst>
              <p:tags r:id="rId8"/>
            </p:custDataLst>
          </p:nvPr>
        </p:nvSpPr>
        <p:spPr>
          <a:xfrm>
            <a:off x="554736" y="903861"/>
            <a:ext cx="6967728" cy="246221"/>
          </a:xfrm>
        </p:spPr>
        <p:txBody>
          <a:bodyPr anchor="t" anchorCtr="0">
            <a:spAutoFit/>
          </a:bodyPr>
          <a:lstStyle/>
          <a:p>
            <a:r>
              <a:rPr lang="en-US" sz="1600"/>
              <a:t>Click to edit Master subtitle style</a:t>
            </a:r>
            <a:endParaRPr lang="en-US" sz="1600" dirty="0"/>
          </a:p>
        </p:txBody>
      </p:sp>
      <p:sp>
        <p:nvSpPr>
          <p:cNvPr id="19" name="1. On-page tracker">
            <a:extLst>
              <a:ext uri="{FF2B5EF4-FFF2-40B4-BE49-F238E27FC236}">
                <a16:creationId xmlns:a16="http://schemas.microsoft.com/office/drawing/2014/main" id="{288125BB-6CB4-4B7C-8E2B-CB1912430A39}"/>
              </a:ext>
            </a:extLst>
          </p:cNvPr>
          <p:cNvSpPr>
            <a:spLocks noGrp="1"/>
          </p:cNvSpPr>
          <p:nvPr>
            <p:ph type="body" sz="quarter" idx="18" hasCustomPrompt="1"/>
            <p:custDataLst>
              <p:tags r:id="rId9"/>
            </p:custDataLst>
          </p:nvPr>
        </p:nvSpPr>
        <p:spPr>
          <a:xfrm>
            <a:off x="8170323" y="78768"/>
            <a:ext cx="3466941"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2579851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16023464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5C86E70-6ADC-4EA2-90F2-373AC4FDE5D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500" b="1" i="0" u="none" strike="noStrike" kern="1200" cap="none" spc="0" normalizeH="0" baseline="0" noProof="0" dirty="0" err="1">
              <a:ln>
                <a:noFill/>
              </a:ln>
              <a:solidFill>
                <a:srgbClr val="FFFFFF"/>
              </a:solidFill>
              <a:effectLst/>
              <a:uLnTx/>
              <a:uFillTx/>
              <a:latin typeface="Georgia" panose="02040502050405020303" pitchFamily="18" charset="0"/>
              <a:ea typeface="+mj-ea"/>
              <a:cs typeface="+mj-cs"/>
              <a:sym typeface="Georgia" panose="02040502050405020303" pitchFamily="18"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3"/>
            </p:custDataLst>
          </p:nvPr>
        </p:nvSpPr>
        <p:spPr bwMode="ltGray">
          <a:xfrm>
            <a:off x="8781416" y="0"/>
            <a:ext cx="3410584"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F0F0"/>
              </a:solidFill>
              <a:effectLst/>
              <a:uLnTx/>
              <a:uFillTx/>
              <a:latin typeface="Arial" panose="020B0604020202020204" pitchFamily="34" charset="0"/>
              <a:ea typeface="+mn-ea"/>
              <a:cs typeface="+mn-cs"/>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Source: …</a:t>
            </a:r>
          </a:p>
        </p:txBody>
      </p:sp>
      <p:sp>
        <p:nvSpPr>
          <p:cNvPr id="20" name="1. On-page tracker">
            <a:extLst>
              <a:ext uri="{FF2B5EF4-FFF2-40B4-BE49-F238E27FC236}">
                <a16:creationId xmlns:a16="http://schemas.microsoft.com/office/drawing/2014/main" id="{CA286AFC-8B29-4E70-86B3-6C866D5BEC95}"/>
              </a:ext>
            </a:extLst>
          </p:cNvPr>
          <p:cNvSpPr>
            <a:spLocks noGrp="1"/>
          </p:cNvSpPr>
          <p:nvPr>
            <p:ph type="body" sz="quarter" idx="17" hasCustomPrompt="1"/>
            <p:custDataLst>
              <p:tags r:id="rId7"/>
            </p:custDataLst>
          </p:nvPr>
        </p:nvSpPr>
        <p:spPr>
          <a:xfrm>
            <a:off x="9116813" y="78768"/>
            <a:ext cx="2520451" cy="123111"/>
          </a:xfrm>
        </p:spPr>
        <p:txBody>
          <a:bodyPr wrap="square" anchor="ctr" anchorCtr="0">
            <a:spAutoFit/>
          </a:bodyPr>
          <a:lstStyle>
            <a:lvl1pPr algn="r">
              <a:defRPr sz="800">
                <a:latin typeface="+mn-lt"/>
              </a:defRPr>
            </a:lvl1pPr>
          </a:lstStyle>
          <a:p>
            <a:pPr lvl="0"/>
            <a:r>
              <a:rPr lang="en-US" dirty="0"/>
              <a:t>Chapter › Topic</a:t>
            </a:r>
          </a:p>
        </p:txBody>
      </p:sp>
      <p:sp>
        <p:nvSpPr>
          <p:cNvPr id="21" name="2. Slide Title">
            <a:extLst>
              <a:ext uri="{FF2B5EF4-FFF2-40B4-BE49-F238E27FC236}">
                <a16:creationId xmlns:a16="http://schemas.microsoft.com/office/drawing/2014/main" id="{37073CF3-4B2B-440D-B24E-174E36B7892F}"/>
              </a:ext>
            </a:extLst>
          </p:cNvPr>
          <p:cNvSpPr>
            <a:spLocks noGrp="1"/>
          </p:cNvSpPr>
          <p:nvPr>
            <p:ph type="title"/>
            <p:custDataLst>
              <p:tags r:id="rId8"/>
            </p:custDataLst>
          </p:nvPr>
        </p:nvSpPr>
        <p:spPr>
          <a:xfrm>
            <a:off x="554736" y="182372"/>
            <a:ext cx="7918704" cy="731520"/>
          </a:xfrm>
        </p:spPr>
        <p:txBody>
          <a:bodyPr/>
          <a:lstStyle/>
          <a:p>
            <a:r>
              <a:rPr lang="en-US"/>
              <a:t>Click to edit Master title style</a:t>
            </a:r>
            <a:endParaRPr lang="en-US" dirty="0"/>
          </a:p>
        </p:txBody>
      </p:sp>
      <p:sp>
        <p:nvSpPr>
          <p:cNvPr id="26" name="3. Subtitle">
            <a:extLst>
              <a:ext uri="{FF2B5EF4-FFF2-40B4-BE49-F238E27FC236}">
                <a16:creationId xmlns:a16="http://schemas.microsoft.com/office/drawing/2014/main" id="{61C78DC4-4C20-4AA3-93C4-00442F85A83B}"/>
              </a:ext>
            </a:extLst>
          </p:cNvPr>
          <p:cNvSpPr>
            <a:spLocks noGrp="1"/>
          </p:cNvSpPr>
          <p:nvPr>
            <p:ph type="subTitle" idx="1"/>
            <p:custDataLst>
              <p:tags r:id="rId9"/>
            </p:custDataLst>
          </p:nvPr>
        </p:nvSpPr>
        <p:spPr>
          <a:xfrm>
            <a:off x="554736" y="903861"/>
            <a:ext cx="7918704"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2083795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sp>
        <p:nvSpPr>
          <p:cNvPr id="14" name="SlideLogoText">
            <a:extLst>
              <a:ext uri="{FF2B5EF4-FFF2-40B4-BE49-F238E27FC236}">
                <a16:creationId xmlns:a16="http://schemas.microsoft.com/office/drawing/2014/main" id="{B789CE62-716F-47B1-B8FE-60436A1FA5A7}"/>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3"/>
            </p:custDataLst>
          </p:nvPr>
        </p:nvSpPr>
        <p:spPr>
          <a:xfrm>
            <a:off x="554736" y="175171"/>
            <a:ext cx="11082528" cy="989512"/>
          </a:xfrm>
        </p:spPr>
        <p:txBody>
          <a:bodyPr>
            <a:noAutofit/>
          </a:bodyPr>
          <a:lstStyle>
            <a:lvl1pPr>
              <a:defRPr/>
            </a:lvl1pPr>
          </a:lstStyle>
          <a:p>
            <a:r>
              <a:rPr lang="en-US"/>
              <a:t>Click to edit Master title style</a:t>
            </a:r>
            <a:endParaRPr lang="en-US" dirty="0"/>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A91FB312-B423-41B9-AEAA-2BE53183470B}"/>
              </a:ext>
            </a:extLst>
          </p:cNvPr>
          <p:cNvSpPr>
            <a:spLocks noGrp="1"/>
          </p:cNvSpPr>
          <p:nvPr>
            <p:ph type="body" sz="quarter" idx="17" hasCustomPrompt="1"/>
            <p:custDataLst>
              <p:tags r:id="rId5"/>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9774993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sp>
        <p:nvSpPr>
          <p:cNvPr id="8" name="SlideLogoText">
            <a:extLst>
              <a:ext uri="{FF2B5EF4-FFF2-40B4-BE49-F238E27FC236}">
                <a16:creationId xmlns:a16="http://schemas.microsoft.com/office/drawing/2014/main" id="{92A63429-03F1-4595-BAE1-A5F5E74A0DF2}"/>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9AEB01CB-E358-4EC5-960A-ABFC66CD5A21}"/>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63007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pic>
        <p:nvPicPr>
          <p:cNvPr id="10" name="Background">
            <a:extLst>
              <a:ext uri="{FF2B5EF4-FFF2-40B4-BE49-F238E27FC236}">
                <a16:creationId xmlns:a16="http://schemas.microsoft.com/office/drawing/2014/main" id="{7F09DF09-7587-AE72-141E-A41B41F94451}"/>
              </a:ext>
            </a:extLst>
          </p:cNvPr>
          <p:cNvPicPr>
            <a:picLocks noChangeAspect="1"/>
          </p:cNvPicPr>
          <p:nvPr userDrawn="1">
            <p:custDataLst>
              <p:tags r:id="rId1"/>
            </p:custDataLst>
          </p:nvPr>
        </p:nvPicPr>
        <p:blipFill>
          <a:blip r:embed="rId6"/>
          <a:stretch>
            <a:fillRect/>
          </a:stretch>
        </p:blipFill>
        <p:spPr>
          <a:xfrm>
            <a:off x="0" y="0"/>
            <a:ext cx="12192000" cy="6858000"/>
          </a:xfrm>
          <a:prstGeom prst="rect">
            <a:avLst/>
          </a:prstGeom>
        </p:spPr>
      </p:pic>
      <p:graphicFrame>
        <p:nvGraphicFramePr>
          <p:cNvPr id="4" name="Object 3" hidden="1">
            <a:extLst>
              <a:ext uri="{FF2B5EF4-FFF2-40B4-BE49-F238E27FC236}">
                <a16:creationId xmlns:a16="http://schemas.microsoft.com/office/drawing/2014/main" id="{832E4BA7-205B-4431-879A-B60A0FD6D20C}"/>
              </a:ext>
            </a:extLst>
          </p:cNvPr>
          <p:cNvGraphicFramePr>
            <a:graphicFrameLocks noChangeAspect="1"/>
          </p:cNvGraphicFramePr>
          <p:nvPr userDrawn="1">
            <p:custDataLst>
              <p:tags r:id="rId2"/>
            </p:custDataLst>
            <p:extLst>
              <p:ext uri="{D42A27DB-BD31-4B8C-83A1-F6EECF244321}">
                <p14:modId xmlns:p14="http://schemas.microsoft.com/office/powerpoint/2010/main" val="38778887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44" imgH="344" progId="TCLayout.ActiveDocument.1">
                  <p:embed/>
                </p:oleObj>
              </mc:Choice>
              <mc:Fallback>
                <p:oleObj name="think-cell Slide" r:id="rId7" imgW="344" imgH="344" progId="TCLayout.ActiveDocument.1">
                  <p:embed/>
                  <p:pic>
                    <p:nvPicPr>
                      <p:cNvPr id="4" name="Object 3" hidden="1">
                        <a:extLst>
                          <a:ext uri="{FF2B5EF4-FFF2-40B4-BE49-F238E27FC236}">
                            <a16:creationId xmlns:a16="http://schemas.microsoft.com/office/drawing/2014/main" id="{832E4BA7-205B-4431-879A-B60A0FD6D20C}"/>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grpSp>
        <p:nvGrpSpPr>
          <p:cNvPr id="11" name="logoimage">
            <a:extLst>
              <a:ext uri="{FF2B5EF4-FFF2-40B4-BE49-F238E27FC236}">
                <a16:creationId xmlns:a16="http://schemas.microsoft.com/office/drawing/2014/main" id="{732728C7-2C89-08A1-41A9-162BDB8C5CB9}"/>
              </a:ext>
            </a:extLst>
          </p:cNvPr>
          <p:cNvGrpSpPr/>
          <p:nvPr userDrawn="1">
            <p:custDataLst>
              <p:tags r:id="rId3"/>
            </p:custDataLst>
          </p:nvPr>
        </p:nvGrpSpPr>
        <p:grpSpPr>
          <a:xfrm>
            <a:off x="549271" y="481160"/>
            <a:ext cx="1893201" cy="585216"/>
            <a:chOff x="549271" y="481160"/>
            <a:chExt cx="1893201" cy="585216"/>
          </a:xfrm>
        </p:grpSpPr>
        <p:sp>
          <p:nvSpPr>
            <p:cNvPr id="14" name="AutoShape 3">
              <a:extLst>
                <a:ext uri="{FF2B5EF4-FFF2-40B4-BE49-F238E27FC236}">
                  <a16:creationId xmlns:a16="http://schemas.microsoft.com/office/drawing/2014/main" id="{DD51008E-BD46-4558-BF00-CDD9F0CE18C6}"/>
                </a:ext>
              </a:extLst>
            </p:cNvPr>
            <p:cNvSpPr>
              <a:spLocks noChangeAspect="1" noChangeArrowheads="1" noTextEdit="1"/>
            </p:cNvSpPr>
            <p:nvPr userDrawn="1"/>
          </p:nvSpPr>
          <p:spPr bwMode="black">
            <a:xfrm>
              <a:off x="549271"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15" name="Freeform 5">
              <a:extLst>
                <a:ext uri="{FF2B5EF4-FFF2-40B4-BE49-F238E27FC236}">
                  <a16:creationId xmlns:a16="http://schemas.microsoft.com/office/drawing/2014/main" id="{FC37904A-905D-4FD7-8DD4-604C419D9AB5}"/>
                </a:ext>
              </a:extLst>
            </p:cNvPr>
            <p:cNvSpPr>
              <a:spLocks noEditPoints="1"/>
            </p:cNvSpPr>
            <p:nvPr userDrawn="1"/>
          </p:nvSpPr>
          <p:spPr bwMode="black">
            <a:xfrm>
              <a:off x="549271"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8" name="5. Source" hidden="1">
            <a:extLst>
              <a:ext uri="{FF2B5EF4-FFF2-40B4-BE49-F238E27FC236}">
                <a16:creationId xmlns:a16="http://schemas.microsoft.com/office/drawing/2014/main" id="{330AE89A-7771-4A6E-A02D-893DCB66C876}"/>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Tree>
    <p:extLst>
      <p:ext uri="{BB962C8B-B14F-4D97-AF65-F5344CB8AC3E}">
        <p14:creationId xmlns:p14="http://schemas.microsoft.com/office/powerpoint/2010/main" val="4664705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ontrast Title">
    <p:bg>
      <p:bgPr>
        <a:solidFill>
          <a:srgbClr val="FFFFFF"/>
        </a:solidFill>
        <a:effectLst/>
      </p:bgPr>
    </p:bg>
    <p:spTree>
      <p:nvGrpSpPr>
        <p:cNvPr id="1" name=""/>
        <p:cNvGrpSpPr/>
        <p:nvPr/>
      </p:nvGrpSpPr>
      <p:grpSpPr>
        <a:xfrm>
          <a:off x="0" y="0"/>
          <a:ext cx="0" cy="0"/>
          <a:chOff x="0" y="0"/>
          <a:chExt cx="0" cy="0"/>
        </a:xfrm>
      </p:grpSpPr>
      <p:pic>
        <p:nvPicPr>
          <p:cNvPr id="10" name="Background">
            <a:extLst>
              <a:ext uri="{FF2B5EF4-FFF2-40B4-BE49-F238E27FC236}">
                <a16:creationId xmlns:a16="http://schemas.microsoft.com/office/drawing/2014/main" id="{0E1AA1CA-B589-A148-3F5A-385105B9B6B6}"/>
              </a:ext>
            </a:extLst>
          </p:cNvPr>
          <p:cNvPicPr>
            <a:picLocks noChangeAspect="1"/>
          </p:cNvPicPr>
          <p:nvPr userDrawn="1">
            <p:custDataLst>
              <p:tags r:id="rId1"/>
            </p:custDataLst>
          </p:nvPr>
        </p:nvPicPr>
        <p:blipFill>
          <a:blip r:embed="rId11"/>
          <a:stretch>
            <a:fillRect/>
          </a:stretch>
        </p:blipFill>
        <p:spPr>
          <a:xfrm>
            <a:off x="0" y="0"/>
            <a:ext cx="12192000" cy="6858000"/>
          </a:xfrm>
          <a:prstGeom prst="rect">
            <a:avLst/>
          </a:prstGeom>
        </p:spPr>
      </p:pic>
      <p:pic>
        <p:nvPicPr>
          <p:cNvPr id="4" name="Partnership">
            <a:extLst>
              <a:ext uri="{FF2B5EF4-FFF2-40B4-BE49-F238E27FC236}">
                <a16:creationId xmlns:a16="http://schemas.microsoft.com/office/drawing/2014/main" id="{CBBFD578-F950-EA3D-3920-76D96A09AA53}"/>
              </a:ext>
            </a:extLst>
          </p:cNvPr>
          <p:cNvPicPr>
            <a:picLocks noChangeAspect="1"/>
          </p:cNvPicPr>
          <p:nvPr userDrawn="1"/>
        </p:nvPicPr>
        <p:blipFill>
          <a:blip r:embed="rId12"/>
          <a:stretch>
            <a:fillRect/>
          </a:stretch>
        </p:blipFill>
        <p:spPr>
          <a:xfrm>
            <a:off x="4238171" y="-8806"/>
            <a:ext cx="7953829" cy="6866806"/>
          </a:xfrm>
          <a:prstGeom prst="rect">
            <a:avLst/>
          </a:prstGeom>
        </p:spPr>
      </p:pic>
      <p:graphicFrame>
        <p:nvGraphicFramePr>
          <p:cNvPr id="3" name="Object 2" hidden="1">
            <a:extLst>
              <a:ext uri="{FF2B5EF4-FFF2-40B4-BE49-F238E27FC236}">
                <a16:creationId xmlns:a16="http://schemas.microsoft.com/office/drawing/2014/main" id="{7BEFF58C-83CF-420F-BF45-F188AE9E7308}"/>
              </a:ext>
            </a:extLst>
          </p:cNvPr>
          <p:cNvGraphicFramePr>
            <a:graphicFrameLocks noChangeAspect="1"/>
          </p:cNvGraphicFramePr>
          <p:nvPr userDrawn="1">
            <p:custDataLst>
              <p:tags r:id="rId2"/>
            </p:custDataLst>
            <p:extLst>
              <p:ext uri="{D42A27DB-BD31-4B8C-83A1-F6EECF244321}">
                <p14:modId xmlns:p14="http://schemas.microsoft.com/office/powerpoint/2010/main" val="13400213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344" imgH="344" progId="TCLayout.ActiveDocument.1">
                  <p:embed/>
                </p:oleObj>
              </mc:Choice>
              <mc:Fallback>
                <p:oleObj name="think-cell Slide" r:id="rId13" imgW="344" imgH="344" progId="TCLayout.ActiveDocument.1">
                  <p:embed/>
                  <p:pic>
                    <p:nvPicPr>
                      <p:cNvPr id="3" name="Object 2" hidden="1">
                        <a:extLst>
                          <a:ext uri="{FF2B5EF4-FFF2-40B4-BE49-F238E27FC236}">
                            <a16:creationId xmlns:a16="http://schemas.microsoft.com/office/drawing/2014/main" id="{7BEFF58C-83CF-420F-BF45-F188AE9E7308}"/>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BEC3B16-0840-4135-8BED-D45704C3559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2" name="ClientLogo">
            <a:extLst>
              <a:ext uri="{FF2B5EF4-FFF2-40B4-BE49-F238E27FC236}">
                <a16:creationId xmlns:a16="http://schemas.microsoft.com/office/drawing/2014/main" id="{5A541723-8353-4CC2-AFDA-19C8B3B786BF}"/>
              </a:ext>
            </a:extLst>
          </p:cNvPr>
          <p:cNvSpPr>
            <a:spLocks noGrp="1"/>
          </p:cNvSpPr>
          <p:nvPr>
            <p:ph type="pic" sz="quarter" idx="14" hasCustomPrompt="1"/>
            <p:custDataLst>
              <p:tags r:id="rId4"/>
            </p:custDataLst>
          </p:nvPr>
        </p:nvSpPr>
        <p:spPr>
          <a:xfrm>
            <a:off x="551942" y="4984025"/>
            <a:ext cx="1901952" cy="969264"/>
          </a:xfrm>
          <a:prstGeom prst="rect">
            <a:avLst/>
          </a:prstGeom>
        </p:spPr>
        <p:txBody>
          <a:bodyPr>
            <a:noAutofit/>
          </a:bodyPr>
          <a:lstStyle>
            <a:lvl1pPr algn="ctr">
              <a:defRPr sz="1200">
                <a:solidFill>
                  <a:schemeClr val="tx1"/>
                </a:solidFill>
              </a:defRPr>
            </a:lvl1pPr>
          </a:lstStyle>
          <a:p>
            <a:r>
              <a:rPr lang="en-US" dirty="0"/>
              <a:t>Client logo goes here.</a:t>
            </a:r>
          </a:p>
        </p:txBody>
      </p:sp>
      <p:sp>
        <p:nvSpPr>
          <p:cNvPr id="13" name="Documenttype">
            <a:extLst>
              <a:ext uri="{FF2B5EF4-FFF2-40B4-BE49-F238E27FC236}">
                <a16:creationId xmlns:a16="http://schemas.microsoft.com/office/drawing/2014/main" id="{A8F38EAB-8863-4F94-ACD0-B6D27373BCC1}"/>
              </a:ext>
            </a:extLst>
          </p:cNvPr>
          <p:cNvSpPr>
            <a:spLocks noGrp="1"/>
          </p:cNvSpPr>
          <p:nvPr>
            <p:ph type="body" sz="quarter" idx="13" hasCustomPrompt="1"/>
            <p:custDataLst>
              <p:tags r:id="rId5"/>
            </p:custDataLst>
          </p:nvPr>
        </p:nvSpPr>
        <p:spPr>
          <a:xfrm>
            <a:off x="551942" y="4510168"/>
            <a:ext cx="6016752" cy="215444"/>
          </a:xfrm>
          <a:prstGeom prst="rect">
            <a:avLst/>
          </a:prstGeom>
        </p:spPr>
        <p:txBody>
          <a:bodyPr wrap="square">
            <a:noAutofit/>
          </a:bodyPr>
          <a:lstStyle>
            <a:lvl1pPr>
              <a:buNone/>
              <a:defRPr sz="1400">
                <a:solidFill>
                  <a:schemeClr val="tx1"/>
                </a:solidFill>
              </a:defRPr>
            </a:lvl1pPr>
            <a:lvl2pPr marL="115888" indent="0">
              <a:buNone/>
              <a:defRPr>
                <a:solidFill>
                  <a:schemeClr val="bg1"/>
                </a:solidFill>
              </a:defRPr>
            </a:lvl2pPr>
            <a:lvl3pPr marL="466344" indent="0">
              <a:buNone/>
              <a:defRPr>
                <a:solidFill>
                  <a:schemeClr val="bg1"/>
                </a:solidFill>
              </a:defRPr>
            </a:lvl3pPr>
            <a:lvl4pPr marL="813816" indent="0">
              <a:buNone/>
              <a:defRPr>
                <a:solidFill>
                  <a:schemeClr val="bg1"/>
                </a:solidFill>
              </a:defRPr>
            </a:lvl4pPr>
            <a:lvl5pPr marL="1161288" indent="0">
              <a:buNone/>
              <a:defRPr>
                <a:solidFill>
                  <a:schemeClr val="bg1"/>
                </a:solidFill>
              </a:defRPr>
            </a:lvl5pPr>
          </a:lstStyle>
          <a:p>
            <a:pPr lvl="0"/>
            <a:r>
              <a:rPr lang="en-US" dirty="0"/>
              <a:t>Edit date or title/role</a:t>
            </a:r>
          </a:p>
        </p:txBody>
      </p:sp>
      <p:sp>
        <p:nvSpPr>
          <p:cNvPr id="14" name="Subtitle">
            <a:extLst>
              <a:ext uri="{FF2B5EF4-FFF2-40B4-BE49-F238E27FC236}">
                <a16:creationId xmlns:a16="http://schemas.microsoft.com/office/drawing/2014/main" id="{6C219131-971A-4BF6-8DFB-186691126F2C}"/>
              </a:ext>
            </a:extLst>
          </p:cNvPr>
          <p:cNvSpPr>
            <a:spLocks noGrp="1"/>
          </p:cNvSpPr>
          <p:nvPr>
            <p:ph type="subTitle" idx="1"/>
            <p:custDataLst>
              <p:tags r:id="rId6"/>
            </p:custDataLst>
          </p:nvPr>
        </p:nvSpPr>
        <p:spPr>
          <a:xfrm>
            <a:off x="551942" y="4092559"/>
            <a:ext cx="6016752" cy="307777"/>
          </a:xfrm>
          <a:prstGeom prst="rect">
            <a:avLst/>
          </a:prstGeom>
        </p:spPr>
        <p:txBody>
          <a:bodyPr wrap="square">
            <a:sp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21" name="Title">
            <a:extLst>
              <a:ext uri="{FF2B5EF4-FFF2-40B4-BE49-F238E27FC236}">
                <a16:creationId xmlns:a16="http://schemas.microsoft.com/office/drawing/2014/main" id="{B280F3D7-8B5E-4751-907E-C1D9BEBFDCB8}"/>
              </a:ext>
            </a:extLst>
          </p:cNvPr>
          <p:cNvSpPr>
            <a:spLocks noGrp="1"/>
          </p:cNvSpPr>
          <p:nvPr>
            <p:ph type="title"/>
            <p:custDataLst>
              <p:tags r:id="rId7"/>
            </p:custDataLst>
          </p:nvPr>
        </p:nvSpPr>
        <p:spPr>
          <a:xfrm>
            <a:off x="551942" y="2049805"/>
            <a:ext cx="6016752" cy="1921708"/>
          </a:xfrm>
          <a:prstGeom prst="rect">
            <a:avLst/>
          </a:prstGeom>
        </p:spPr>
        <p:txBody>
          <a:bodyPr vert="horz" anchor="b">
            <a:normAutofit/>
          </a:bodyPr>
          <a:lstStyle>
            <a:lvl1pPr>
              <a:defRPr sz="4400" baseline="0">
                <a:ln w="6350" cap="flat">
                  <a:noFill/>
                  <a:miter lim="800000"/>
                </a:ln>
                <a:solidFill>
                  <a:schemeClr val="tx1"/>
                </a:solidFill>
              </a:defRPr>
            </a:lvl1pPr>
          </a:lstStyle>
          <a:p>
            <a:r>
              <a:rPr lang="en-US" dirty="0"/>
              <a:t>Click to edit Master title style</a:t>
            </a:r>
          </a:p>
        </p:txBody>
      </p:sp>
      <p:sp>
        <p:nvSpPr>
          <p:cNvPr id="25" name="Disclaimer-English (United States)">
            <a:extLst>
              <a:ext uri="{FF2B5EF4-FFF2-40B4-BE49-F238E27FC236}">
                <a16:creationId xmlns:a16="http://schemas.microsoft.com/office/drawing/2014/main" id="{365FDE2E-B4AC-48A0-8D5A-94F648AEA896}"/>
              </a:ext>
            </a:extLst>
          </p:cNvPr>
          <p:cNvSpPr>
            <a:spLocks noChangeArrowheads="1"/>
          </p:cNvSpPr>
          <p:nvPr userDrawn="1">
            <p:custDataLst>
              <p:tags r:id="rId8"/>
            </p:custDataLst>
          </p:nvPr>
        </p:nvSpPr>
        <p:spPr bwMode="black">
          <a:xfrm>
            <a:off x="551942" y="6190488"/>
            <a:ext cx="3995928" cy="35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nchor="b" anchorCtr="0">
            <a:noAutofit/>
          </a:bodyPr>
          <a:lstStyle/>
          <a:p>
            <a:pPr defTabSz="804863" eaLnBrk="0" hangingPunct="0"/>
            <a:r>
              <a:rPr lang="en-US" sz="750">
                <a:solidFill>
                  <a:schemeClr val="tx1"/>
                </a:solidFill>
                <a:latin typeface="+mn-lt"/>
              </a:rPr>
              <a:t>CONFIDENTIAL AND PROPRIETARY | © 2026 McKinsey &amp; Company. </a:t>
            </a:r>
          </a:p>
          <a:p>
            <a:pPr defTabSz="804863" eaLnBrk="0" hangingPunct="0"/>
            <a:r>
              <a:rPr lang="en-US" sz="750">
                <a:solidFill>
                  <a:schemeClr val="tx1"/>
                </a:solidFill>
                <a:latin typeface="+mn-lt"/>
              </a:rPr>
              <a:t>This material is intended solely for your internal use and any use of this material without specific permission of McKinsey &amp; Company is strictly prohibited. All rights reserved.</a:t>
            </a:r>
            <a:endParaRPr lang="en-US" sz="750" dirty="0">
              <a:solidFill>
                <a:schemeClr val="tx1"/>
              </a:solidFill>
              <a:latin typeface="+mn-lt"/>
            </a:endParaRPr>
          </a:p>
        </p:txBody>
      </p:sp>
      <p:grpSp>
        <p:nvGrpSpPr>
          <p:cNvPr id="11" name="logoimage">
            <a:extLst>
              <a:ext uri="{FF2B5EF4-FFF2-40B4-BE49-F238E27FC236}">
                <a16:creationId xmlns:a16="http://schemas.microsoft.com/office/drawing/2014/main" id="{1CF91F61-1A9C-80E4-FFA2-69DB20BBACC3}"/>
              </a:ext>
            </a:extLst>
          </p:cNvPr>
          <p:cNvGrpSpPr/>
          <p:nvPr userDrawn="1">
            <p:custDataLst>
              <p:tags r:id="rId9"/>
            </p:custDataLst>
          </p:nvPr>
        </p:nvGrpSpPr>
        <p:grpSpPr>
          <a:xfrm>
            <a:off x="551942" y="481160"/>
            <a:ext cx="1893201" cy="585216"/>
            <a:chOff x="551942" y="481160"/>
            <a:chExt cx="1893201" cy="585216"/>
          </a:xfrm>
        </p:grpSpPr>
        <p:sp>
          <p:nvSpPr>
            <p:cNvPr id="18" name="AutoShape 3">
              <a:extLst>
                <a:ext uri="{FF2B5EF4-FFF2-40B4-BE49-F238E27FC236}">
                  <a16:creationId xmlns:a16="http://schemas.microsoft.com/office/drawing/2014/main" id="{E8A472B5-EC20-41F1-91D8-281D2B5D8D1E}"/>
                </a:ext>
              </a:extLst>
            </p:cNvPr>
            <p:cNvSpPr>
              <a:spLocks noChangeAspect="1" noChangeArrowheads="1" noTextEdit="1"/>
            </p:cNvSpPr>
            <p:nvPr userDrawn="1"/>
          </p:nvSpPr>
          <p:spPr bwMode="black">
            <a:xfrm>
              <a:off x="551942"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22" name="Freeform 5">
              <a:extLst>
                <a:ext uri="{FF2B5EF4-FFF2-40B4-BE49-F238E27FC236}">
                  <a16:creationId xmlns:a16="http://schemas.microsoft.com/office/drawing/2014/main" id="{B5153A5B-4B89-4D4A-96F0-F9AFF4E7D0F5}"/>
                </a:ext>
              </a:extLst>
            </p:cNvPr>
            <p:cNvSpPr>
              <a:spLocks noEditPoints="1"/>
            </p:cNvSpPr>
            <p:nvPr userDrawn="1"/>
          </p:nvSpPr>
          <p:spPr bwMode="black">
            <a:xfrm>
              <a:off x="551942"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Tree>
    <p:extLst>
      <p:ext uri="{BB962C8B-B14F-4D97-AF65-F5344CB8AC3E}">
        <p14:creationId xmlns:p14="http://schemas.microsoft.com/office/powerpoint/2010/main" val="26885933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1"/>
            </p:custDataLst>
            <p:extLst>
              <p:ext uri="{D42A27DB-BD31-4B8C-83A1-F6EECF244321}">
                <p14:modId xmlns:p14="http://schemas.microsoft.com/office/powerpoint/2010/main" val="35308568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F95EE31F-4647-48C1-8F33-15A7FC3D359F}"/>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2" name="2. Slide Title">
            <a:extLst>
              <a:ext uri="{FF2B5EF4-FFF2-40B4-BE49-F238E27FC236}">
                <a16:creationId xmlns:a16="http://schemas.microsoft.com/office/drawing/2014/main" id="{0BDEB94E-58BF-43E2-8FF2-DCDA24AD4E9D}"/>
              </a:ext>
            </a:extLst>
          </p:cNvPr>
          <p:cNvSpPr>
            <a:spLocks noGrp="1"/>
          </p:cNvSpPr>
          <p:nvPr>
            <p:ph type="title"/>
            <p:custDataLst>
              <p:tags r:id="rId5"/>
            </p:custDataLst>
          </p:nvPr>
        </p:nvSpPr>
        <p:spPr>
          <a:xfrm>
            <a:off x="554736" y="182372"/>
            <a:ext cx="11082528" cy="731520"/>
          </a:xfrm>
        </p:spPr>
        <p:txBody>
          <a:bodyPr/>
          <a:lstStyle/>
          <a:p>
            <a:r>
              <a:rPr lang="en-US"/>
              <a:t>Click to edit Master title style</a:t>
            </a:r>
            <a:endParaRPr lang="en-US" dirty="0"/>
          </a:p>
        </p:txBody>
      </p:sp>
      <p:sp>
        <p:nvSpPr>
          <p:cNvPr id="14" name="3. Subtitle">
            <a:extLst>
              <a:ext uri="{FF2B5EF4-FFF2-40B4-BE49-F238E27FC236}">
                <a16:creationId xmlns:a16="http://schemas.microsoft.com/office/drawing/2014/main" id="{A865C2CC-D12C-4517-9906-7CCD161322EB}"/>
              </a:ext>
            </a:extLst>
          </p:cNvPr>
          <p:cNvSpPr>
            <a:spLocks noGrp="1"/>
          </p:cNvSpPr>
          <p:nvPr>
            <p:ph type="subTitle" idx="1"/>
            <p:custDataLst>
              <p:tags r:id="rId6"/>
            </p:custDataLst>
          </p:nvPr>
        </p:nvSpPr>
        <p:spPr>
          <a:xfrm>
            <a:off x="554736" y="903861"/>
            <a:ext cx="11082528" cy="246221"/>
          </a:xfrm>
        </p:spPr>
        <p:txBody>
          <a:bodyPr anchor="t" anchorCtr="0">
            <a:spAutoFit/>
          </a:bodyPr>
          <a:lstStyle/>
          <a:p>
            <a:r>
              <a:rPr lang="en-US" sz="1600" dirty="0"/>
              <a:t>Click to edit Master subtitle style</a:t>
            </a:r>
          </a:p>
        </p:txBody>
      </p:sp>
      <p:sp>
        <p:nvSpPr>
          <p:cNvPr id="17" name="1. On-page tracker">
            <a:extLst>
              <a:ext uri="{FF2B5EF4-FFF2-40B4-BE49-F238E27FC236}">
                <a16:creationId xmlns:a16="http://schemas.microsoft.com/office/drawing/2014/main" id="{FE52895E-A8CE-4207-AC48-2296C3D01401}"/>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545150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rast Top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1706563"/>
            <a:ext cx="3813048" cy="861774"/>
          </a:xfrm>
          <a:prstGeom prst="rect">
            <a:avLst/>
          </a:prstGeom>
        </p:spPr>
        <p:txBody>
          <a:bodyPr anchor="t">
            <a:noAutofit/>
          </a:bodyPr>
          <a:lstStyle>
            <a:lvl1pPr>
              <a:defRPr>
                <a:ln w="6350" cap="flat">
                  <a:noFill/>
                  <a:miter lim="800000"/>
                </a:ln>
              </a:defRPr>
            </a:lvl1pPr>
          </a:lstStyle>
          <a:p>
            <a:r>
              <a:rPr lang="en-US" dirty="0"/>
              <a:t>Click to edit Master title style</a:t>
            </a:r>
          </a:p>
        </p:txBody>
      </p:sp>
      <p:sp>
        <p:nvSpPr>
          <p:cNvPr id="4" name="Slide Number">
            <a:extLst>
              <a:ext uri="{FF2B5EF4-FFF2-40B4-BE49-F238E27FC236}">
                <a16:creationId xmlns:a16="http://schemas.microsoft.com/office/drawing/2014/main" id="{E74A6D15-9D93-480F-A207-CA245151AE26}"/>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33F722E2-991C-4728-97C9-8D281DB3C594}"/>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86FA29AF-027A-4D55-B276-E2DD256DB988}"/>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9219664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rast Mid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3044280"/>
            <a:ext cx="5065776" cy="769441"/>
          </a:xfrm>
          <a:prstGeom prst="rect">
            <a:avLst/>
          </a:prstGeom>
        </p:spPr>
        <p:txBody>
          <a:bodyPr rIns="365760" anchor="ctr">
            <a:noAutofit/>
          </a:bodyPr>
          <a:lstStyle>
            <a:lvl1pPr>
              <a:defRPr>
                <a:ln w="6350" cap="flat">
                  <a:noFill/>
                  <a:miter lim="800000"/>
                </a:ln>
              </a:defRPr>
            </a:lvl1pPr>
          </a:lstStyle>
          <a:p>
            <a:r>
              <a:rPr lang="en-US" dirty="0"/>
              <a:t>Click to edit Master title style</a:t>
            </a:r>
          </a:p>
        </p:txBody>
      </p:sp>
      <p:sp>
        <p:nvSpPr>
          <p:cNvPr id="9" name="Slide Number">
            <a:extLst>
              <a:ext uri="{FF2B5EF4-FFF2-40B4-BE49-F238E27FC236}">
                <a16:creationId xmlns:a16="http://schemas.microsoft.com/office/drawing/2014/main" id="{8CFBA6B2-A084-4532-80C0-2629A5553A76}"/>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677DA9EB-F148-4622-AB71-9F38D348578D}"/>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93728AF3-A71A-4C7A-97DE-605BB9E1802D}"/>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528294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rast 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70A466E0-AD73-4F3A-9B78-5C1BB1238B16}"/>
              </a:ext>
            </a:extLst>
          </p:cNvPr>
          <p:cNvGraphicFramePr>
            <a:graphicFrameLocks noChangeAspect="1"/>
          </p:cNvGraphicFramePr>
          <p:nvPr userDrawn="1">
            <p:custDataLst>
              <p:tags r:id="rId1"/>
            </p:custDataLst>
            <p:extLst>
              <p:ext uri="{D42A27DB-BD31-4B8C-83A1-F6EECF244321}">
                <p14:modId xmlns:p14="http://schemas.microsoft.com/office/powerpoint/2010/main" val="181429864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73" imgH="476" progId="TCLayout.ActiveDocument.1">
                  <p:embed/>
                </p:oleObj>
              </mc:Choice>
              <mc:Fallback>
                <p:oleObj name="think-cell Slide" r:id="rId8" imgW="473" imgH="476" progId="TCLayout.ActiveDocument.1">
                  <p:embed/>
                  <p:pic>
                    <p:nvPicPr>
                      <p:cNvPr id="3" name="Object 2" hidden="1">
                        <a:extLst>
                          <a:ext uri="{FF2B5EF4-FFF2-40B4-BE49-F238E27FC236}">
                            <a16:creationId xmlns:a16="http://schemas.microsoft.com/office/drawing/2014/main" id="{70A466E0-AD73-4F3A-9B78-5C1BB1238B1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52DFA4F-F49F-468D-B19A-F0D9ACACF902}"/>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E222DC4C-FD9F-4495-B0EA-3E6F1E35596A}"/>
              </a:ext>
            </a:extLst>
          </p:cNvPr>
          <p:cNvSpPr>
            <a:spLocks noGrp="1"/>
          </p:cNvSpPr>
          <p:nvPr>
            <p:ph type="title"/>
            <p:custDataLst>
              <p:tags r:id="rId3"/>
            </p:custDataLst>
          </p:nvPr>
        </p:nvSpPr>
        <p:spPr>
          <a:xfrm>
            <a:off x="554736" y="4580468"/>
            <a:ext cx="11082528" cy="677108"/>
          </a:xfrm>
        </p:spPr>
        <p:txBody>
          <a:bodyPr anchor="b">
            <a:noAutofit/>
          </a:bodyPr>
          <a:lstStyle>
            <a:lvl1pPr>
              <a:lnSpc>
                <a:spcPct val="93000"/>
              </a:lnSpc>
              <a:defRPr sz="4400"/>
            </a:lvl1pPr>
          </a:lstStyle>
          <a:p>
            <a:r>
              <a:rPr lang="en-US" dirty="0"/>
              <a:t>Click to edit Master title style</a:t>
            </a:r>
          </a:p>
        </p:txBody>
      </p:sp>
      <p:sp>
        <p:nvSpPr>
          <p:cNvPr id="8" name="Slide Number">
            <a:extLst>
              <a:ext uri="{FF2B5EF4-FFF2-40B4-BE49-F238E27FC236}">
                <a16:creationId xmlns:a16="http://schemas.microsoft.com/office/drawing/2014/main" id="{9AC4B822-CA6B-4F05-8715-F74C6D5D34B1}"/>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4376B40D-309A-4442-81B2-638CDEBB2F76}"/>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54D7CBA4-82F6-465D-A903-99498223AB1A}"/>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77501537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rast 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65A42E5-8A95-48CC-91A7-EC09BEF8D283}"/>
              </a:ext>
            </a:extLst>
          </p:cNvPr>
          <p:cNvGraphicFramePr>
            <a:graphicFrameLocks noChangeAspect="1"/>
          </p:cNvGraphicFramePr>
          <p:nvPr userDrawn="1">
            <p:custDataLst>
              <p:tags r:id="rId1"/>
            </p:custDataLst>
            <p:extLst>
              <p:ext uri="{D42A27DB-BD31-4B8C-83A1-F6EECF244321}">
                <p14:modId xmlns:p14="http://schemas.microsoft.com/office/powerpoint/2010/main" val="41813966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3" name="Object 2" hidden="1">
                        <a:extLst>
                          <a:ext uri="{FF2B5EF4-FFF2-40B4-BE49-F238E27FC236}">
                            <a16:creationId xmlns:a16="http://schemas.microsoft.com/office/drawing/2014/main" id="{965A42E5-8A95-48CC-91A7-EC09BEF8D283}"/>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796343A1-B4C8-41A2-9540-F666771DD092}"/>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3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FB296734-15F7-4BDF-BF7F-AD560B3E09D7}"/>
              </a:ext>
            </a:extLst>
          </p:cNvPr>
          <p:cNvSpPr>
            <a:spLocks noGrp="1"/>
          </p:cNvSpPr>
          <p:nvPr>
            <p:ph type="title" hasCustomPrompt="1"/>
            <p:custDataLst>
              <p:tags r:id="rId3"/>
            </p:custDataLst>
          </p:nvPr>
        </p:nvSpPr>
        <p:spPr>
          <a:xfrm>
            <a:off x="1505712" y="3592841"/>
            <a:ext cx="9180576" cy="486608"/>
          </a:xfrm>
          <a:prstGeom prst="rect">
            <a:avLst/>
          </a:prstGeom>
        </p:spPr>
        <p:txBody>
          <a:bodyPr>
            <a:spAutoFit/>
          </a:bodyPr>
          <a:lstStyle>
            <a:lvl1pPr>
              <a:lnSpc>
                <a:spcPct val="93000"/>
              </a:lnSpc>
              <a:defRPr sz="3400"/>
            </a:lvl1pPr>
          </a:lstStyle>
          <a:p>
            <a:r>
              <a:rPr lang="en-US" dirty="0"/>
              <a:t>“Click to add quote</a:t>
            </a:r>
          </a:p>
        </p:txBody>
      </p:sp>
      <p:sp>
        <p:nvSpPr>
          <p:cNvPr id="9" name="3. Subtitle">
            <a:extLst>
              <a:ext uri="{FF2B5EF4-FFF2-40B4-BE49-F238E27FC236}">
                <a16:creationId xmlns:a16="http://schemas.microsoft.com/office/drawing/2014/main" id="{F91EA195-0A6B-4141-BE0A-C29B8632D98B}"/>
              </a:ext>
            </a:extLst>
          </p:cNvPr>
          <p:cNvSpPr>
            <a:spLocks noGrp="1"/>
          </p:cNvSpPr>
          <p:nvPr>
            <p:ph type="subTitle" idx="1" hasCustomPrompt="1"/>
            <p:custDataLst>
              <p:tags r:id="rId4"/>
            </p:custDataLst>
          </p:nvPr>
        </p:nvSpPr>
        <p:spPr>
          <a:xfrm>
            <a:off x="1505712" y="4284630"/>
            <a:ext cx="9180576" cy="246221"/>
          </a:xfrm>
        </p:spPr>
        <p:txBody>
          <a:bodyPr wrap="square" anchor="t">
            <a:spAutoFit/>
          </a:bodyPr>
          <a:lstStyle>
            <a:lvl1pPr marL="0" indent="0" algn="l">
              <a:buNone/>
              <a:defRPr sz="16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quote source</a:t>
            </a:r>
          </a:p>
        </p:txBody>
      </p:sp>
      <p:sp>
        <p:nvSpPr>
          <p:cNvPr id="8" name="Slide Number">
            <a:extLst>
              <a:ext uri="{FF2B5EF4-FFF2-40B4-BE49-F238E27FC236}">
                <a16:creationId xmlns:a16="http://schemas.microsoft.com/office/drawing/2014/main" id="{9A085514-D1F6-4D77-A23F-C5C66C21AB2E}"/>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11" name="5. Source" hidden="1">
            <a:extLst>
              <a:ext uri="{FF2B5EF4-FFF2-40B4-BE49-F238E27FC236}">
                <a16:creationId xmlns:a16="http://schemas.microsoft.com/office/drawing/2014/main" id="{C5FBD0AF-1EDD-41EB-9A6E-173435ADFFE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3" name="1. On-page tracker">
            <a:extLst>
              <a:ext uri="{FF2B5EF4-FFF2-40B4-BE49-F238E27FC236}">
                <a16:creationId xmlns:a16="http://schemas.microsoft.com/office/drawing/2014/main" id="{F4C99502-105F-4A25-9FB4-3478945E9EF7}"/>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3126788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ontrast 1/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3A3BA4A-22A3-4843-892F-E42C155B4288}"/>
              </a:ext>
            </a:extLst>
          </p:cNvPr>
          <p:cNvGraphicFramePr>
            <a:graphicFrameLocks noChangeAspect="1"/>
          </p:cNvGraphicFramePr>
          <p:nvPr userDrawn="1">
            <p:custDataLst>
              <p:tags r:id="rId1"/>
            </p:custDataLst>
            <p:extLst>
              <p:ext uri="{D42A27DB-BD31-4B8C-83A1-F6EECF244321}">
                <p14:modId xmlns:p14="http://schemas.microsoft.com/office/powerpoint/2010/main" val="42599482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3A3BA4A-22A3-4843-892F-E42C155B4288}"/>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BF2AED7-361B-4221-9AF6-77A108DA0C2B}"/>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Dark">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chemeClr val="bg2"/>
              </a:solidFill>
              <a:latin typeface="Arial" panose="020B0604020202020204" pitchFamily="34" charset="0"/>
            </a:endParaRPr>
          </a:p>
        </p:txBody>
      </p:sp>
      <p:sp>
        <p:nvSpPr>
          <p:cNvPr id="16" name="SlideLogoText">
            <a:extLst>
              <a:ext uri="{FF2B5EF4-FFF2-40B4-BE49-F238E27FC236}">
                <a16:creationId xmlns:a16="http://schemas.microsoft.com/office/drawing/2014/main" id="{7D03BAA3-96F1-4B7C-895E-B9B8CFDDA50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7C125983-42A9-42F7-AA00-F56CD87B285E}"/>
              </a:ext>
            </a:extLst>
          </p:cNvPr>
          <p:cNvSpPr>
            <a:spLocks noGrp="1"/>
          </p:cNvSpPr>
          <p:nvPr>
            <p:ph type="title"/>
            <p:custDataLst>
              <p:tags r:id="rId6"/>
            </p:custDataLst>
          </p:nvPr>
        </p:nvSpPr>
        <p:spPr>
          <a:xfrm>
            <a:off x="554736" y="2744369"/>
            <a:ext cx="2514600" cy="769441"/>
          </a:xfrm>
        </p:spPr>
        <p:txBody>
          <a:bodyPr vert="horz" anchor="b">
            <a:noAutofit/>
          </a:bodyPr>
          <a:lstStyle>
            <a:lvl1pPr>
              <a:defRPr>
                <a:solidFill>
                  <a:schemeClr val="bg2"/>
                </a:solidFill>
              </a:defRPr>
            </a:lvl1pPr>
          </a:lstStyle>
          <a:p>
            <a:r>
              <a:rPr lang="en-US" dirty="0"/>
              <a:t>Click to edit Master title</a:t>
            </a:r>
          </a:p>
        </p:txBody>
      </p:sp>
      <p:sp>
        <p:nvSpPr>
          <p:cNvPr id="20" name="3. Subtitle">
            <a:extLst>
              <a:ext uri="{FF2B5EF4-FFF2-40B4-BE49-F238E27FC236}">
                <a16:creationId xmlns:a16="http://schemas.microsoft.com/office/drawing/2014/main" id="{9D41FF9F-DFB7-4DFF-B338-08A2CA649393}"/>
              </a:ext>
            </a:extLst>
          </p:cNvPr>
          <p:cNvSpPr>
            <a:spLocks noGrp="1"/>
          </p:cNvSpPr>
          <p:nvPr>
            <p:ph type="subTitle" idx="1"/>
            <p:custDataLst>
              <p:tags r:id="rId7"/>
            </p:custDataLst>
          </p:nvPr>
        </p:nvSpPr>
        <p:spPr>
          <a:xfrm>
            <a:off x="554736" y="3659644"/>
            <a:ext cx="2514600" cy="492443"/>
          </a:xfrm>
        </p:spPr>
        <p:txBody>
          <a:bodyPr wrap="square" anchor="t">
            <a:spAutoFit/>
          </a:bodyPr>
          <a:lstStyle>
            <a:lvl1pPr marL="0" indent="0" algn="l">
              <a:buNone/>
              <a:defRPr sz="1600" b="0">
                <a:solidFill>
                  <a:schemeClr val="bg2"/>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dirty="0"/>
              <a:t>Click to edit Master subtitle style</a:t>
            </a:r>
          </a:p>
        </p:txBody>
      </p:sp>
      <p:sp>
        <p:nvSpPr>
          <p:cNvPr id="21" name="5. Source" hidden="1">
            <a:extLst>
              <a:ext uri="{FF2B5EF4-FFF2-40B4-BE49-F238E27FC236}">
                <a16:creationId xmlns:a16="http://schemas.microsoft.com/office/drawing/2014/main" id="{064AC035-5239-45FF-8383-33CBCD30D33E}"/>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15" name="1. On-page tracker">
            <a:extLst>
              <a:ext uri="{FF2B5EF4-FFF2-40B4-BE49-F238E27FC236}">
                <a16:creationId xmlns:a16="http://schemas.microsoft.com/office/drawing/2014/main" id="{3DF66089-C2CC-4E6A-A7ED-0B333FCF2C47}"/>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98964705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Contrast 1/3">
    <p:bg>
      <p:bgPr>
        <a:solidFill>
          <a:schemeClr val="tx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D6AD2A36-39D2-411F-97A0-A924098965AA}"/>
              </a:ext>
            </a:extLst>
          </p:cNvPr>
          <p:cNvGraphicFramePr>
            <a:graphicFrameLocks noChangeAspect="1"/>
          </p:cNvGraphicFramePr>
          <p:nvPr userDrawn="1">
            <p:custDataLst>
              <p:tags r:id="rId1"/>
            </p:custDataLst>
            <p:extLst>
              <p:ext uri="{D42A27DB-BD31-4B8C-83A1-F6EECF244321}">
                <p14:modId xmlns:p14="http://schemas.microsoft.com/office/powerpoint/2010/main" val="421037860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4" name="Object 3" hidden="1">
                        <a:extLst>
                          <a:ext uri="{FF2B5EF4-FFF2-40B4-BE49-F238E27FC236}">
                            <a16:creationId xmlns:a16="http://schemas.microsoft.com/office/drawing/2014/main" id="{D6AD2A36-39D2-411F-97A0-A924098965AA}"/>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4E67A342-8C8E-4A76-A2F2-1541645630AD}"/>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Dark">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chemeClr val="bg2"/>
              </a:solidFill>
              <a:latin typeface="Arial" panose="020B0604020202020204" pitchFamily="34" charset="0"/>
            </a:endParaRPr>
          </a:p>
        </p:txBody>
      </p:sp>
      <p:sp>
        <p:nvSpPr>
          <p:cNvPr id="16" name="SlideLogoText">
            <a:extLst>
              <a:ext uri="{FF2B5EF4-FFF2-40B4-BE49-F238E27FC236}">
                <a16:creationId xmlns:a16="http://schemas.microsoft.com/office/drawing/2014/main" id="{2D4C39DE-34D3-430B-A68C-3662DBF9F427}"/>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0" name="2. Slide Title">
            <a:extLst>
              <a:ext uri="{FF2B5EF4-FFF2-40B4-BE49-F238E27FC236}">
                <a16:creationId xmlns:a16="http://schemas.microsoft.com/office/drawing/2014/main" id="{F2EA5A09-84EC-4368-8C76-0BEA141A4333}"/>
              </a:ext>
            </a:extLst>
          </p:cNvPr>
          <p:cNvSpPr>
            <a:spLocks noGrp="1"/>
          </p:cNvSpPr>
          <p:nvPr>
            <p:ph type="title"/>
            <p:custDataLst>
              <p:tags r:id="rId6"/>
            </p:custDataLst>
          </p:nvPr>
        </p:nvSpPr>
        <p:spPr>
          <a:xfrm>
            <a:off x="554736" y="2744369"/>
            <a:ext cx="3465576" cy="769441"/>
          </a:xfrm>
          <a:prstGeom prst="rect">
            <a:avLst/>
          </a:prstGeom>
        </p:spPr>
        <p:txBody>
          <a:bodyPr vert="horz" wrap="square" anchor="b">
            <a:noAutofit/>
          </a:bodyPr>
          <a:lstStyle>
            <a:lvl1pPr algn="l">
              <a:defRPr>
                <a:solidFill>
                  <a:schemeClr val="bg2"/>
                </a:solidFill>
              </a:defRPr>
            </a:lvl1pPr>
          </a:lstStyle>
          <a:p>
            <a:r>
              <a:rPr lang="en-US" dirty="0"/>
              <a:t>Click to edit Master title style</a:t>
            </a:r>
          </a:p>
        </p:txBody>
      </p:sp>
      <p:sp>
        <p:nvSpPr>
          <p:cNvPr id="21" name="3. Subtitle">
            <a:extLst>
              <a:ext uri="{FF2B5EF4-FFF2-40B4-BE49-F238E27FC236}">
                <a16:creationId xmlns:a16="http://schemas.microsoft.com/office/drawing/2014/main" id="{4BAE0A91-D3D3-4C9A-9F81-3C13D960A341}"/>
              </a:ext>
            </a:extLst>
          </p:cNvPr>
          <p:cNvSpPr>
            <a:spLocks noGrp="1"/>
          </p:cNvSpPr>
          <p:nvPr>
            <p:ph type="subTitle" idx="1"/>
            <p:custDataLst>
              <p:tags r:id="rId7"/>
            </p:custDataLst>
          </p:nvPr>
        </p:nvSpPr>
        <p:spPr>
          <a:xfrm>
            <a:off x="554735" y="3659644"/>
            <a:ext cx="3465575" cy="246221"/>
          </a:xfrm>
        </p:spPr>
        <p:txBody>
          <a:bodyPr wrap="square" anchor="t">
            <a:spAutoFit/>
          </a:bodyPr>
          <a:lstStyle>
            <a:lvl1pPr marL="0" indent="0" algn="l">
              <a:buNone/>
              <a:defRPr sz="1600" b="0">
                <a:solidFill>
                  <a:schemeClr val="bg2"/>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dirty="0"/>
              <a:t>Click to edit Master subtitle style</a:t>
            </a:r>
          </a:p>
        </p:txBody>
      </p:sp>
      <p:sp>
        <p:nvSpPr>
          <p:cNvPr id="15" name="5. Source" hidden="1">
            <a:extLst>
              <a:ext uri="{FF2B5EF4-FFF2-40B4-BE49-F238E27FC236}">
                <a16:creationId xmlns:a16="http://schemas.microsoft.com/office/drawing/2014/main" id="{6BA86AD8-0ECF-4EA8-B346-D8EA2716E80C}"/>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19" name="1. On-page tracker">
            <a:extLst>
              <a:ext uri="{FF2B5EF4-FFF2-40B4-BE49-F238E27FC236}">
                <a16:creationId xmlns:a16="http://schemas.microsoft.com/office/drawing/2014/main" id="{EDC5E9D8-BFBA-409D-B6E5-65A580E73B61}"/>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0172942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5793B5E-3475-4FCD-8164-7A168B5C1B4B}"/>
              </a:ext>
            </a:extLst>
          </p:cNvPr>
          <p:cNvGraphicFramePr>
            <a:graphicFrameLocks noChangeAspect="1"/>
          </p:cNvGraphicFramePr>
          <p:nvPr userDrawn="1">
            <p:custDataLst>
              <p:tags r:id="rId1"/>
            </p:custDataLst>
            <p:extLst>
              <p:ext uri="{D42A27DB-BD31-4B8C-83A1-F6EECF244321}">
                <p14:modId xmlns:p14="http://schemas.microsoft.com/office/powerpoint/2010/main" val="203053555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65793B5E-3475-4FCD-8164-7A168B5C1B4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D89D8F9-1075-4B52-8375-8D4A2673D845}"/>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21" name="2. Slide Title">
            <a:extLst>
              <a:ext uri="{FF2B5EF4-FFF2-40B4-BE49-F238E27FC236}">
                <a16:creationId xmlns:a16="http://schemas.microsoft.com/office/drawing/2014/main" id="{DF67D7DC-1A5A-4301-93C0-59BCC9FE6A85}"/>
              </a:ext>
            </a:extLst>
          </p:cNvPr>
          <p:cNvSpPr>
            <a:spLocks noGrp="1"/>
          </p:cNvSpPr>
          <p:nvPr>
            <p:ph type="title"/>
            <p:custDataLst>
              <p:tags r:id="rId7"/>
            </p:custDataLst>
          </p:nvPr>
        </p:nvSpPr>
        <p:spPr>
          <a:xfrm>
            <a:off x="554736" y="182372"/>
            <a:ext cx="5065776" cy="731520"/>
          </a:xfrm>
        </p:spPr>
        <p:txBody>
          <a:bodyPr vert="horz"/>
          <a:lstStyle>
            <a:lvl1pPr>
              <a:defRPr>
                <a:solidFill>
                  <a:schemeClr val="tx2"/>
                </a:solidFill>
              </a:defRPr>
            </a:lvl1pPr>
          </a:lstStyle>
          <a:p>
            <a:r>
              <a:rPr lang="en-US" dirty="0"/>
              <a:t>Click to edit Master title style</a:t>
            </a:r>
          </a:p>
        </p:txBody>
      </p:sp>
      <p:sp>
        <p:nvSpPr>
          <p:cNvPr id="23" name="3. Subtitle">
            <a:extLst>
              <a:ext uri="{FF2B5EF4-FFF2-40B4-BE49-F238E27FC236}">
                <a16:creationId xmlns:a16="http://schemas.microsoft.com/office/drawing/2014/main" id="{08590DB3-FFB4-489D-B120-ADFDC12014DE}"/>
              </a:ext>
            </a:extLst>
          </p:cNvPr>
          <p:cNvSpPr>
            <a:spLocks noGrp="1"/>
          </p:cNvSpPr>
          <p:nvPr>
            <p:ph type="subTitle" idx="1"/>
            <p:custDataLst>
              <p:tags r:id="rId8"/>
            </p:custDataLst>
          </p:nvPr>
        </p:nvSpPr>
        <p:spPr>
          <a:xfrm>
            <a:off x="554736" y="903861"/>
            <a:ext cx="5065776"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24" name="1. On-page tracker">
            <a:extLst>
              <a:ext uri="{FF2B5EF4-FFF2-40B4-BE49-F238E27FC236}">
                <a16:creationId xmlns:a16="http://schemas.microsoft.com/office/drawing/2014/main" id="{CC3A7643-6C17-4DEC-88AD-F79B0F2E7A18}"/>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51856152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ntrast 2/3">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65214004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21" name="2. Slide Title">
            <a:extLst>
              <a:ext uri="{FF2B5EF4-FFF2-40B4-BE49-F238E27FC236}">
                <a16:creationId xmlns:a16="http://schemas.microsoft.com/office/drawing/2014/main" id="{4A5E485D-7560-4AEC-8D55-C1425B9D1F47}"/>
              </a:ext>
            </a:extLst>
          </p:cNvPr>
          <p:cNvSpPr>
            <a:spLocks noGrp="1"/>
          </p:cNvSpPr>
          <p:nvPr>
            <p:ph type="title"/>
            <p:custDataLst>
              <p:tags r:id="rId7"/>
            </p:custDataLst>
          </p:nvPr>
        </p:nvSpPr>
        <p:spPr>
          <a:xfrm>
            <a:off x="554736" y="182372"/>
            <a:ext cx="6967728" cy="731520"/>
          </a:xfrm>
        </p:spPr>
        <p:txBody>
          <a:bodyPr vert="horz"/>
          <a:lstStyle>
            <a:lvl1pPr>
              <a:defRPr>
                <a:solidFill>
                  <a:schemeClr val="tx2"/>
                </a:solidFill>
              </a:defRPr>
            </a:lvl1pPr>
          </a:lstStyle>
          <a:p>
            <a:r>
              <a:rPr lang="en-US"/>
              <a:t>Click to edit Master title style</a:t>
            </a:r>
            <a:endParaRPr lang="en-US" dirty="0"/>
          </a:p>
        </p:txBody>
      </p:sp>
      <p:sp>
        <p:nvSpPr>
          <p:cNvPr id="22" name="3. Subtitle">
            <a:extLst>
              <a:ext uri="{FF2B5EF4-FFF2-40B4-BE49-F238E27FC236}">
                <a16:creationId xmlns:a16="http://schemas.microsoft.com/office/drawing/2014/main" id="{F1301516-07B7-4BE0-9669-E93BD5C22D18}"/>
              </a:ext>
            </a:extLst>
          </p:cNvPr>
          <p:cNvSpPr>
            <a:spLocks noGrp="1"/>
          </p:cNvSpPr>
          <p:nvPr>
            <p:ph type="subTitle" idx="1"/>
            <p:custDataLst>
              <p:tags r:id="rId8"/>
            </p:custDataLst>
          </p:nvPr>
        </p:nvSpPr>
        <p:spPr>
          <a:xfrm>
            <a:off x="554736" y="903861"/>
            <a:ext cx="6967728"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15" name="1. On-page tracker">
            <a:extLst>
              <a:ext uri="{FF2B5EF4-FFF2-40B4-BE49-F238E27FC236}">
                <a16:creationId xmlns:a16="http://schemas.microsoft.com/office/drawing/2014/main" id="{D374A786-7E98-4488-A29B-98B4E357E7B8}"/>
              </a:ext>
            </a:extLst>
          </p:cNvPr>
          <p:cNvSpPr>
            <a:spLocks noGrp="1"/>
          </p:cNvSpPr>
          <p:nvPr>
            <p:ph type="body" sz="quarter" idx="18" hasCustomPrompt="1"/>
            <p:custDataLst>
              <p:tags r:id="rId9"/>
            </p:custDataLst>
          </p:nvPr>
        </p:nvSpPr>
        <p:spPr>
          <a:xfrm>
            <a:off x="8170322" y="78768"/>
            <a:ext cx="3466942"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4385532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1"/>
            </p:custDataLst>
            <p:extLst>
              <p:ext uri="{D42A27DB-BD31-4B8C-83A1-F6EECF244321}">
                <p14:modId xmlns:p14="http://schemas.microsoft.com/office/powerpoint/2010/main" val="10170600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78F94EA0-F844-4358-BAB1-09AA056D6AC4}"/>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dirty="0" err="1">
              <a:ln>
                <a:noFill/>
              </a:ln>
              <a:solidFill>
                <a:srgbClr val="051C2C"/>
              </a:solidFill>
              <a:effectLst/>
              <a:uLnTx/>
              <a:uFillTx/>
              <a:latin typeface="Georgia" panose="02040502050405020303" pitchFamily="18" charset="0"/>
              <a:ea typeface="+mj-ea"/>
              <a:cs typeface="+mj-cs"/>
              <a:sym typeface="Georgia" panose="02040502050405020303" pitchFamily="18"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3"/>
            </p:custDataLst>
          </p:nvPr>
        </p:nvSpPr>
        <p:spPr bwMode="ltGray">
          <a:xfrm>
            <a:off x="8781416"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F0F0"/>
              </a:solidFill>
              <a:effectLst/>
              <a:uLnTx/>
              <a:uFillTx/>
              <a:latin typeface="Arial" panose="020B0604020202020204" pitchFamily="34" charset="0"/>
              <a:ea typeface="+mn-ea"/>
              <a:cs typeface="+mn-cs"/>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Source: …</a:t>
            </a:r>
          </a:p>
        </p:txBody>
      </p:sp>
      <p:sp>
        <p:nvSpPr>
          <p:cNvPr id="21" name="2. Slide Title">
            <a:extLst>
              <a:ext uri="{FF2B5EF4-FFF2-40B4-BE49-F238E27FC236}">
                <a16:creationId xmlns:a16="http://schemas.microsoft.com/office/drawing/2014/main" id="{7387EF73-467A-4B89-B365-A62C8CF7BE39}"/>
              </a:ext>
            </a:extLst>
          </p:cNvPr>
          <p:cNvSpPr>
            <a:spLocks noGrp="1"/>
          </p:cNvSpPr>
          <p:nvPr>
            <p:ph type="title"/>
            <p:custDataLst>
              <p:tags r:id="rId7"/>
            </p:custDataLst>
          </p:nvPr>
        </p:nvSpPr>
        <p:spPr>
          <a:xfrm>
            <a:off x="554736" y="182372"/>
            <a:ext cx="7918704" cy="731520"/>
          </a:xfrm>
        </p:spPr>
        <p:txBody>
          <a:bodyPr vert="horz"/>
          <a:lstStyle>
            <a:lvl1pPr>
              <a:defRPr>
                <a:solidFill>
                  <a:schemeClr val="tx2"/>
                </a:solidFill>
              </a:defRPr>
            </a:lvl1pPr>
          </a:lstStyle>
          <a:p>
            <a:r>
              <a:rPr lang="en-US"/>
              <a:t>Click to edit Master title style</a:t>
            </a:r>
            <a:endParaRPr lang="en-US" dirty="0"/>
          </a:p>
        </p:txBody>
      </p:sp>
      <p:sp>
        <p:nvSpPr>
          <p:cNvPr id="27" name="3. Subtitle">
            <a:extLst>
              <a:ext uri="{FF2B5EF4-FFF2-40B4-BE49-F238E27FC236}">
                <a16:creationId xmlns:a16="http://schemas.microsoft.com/office/drawing/2014/main" id="{274629CD-1AB4-49FA-9F53-76F3C2EB06BF}"/>
              </a:ext>
            </a:extLst>
          </p:cNvPr>
          <p:cNvSpPr>
            <a:spLocks noGrp="1"/>
          </p:cNvSpPr>
          <p:nvPr>
            <p:ph type="subTitle" idx="1"/>
            <p:custDataLst>
              <p:tags r:id="rId8"/>
            </p:custDataLst>
          </p:nvPr>
        </p:nvSpPr>
        <p:spPr>
          <a:xfrm>
            <a:off x="554736" y="903861"/>
            <a:ext cx="7918704"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28" name="1. On-page tracker">
            <a:extLst>
              <a:ext uri="{FF2B5EF4-FFF2-40B4-BE49-F238E27FC236}">
                <a16:creationId xmlns:a16="http://schemas.microsoft.com/office/drawing/2014/main" id="{DF5FDB83-729E-495E-B061-EB75DD93AD7B}"/>
              </a:ext>
            </a:extLst>
          </p:cNvPr>
          <p:cNvSpPr>
            <a:spLocks noGrp="1"/>
          </p:cNvSpPr>
          <p:nvPr>
            <p:ph type="body" sz="quarter" idx="17" hasCustomPrompt="1"/>
            <p:custDataLst>
              <p:tags r:id="rId9"/>
            </p:custDataLst>
          </p:nvPr>
        </p:nvSpPr>
        <p:spPr>
          <a:xfrm>
            <a:off x="9116813" y="78768"/>
            <a:ext cx="2520451"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8687019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Reverse Contrast 1/2">
    <p:bg>
      <p:bgPr>
        <a:solidFill>
          <a:schemeClr val="tx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DB8ACA33-401E-43F4-A170-DD6C5D984D07}"/>
              </a:ext>
            </a:extLst>
          </p:cNvPr>
          <p:cNvGraphicFramePr>
            <a:graphicFrameLocks noChangeAspect="1"/>
          </p:cNvGraphicFramePr>
          <p:nvPr userDrawn="1">
            <p:custDataLst>
              <p:tags r:id="rId1"/>
            </p:custDataLst>
            <p:extLst>
              <p:ext uri="{D42A27DB-BD31-4B8C-83A1-F6EECF244321}">
                <p14:modId xmlns:p14="http://schemas.microsoft.com/office/powerpoint/2010/main" val="18918020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4" name="Object 3" hidden="1">
                        <a:extLst>
                          <a:ext uri="{FF2B5EF4-FFF2-40B4-BE49-F238E27FC236}">
                            <a16:creationId xmlns:a16="http://schemas.microsoft.com/office/drawing/2014/main" id="{DB8ACA33-401E-43F4-A170-DD6C5D984D0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34231008-BBCB-47D1-91D5-881CAE172F74}"/>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0"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2"/>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16" name="2. Slide Title">
            <a:extLst>
              <a:ext uri="{FF2B5EF4-FFF2-40B4-BE49-F238E27FC236}">
                <a16:creationId xmlns:a16="http://schemas.microsoft.com/office/drawing/2014/main" id="{A6572372-0AB1-4E81-BB71-21DAADA26CB0}"/>
              </a:ext>
            </a:extLst>
          </p:cNvPr>
          <p:cNvSpPr>
            <a:spLocks noGrp="1"/>
          </p:cNvSpPr>
          <p:nvPr>
            <p:ph type="title"/>
            <p:custDataLst>
              <p:tags r:id="rId7"/>
            </p:custDataLst>
          </p:nvPr>
        </p:nvSpPr>
        <p:spPr>
          <a:xfrm>
            <a:off x="554736" y="182372"/>
            <a:ext cx="5065776" cy="731520"/>
          </a:xfrm>
        </p:spPr>
        <p:txBody>
          <a:bodyPr vert="horz"/>
          <a:lstStyle>
            <a:lvl1pPr>
              <a:defRPr>
                <a:solidFill>
                  <a:schemeClr val="tx1"/>
                </a:solidFill>
              </a:defRPr>
            </a:lvl1pPr>
          </a:lstStyle>
          <a:p>
            <a:r>
              <a:rPr lang="en-US"/>
              <a:t>Click to edit Master title style</a:t>
            </a:r>
            <a:endParaRPr lang="en-US" dirty="0"/>
          </a:p>
        </p:txBody>
      </p:sp>
      <p:sp>
        <p:nvSpPr>
          <p:cNvPr id="21" name="3. Subtitle">
            <a:extLst>
              <a:ext uri="{FF2B5EF4-FFF2-40B4-BE49-F238E27FC236}">
                <a16:creationId xmlns:a16="http://schemas.microsoft.com/office/drawing/2014/main" id="{ECA9DF7A-E368-4E06-81DB-9573DB7F92EA}"/>
              </a:ext>
            </a:extLst>
          </p:cNvPr>
          <p:cNvSpPr>
            <a:spLocks noGrp="1"/>
          </p:cNvSpPr>
          <p:nvPr>
            <p:ph type="subTitle" idx="1"/>
            <p:custDataLst>
              <p:tags r:id="rId8"/>
            </p:custDataLst>
          </p:nvPr>
        </p:nvSpPr>
        <p:spPr>
          <a:xfrm>
            <a:off x="554736" y="903861"/>
            <a:ext cx="5065776" cy="246221"/>
          </a:xfrm>
        </p:spPr>
        <p:txBody>
          <a:bodyPr anchor="t" anchorCtr="0">
            <a:spAutoFit/>
          </a:bodyPr>
          <a:lstStyle>
            <a:lvl1pPr>
              <a:defRPr>
                <a:solidFill>
                  <a:schemeClr val="tx1"/>
                </a:solidFill>
              </a:defRPr>
            </a:lvl1pPr>
          </a:lstStyle>
          <a:p>
            <a:r>
              <a:rPr lang="en-US" sz="1600" dirty="0"/>
              <a:t>Click to edit Master subtitle style</a:t>
            </a:r>
          </a:p>
        </p:txBody>
      </p:sp>
      <p:sp>
        <p:nvSpPr>
          <p:cNvPr id="24" name="1. On-page tracker">
            <a:extLst>
              <a:ext uri="{FF2B5EF4-FFF2-40B4-BE49-F238E27FC236}">
                <a16:creationId xmlns:a16="http://schemas.microsoft.com/office/drawing/2014/main" id="{0343DE71-74EF-4CF3-AB14-F26D42418051}"/>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27837923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Reverse Contrast 2/3">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5277506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5702" y="0"/>
            <a:ext cx="436168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2"/>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21" name="2. Slide Title">
            <a:extLst>
              <a:ext uri="{FF2B5EF4-FFF2-40B4-BE49-F238E27FC236}">
                <a16:creationId xmlns:a16="http://schemas.microsoft.com/office/drawing/2014/main" id="{61BAB226-116B-4061-AAA6-FA0B19E0A17E}"/>
              </a:ext>
            </a:extLst>
          </p:cNvPr>
          <p:cNvSpPr>
            <a:spLocks noGrp="1"/>
          </p:cNvSpPr>
          <p:nvPr>
            <p:ph type="title"/>
            <p:custDataLst>
              <p:tags r:id="rId7"/>
            </p:custDataLst>
          </p:nvPr>
        </p:nvSpPr>
        <p:spPr>
          <a:xfrm>
            <a:off x="554736" y="2743200"/>
            <a:ext cx="3465576" cy="770400"/>
          </a:xfrm>
        </p:spPr>
        <p:txBody>
          <a:bodyPr vert="horz"/>
          <a:lstStyle>
            <a:lvl1pPr>
              <a:defRPr>
                <a:solidFill>
                  <a:schemeClr val="tx1"/>
                </a:solidFill>
              </a:defRPr>
            </a:lvl1pPr>
          </a:lstStyle>
          <a:p>
            <a:r>
              <a:rPr lang="en-US" dirty="0"/>
              <a:t>Click to edit Master title style</a:t>
            </a:r>
          </a:p>
        </p:txBody>
      </p:sp>
      <p:sp>
        <p:nvSpPr>
          <p:cNvPr id="22" name="3. Subtitle">
            <a:extLst>
              <a:ext uri="{FF2B5EF4-FFF2-40B4-BE49-F238E27FC236}">
                <a16:creationId xmlns:a16="http://schemas.microsoft.com/office/drawing/2014/main" id="{901EC9FA-65C7-4AC6-A9AC-B43BD4264291}"/>
              </a:ext>
            </a:extLst>
          </p:cNvPr>
          <p:cNvSpPr>
            <a:spLocks noGrp="1"/>
          </p:cNvSpPr>
          <p:nvPr>
            <p:ph type="subTitle" idx="1"/>
            <p:custDataLst>
              <p:tags r:id="rId8"/>
            </p:custDataLst>
          </p:nvPr>
        </p:nvSpPr>
        <p:spPr>
          <a:xfrm>
            <a:off x="554736" y="3661200"/>
            <a:ext cx="3465576" cy="244800"/>
          </a:xfrm>
        </p:spPr>
        <p:txBody>
          <a:bodyPr anchor="t" anchorCtr="0">
            <a:spAutoFit/>
          </a:bodyPr>
          <a:lstStyle>
            <a:lvl1pPr>
              <a:defRPr>
                <a:solidFill>
                  <a:schemeClr val="tx1"/>
                </a:solidFill>
              </a:defRPr>
            </a:lvl1pPr>
          </a:lstStyle>
          <a:p>
            <a:r>
              <a:rPr lang="en-US" sz="1600" dirty="0"/>
              <a:t>Click to edit Master subtitle style</a:t>
            </a:r>
          </a:p>
        </p:txBody>
      </p:sp>
      <p:sp>
        <p:nvSpPr>
          <p:cNvPr id="23" name="1. On-page tracker">
            <a:extLst>
              <a:ext uri="{FF2B5EF4-FFF2-40B4-BE49-F238E27FC236}">
                <a16:creationId xmlns:a16="http://schemas.microsoft.com/office/drawing/2014/main" id="{A75CDD39-93AC-4160-B69B-06F75E5A85A6}"/>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28794959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34713505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5702"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2"/>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24" name="2. Slide Title">
            <a:extLst>
              <a:ext uri="{FF2B5EF4-FFF2-40B4-BE49-F238E27FC236}">
                <a16:creationId xmlns:a16="http://schemas.microsoft.com/office/drawing/2014/main" id="{931FDB32-E5DC-4F7F-A1B1-FB3CC830903E}"/>
              </a:ext>
            </a:extLst>
          </p:cNvPr>
          <p:cNvSpPr>
            <a:spLocks noGrp="1"/>
          </p:cNvSpPr>
          <p:nvPr>
            <p:ph type="title" hasCustomPrompt="1"/>
            <p:custDataLst>
              <p:tags r:id="rId7"/>
            </p:custDataLst>
          </p:nvPr>
        </p:nvSpPr>
        <p:spPr>
          <a:xfrm>
            <a:off x="554736" y="2743200"/>
            <a:ext cx="2514600" cy="770400"/>
          </a:xfrm>
        </p:spPr>
        <p:txBody>
          <a:bodyPr vert="horz"/>
          <a:lstStyle>
            <a:lvl1pPr>
              <a:defRPr>
                <a:solidFill>
                  <a:schemeClr val="tx1"/>
                </a:solidFill>
              </a:defRPr>
            </a:lvl1pPr>
          </a:lstStyle>
          <a:p>
            <a:r>
              <a:rPr lang="en-US" dirty="0"/>
              <a:t>Click to edit title style</a:t>
            </a:r>
          </a:p>
        </p:txBody>
      </p:sp>
      <p:sp>
        <p:nvSpPr>
          <p:cNvPr id="25" name="3. Subtitle">
            <a:extLst>
              <a:ext uri="{FF2B5EF4-FFF2-40B4-BE49-F238E27FC236}">
                <a16:creationId xmlns:a16="http://schemas.microsoft.com/office/drawing/2014/main" id="{04057707-3F89-441E-A13E-6FCB40A78D50}"/>
              </a:ext>
            </a:extLst>
          </p:cNvPr>
          <p:cNvSpPr>
            <a:spLocks noGrp="1"/>
          </p:cNvSpPr>
          <p:nvPr>
            <p:ph type="subTitle" idx="1" hasCustomPrompt="1"/>
            <p:custDataLst>
              <p:tags r:id="rId8"/>
            </p:custDataLst>
          </p:nvPr>
        </p:nvSpPr>
        <p:spPr>
          <a:xfrm>
            <a:off x="554736" y="3661200"/>
            <a:ext cx="2514600" cy="246221"/>
          </a:xfrm>
        </p:spPr>
        <p:txBody>
          <a:bodyPr anchor="t" anchorCtr="0">
            <a:spAutoFit/>
          </a:bodyPr>
          <a:lstStyle>
            <a:lvl1pPr>
              <a:defRPr>
                <a:solidFill>
                  <a:schemeClr val="tx1"/>
                </a:solidFill>
              </a:defRPr>
            </a:lvl1pPr>
          </a:lstStyle>
          <a:p>
            <a:r>
              <a:rPr lang="en-US" sz="1600" dirty="0"/>
              <a:t>Click to edit subtitle style</a:t>
            </a:r>
          </a:p>
        </p:txBody>
      </p:sp>
      <p:sp>
        <p:nvSpPr>
          <p:cNvPr id="26" name="1. On-page tracker">
            <a:extLst>
              <a:ext uri="{FF2B5EF4-FFF2-40B4-BE49-F238E27FC236}">
                <a16:creationId xmlns:a16="http://schemas.microsoft.com/office/drawing/2014/main" id="{95F50EB6-435E-4A8C-B188-9BE2198DB2B9}"/>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137988556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ntrast 3-line">
    <p:spTree>
      <p:nvGrpSpPr>
        <p:cNvPr id="1" name=""/>
        <p:cNvGrpSpPr/>
        <p:nvPr/>
      </p:nvGrpSpPr>
      <p:grpSpPr>
        <a:xfrm>
          <a:off x="0" y="0"/>
          <a:ext cx="0" cy="0"/>
          <a:chOff x="0" y="0"/>
          <a:chExt cx="0" cy="0"/>
        </a:xfrm>
      </p:grpSpPr>
      <p:sp>
        <p:nvSpPr>
          <p:cNvPr id="14" name="SlideLogoText">
            <a:extLst>
              <a:ext uri="{FF2B5EF4-FFF2-40B4-BE49-F238E27FC236}">
                <a16:creationId xmlns:a16="http://schemas.microsoft.com/office/drawing/2014/main" id="{B789CE62-716F-47B1-B8FE-60436A1FA5A7}"/>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3"/>
            </p:custDataLst>
          </p:nvPr>
        </p:nvSpPr>
        <p:spPr>
          <a:xfrm>
            <a:off x="554736" y="175171"/>
            <a:ext cx="11082528" cy="989512"/>
          </a:xfrm>
        </p:spPr>
        <p:txBody>
          <a:bodyPr>
            <a:noAutofit/>
          </a:bodyPr>
          <a:lstStyle>
            <a:lvl1pPr>
              <a:defRPr/>
            </a:lvl1pPr>
          </a:lstStyle>
          <a:p>
            <a:r>
              <a:rPr lang="en-US" dirty="0"/>
              <a:t>Click to edit Master title style</a:t>
            </a:r>
          </a:p>
        </p:txBody>
      </p:sp>
      <p:sp>
        <p:nvSpPr>
          <p:cNvPr id="10" name="5. Source" hidden="1">
            <a:extLst>
              <a:ext uri="{FF2B5EF4-FFF2-40B4-BE49-F238E27FC236}">
                <a16:creationId xmlns:a16="http://schemas.microsoft.com/office/drawing/2014/main" id="{67B1A162-B59D-4B89-B39B-FBDD9E751175}"/>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4511BB28-C86B-4C18-B1A3-EF33CF458B8E}"/>
              </a:ext>
            </a:extLst>
          </p:cNvPr>
          <p:cNvSpPr>
            <a:spLocks noGrp="1"/>
          </p:cNvSpPr>
          <p:nvPr>
            <p:ph type="body" sz="quarter" idx="17" hasCustomPrompt="1"/>
            <p:custDataLst>
              <p:tags r:id="rId5"/>
            </p:custDataLst>
          </p:nvPr>
        </p:nvSpPr>
        <p:spPr>
          <a:xfrm>
            <a:off x="7156704" y="78768"/>
            <a:ext cx="4480560" cy="123111"/>
          </a:xfrm>
        </p:spPr>
        <p:txBody>
          <a:bodyPr anchor="ctr" anchorCtr="0">
            <a:spAutoFit/>
          </a:bodyPr>
          <a:lstStyle>
            <a:lvl1pPr algn="r">
              <a:defRPr sz="800">
                <a:solidFill>
                  <a:schemeClr val="tx1"/>
                </a:solidFill>
                <a:latin typeface="+mn-lt"/>
              </a:defRPr>
            </a:lvl1pPr>
          </a:lstStyle>
          <a:p>
            <a:pPr lvl="0"/>
            <a:r>
              <a:rPr lang="en-US" dirty="0"/>
              <a:t>Chapter › Topic</a:t>
            </a:r>
          </a:p>
        </p:txBody>
      </p:sp>
    </p:spTree>
    <p:extLst>
      <p:ext uri="{BB962C8B-B14F-4D97-AF65-F5344CB8AC3E}">
        <p14:creationId xmlns:p14="http://schemas.microsoft.com/office/powerpoint/2010/main" val="154640795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ntrast Custom">
    <p:spTree>
      <p:nvGrpSpPr>
        <p:cNvPr id="1" name=""/>
        <p:cNvGrpSpPr/>
        <p:nvPr/>
      </p:nvGrpSpPr>
      <p:grpSpPr>
        <a:xfrm>
          <a:off x="0" y="0"/>
          <a:ext cx="0" cy="0"/>
          <a:chOff x="0" y="0"/>
          <a:chExt cx="0" cy="0"/>
        </a:xfrm>
      </p:grpSpPr>
      <p:sp>
        <p:nvSpPr>
          <p:cNvPr id="4" name="SlideLogoText">
            <a:extLst>
              <a:ext uri="{FF2B5EF4-FFF2-40B4-BE49-F238E27FC236}">
                <a16:creationId xmlns:a16="http://schemas.microsoft.com/office/drawing/2014/main" id="{2F705A80-1DB0-43C3-A71A-9587E6BCC3AD}"/>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5" name="Slide Number">
            <a:extLst>
              <a:ext uri="{FF2B5EF4-FFF2-40B4-BE49-F238E27FC236}">
                <a16:creationId xmlns:a16="http://schemas.microsoft.com/office/drawing/2014/main" id="{4833D5AF-2A75-4978-AA54-00BA594BBA72}"/>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48684DB6-320C-4E95-A29C-791B412C8164}"/>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7" name="1. On-page tracker">
            <a:extLst>
              <a:ext uri="{FF2B5EF4-FFF2-40B4-BE49-F238E27FC236}">
                <a16:creationId xmlns:a16="http://schemas.microsoft.com/office/drawing/2014/main" id="{AD9436C5-E5F5-42BD-9013-D04449180E92}"/>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solidFill>
                  <a:schemeClr val="tx1"/>
                </a:solidFill>
                <a:latin typeface="+mn-lt"/>
              </a:defRPr>
            </a:lvl1pPr>
          </a:lstStyle>
          <a:p>
            <a:pPr lvl="0"/>
            <a:r>
              <a:rPr lang="en-US" dirty="0"/>
              <a:t>Chapter › Topic</a:t>
            </a:r>
          </a:p>
        </p:txBody>
      </p:sp>
    </p:spTree>
    <p:extLst>
      <p:ext uri="{BB962C8B-B14F-4D97-AF65-F5344CB8AC3E}">
        <p14:creationId xmlns:p14="http://schemas.microsoft.com/office/powerpoint/2010/main" val="31964906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ontrast End">
    <p:bg>
      <p:bgPr>
        <a:solidFill>
          <a:srgbClr val="FFFFFF"/>
        </a:solidFill>
        <a:effectLst/>
      </p:bgPr>
    </p:bg>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CA123D5B-74B8-F064-78F4-0D9EDB033343}"/>
              </a:ext>
            </a:extLst>
          </p:cNvPr>
          <p:cNvPicPr>
            <a:picLocks noChangeAspect="1"/>
          </p:cNvPicPr>
          <p:nvPr userDrawn="1">
            <p:custDataLst>
              <p:tags r:id="rId1"/>
            </p:custDataLst>
          </p:nvPr>
        </p:nvPicPr>
        <p:blipFill>
          <a:blip r:embed="rId6"/>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D491B0EE-37B4-4A8C-9C8F-48909747EA09}"/>
              </a:ext>
            </a:extLst>
          </p:cNvPr>
          <p:cNvGraphicFramePr>
            <a:graphicFrameLocks noChangeAspect="1"/>
          </p:cNvGraphicFramePr>
          <p:nvPr userDrawn="1">
            <p:custDataLst>
              <p:tags r:id="rId2"/>
            </p:custDataLst>
            <p:extLst>
              <p:ext uri="{D42A27DB-BD31-4B8C-83A1-F6EECF244321}">
                <p14:modId xmlns:p14="http://schemas.microsoft.com/office/powerpoint/2010/main" val="1842263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44" imgH="344" progId="TCLayout.ActiveDocument.1">
                  <p:embed/>
                </p:oleObj>
              </mc:Choice>
              <mc:Fallback>
                <p:oleObj name="think-cell Slide" r:id="rId7" imgW="344" imgH="344" progId="TCLayout.ActiveDocument.1">
                  <p:embed/>
                  <p:pic>
                    <p:nvPicPr>
                      <p:cNvPr id="2" name="Object 1" hidden="1">
                        <a:extLst>
                          <a:ext uri="{FF2B5EF4-FFF2-40B4-BE49-F238E27FC236}">
                            <a16:creationId xmlns:a16="http://schemas.microsoft.com/office/drawing/2014/main" id="{D491B0EE-37B4-4A8C-9C8F-48909747EA09}"/>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grpSp>
        <p:nvGrpSpPr>
          <p:cNvPr id="13" name="logoimage">
            <a:extLst>
              <a:ext uri="{FF2B5EF4-FFF2-40B4-BE49-F238E27FC236}">
                <a16:creationId xmlns:a16="http://schemas.microsoft.com/office/drawing/2014/main" id="{AD0997EF-FD61-992F-A8FF-31AE0FC310F2}"/>
              </a:ext>
            </a:extLst>
          </p:cNvPr>
          <p:cNvGrpSpPr/>
          <p:nvPr userDrawn="1">
            <p:custDataLst>
              <p:tags r:id="rId3"/>
            </p:custDataLst>
          </p:nvPr>
        </p:nvGrpSpPr>
        <p:grpSpPr>
          <a:xfrm>
            <a:off x="549271" y="481161"/>
            <a:ext cx="1893202" cy="585216"/>
            <a:chOff x="549271" y="481161"/>
            <a:chExt cx="1893202" cy="585216"/>
          </a:xfrm>
        </p:grpSpPr>
        <p:sp>
          <p:nvSpPr>
            <p:cNvPr id="8" name="AutoShape 3">
              <a:extLst>
                <a:ext uri="{FF2B5EF4-FFF2-40B4-BE49-F238E27FC236}">
                  <a16:creationId xmlns:a16="http://schemas.microsoft.com/office/drawing/2014/main" id="{FD120780-E7D0-42EA-AB5A-363335299EBE}"/>
                </a:ext>
              </a:extLst>
            </p:cNvPr>
            <p:cNvSpPr>
              <a:spLocks noChangeAspect="1" noChangeArrowheads="1" noTextEdit="1"/>
            </p:cNvSpPr>
            <p:nvPr userDrawn="1"/>
          </p:nvSpPr>
          <p:spPr bwMode="black">
            <a:xfrm>
              <a:off x="549271" y="481161"/>
              <a:ext cx="1893202"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9" name="Freeform 5">
              <a:extLst>
                <a:ext uri="{FF2B5EF4-FFF2-40B4-BE49-F238E27FC236}">
                  <a16:creationId xmlns:a16="http://schemas.microsoft.com/office/drawing/2014/main" id="{A9C60168-96E8-4CC3-91EC-B2F7F57959D9}"/>
                </a:ext>
              </a:extLst>
            </p:cNvPr>
            <p:cNvSpPr>
              <a:spLocks noEditPoints="1"/>
            </p:cNvSpPr>
            <p:nvPr userDrawn="1"/>
          </p:nvSpPr>
          <p:spPr bwMode="black">
            <a:xfrm>
              <a:off x="549271" y="481408"/>
              <a:ext cx="1893202"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10" name="5. Source" hidden="1">
            <a:extLst>
              <a:ext uri="{FF2B5EF4-FFF2-40B4-BE49-F238E27FC236}">
                <a16:creationId xmlns:a16="http://schemas.microsoft.com/office/drawing/2014/main" id="{EED9D83D-9CC3-45F3-876D-CC42BC0B70E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Tree>
    <p:extLst>
      <p:ext uri="{BB962C8B-B14F-4D97-AF65-F5344CB8AC3E}">
        <p14:creationId xmlns:p14="http://schemas.microsoft.com/office/powerpoint/2010/main" val="13897050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tags" Target="../tags/tag2.xml"/><Relationship Id="rId17" Type="http://schemas.openxmlformats.org/officeDocument/2006/relationships/tags" Target="../tags/tag3.xml"/><Relationship Id="rId18" Type="http://schemas.openxmlformats.org/officeDocument/2006/relationships/tags" Target="../tags/tag4.xml"/><Relationship Id="rId19" Type="http://schemas.openxmlformats.org/officeDocument/2006/relationships/tags" Target="../tags/tag5.xml"/><Relationship Id="rId20" Type="http://schemas.openxmlformats.org/officeDocument/2006/relationships/tags" Target="../tags/tag6.xml"/><Relationship Id="rId21" Type="http://schemas.openxmlformats.org/officeDocument/2006/relationships/tags" Target="../tags/tag7.xml"/><Relationship Id="rId22" Type="http://schemas.openxmlformats.org/officeDocument/2006/relationships/tags" Target="../tags/tag8.xml"/><Relationship Id="rId23" Type="http://schemas.openxmlformats.org/officeDocument/2006/relationships/tags" Target="../tags/tag9.xml"/><Relationship Id="rId24" Type="http://schemas.openxmlformats.org/officeDocument/2006/relationships/tags" Target="../tags/tag10.xml"/><Relationship Id="rId25" Type="http://schemas.openxmlformats.org/officeDocument/2006/relationships/tags" Target="../tags/tag11.xml"/><Relationship Id="rId26" Type="http://schemas.openxmlformats.org/officeDocument/2006/relationships/tags" Target="../tags/tag12.xml"/><Relationship Id="rId27" Type="http://schemas.openxmlformats.org/officeDocument/2006/relationships/tags" Target="../tags/tag13.xml"/><Relationship Id="rId28" Type="http://schemas.openxmlformats.org/officeDocument/2006/relationships/tags" Target="../tags/tag14.xml"/><Relationship Id="rId29" Type="http://schemas.openxmlformats.org/officeDocument/2006/relationships/tags" Target="../tags/tag15.xml"/><Relationship Id="rId30" Type="http://schemas.openxmlformats.org/officeDocument/2006/relationships/tags" Target="../tags/tag16.xml"/><Relationship Id="rId31" Type="http://schemas.openxmlformats.org/officeDocument/2006/relationships/tags" Target="../tags/tag17.xml"/><Relationship Id="rId32" Type="http://schemas.openxmlformats.org/officeDocument/2006/relationships/tags" Target="../tags/tag18.xml"/><Relationship Id="rId33" Type="http://schemas.openxmlformats.org/officeDocument/2006/relationships/tags" Target="../tags/tag19.xml"/><Relationship Id="rId34" Type="http://schemas.openxmlformats.org/officeDocument/2006/relationships/tags" Target="../tags/tag20.xml"/><Relationship Id="rId35" Type="http://schemas.openxmlformats.org/officeDocument/2006/relationships/tags" Target="../tags/tag21.xml"/><Relationship Id="rId36" Type="http://schemas.openxmlformats.org/officeDocument/2006/relationships/tags" Target="../tags/tag22.xml"/><Relationship Id="rId37" Type="http://schemas.openxmlformats.org/officeDocument/2006/relationships/oleObject" Target="../embeddings/oleObject1.bin"/><Relationship Id="rId38" Type="http://schemas.openxmlformats.org/officeDocument/2006/relationships/image" Target="../media/image1.emf"/><Relationship Id="rId39"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slideLayout" Target="../slideLayouts/slideLayout29.xml"/><Relationship Id="rId16" Type="http://schemas.openxmlformats.org/officeDocument/2006/relationships/slideLayout" Target="../slideLayouts/slideLayout30.xml"/><Relationship Id="rId17" Type="http://schemas.openxmlformats.org/officeDocument/2006/relationships/slideLayout" Target="../slideLayouts/slideLayout31.xml"/><Relationship Id="rId18" Type="http://schemas.openxmlformats.org/officeDocument/2006/relationships/theme" Target="../theme/theme2.xml"/><Relationship Id="rId19" Type="http://schemas.openxmlformats.org/officeDocument/2006/relationships/tags" Target="../tags/tag118.xml"/><Relationship Id="rId20" Type="http://schemas.openxmlformats.org/officeDocument/2006/relationships/tags" Target="../tags/tag119.xml"/><Relationship Id="rId21" Type="http://schemas.openxmlformats.org/officeDocument/2006/relationships/tags" Target="../tags/tag120.xml"/><Relationship Id="rId22" Type="http://schemas.openxmlformats.org/officeDocument/2006/relationships/tags" Target="../tags/tag121.xml"/><Relationship Id="rId23" Type="http://schemas.openxmlformats.org/officeDocument/2006/relationships/tags" Target="../tags/tag122.xml"/><Relationship Id="rId24" Type="http://schemas.openxmlformats.org/officeDocument/2006/relationships/tags" Target="../tags/tag123.xml"/><Relationship Id="rId25" Type="http://schemas.openxmlformats.org/officeDocument/2006/relationships/tags" Target="../tags/tag124.xml"/><Relationship Id="rId26" Type="http://schemas.openxmlformats.org/officeDocument/2006/relationships/tags" Target="../tags/tag125.xml"/><Relationship Id="rId27" Type="http://schemas.openxmlformats.org/officeDocument/2006/relationships/tags" Target="../tags/tag126.xml"/><Relationship Id="rId28" Type="http://schemas.openxmlformats.org/officeDocument/2006/relationships/tags" Target="../tags/tag127.xml"/><Relationship Id="rId29" Type="http://schemas.openxmlformats.org/officeDocument/2006/relationships/tags" Target="../tags/tag128.xml"/><Relationship Id="rId30" Type="http://schemas.openxmlformats.org/officeDocument/2006/relationships/tags" Target="../tags/tag129.xml"/><Relationship Id="rId31" Type="http://schemas.openxmlformats.org/officeDocument/2006/relationships/tags" Target="../tags/tag130.xml"/><Relationship Id="rId32" Type="http://schemas.openxmlformats.org/officeDocument/2006/relationships/tags" Target="../tags/tag131.xml"/><Relationship Id="rId33" Type="http://schemas.openxmlformats.org/officeDocument/2006/relationships/tags" Target="../tags/tag132.xml"/><Relationship Id="rId34" Type="http://schemas.openxmlformats.org/officeDocument/2006/relationships/tags" Target="../tags/tag133.xml"/><Relationship Id="rId35" Type="http://schemas.openxmlformats.org/officeDocument/2006/relationships/tags" Target="../tags/tag134.xml"/><Relationship Id="rId36" Type="http://schemas.openxmlformats.org/officeDocument/2006/relationships/tags" Target="../tags/tag135.xml"/><Relationship Id="rId37" Type="http://schemas.openxmlformats.org/officeDocument/2006/relationships/tags" Target="../tags/tag136.xml"/><Relationship Id="rId38" Type="http://schemas.openxmlformats.org/officeDocument/2006/relationships/tags" Target="../tags/tag137.xml"/><Relationship Id="rId39" Type="http://schemas.openxmlformats.org/officeDocument/2006/relationships/tags" Target="../tags/tag138.xml"/><Relationship Id="rId40" Type="http://schemas.openxmlformats.org/officeDocument/2006/relationships/oleObject" Target="../embeddings/oleObject11.bin"/><Relationship Id="rId41" Type="http://schemas.openxmlformats.org/officeDocument/2006/relationships/image" Target="../media/image5.emf"/><Relationship Id="rId42" Type="http://schemas.openxmlformats.org/officeDocument/2006/relationships/image" Target="../media/image8.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16"/>
            </p:custDataLst>
            <p:extLst>
              <p:ext uri="{D42A27DB-BD31-4B8C-83A1-F6EECF244321}">
                <p14:modId xmlns:p14="http://schemas.microsoft.com/office/powerpoint/2010/main" val="15842838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7" imgW="413" imgH="416" progId="TCLayout.ActiveDocument.1">
                  <p:embed/>
                </p:oleObj>
              </mc:Choice>
              <mc:Fallback>
                <p:oleObj name="think-cell Slide" r:id="rId37" imgW="413" imgH="416" progId="TCLayout.ActiveDocument.1">
                  <p:embed/>
                  <p:pic>
                    <p:nvPicPr>
                      <p:cNvPr id="3" name="Object 2" hidden="1">
                        <a:extLst>
                          <a:ext uri="{FF2B5EF4-FFF2-40B4-BE49-F238E27FC236}">
                            <a16:creationId xmlns:a16="http://schemas.microsoft.com/office/drawing/2014/main" id="{4BC40847-AF8B-4097-9A07-2349A751A051}"/>
                          </a:ext>
                        </a:extLst>
                      </p:cNvPr>
                      <p:cNvPicPr/>
                      <p:nvPr/>
                    </p:nvPicPr>
                    <p:blipFill>
                      <a:blip r:embed="rId38"/>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194173E-7BB3-47F4-8EAD-18BFC563F97A}"/>
              </a:ext>
            </a:extLst>
          </p:cNvPr>
          <p:cNvSpPr/>
          <p:nvPr userDrawn="1">
            <p:custDataLst>
              <p:tags r:id="rId17"/>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03" name="SlideLogoText">
            <a:extLst>
              <a:ext uri="{FF2B5EF4-FFF2-40B4-BE49-F238E27FC236}">
                <a16:creationId xmlns:a16="http://schemas.microsoft.com/office/drawing/2014/main" id="{69FC0062-74AE-4BDA-ACE7-D069B448DDBC}"/>
              </a:ext>
            </a:extLst>
          </p:cNvPr>
          <p:cNvSpPr txBox="1"/>
          <p:nvPr userDrawn="1">
            <p:custDataLst>
              <p:tags r:id="rId18"/>
            </p:custDataLst>
          </p:nvPr>
        </p:nvSpPr>
        <p:spPr>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19"/>
            </p:custDataLst>
          </p:nvPr>
        </p:nvSpPr>
        <p:spPr>
          <a:xfrm>
            <a:off x="553972" y="6279028"/>
            <a:ext cx="7278624" cy="123111"/>
          </a:xfrm>
          <a:prstGeom prst="rect">
            <a:avLst/>
          </a:prstGeom>
          <a:noFill/>
        </p:spPr>
        <p:txBody>
          <a:bodyPr wrap="square" lIns="0" tIns="0" rIns="0" bIns="0" rtlCol="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kern="1200" dirty="0">
                <a:latin typeface="+mn-lt"/>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0"/>
            </p:custDataLst>
          </p:nvPr>
        </p:nvSpPr>
        <p:spPr>
          <a:xfrm>
            <a:off x="554736" y="172212"/>
            <a:ext cx="11082528" cy="731520"/>
          </a:xfrm>
          <a:prstGeom prst="rect">
            <a:avLst/>
          </a:prstGeom>
        </p:spPr>
        <p:txBody>
          <a:bodyPr vert="horz" wrap="square" lIns="0" tIns="0" rIns="0" bIns="0" rtlCol="0" anchor="b" anchorCtr="0">
            <a:noAutofit/>
          </a:bodyPr>
          <a:lstStyle/>
          <a:p>
            <a:r>
              <a:rPr lang="en-US"/>
              <a:t>Click to edit Master title style</a:t>
            </a:r>
            <a:endParaRPr lang="en-US" dirty="0"/>
          </a:p>
        </p:txBody>
      </p:sp>
      <p:sp>
        <p:nvSpPr>
          <p:cNvPr id="58" name="Text Placeholder 2">
            <a:extLst>
              <a:ext uri="{FF2B5EF4-FFF2-40B4-BE49-F238E27FC236}">
                <a16:creationId xmlns:a16="http://schemas.microsoft.com/office/drawing/2014/main" id="{192DB789-515B-4504-BE53-6445F2427687}"/>
              </a:ext>
            </a:extLst>
          </p:cNvPr>
          <p:cNvSpPr>
            <a:spLocks noGrp="1"/>
          </p:cNvSpPr>
          <p:nvPr>
            <p:ph type="body" idx="1"/>
          </p:nvPr>
        </p:nvSpPr>
        <p:spPr>
          <a:xfrm>
            <a:off x="554736" y="2171700"/>
            <a:ext cx="11082528" cy="252376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6" name="Grid" hidden="1">
            <a:extLst>
              <a:ext uri="{FF2B5EF4-FFF2-40B4-BE49-F238E27FC236}">
                <a16:creationId xmlns:a16="http://schemas.microsoft.com/office/drawing/2014/main" id="{6579EC00-B6CE-6B6A-27BD-68A33477E9F1}"/>
              </a:ext>
            </a:extLst>
          </p:cNvPr>
          <p:cNvPicPr>
            <a:picLocks noChangeAspect="1"/>
          </p:cNvPicPr>
          <p:nvPr userDrawn="1">
            <p:custDataLst>
              <p:tags r:id="rId21"/>
            </p:custDataLst>
          </p:nvPr>
        </p:nvPicPr>
        <p:blipFill>
          <a:blip>
            <a:extLst>
              <a:ext uri="{96DAC541-7B7A-43D3-8B79-37D633B846F1}">
                <asvg:svgBlip xmlns:asvg="http://schemas.microsoft.com/office/drawing/2016/SVG/main" r:embed="rId39"/>
              </a:ext>
            </a:extLst>
          </a:blip>
          <a:stretch>
            <a:fillRect/>
          </a:stretch>
        </p:blipFill>
        <p:spPr>
          <a:xfrm>
            <a:off x="3699" y="0"/>
            <a:ext cx="12184602" cy="6858000"/>
          </a:xfrm>
          <a:prstGeom prst="rect">
            <a:avLst/>
          </a:prstGeom>
        </p:spPr>
      </p:pic>
      <p:grpSp>
        <p:nvGrpSpPr>
          <p:cNvPr id="187" name="LegendBoxes" hidden="1">
            <a:extLst>
              <a:ext uri="{FF2B5EF4-FFF2-40B4-BE49-F238E27FC236}">
                <a16:creationId xmlns:a16="http://schemas.microsoft.com/office/drawing/2014/main" id="{5048A9C9-0655-49B2-A283-6A54678F321B}"/>
              </a:ext>
            </a:extLst>
          </p:cNvPr>
          <p:cNvGrpSpPr/>
          <p:nvPr userDrawn="1"/>
        </p:nvGrpSpPr>
        <p:grpSpPr>
          <a:xfrm>
            <a:off x="10728000" y="4323600"/>
            <a:ext cx="984864" cy="1717282"/>
            <a:chOff x="9585951" y="2980105"/>
            <a:chExt cx="984864" cy="1717282"/>
          </a:xfrm>
        </p:grpSpPr>
        <p:sp>
          <p:nvSpPr>
            <p:cNvPr id="188" name="RectangleLegend1">
              <a:extLst>
                <a:ext uri="{FF2B5EF4-FFF2-40B4-BE49-F238E27FC236}">
                  <a16:creationId xmlns:a16="http://schemas.microsoft.com/office/drawing/2014/main" id="{8F219674-AEDF-41A7-B3C3-07BD8D165776}"/>
                </a:ext>
              </a:extLst>
            </p:cNvPr>
            <p:cNvSpPr/>
            <p:nvPr/>
          </p:nvSpPr>
          <p:spPr>
            <a:xfrm>
              <a:off x="9585951" y="3001463"/>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9" name="RectangleLegend2">
              <a:extLst>
                <a:ext uri="{FF2B5EF4-FFF2-40B4-BE49-F238E27FC236}">
                  <a16:creationId xmlns:a16="http://schemas.microsoft.com/office/drawing/2014/main" id="{76884974-3CCD-4F11-B109-02708F18B04E}"/>
                </a:ext>
              </a:extLst>
            </p:cNvPr>
            <p:cNvSpPr/>
            <p:nvPr/>
          </p:nvSpPr>
          <p:spPr>
            <a:xfrm>
              <a:off x="9585951" y="3380961"/>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0" name="RectangleLegend3">
              <a:extLst>
                <a:ext uri="{FF2B5EF4-FFF2-40B4-BE49-F238E27FC236}">
                  <a16:creationId xmlns:a16="http://schemas.microsoft.com/office/drawing/2014/main" id="{D440B2EC-6FE5-4259-BA11-DC2E3B68E637}"/>
                </a:ext>
              </a:extLst>
            </p:cNvPr>
            <p:cNvSpPr/>
            <p:nvPr/>
          </p:nvSpPr>
          <p:spPr>
            <a:xfrm>
              <a:off x="9585951" y="3754557"/>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1" name="RectangleLegend4">
              <a:extLst>
                <a:ext uri="{FF2B5EF4-FFF2-40B4-BE49-F238E27FC236}">
                  <a16:creationId xmlns:a16="http://schemas.microsoft.com/office/drawing/2014/main" id="{52FE9D34-332E-47CD-94B8-12A069181C03}"/>
                </a:ext>
              </a:extLst>
            </p:cNvPr>
            <p:cNvSpPr/>
            <p:nvPr/>
          </p:nvSpPr>
          <p:spPr>
            <a:xfrm>
              <a:off x="9585951" y="4128153"/>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2" name="RectangleLegend5">
              <a:extLst>
                <a:ext uri="{FF2B5EF4-FFF2-40B4-BE49-F238E27FC236}">
                  <a16:creationId xmlns:a16="http://schemas.microsoft.com/office/drawing/2014/main" id="{1D6EA8D9-42BE-4743-876B-1050D1436021}"/>
                </a:ext>
              </a:extLst>
            </p:cNvPr>
            <p:cNvSpPr/>
            <p:nvPr/>
          </p:nvSpPr>
          <p:spPr>
            <a:xfrm>
              <a:off x="9585951" y="4501749"/>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3" name="Legend1">
              <a:extLst>
                <a:ext uri="{FF2B5EF4-FFF2-40B4-BE49-F238E27FC236}">
                  <a16:creationId xmlns:a16="http://schemas.microsoft.com/office/drawing/2014/main" id="{50F3208A-D1A9-4DEE-B968-1381D0DE88E8}"/>
                </a:ext>
              </a:extLst>
            </p:cNvPr>
            <p:cNvSpPr txBox="1"/>
            <p:nvPr/>
          </p:nvSpPr>
          <p:spPr>
            <a:xfrm>
              <a:off x="9912097" y="2980105"/>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4" name="Legend2">
              <a:extLst>
                <a:ext uri="{FF2B5EF4-FFF2-40B4-BE49-F238E27FC236}">
                  <a16:creationId xmlns:a16="http://schemas.microsoft.com/office/drawing/2014/main" id="{69AC8C80-52E4-4497-A147-009E23FB42A5}"/>
                </a:ext>
              </a:extLst>
            </p:cNvPr>
            <p:cNvSpPr txBox="1"/>
            <p:nvPr/>
          </p:nvSpPr>
          <p:spPr>
            <a:xfrm>
              <a:off x="9912097" y="3359603"/>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5" name="Legend3">
              <a:extLst>
                <a:ext uri="{FF2B5EF4-FFF2-40B4-BE49-F238E27FC236}">
                  <a16:creationId xmlns:a16="http://schemas.microsoft.com/office/drawing/2014/main" id="{218BEB5C-C19E-451D-B538-56A492CF74C6}"/>
                </a:ext>
              </a:extLst>
            </p:cNvPr>
            <p:cNvSpPr txBox="1"/>
            <p:nvPr/>
          </p:nvSpPr>
          <p:spPr>
            <a:xfrm>
              <a:off x="9912097" y="3739101"/>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6" name="Legend4">
              <a:extLst>
                <a:ext uri="{FF2B5EF4-FFF2-40B4-BE49-F238E27FC236}">
                  <a16:creationId xmlns:a16="http://schemas.microsoft.com/office/drawing/2014/main" id="{B77C1590-32D9-4A52-8AF0-454D06E80BF2}"/>
                </a:ext>
              </a:extLst>
            </p:cNvPr>
            <p:cNvSpPr txBox="1"/>
            <p:nvPr/>
          </p:nvSpPr>
          <p:spPr>
            <a:xfrm>
              <a:off x="9912097" y="4110522"/>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7" name="Legend5">
              <a:extLst>
                <a:ext uri="{FF2B5EF4-FFF2-40B4-BE49-F238E27FC236}">
                  <a16:creationId xmlns:a16="http://schemas.microsoft.com/office/drawing/2014/main" id="{A40A9DB6-E1B2-47A6-8B66-4FCDC31DD600}"/>
                </a:ext>
              </a:extLst>
            </p:cNvPr>
            <p:cNvSpPr txBox="1"/>
            <p:nvPr/>
          </p:nvSpPr>
          <p:spPr>
            <a:xfrm>
              <a:off x="9912097"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grpSp>
        <p:nvGrpSpPr>
          <p:cNvPr id="4" name="LegendMoons" hidden="1">
            <a:extLst>
              <a:ext uri="{FF2B5EF4-FFF2-40B4-BE49-F238E27FC236}">
                <a16:creationId xmlns:a16="http://schemas.microsoft.com/office/drawing/2014/main" id="{A74D0957-B8E1-0203-5942-B3CDCECEFC07}"/>
              </a:ext>
            </a:extLst>
          </p:cNvPr>
          <p:cNvGrpSpPr/>
          <p:nvPr userDrawn="1"/>
        </p:nvGrpSpPr>
        <p:grpSpPr>
          <a:xfrm>
            <a:off x="10692000" y="1339200"/>
            <a:ext cx="1023616" cy="1731859"/>
            <a:chOff x="7723680" y="1702457"/>
            <a:chExt cx="1023616" cy="1731859"/>
          </a:xfrm>
        </p:grpSpPr>
        <p:sp>
          <p:nvSpPr>
            <p:cNvPr id="5" name="Legend1">
              <a:extLst>
                <a:ext uri="{FF2B5EF4-FFF2-40B4-BE49-F238E27FC236}">
                  <a16:creationId xmlns:a16="http://schemas.microsoft.com/office/drawing/2014/main" id="{A579D789-E781-7373-9902-2ED2044F84A0}"/>
                </a:ext>
              </a:extLst>
            </p:cNvPr>
            <p:cNvSpPr txBox="1"/>
            <p:nvPr/>
          </p:nvSpPr>
          <p:spPr>
            <a:xfrm>
              <a:off x="8076312" y="1709816"/>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6" name="Legend2">
              <a:extLst>
                <a:ext uri="{FF2B5EF4-FFF2-40B4-BE49-F238E27FC236}">
                  <a16:creationId xmlns:a16="http://schemas.microsoft.com/office/drawing/2014/main" id="{AE219666-526F-9C6F-0799-DEDE1ED7C6B4}"/>
                </a:ext>
              </a:extLst>
            </p:cNvPr>
            <p:cNvSpPr txBox="1"/>
            <p:nvPr/>
          </p:nvSpPr>
          <p:spPr>
            <a:xfrm>
              <a:off x="8076312" y="2085275"/>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7" name="Legend3">
              <a:extLst>
                <a:ext uri="{FF2B5EF4-FFF2-40B4-BE49-F238E27FC236}">
                  <a16:creationId xmlns:a16="http://schemas.microsoft.com/office/drawing/2014/main" id="{22CE313E-44F3-0F57-9118-789F5A7E4BE2}"/>
                </a:ext>
              </a:extLst>
            </p:cNvPr>
            <p:cNvSpPr txBox="1"/>
            <p:nvPr/>
          </p:nvSpPr>
          <p:spPr>
            <a:xfrm>
              <a:off x="8076312" y="246073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8" name="Legend4">
              <a:extLst>
                <a:ext uri="{FF2B5EF4-FFF2-40B4-BE49-F238E27FC236}">
                  <a16:creationId xmlns:a16="http://schemas.microsoft.com/office/drawing/2014/main" id="{D0B5E1D7-1CD7-D84F-3620-B4FA0EF324DB}"/>
                </a:ext>
              </a:extLst>
            </p:cNvPr>
            <p:cNvSpPr txBox="1"/>
            <p:nvPr/>
          </p:nvSpPr>
          <p:spPr>
            <a:xfrm>
              <a:off x="8076312" y="2836193"/>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9" name="Legend5">
              <a:extLst>
                <a:ext uri="{FF2B5EF4-FFF2-40B4-BE49-F238E27FC236}">
                  <a16:creationId xmlns:a16="http://schemas.microsoft.com/office/drawing/2014/main" id="{F40C396B-7721-8A80-0BC4-C8F93B6E54CA}"/>
                </a:ext>
              </a:extLst>
            </p:cNvPr>
            <p:cNvSpPr txBox="1"/>
            <p:nvPr/>
          </p:nvSpPr>
          <p:spPr>
            <a:xfrm>
              <a:off x="8076312" y="321165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nvGrpSpPr>
            <p:cNvPr id="10" name="MoonLegend1">
              <a:extLst>
                <a:ext uri="{FF2B5EF4-FFF2-40B4-BE49-F238E27FC236}">
                  <a16:creationId xmlns:a16="http://schemas.microsoft.com/office/drawing/2014/main" id="{D19BD4EA-9682-50D3-B979-152445E49E10}"/>
                </a:ext>
              </a:extLst>
            </p:cNvPr>
            <p:cNvGrpSpPr>
              <a:grpSpLocks noChangeAspect="1"/>
            </p:cNvGrpSpPr>
            <p:nvPr>
              <p:custDataLst>
                <p:tags r:id="rId22"/>
              </p:custDataLst>
            </p:nvPr>
          </p:nvGrpSpPr>
          <p:grpSpPr>
            <a:xfrm>
              <a:off x="7723680" y="1702457"/>
              <a:ext cx="228600" cy="228600"/>
              <a:chOff x="762000" y="1270000"/>
              <a:chExt cx="254000" cy="254000"/>
            </a:xfrm>
          </p:grpSpPr>
          <p:sp>
            <p:nvSpPr>
              <p:cNvPr id="24" name="Oval 23">
                <a:extLst>
                  <a:ext uri="{FF2B5EF4-FFF2-40B4-BE49-F238E27FC236}">
                    <a16:creationId xmlns:a16="http://schemas.microsoft.com/office/drawing/2014/main" id="{4A0B6C31-1F56-F41C-44CD-9D5FBF4D0344}"/>
                  </a:ext>
                </a:extLst>
              </p:cNvPr>
              <p:cNvSpPr/>
              <p:nvPr>
                <p:custDataLst>
                  <p:tags r:id="rId35"/>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5" name="Arc 24" hidden="1">
                <a:extLst>
                  <a:ext uri="{FF2B5EF4-FFF2-40B4-BE49-F238E27FC236}">
                    <a16:creationId xmlns:a16="http://schemas.microsoft.com/office/drawing/2014/main" id="{B50CF1FE-8D31-700D-F0C2-ACB607372AE4}"/>
                  </a:ext>
                </a:extLst>
              </p:cNvPr>
              <p:cNvSpPr/>
              <p:nvPr>
                <p:custDataLst>
                  <p:tags r:id="rId36"/>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1" name="MoonLegend2">
              <a:extLst>
                <a:ext uri="{FF2B5EF4-FFF2-40B4-BE49-F238E27FC236}">
                  <a16:creationId xmlns:a16="http://schemas.microsoft.com/office/drawing/2014/main" id="{E34FB525-F2A2-061A-A353-799809BF5FC7}"/>
                </a:ext>
              </a:extLst>
            </p:cNvPr>
            <p:cNvGrpSpPr>
              <a:grpSpLocks noChangeAspect="1"/>
            </p:cNvGrpSpPr>
            <p:nvPr>
              <p:custDataLst>
                <p:tags r:id="rId23"/>
              </p:custDataLst>
            </p:nvPr>
          </p:nvGrpSpPr>
          <p:grpSpPr>
            <a:xfrm>
              <a:off x="7723680" y="2078270"/>
              <a:ext cx="228600" cy="228600"/>
              <a:chOff x="762000" y="1270000"/>
              <a:chExt cx="254000" cy="254000"/>
            </a:xfrm>
          </p:grpSpPr>
          <p:sp>
            <p:nvSpPr>
              <p:cNvPr id="22" name="Oval 21">
                <a:extLst>
                  <a:ext uri="{FF2B5EF4-FFF2-40B4-BE49-F238E27FC236}">
                    <a16:creationId xmlns:a16="http://schemas.microsoft.com/office/drawing/2014/main" id="{0DC6EA1B-42E3-0F8A-87FD-05CAF1FDA5FA}"/>
                  </a:ext>
                </a:extLst>
              </p:cNvPr>
              <p:cNvSpPr/>
              <p:nvPr>
                <p:custDataLst>
                  <p:tags r:id="rId33"/>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3" name="Arc 22">
                <a:extLst>
                  <a:ext uri="{FF2B5EF4-FFF2-40B4-BE49-F238E27FC236}">
                    <a16:creationId xmlns:a16="http://schemas.microsoft.com/office/drawing/2014/main" id="{349961EB-4044-DDFA-0CF7-F5D66FDD64FA}"/>
                  </a:ext>
                </a:extLst>
              </p:cNvPr>
              <p:cNvSpPr/>
              <p:nvPr>
                <p:custDataLst>
                  <p:tags r:id="rId34"/>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2" name="MoonLegend3">
              <a:extLst>
                <a:ext uri="{FF2B5EF4-FFF2-40B4-BE49-F238E27FC236}">
                  <a16:creationId xmlns:a16="http://schemas.microsoft.com/office/drawing/2014/main" id="{81D58525-2DB4-58E3-4841-2B88C4F9BBE1}"/>
                </a:ext>
              </a:extLst>
            </p:cNvPr>
            <p:cNvGrpSpPr>
              <a:grpSpLocks noChangeAspect="1"/>
            </p:cNvGrpSpPr>
            <p:nvPr>
              <p:custDataLst>
                <p:tags r:id="rId24"/>
              </p:custDataLst>
            </p:nvPr>
          </p:nvGrpSpPr>
          <p:grpSpPr>
            <a:xfrm>
              <a:off x="7723680" y="2454085"/>
              <a:ext cx="228600" cy="228600"/>
              <a:chOff x="762000" y="1270000"/>
              <a:chExt cx="254000" cy="254000"/>
            </a:xfrm>
          </p:grpSpPr>
          <p:sp>
            <p:nvSpPr>
              <p:cNvPr id="20" name="Oval 19">
                <a:extLst>
                  <a:ext uri="{FF2B5EF4-FFF2-40B4-BE49-F238E27FC236}">
                    <a16:creationId xmlns:a16="http://schemas.microsoft.com/office/drawing/2014/main" id="{6D052903-9CD8-AB5E-E69F-03405F848828}"/>
                  </a:ext>
                </a:extLst>
              </p:cNvPr>
              <p:cNvSpPr/>
              <p:nvPr>
                <p:custDataLst>
                  <p:tags r:id="rId31"/>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1" name="Arc 20">
                <a:extLst>
                  <a:ext uri="{FF2B5EF4-FFF2-40B4-BE49-F238E27FC236}">
                    <a16:creationId xmlns:a16="http://schemas.microsoft.com/office/drawing/2014/main" id="{BB370F7E-886E-6962-667A-24DD8C636B1C}"/>
                  </a:ext>
                </a:extLst>
              </p:cNvPr>
              <p:cNvSpPr/>
              <p:nvPr>
                <p:custDataLst>
                  <p:tags r:id="rId32"/>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3" name="MoonLegend4">
              <a:extLst>
                <a:ext uri="{FF2B5EF4-FFF2-40B4-BE49-F238E27FC236}">
                  <a16:creationId xmlns:a16="http://schemas.microsoft.com/office/drawing/2014/main" id="{12DC2918-BD74-B2EB-0BB2-D46E7084496E}"/>
                </a:ext>
              </a:extLst>
            </p:cNvPr>
            <p:cNvGrpSpPr>
              <a:grpSpLocks noChangeAspect="1"/>
            </p:cNvGrpSpPr>
            <p:nvPr>
              <p:custDataLst>
                <p:tags r:id="rId25"/>
              </p:custDataLst>
            </p:nvPr>
          </p:nvGrpSpPr>
          <p:grpSpPr>
            <a:xfrm>
              <a:off x="7723680" y="2829900"/>
              <a:ext cx="228600" cy="228600"/>
              <a:chOff x="762000" y="1270000"/>
              <a:chExt cx="254000" cy="254000"/>
            </a:xfrm>
          </p:grpSpPr>
          <p:sp>
            <p:nvSpPr>
              <p:cNvPr id="18" name="Oval 17">
                <a:extLst>
                  <a:ext uri="{FF2B5EF4-FFF2-40B4-BE49-F238E27FC236}">
                    <a16:creationId xmlns:a16="http://schemas.microsoft.com/office/drawing/2014/main" id="{78309338-2E0C-8EAB-278B-36BB84E8955A}"/>
                  </a:ext>
                </a:extLst>
              </p:cNvPr>
              <p:cNvSpPr/>
              <p:nvPr>
                <p:custDataLst>
                  <p:tags r:id="rId29"/>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9" name="Arc 18">
                <a:extLst>
                  <a:ext uri="{FF2B5EF4-FFF2-40B4-BE49-F238E27FC236}">
                    <a16:creationId xmlns:a16="http://schemas.microsoft.com/office/drawing/2014/main" id="{28AA2C47-9903-4C18-8098-1106BE8B1977}"/>
                  </a:ext>
                </a:extLst>
              </p:cNvPr>
              <p:cNvSpPr/>
              <p:nvPr>
                <p:custDataLst>
                  <p:tags r:id="rId30"/>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4" name="MoonLegend5">
              <a:extLst>
                <a:ext uri="{FF2B5EF4-FFF2-40B4-BE49-F238E27FC236}">
                  <a16:creationId xmlns:a16="http://schemas.microsoft.com/office/drawing/2014/main" id="{85016F10-0401-6973-A0D0-23D227FF8FED}"/>
                </a:ext>
              </a:extLst>
            </p:cNvPr>
            <p:cNvGrpSpPr>
              <a:grpSpLocks noChangeAspect="1"/>
            </p:cNvGrpSpPr>
            <p:nvPr>
              <p:custDataLst>
                <p:tags r:id="rId26"/>
              </p:custDataLst>
            </p:nvPr>
          </p:nvGrpSpPr>
          <p:grpSpPr>
            <a:xfrm>
              <a:off x="7723680" y="3205716"/>
              <a:ext cx="228600" cy="228600"/>
              <a:chOff x="762000" y="1270000"/>
              <a:chExt cx="254000" cy="254000"/>
            </a:xfrm>
          </p:grpSpPr>
          <p:sp>
            <p:nvSpPr>
              <p:cNvPr id="15" name="Oval 14">
                <a:extLst>
                  <a:ext uri="{FF2B5EF4-FFF2-40B4-BE49-F238E27FC236}">
                    <a16:creationId xmlns:a16="http://schemas.microsoft.com/office/drawing/2014/main" id="{88041A10-C91C-7EF2-F7EA-D1D0412188C6}"/>
                  </a:ext>
                </a:extLst>
              </p:cNvPr>
              <p:cNvSpPr/>
              <p:nvPr>
                <p:custDataLst>
                  <p:tags r:id="rId27"/>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7" name="Arc 16">
                <a:extLst>
                  <a:ext uri="{FF2B5EF4-FFF2-40B4-BE49-F238E27FC236}">
                    <a16:creationId xmlns:a16="http://schemas.microsoft.com/office/drawing/2014/main" id="{B1A7ADC8-55DF-963B-3C8A-AAB44F2EF672}"/>
                  </a:ext>
                </a:extLst>
              </p:cNvPr>
              <p:cNvSpPr/>
              <p:nvPr>
                <p:custDataLst>
                  <p:tags r:id="rId28"/>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69" name="Sticker" hidden="1">
            <a:extLst>
              <a:ext uri="{FF2B5EF4-FFF2-40B4-BE49-F238E27FC236}">
                <a16:creationId xmlns:a16="http://schemas.microsoft.com/office/drawing/2014/main" id="{2FA9271D-5EE0-4D66-9FDF-E4D1535949E8}"/>
              </a:ext>
            </a:extLst>
          </p:cNvPr>
          <p:cNvGrpSpPr>
            <a:grpSpLocks noChangeAspect="1"/>
          </p:cNvGrpSpPr>
          <p:nvPr userDrawn="1"/>
        </p:nvGrpSpPr>
        <p:grpSpPr bwMode="gray">
          <a:xfrm>
            <a:off x="558192" y="1289273"/>
            <a:ext cx="429605" cy="156997"/>
            <a:chOff x="8456447" y="272180"/>
            <a:chExt cx="322188" cy="156966"/>
          </a:xfrm>
        </p:grpSpPr>
        <p:sp>
          <p:nvSpPr>
            <p:cNvPr id="170" name="StickerRectangle">
              <a:extLst>
                <a:ext uri="{FF2B5EF4-FFF2-40B4-BE49-F238E27FC236}">
                  <a16:creationId xmlns:a16="http://schemas.microsoft.com/office/drawing/2014/main" id="{27342EFB-A6AF-4379-A9C9-4F8DD97D160E}"/>
                </a:ext>
              </a:extLst>
            </p:cNvPr>
            <p:cNvSpPr>
              <a:spLocks noChangeArrowheads="1"/>
            </p:cNvSpPr>
            <p:nvPr userDrawn="1"/>
          </p:nvSpPr>
          <p:spPr bwMode="gray">
            <a:xfrm>
              <a:off x="8456447" y="272180"/>
              <a:ext cx="322188" cy="156966"/>
            </a:xfrm>
            <a:prstGeom prst="leftRightArrow">
              <a:avLst>
                <a:gd name="adj1" fmla="val 100000"/>
                <a:gd name="adj2" fmla="val 0"/>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18288" anchor="t" anchorCtr="0">
              <a:spAutoFit/>
            </a:bodyPr>
            <a:lstStyle/>
            <a:p>
              <a:pPr algn="l" defTabSz="1193860">
                <a:buClr>
                  <a:schemeClr val="tx2"/>
                </a:buClr>
              </a:pPr>
              <a:r>
                <a:rPr lang="en-US" sz="900" b="1" spc="50" dirty="0">
                  <a:ln w="3175">
                    <a:noFill/>
                  </a:ln>
                  <a:solidFill>
                    <a:schemeClr val="tx1"/>
                  </a:solidFill>
                </a:rPr>
                <a:t>Sticker</a:t>
              </a:r>
              <a:endParaRPr lang="en-US" sz="800" baseline="0" dirty="0">
                <a:solidFill>
                  <a:schemeClr val="tx1"/>
                </a:solidFill>
                <a:latin typeface="+mn-lt"/>
                <a:ea typeface="+mn-ea"/>
              </a:endParaRPr>
            </a:p>
          </p:txBody>
        </p:sp>
        <p:cxnSp>
          <p:nvCxnSpPr>
            <p:cNvPr id="171" name="StickerUnderline">
              <a:extLst>
                <a:ext uri="{FF2B5EF4-FFF2-40B4-BE49-F238E27FC236}">
                  <a16:creationId xmlns:a16="http://schemas.microsoft.com/office/drawing/2014/main" id="{AC518518-EC41-445B-B558-9DBD24A778EA}"/>
                </a:ext>
              </a:extLst>
            </p:cNvPr>
            <p:cNvCxnSpPr>
              <a:cxnSpLocks noChangeShapeType="1"/>
              <a:stCxn id="170" idx="4"/>
              <a:endCxn id="170" idx="6"/>
            </p:cNvCxnSpPr>
            <p:nvPr/>
          </p:nvCxnSpPr>
          <p:spPr bwMode="gray">
            <a:xfrm>
              <a:off x="8456447" y="429146"/>
              <a:ext cx="322188" cy="0"/>
            </a:xfrm>
            <a:prstGeom prst="straightConnector1">
              <a:avLst/>
            </a:prstGeom>
            <a:noFill/>
            <a:ln w="4191">
              <a:solidFill>
                <a:schemeClr val="tx1"/>
              </a:solidFill>
              <a:round/>
              <a:headEnd/>
              <a:tailEnd/>
            </a:ln>
            <a:extLst>
              <a:ext uri="{909E8E84-426E-40DD-AFC4-6F175D3DCCD1}">
                <a14:hiddenFill xmlns:a14="http://schemas.microsoft.com/office/drawing/2010/main">
                  <a:noFill/>
                </a14:hiddenFill>
              </a:ext>
            </a:extLst>
          </p:spPr>
        </p:cxnSp>
      </p:grpSp>
      <p:grpSp>
        <p:nvGrpSpPr>
          <p:cNvPr id="179" name="LegendLines" hidden="1">
            <a:extLst>
              <a:ext uri="{FF2B5EF4-FFF2-40B4-BE49-F238E27FC236}">
                <a16:creationId xmlns:a16="http://schemas.microsoft.com/office/drawing/2014/main" id="{BA3F11B7-574B-46B5-AA05-051B7C0195CA}"/>
              </a:ext>
            </a:extLst>
          </p:cNvPr>
          <p:cNvGrpSpPr/>
          <p:nvPr userDrawn="1"/>
        </p:nvGrpSpPr>
        <p:grpSpPr>
          <a:xfrm>
            <a:off x="10440000" y="3243600"/>
            <a:ext cx="1269335" cy="958286"/>
            <a:chOff x="4372690" y="3739101"/>
            <a:chExt cx="1269335" cy="958286"/>
          </a:xfrm>
        </p:grpSpPr>
        <p:sp>
          <p:nvSpPr>
            <p:cNvPr id="180" name="Legend1">
              <a:extLst>
                <a:ext uri="{FF2B5EF4-FFF2-40B4-BE49-F238E27FC236}">
                  <a16:creationId xmlns:a16="http://schemas.microsoft.com/office/drawing/2014/main" id="{A89F3277-B9B0-4605-94B5-1A0F3CF3FD94}"/>
                </a:ext>
              </a:extLst>
            </p:cNvPr>
            <p:cNvSpPr txBox="1"/>
            <p:nvPr/>
          </p:nvSpPr>
          <p:spPr>
            <a:xfrm>
              <a:off x="4988914" y="3739101"/>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1" name="Legend2">
              <a:extLst>
                <a:ext uri="{FF2B5EF4-FFF2-40B4-BE49-F238E27FC236}">
                  <a16:creationId xmlns:a16="http://schemas.microsoft.com/office/drawing/2014/main" id="{728FD0F6-6F17-4DBC-A433-275600325C11}"/>
                </a:ext>
              </a:extLst>
            </p:cNvPr>
            <p:cNvSpPr txBox="1"/>
            <p:nvPr/>
          </p:nvSpPr>
          <p:spPr>
            <a:xfrm>
              <a:off x="4988914" y="4110522"/>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2" name="Legend3">
              <a:extLst>
                <a:ext uri="{FF2B5EF4-FFF2-40B4-BE49-F238E27FC236}">
                  <a16:creationId xmlns:a16="http://schemas.microsoft.com/office/drawing/2014/main" id="{824D0AAE-0E8B-4539-A5E0-724A7C2C5FB7}"/>
                </a:ext>
              </a:extLst>
            </p:cNvPr>
            <p:cNvSpPr txBox="1"/>
            <p:nvPr/>
          </p:nvSpPr>
          <p:spPr>
            <a:xfrm>
              <a:off x="4988914"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3" name="LineLegend3">
              <a:extLst>
                <a:ext uri="{FF2B5EF4-FFF2-40B4-BE49-F238E27FC236}">
                  <a16:creationId xmlns:a16="http://schemas.microsoft.com/office/drawing/2014/main" id="{15B966CE-74A4-42D7-84D1-50EE1BD807B7}"/>
                </a:ext>
              </a:extLst>
            </p:cNvPr>
            <p:cNvSpPr>
              <a:spLocks noChangeShapeType="1"/>
            </p:cNvSpPr>
            <p:nvPr/>
          </p:nvSpPr>
          <p:spPr bwMode="gray">
            <a:xfrm>
              <a:off x="4372690" y="4588113"/>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84" name="LineLegend2">
              <a:extLst>
                <a:ext uri="{FF2B5EF4-FFF2-40B4-BE49-F238E27FC236}">
                  <a16:creationId xmlns:a16="http://schemas.microsoft.com/office/drawing/2014/main" id="{4AD11E2E-205C-4B89-BD31-DA18921C3385}"/>
                </a:ext>
              </a:extLst>
            </p:cNvPr>
            <p:cNvSpPr>
              <a:spLocks noChangeShapeType="1"/>
            </p:cNvSpPr>
            <p:nvPr/>
          </p:nvSpPr>
          <p:spPr bwMode="gray">
            <a:xfrm>
              <a:off x="4372690" y="4214754"/>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85" name="LineLegend1">
              <a:extLst>
                <a:ext uri="{FF2B5EF4-FFF2-40B4-BE49-F238E27FC236}">
                  <a16:creationId xmlns:a16="http://schemas.microsoft.com/office/drawing/2014/main" id="{393D5D55-EAFF-4EBE-B2CF-AF057C324E68}"/>
                </a:ext>
              </a:extLst>
            </p:cNvPr>
            <p:cNvSpPr>
              <a:spLocks noChangeShapeType="1"/>
            </p:cNvSpPr>
            <p:nvPr/>
          </p:nvSpPr>
          <p:spPr bwMode="gray">
            <a:xfrm>
              <a:off x="4372690" y="3846823"/>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grpSp>
    </p:spTree>
    <p:extLst>
      <p:ext uri="{BB962C8B-B14F-4D97-AF65-F5344CB8AC3E}">
        <p14:creationId xmlns:p14="http://schemas.microsoft.com/office/powerpoint/2010/main" val="2969229741"/>
      </p:ext>
    </p:extLst>
  </p:cSld>
  <p:clrMap bg1="lt1" tx1="dk1" bg2="lt2" tx2="dk2" accent1="accent1" accent2="accent2" accent3="accent3" accent4="accent4" accent5="accent5" accent6="accent6" hlink="hlink" folHlink="folHlink"/>
  <p:sldLayoutIdLst>
    <p:sldLayoutId id="2147483794" r:id="rId1"/>
    <p:sldLayoutId id="2147483654" r:id="rId2"/>
    <p:sldLayoutId id="2147483807" r:id="rId3"/>
    <p:sldLayoutId id="2147483800" r:id="rId4"/>
    <p:sldLayoutId id="2147483659" r:id="rId5"/>
    <p:sldLayoutId id="2147483804" r:id="rId6"/>
    <p:sldLayoutId id="2147483886" r:id="rId7"/>
    <p:sldLayoutId id="2147483887" r:id="rId8"/>
    <p:sldLayoutId id="2147483888" r:id="rId9"/>
    <p:sldLayoutId id="2147483889" r:id="rId10"/>
    <p:sldLayoutId id="2147483890" r:id="rId11"/>
    <p:sldLayoutId id="2147483879" r:id="rId12"/>
    <p:sldLayoutId id="2147483706" r:id="rId13"/>
    <p:sldLayoutId id="2147483718" r:id="rId14"/>
  </p:sldLayoutIdLst>
  <p:txStyles>
    <p:titleStyle>
      <a:lvl1pPr algn="l" defTabSz="914400" rtl="0" eaLnBrk="1" latinLnBrk="0" hangingPunct="1">
        <a:lnSpc>
          <a:spcPct val="93000"/>
        </a:lnSpc>
        <a:spcBef>
          <a:spcPct val="0"/>
        </a:spcBef>
        <a:buNone/>
        <a:defRPr sz="2500" b="1" kern="1200" spc="0" baseline="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Segoe UI" panose="020B0502040204020203" pitchFamily="34" charset="0"/>
        <a:buChar char="​"/>
        <a:defRPr sz="1600" kern="1200">
          <a:solidFill>
            <a:schemeClr val="tx1"/>
          </a:solidFill>
          <a:latin typeface="+mn-lt"/>
          <a:ea typeface="+mn-ea"/>
          <a:cs typeface="Arial" panose="020B0604020202020204" pitchFamily="34" charset="0"/>
        </a:defRPr>
      </a:lvl1pPr>
      <a:lvl2pPr marL="228600" indent="-225425" algn="l" defTabSz="914400" rtl="0" eaLnBrk="1" latinLnBrk="0" hangingPunct="1">
        <a:lnSpc>
          <a:spcPct val="100000"/>
        </a:lnSpc>
        <a:spcBef>
          <a:spcPts val="0"/>
        </a:spcBef>
        <a:spcAft>
          <a:spcPts val="300"/>
        </a:spcAft>
        <a:buFont typeface="Wingdings" panose="05000000000000000000" pitchFamily="2" charset="2"/>
        <a:buChar char=""/>
        <a:defRPr sz="1600" kern="1200">
          <a:solidFill>
            <a:schemeClr val="tx1"/>
          </a:solidFill>
          <a:latin typeface="+mn-lt"/>
          <a:ea typeface="+mn-ea"/>
          <a:cs typeface="Arial" panose="020B0604020202020204" pitchFamily="34" charset="0"/>
        </a:defRPr>
      </a:lvl2pPr>
      <a:lvl3pPr marL="515938" indent="-287338" algn="l" defTabSz="914400" rtl="0" eaLnBrk="1" latinLnBrk="0" hangingPunct="1">
        <a:lnSpc>
          <a:spcPct val="100000"/>
        </a:lnSpc>
        <a:spcBef>
          <a:spcPts val="0"/>
        </a:spcBef>
        <a:spcAft>
          <a:spcPts val="300"/>
        </a:spcAft>
        <a:buFont typeface="Arial" panose="020B0604020202020204" pitchFamily="34" charset="0"/>
        <a:buChar char="—"/>
        <a:defRPr sz="1600" kern="1200">
          <a:solidFill>
            <a:schemeClr val="tx1"/>
          </a:solidFill>
          <a:latin typeface="+mn-lt"/>
          <a:ea typeface="+mn-ea"/>
          <a:cs typeface="Arial" panose="020B0604020202020204" pitchFamily="34" charset="0"/>
        </a:defRPr>
      </a:lvl3pPr>
      <a:lvl4pPr marL="742950" indent="-182563" algn="l" defTabSz="914400" rtl="0" eaLnBrk="1" latinLnBrk="0" hangingPunct="1">
        <a:lnSpc>
          <a:spcPct val="100000"/>
        </a:lnSpc>
        <a:spcBef>
          <a:spcPts val="0"/>
        </a:spcBef>
        <a:spcAft>
          <a:spcPts val="300"/>
        </a:spcAft>
        <a:buFont typeface="Arial" panose="020B0604020202020204" pitchFamily="34" charset="0"/>
        <a:buChar char="»"/>
        <a:defRPr sz="1600" kern="1200">
          <a:solidFill>
            <a:schemeClr val="tx1"/>
          </a:solidFill>
          <a:latin typeface="+mn-lt"/>
          <a:ea typeface="+mn-ea"/>
          <a:cs typeface="Arial" panose="020B0604020202020204" pitchFamily="34" charset="0"/>
        </a:defRPr>
      </a:lvl4pPr>
      <a:lvl5pPr marL="914400" indent="-136525"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8800E62-ECD5-472D-995B-013B57BB4C07}"/>
              </a:ext>
            </a:extLst>
          </p:cNvPr>
          <p:cNvGraphicFramePr>
            <a:graphicFrameLocks noChangeAspect="1"/>
          </p:cNvGraphicFramePr>
          <p:nvPr userDrawn="1">
            <p:custDataLst>
              <p:tags r:id="rId19"/>
            </p:custDataLst>
            <p:extLst>
              <p:ext uri="{D42A27DB-BD31-4B8C-83A1-F6EECF244321}">
                <p14:modId xmlns:p14="http://schemas.microsoft.com/office/powerpoint/2010/main" val="236443739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0" imgW="344" imgH="344" progId="TCLayout.ActiveDocument.1">
                  <p:embed/>
                </p:oleObj>
              </mc:Choice>
              <mc:Fallback>
                <p:oleObj name="think-cell Slide" r:id="rId40" imgW="344" imgH="344" progId="TCLayout.ActiveDocument.1">
                  <p:embed/>
                  <p:pic>
                    <p:nvPicPr>
                      <p:cNvPr id="3" name="Object 2" hidden="1">
                        <a:extLst>
                          <a:ext uri="{FF2B5EF4-FFF2-40B4-BE49-F238E27FC236}">
                            <a16:creationId xmlns:a16="http://schemas.microsoft.com/office/drawing/2014/main" id="{08800E62-ECD5-472D-995B-013B57BB4C07}"/>
                          </a:ext>
                        </a:extLst>
                      </p:cNvPr>
                      <p:cNvPicPr/>
                      <p:nvPr/>
                    </p:nvPicPr>
                    <p:blipFill>
                      <a:blip r:embed="rId4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D1744EB-7E76-4AE2-88F6-C0D4CE03B5BB}"/>
              </a:ext>
            </a:extLst>
          </p:cNvPr>
          <p:cNvSpPr/>
          <p:nvPr userDrawn="1">
            <p:custDataLst>
              <p:tags r:id="rId20"/>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03" name="SlideLogoText">
            <a:extLst>
              <a:ext uri="{FF2B5EF4-FFF2-40B4-BE49-F238E27FC236}">
                <a16:creationId xmlns:a16="http://schemas.microsoft.com/office/drawing/2014/main" id="{69FC0062-74AE-4BDA-ACE7-D069B448DDBC}"/>
              </a:ext>
            </a:extLst>
          </p:cNvPr>
          <p:cNvSpPr txBox="1"/>
          <p:nvPr userDrawn="1">
            <p:custDataLst>
              <p:tags r:id="rId2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53" name="2. Slide Title">
            <a:extLst>
              <a:ext uri="{FF2B5EF4-FFF2-40B4-BE49-F238E27FC236}">
                <a16:creationId xmlns:a16="http://schemas.microsoft.com/office/drawing/2014/main" id="{7C8D601E-A2E1-4979-AE83-B694B9829662}"/>
              </a:ext>
            </a:extLst>
          </p:cNvPr>
          <p:cNvSpPr>
            <a:spLocks noGrp="1"/>
          </p:cNvSpPr>
          <p:nvPr>
            <p:ph type="title"/>
            <p:custDataLst>
              <p:tags r:id="rId22"/>
            </p:custDataLst>
          </p:nvPr>
        </p:nvSpPr>
        <p:spPr>
          <a:xfrm>
            <a:off x="554736" y="172212"/>
            <a:ext cx="11082528" cy="731520"/>
          </a:xfrm>
          <a:prstGeom prst="rect">
            <a:avLst/>
          </a:prstGeom>
        </p:spPr>
        <p:txBody>
          <a:bodyPr vert="horz" wrap="square" lIns="0" tIns="0" rIns="0" bIns="0" rtlCol="0" anchor="b" anchorCtr="0">
            <a:noAutofit/>
          </a:bodyPr>
          <a:lstStyle/>
          <a:p>
            <a:r>
              <a:rPr lang="en-US" dirty="0"/>
              <a:t>Click to edit Master title style</a:t>
            </a:r>
          </a:p>
        </p:txBody>
      </p:sp>
      <p:sp>
        <p:nvSpPr>
          <p:cNvPr id="54" name="Text Placeholder 2">
            <a:extLst>
              <a:ext uri="{FF2B5EF4-FFF2-40B4-BE49-F238E27FC236}">
                <a16:creationId xmlns:a16="http://schemas.microsoft.com/office/drawing/2014/main" id="{6A9C4AD8-E579-4AD3-9B92-5A31AC8DDA01}"/>
              </a:ext>
            </a:extLst>
          </p:cNvPr>
          <p:cNvSpPr>
            <a:spLocks noGrp="1"/>
          </p:cNvSpPr>
          <p:nvPr>
            <p:ph type="body" idx="1"/>
          </p:nvPr>
        </p:nvSpPr>
        <p:spPr>
          <a:xfrm>
            <a:off x="554736" y="2171700"/>
            <a:ext cx="11082528" cy="2523768"/>
          </a:xfrm>
          <a:prstGeom prst="rect">
            <a:avLst/>
          </a:prstGeom>
        </p:spPr>
        <p:txBody>
          <a:bodyPr vert="horz" lIns="0" tIns="0" rIns="0" bIns="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5" name="Grid" hidden="1">
            <a:extLst>
              <a:ext uri="{FF2B5EF4-FFF2-40B4-BE49-F238E27FC236}">
                <a16:creationId xmlns:a16="http://schemas.microsoft.com/office/drawing/2014/main" id="{4ADF17BC-6AB0-D905-BDC8-DB658360EB6C}"/>
              </a:ext>
            </a:extLst>
          </p:cNvPr>
          <p:cNvPicPr>
            <a:picLocks noChangeAspect="1"/>
          </p:cNvPicPr>
          <p:nvPr userDrawn="1">
            <p:custDataLst>
              <p:tags r:id="rId23"/>
            </p:custDataLst>
          </p:nvPr>
        </p:nvPicPr>
        <p:blipFill>
          <a:blip>
            <a:extLst>
              <a:ext uri="{96DAC541-7B7A-43D3-8B79-37D633B846F1}">
                <asvg:svgBlip xmlns:asvg="http://schemas.microsoft.com/office/drawing/2016/SVG/main" r:embed="rId42"/>
              </a:ext>
            </a:extLst>
          </a:blip>
          <a:stretch>
            <a:fillRect/>
          </a:stretch>
        </p:blipFill>
        <p:spPr>
          <a:xfrm>
            <a:off x="3699" y="0"/>
            <a:ext cx="12184602" cy="6858000"/>
          </a:xfrm>
          <a:prstGeom prst="rect">
            <a:avLst/>
          </a:prstGeom>
        </p:spPr>
      </p:pic>
      <p:sp>
        <p:nvSpPr>
          <p:cNvPr id="145" name="4. Footnote" hidden="1">
            <a:extLst>
              <a:ext uri="{FF2B5EF4-FFF2-40B4-BE49-F238E27FC236}">
                <a16:creationId xmlns:a16="http://schemas.microsoft.com/office/drawing/2014/main" id="{56E3DC21-21DB-42FE-8721-1BC0E89F13AE}"/>
              </a:ext>
            </a:extLst>
          </p:cNvPr>
          <p:cNvSpPr txBox="1"/>
          <p:nvPr userDrawn="1">
            <p:custDataLst>
              <p:tags r:id="rId24"/>
            </p:custDataLst>
          </p:nvPr>
        </p:nvSpPr>
        <p:spPr>
          <a:xfrm>
            <a:off x="553972" y="6279028"/>
            <a:ext cx="7278624" cy="123111"/>
          </a:xfrm>
          <a:prstGeom prst="rect">
            <a:avLst/>
          </a:prstGeom>
          <a:noFill/>
        </p:spPr>
        <p:txBody>
          <a:bodyPr wrap="square" lIns="0" tIns="0" rIns="0" bIns="0" rtlCol="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kern="1200" dirty="0">
                <a:latin typeface="+mn-lt"/>
                <a:ea typeface="+mn-ea"/>
                <a:cs typeface="Arial" panose="020B0604020202020204" pitchFamily="34" charset="0"/>
              </a:rPr>
              <a:t>Footnotes</a:t>
            </a:r>
          </a:p>
        </p:txBody>
      </p:sp>
      <p:grpSp>
        <p:nvGrpSpPr>
          <p:cNvPr id="185" name="LegendBoxes" hidden="1">
            <a:extLst>
              <a:ext uri="{FF2B5EF4-FFF2-40B4-BE49-F238E27FC236}">
                <a16:creationId xmlns:a16="http://schemas.microsoft.com/office/drawing/2014/main" id="{28785628-9685-42DD-85C6-4A7FDEAEB9E4}"/>
              </a:ext>
            </a:extLst>
          </p:cNvPr>
          <p:cNvGrpSpPr/>
          <p:nvPr userDrawn="1"/>
        </p:nvGrpSpPr>
        <p:grpSpPr>
          <a:xfrm>
            <a:off x="10722394" y="4323600"/>
            <a:ext cx="984864" cy="1717282"/>
            <a:chOff x="9585951" y="2980105"/>
            <a:chExt cx="984864" cy="1717282"/>
          </a:xfrm>
        </p:grpSpPr>
        <p:sp>
          <p:nvSpPr>
            <p:cNvPr id="186" name="RectangleLegend1">
              <a:extLst>
                <a:ext uri="{FF2B5EF4-FFF2-40B4-BE49-F238E27FC236}">
                  <a16:creationId xmlns:a16="http://schemas.microsoft.com/office/drawing/2014/main" id="{F6C915EA-5130-4DA7-8B9A-5E522A1DBE2F}"/>
                </a:ext>
              </a:extLst>
            </p:cNvPr>
            <p:cNvSpPr/>
            <p:nvPr/>
          </p:nvSpPr>
          <p:spPr>
            <a:xfrm>
              <a:off x="9585951" y="3001463"/>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7" name="RectangleLegend2">
              <a:extLst>
                <a:ext uri="{FF2B5EF4-FFF2-40B4-BE49-F238E27FC236}">
                  <a16:creationId xmlns:a16="http://schemas.microsoft.com/office/drawing/2014/main" id="{056BAC0D-94D9-4BAA-A238-909A42CD485B}"/>
                </a:ext>
              </a:extLst>
            </p:cNvPr>
            <p:cNvSpPr/>
            <p:nvPr/>
          </p:nvSpPr>
          <p:spPr>
            <a:xfrm>
              <a:off x="9585951" y="3380961"/>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8" name="RectangleLegend3">
              <a:extLst>
                <a:ext uri="{FF2B5EF4-FFF2-40B4-BE49-F238E27FC236}">
                  <a16:creationId xmlns:a16="http://schemas.microsoft.com/office/drawing/2014/main" id="{BC7BB400-0474-421B-B1C4-D9D83F8D7025}"/>
                </a:ext>
              </a:extLst>
            </p:cNvPr>
            <p:cNvSpPr/>
            <p:nvPr/>
          </p:nvSpPr>
          <p:spPr>
            <a:xfrm>
              <a:off x="9585951" y="3754557"/>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9" name="RectangleLegend4">
              <a:extLst>
                <a:ext uri="{FF2B5EF4-FFF2-40B4-BE49-F238E27FC236}">
                  <a16:creationId xmlns:a16="http://schemas.microsoft.com/office/drawing/2014/main" id="{5D84FBCC-8195-429D-ADA2-ADF26D0822E2}"/>
                </a:ext>
              </a:extLst>
            </p:cNvPr>
            <p:cNvSpPr/>
            <p:nvPr/>
          </p:nvSpPr>
          <p:spPr>
            <a:xfrm>
              <a:off x="9585951" y="4128153"/>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0" name="RectangleLegend5">
              <a:extLst>
                <a:ext uri="{FF2B5EF4-FFF2-40B4-BE49-F238E27FC236}">
                  <a16:creationId xmlns:a16="http://schemas.microsoft.com/office/drawing/2014/main" id="{655825D0-671B-44EC-90C5-7913A4E7BAB9}"/>
                </a:ext>
              </a:extLst>
            </p:cNvPr>
            <p:cNvSpPr/>
            <p:nvPr/>
          </p:nvSpPr>
          <p:spPr>
            <a:xfrm>
              <a:off x="9585951" y="4501749"/>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1" name="Legend1">
              <a:extLst>
                <a:ext uri="{FF2B5EF4-FFF2-40B4-BE49-F238E27FC236}">
                  <a16:creationId xmlns:a16="http://schemas.microsoft.com/office/drawing/2014/main" id="{CD018A8B-4FD0-4C99-AA47-D684D1049136}"/>
                </a:ext>
              </a:extLst>
            </p:cNvPr>
            <p:cNvSpPr txBox="1"/>
            <p:nvPr/>
          </p:nvSpPr>
          <p:spPr>
            <a:xfrm>
              <a:off x="9912097" y="2980105"/>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2" name="Legend2">
              <a:extLst>
                <a:ext uri="{FF2B5EF4-FFF2-40B4-BE49-F238E27FC236}">
                  <a16:creationId xmlns:a16="http://schemas.microsoft.com/office/drawing/2014/main" id="{24E194E3-38A9-4A3A-AEBA-D1DCF1935051}"/>
                </a:ext>
              </a:extLst>
            </p:cNvPr>
            <p:cNvSpPr txBox="1"/>
            <p:nvPr/>
          </p:nvSpPr>
          <p:spPr>
            <a:xfrm>
              <a:off x="9912097" y="3359603"/>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3" name="Legend3">
              <a:extLst>
                <a:ext uri="{FF2B5EF4-FFF2-40B4-BE49-F238E27FC236}">
                  <a16:creationId xmlns:a16="http://schemas.microsoft.com/office/drawing/2014/main" id="{DCCF084D-A8B2-46B3-BE03-CFDA8E58B2B9}"/>
                </a:ext>
              </a:extLst>
            </p:cNvPr>
            <p:cNvSpPr txBox="1"/>
            <p:nvPr/>
          </p:nvSpPr>
          <p:spPr>
            <a:xfrm>
              <a:off x="9912097" y="3739101"/>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4" name="Legend4">
              <a:extLst>
                <a:ext uri="{FF2B5EF4-FFF2-40B4-BE49-F238E27FC236}">
                  <a16:creationId xmlns:a16="http://schemas.microsoft.com/office/drawing/2014/main" id="{0E49468C-EFEE-4C9A-BECB-CC10BE34BF4B}"/>
                </a:ext>
              </a:extLst>
            </p:cNvPr>
            <p:cNvSpPr txBox="1"/>
            <p:nvPr/>
          </p:nvSpPr>
          <p:spPr>
            <a:xfrm>
              <a:off x="9912097" y="4110522"/>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5" name="Legend5">
              <a:extLst>
                <a:ext uri="{FF2B5EF4-FFF2-40B4-BE49-F238E27FC236}">
                  <a16:creationId xmlns:a16="http://schemas.microsoft.com/office/drawing/2014/main" id="{443480AB-89E7-497E-A131-91869590BDB0}"/>
                </a:ext>
              </a:extLst>
            </p:cNvPr>
            <p:cNvSpPr txBox="1"/>
            <p:nvPr/>
          </p:nvSpPr>
          <p:spPr>
            <a:xfrm>
              <a:off x="9912097"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grpSp>
        <p:nvGrpSpPr>
          <p:cNvPr id="4" name="LegendMoons" hidden="1">
            <a:extLst>
              <a:ext uri="{FF2B5EF4-FFF2-40B4-BE49-F238E27FC236}">
                <a16:creationId xmlns:a16="http://schemas.microsoft.com/office/drawing/2014/main" id="{78CA310D-6D76-F64D-43BD-A9F8058D0B83}"/>
              </a:ext>
            </a:extLst>
          </p:cNvPr>
          <p:cNvGrpSpPr/>
          <p:nvPr userDrawn="1"/>
        </p:nvGrpSpPr>
        <p:grpSpPr>
          <a:xfrm>
            <a:off x="10692000" y="1339200"/>
            <a:ext cx="1023616" cy="1731859"/>
            <a:chOff x="7723680" y="1702457"/>
            <a:chExt cx="1023616" cy="1731859"/>
          </a:xfrm>
        </p:grpSpPr>
        <p:sp>
          <p:nvSpPr>
            <p:cNvPr id="5" name="Legend1">
              <a:extLst>
                <a:ext uri="{FF2B5EF4-FFF2-40B4-BE49-F238E27FC236}">
                  <a16:creationId xmlns:a16="http://schemas.microsoft.com/office/drawing/2014/main" id="{5EB4C1BD-D02B-BD12-5727-6F58C39BD4CB}"/>
                </a:ext>
              </a:extLst>
            </p:cNvPr>
            <p:cNvSpPr txBox="1"/>
            <p:nvPr/>
          </p:nvSpPr>
          <p:spPr>
            <a:xfrm>
              <a:off x="8076312" y="1709816"/>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6" name="Legend2">
              <a:extLst>
                <a:ext uri="{FF2B5EF4-FFF2-40B4-BE49-F238E27FC236}">
                  <a16:creationId xmlns:a16="http://schemas.microsoft.com/office/drawing/2014/main" id="{760D5CA7-F2EA-45CF-81C8-C3EDA5FA3954}"/>
                </a:ext>
              </a:extLst>
            </p:cNvPr>
            <p:cNvSpPr txBox="1"/>
            <p:nvPr/>
          </p:nvSpPr>
          <p:spPr>
            <a:xfrm>
              <a:off x="8076312" y="2085275"/>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7" name="Legend3">
              <a:extLst>
                <a:ext uri="{FF2B5EF4-FFF2-40B4-BE49-F238E27FC236}">
                  <a16:creationId xmlns:a16="http://schemas.microsoft.com/office/drawing/2014/main" id="{EB43A491-1FC0-C08D-DC0F-9312F78D3BB5}"/>
                </a:ext>
              </a:extLst>
            </p:cNvPr>
            <p:cNvSpPr txBox="1"/>
            <p:nvPr/>
          </p:nvSpPr>
          <p:spPr>
            <a:xfrm>
              <a:off x="8076312" y="246073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8" name="Legend4">
              <a:extLst>
                <a:ext uri="{FF2B5EF4-FFF2-40B4-BE49-F238E27FC236}">
                  <a16:creationId xmlns:a16="http://schemas.microsoft.com/office/drawing/2014/main" id="{41DC0170-C64F-96F4-DD57-F6BBE781B8CA}"/>
                </a:ext>
              </a:extLst>
            </p:cNvPr>
            <p:cNvSpPr txBox="1"/>
            <p:nvPr/>
          </p:nvSpPr>
          <p:spPr>
            <a:xfrm>
              <a:off x="8076312" y="2836193"/>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9" name="Legend5">
              <a:extLst>
                <a:ext uri="{FF2B5EF4-FFF2-40B4-BE49-F238E27FC236}">
                  <a16:creationId xmlns:a16="http://schemas.microsoft.com/office/drawing/2014/main" id="{7E1C2B9C-8B0A-AC6B-B386-E28E8F253128}"/>
                </a:ext>
              </a:extLst>
            </p:cNvPr>
            <p:cNvSpPr txBox="1"/>
            <p:nvPr/>
          </p:nvSpPr>
          <p:spPr>
            <a:xfrm>
              <a:off x="8076312" y="321165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nvGrpSpPr>
            <p:cNvPr id="10" name="MoonLegend1">
              <a:extLst>
                <a:ext uri="{FF2B5EF4-FFF2-40B4-BE49-F238E27FC236}">
                  <a16:creationId xmlns:a16="http://schemas.microsoft.com/office/drawing/2014/main" id="{C1E862B0-BA6B-93BC-31CC-9EDF1CA824BB}"/>
                </a:ext>
              </a:extLst>
            </p:cNvPr>
            <p:cNvGrpSpPr>
              <a:grpSpLocks noChangeAspect="1"/>
            </p:cNvGrpSpPr>
            <p:nvPr>
              <p:custDataLst>
                <p:tags r:id="rId25"/>
              </p:custDataLst>
            </p:nvPr>
          </p:nvGrpSpPr>
          <p:grpSpPr>
            <a:xfrm>
              <a:off x="7723680" y="1702457"/>
              <a:ext cx="228600" cy="228600"/>
              <a:chOff x="762000" y="1270000"/>
              <a:chExt cx="254000" cy="254000"/>
            </a:xfrm>
          </p:grpSpPr>
          <p:sp>
            <p:nvSpPr>
              <p:cNvPr id="23" name="Oval 22">
                <a:extLst>
                  <a:ext uri="{FF2B5EF4-FFF2-40B4-BE49-F238E27FC236}">
                    <a16:creationId xmlns:a16="http://schemas.microsoft.com/office/drawing/2014/main" id="{34A84F48-2944-98CC-156D-EC5FA62990B9}"/>
                  </a:ext>
                </a:extLst>
              </p:cNvPr>
              <p:cNvSpPr/>
              <p:nvPr>
                <p:custDataLst>
                  <p:tags r:id="rId38"/>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4" name="Arc 23" hidden="1">
                <a:extLst>
                  <a:ext uri="{FF2B5EF4-FFF2-40B4-BE49-F238E27FC236}">
                    <a16:creationId xmlns:a16="http://schemas.microsoft.com/office/drawing/2014/main" id="{49AE9D7C-3BC5-C5DD-0AFA-71D915D9D8D1}"/>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1" name="MoonLegend2">
              <a:extLst>
                <a:ext uri="{FF2B5EF4-FFF2-40B4-BE49-F238E27FC236}">
                  <a16:creationId xmlns:a16="http://schemas.microsoft.com/office/drawing/2014/main" id="{3623EFE0-7A55-35A0-763D-A7CCEABC5767}"/>
                </a:ext>
              </a:extLst>
            </p:cNvPr>
            <p:cNvGrpSpPr>
              <a:grpSpLocks noChangeAspect="1"/>
            </p:cNvGrpSpPr>
            <p:nvPr>
              <p:custDataLst>
                <p:tags r:id="rId26"/>
              </p:custDataLst>
            </p:nvPr>
          </p:nvGrpSpPr>
          <p:grpSpPr>
            <a:xfrm>
              <a:off x="7723680" y="2078270"/>
              <a:ext cx="228600" cy="228600"/>
              <a:chOff x="762000" y="1270000"/>
              <a:chExt cx="254000" cy="254000"/>
            </a:xfrm>
          </p:grpSpPr>
          <p:sp>
            <p:nvSpPr>
              <p:cNvPr id="21" name="Oval 20">
                <a:extLst>
                  <a:ext uri="{FF2B5EF4-FFF2-40B4-BE49-F238E27FC236}">
                    <a16:creationId xmlns:a16="http://schemas.microsoft.com/office/drawing/2014/main" id="{FA3B4311-025C-426B-9E06-BDDA476EF4AE}"/>
                  </a:ext>
                </a:extLst>
              </p:cNvPr>
              <p:cNvSpPr/>
              <p:nvPr>
                <p:custDataLst>
                  <p:tags r:id="rId36"/>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2" name="Arc 21">
                <a:extLst>
                  <a:ext uri="{FF2B5EF4-FFF2-40B4-BE49-F238E27FC236}">
                    <a16:creationId xmlns:a16="http://schemas.microsoft.com/office/drawing/2014/main" id="{9ABB8959-417A-20E2-3BFB-820D653F8B1E}"/>
                  </a:ext>
                </a:extLst>
              </p:cNvPr>
              <p:cNvSpPr/>
              <p:nvPr>
                <p:custDataLst>
                  <p:tags r:id="rId37"/>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2" name="MoonLegend3">
              <a:extLst>
                <a:ext uri="{FF2B5EF4-FFF2-40B4-BE49-F238E27FC236}">
                  <a16:creationId xmlns:a16="http://schemas.microsoft.com/office/drawing/2014/main" id="{7A7E4CBF-9B94-C8D7-EF8F-9662FD33055A}"/>
                </a:ext>
              </a:extLst>
            </p:cNvPr>
            <p:cNvGrpSpPr>
              <a:grpSpLocks noChangeAspect="1"/>
            </p:cNvGrpSpPr>
            <p:nvPr>
              <p:custDataLst>
                <p:tags r:id="rId27"/>
              </p:custDataLst>
            </p:nvPr>
          </p:nvGrpSpPr>
          <p:grpSpPr>
            <a:xfrm>
              <a:off x="7723680" y="2454085"/>
              <a:ext cx="228600" cy="228600"/>
              <a:chOff x="762000" y="1270000"/>
              <a:chExt cx="254000" cy="254000"/>
            </a:xfrm>
          </p:grpSpPr>
          <p:sp>
            <p:nvSpPr>
              <p:cNvPr id="19" name="Oval 18">
                <a:extLst>
                  <a:ext uri="{FF2B5EF4-FFF2-40B4-BE49-F238E27FC236}">
                    <a16:creationId xmlns:a16="http://schemas.microsoft.com/office/drawing/2014/main" id="{25A66490-5468-AC46-5ED5-E8212992AFCC}"/>
                  </a:ext>
                </a:extLst>
              </p:cNvPr>
              <p:cNvSpPr/>
              <p:nvPr>
                <p:custDataLst>
                  <p:tags r:id="rId34"/>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0" name="Arc 19">
                <a:extLst>
                  <a:ext uri="{FF2B5EF4-FFF2-40B4-BE49-F238E27FC236}">
                    <a16:creationId xmlns:a16="http://schemas.microsoft.com/office/drawing/2014/main" id="{2164DC02-AF00-DEB2-344B-46D05BDC2865}"/>
                  </a:ext>
                </a:extLst>
              </p:cNvPr>
              <p:cNvSpPr/>
              <p:nvPr>
                <p:custDataLst>
                  <p:tags r:id="rId35"/>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3" name="MoonLegend4">
              <a:extLst>
                <a:ext uri="{FF2B5EF4-FFF2-40B4-BE49-F238E27FC236}">
                  <a16:creationId xmlns:a16="http://schemas.microsoft.com/office/drawing/2014/main" id="{37ACCC41-9C6B-7C20-5C62-B34B467FA718}"/>
                </a:ext>
              </a:extLst>
            </p:cNvPr>
            <p:cNvGrpSpPr>
              <a:grpSpLocks noChangeAspect="1"/>
            </p:cNvGrpSpPr>
            <p:nvPr>
              <p:custDataLst>
                <p:tags r:id="rId28"/>
              </p:custDataLst>
            </p:nvPr>
          </p:nvGrpSpPr>
          <p:grpSpPr>
            <a:xfrm>
              <a:off x="7723680" y="2829900"/>
              <a:ext cx="228600" cy="228600"/>
              <a:chOff x="762000" y="1270000"/>
              <a:chExt cx="254000" cy="254000"/>
            </a:xfrm>
          </p:grpSpPr>
          <p:sp>
            <p:nvSpPr>
              <p:cNvPr id="17" name="Oval 16">
                <a:extLst>
                  <a:ext uri="{FF2B5EF4-FFF2-40B4-BE49-F238E27FC236}">
                    <a16:creationId xmlns:a16="http://schemas.microsoft.com/office/drawing/2014/main" id="{14731651-049D-FD74-10A9-3B77CDA9C266}"/>
                  </a:ext>
                </a:extLst>
              </p:cNvPr>
              <p:cNvSpPr/>
              <p:nvPr>
                <p:custDataLst>
                  <p:tags r:id="rId32"/>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8" name="Arc 17">
                <a:extLst>
                  <a:ext uri="{FF2B5EF4-FFF2-40B4-BE49-F238E27FC236}">
                    <a16:creationId xmlns:a16="http://schemas.microsoft.com/office/drawing/2014/main" id="{5AADA01A-6C4E-7E32-6930-9C7BE1CCCDFC}"/>
                  </a:ext>
                </a:extLst>
              </p:cNvPr>
              <p:cNvSpPr/>
              <p:nvPr>
                <p:custDataLst>
                  <p:tags r:id="rId33"/>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4" name="MoonLegend5">
              <a:extLst>
                <a:ext uri="{FF2B5EF4-FFF2-40B4-BE49-F238E27FC236}">
                  <a16:creationId xmlns:a16="http://schemas.microsoft.com/office/drawing/2014/main" id="{E9C1FE7B-027B-2A18-4D77-A6B6DC1EDC9F}"/>
                </a:ext>
              </a:extLst>
            </p:cNvPr>
            <p:cNvGrpSpPr>
              <a:grpSpLocks noChangeAspect="1"/>
            </p:cNvGrpSpPr>
            <p:nvPr>
              <p:custDataLst>
                <p:tags r:id="rId29"/>
              </p:custDataLst>
            </p:nvPr>
          </p:nvGrpSpPr>
          <p:grpSpPr>
            <a:xfrm>
              <a:off x="7723680" y="3205716"/>
              <a:ext cx="228600" cy="228600"/>
              <a:chOff x="762000" y="1270000"/>
              <a:chExt cx="254000" cy="254000"/>
            </a:xfrm>
          </p:grpSpPr>
          <p:sp>
            <p:nvSpPr>
              <p:cNvPr id="15" name="Oval 14">
                <a:extLst>
                  <a:ext uri="{FF2B5EF4-FFF2-40B4-BE49-F238E27FC236}">
                    <a16:creationId xmlns:a16="http://schemas.microsoft.com/office/drawing/2014/main" id="{25520F20-D7D9-7F64-BF4E-B26721F00ED8}"/>
                  </a:ext>
                </a:extLst>
              </p:cNvPr>
              <p:cNvSpPr/>
              <p:nvPr>
                <p:custDataLst>
                  <p:tags r:id="rId30"/>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6" name="Arc 15">
                <a:extLst>
                  <a:ext uri="{FF2B5EF4-FFF2-40B4-BE49-F238E27FC236}">
                    <a16:creationId xmlns:a16="http://schemas.microsoft.com/office/drawing/2014/main" id="{1AC3D5E5-FFBA-7695-4382-807739B76632}"/>
                  </a:ext>
                </a:extLst>
              </p:cNvPr>
              <p:cNvSpPr/>
              <p:nvPr>
                <p:custDataLst>
                  <p:tags r:id="rId31"/>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67" name="Sticker" hidden="1">
            <a:extLst>
              <a:ext uri="{FF2B5EF4-FFF2-40B4-BE49-F238E27FC236}">
                <a16:creationId xmlns:a16="http://schemas.microsoft.com/office/drawing/2014/main" id="{174FA759-1A16-45E2-B8DB-6AC61DFC92D4}"/>
              </a:ext>
            </a:extLst>
          </p:cNvPr>
          <p:cNvGrpSpPr>
            <a:grpSpLocks noChangeAspect="1"/>
          </p:cNvGrpSpPr>
          <p:nvPr userDrawn="1"/>
        </p:nvGrpSpPr>
        <p:grpSpPr bwMode="gray">
          <a:xfrm>
            <a:off x="559460" y="1289273"/>
            <a:ext cx="428337" cy="156997"/>
            <a:chOff x="8456447" y="272180"/>
            <a:chExt cx="322188" cy="156966"/>
          </a:xfrm>
        </p:grpSpPr>
        <p:sp>
          <p:nvSpPr>
            <p:cNvPr id="168" name="StickerRectangle">
              <a:extLst>
                <a:ext uri="{FF2B5EF4-FFF2-40B4-BE49-F238E27FC236}">
                  <a16:creationId xmlns:a16="http://schemas.microsoft.com/office/drawing/2014/main" id="{99FB5892-A9FF-4D0E-8661-19A39D5E096E}"/>
                </a:ext>
              </a:extLst>
            </p:cNvPr>
            <p:cNvSpPr>
              <a:spLocks noChangeArrowheads="1"/>
            </p:cNvSpPr>
            <p:nvPr userDrawn="1"/>
          </p:nvSpPr>
          <p:spPr bwMode="gray">
            <a:xfrm>
              <a:off x="8456447" y="272180"/>
              <a:ext cx="322188" cy="156966"/>
            </a:xfrm>
            <a:prstGeom prst="leftRightArrow">
              <a:avLst>
                <a:gd name="adj1" fmla="val 100000"/>
                <a:gd name="adj2" fmla="val 0"/>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18288" anchor="t" anchorCtr="0">
              <a:spAutoFit/>
            </a:bodyPr>
            <a:lstStyle/>
            <a:p>
              <a:pPr algn="l" defTabSz="1193860">
                <a:buClr>
                  <a:schemeClr val="tx2"/>
                </a:buClr>
              </a:pPr>
              <a:r>
                <a:rPr lang="en-US" sz="900" b="1" spc="50" dirty="0">
                  <a:ln w="3175">
                    <a:noFill/>
                  </a:ln>
                  <a:solidFill>
                    <a:schemeClr val="tx1"/>
                  </a:solidFill>
                </a:rPr>
                <a:t>Sticker</a:t>
              </a:r>
              <a:endParaRPr lang="en-US" sz="800" baseline="0" dirty="0">
                <a:solidFill>
                  <a:schemeClr val="tx1"/>
                </a:solidFill>
                <a:latin typeface="+mn-lt"/>
                <a:ea typeface="+mn-ea"/>
              </a:endParaRPr>
            </a:p>
          </p:txBody>
        </p:sp>
        <p:cxnSp>
          <p:nvCxnSpPr>
            <p:cNvPr id="169" name="StickerUnderline">
              <a:extLst>
                <a:ext uri="{FF2B5EF4-FFF2-40B4-BE49-F238E27FC236}">
                  <a16:creationId xmlns:a16="http://schemas.microsoft.com/office/drawing/2014/main" id="{B821CB31-49E5-49E7-966F-3C5449557168}"/>
                </a:ext>
              </a:extLst>
            </p:cNvPr>
            <p:cNvCxnSpPr>
              <a:cxnSpLocks noChangeShapeType="1"/>
              <a:stCxn id="168" idx="4"/>
              <a:endCxn id="168" idx="6"/>
            </p:cNvCxnSpPr>
            <p:nvPr/>
          </p:nvCxnSpPr>
          <p:spPr bwMode="gray">
            <a:xfrm>
              <a:off x="8456447" y="429146"/>
              <a:ext cx="322188" cy="0"/>
            </a:xfrm>
            <a:prstGeom prst="straightConnector1">
              <a:avLst/>
            </a:prstGeom>
            <a:noFill/>
            <a:ln w="4191">
              <a:solidFill>
                <a:schemeClr val="tx1"/>
              </a:solidFill>
              <a:round/>
              <a:headEnd/>
              <a:tailEnd/>
            </a:ln>
            <a:extLst>
              <a:ext uri="{909E8E84-426E-40DD-AFC4-6F175D3DCCD1}">
                <a14:hiddenFill xmlns:a14="http://schemas.microsoft.com/office/drawing/2010/main">
                  <a:noFill/>
                </a14:hiddenFill>
              </a:ext>
            </a:extLst>
          </p:spPr>
        </p:cxnSp>
      </p:grpSp>
      <p:grpSp>
        <p:nvGrpSpPr>
          <p:cNvPr id="144" name="LegendLines" hidden="1">
            <a:extLst>
              <a:ext uri="{FF2B5EF4-FFF2-40B4-BE49-F238E27FC236}">
                <a16:creationId xmlns:a16="http://schemas.microsoft.com/office/drawing/2014/main" id="{96520A0D-E8D0-48B5-8162-BA1976A5C3E1}"/>
              </a:ext>
            </a:extLst>
          </p:cNvPr>
          <p:cNvGrpSpPr/>
          <p:nvPr userDrawn="1"/>
        </p:nvGrpSpPr>
        <p:grpSpPr>
          <a:xfrm>
            <a:off x="10440000" y="3243600"/>
            <a:ext cx="1269335" cy="958286"/>
            <a:chOff x="4372690" y="3739101"/>
            <a:chExt cx="1269335" cy="958286"/>
          </a:xfrm>
        </p:grpSpPr>
        <p:sp>
          <p:nvSpPr>
            <p:cNvPr id="170" name="Legend1">
              <a:extLst>
                <a:ext uri="{FF2B5EF4-FFF2-40B4-BE49-F238E27FC236}">
                  <a16:creationId xmlns:a16="http://schemas.microsoft.com/office/drawing/2014/main" id="{D5E27233-7661-43E0-8C1B-859EBE562598}"/>
                </a:ext>
              </a:extLst>
            </p:cNvPr>
            <p:cNvSpPr txBox="1"/>
            <p:nvPr/>
          </p:nvSpPr>
          <p:spPr>
            <a:xfrm>
              <a:off x="4988914" y="3739101"/>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1" name="Legend2">
              <a:extLst>
                <a:ext uri="{FF2B5EF4-FFF2-40B4-BE49-F238E27FC236}">
                  <a16:creationId xmlns:a16="http://schemas.microsoft.com/office/drawing/2014/main" id="{215BA769-FC3A-4971-81E8-16C8E7138029}"/>
                </a:ext>
              </a:extLst>
            </p:cNvPr>
            <p:cNvSpPr txBox="1"/>
            <p:nvPr/>
          </p:nvSpPr>
          <p:spPr>
            <a:xfrm>
              <a:off x="4988914" y="4110522"/>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2" name="Legend3">
              <a:extLst>
                <a:ext uri="{FF2B5EF4-FFF2-40B4-BE49-F238E27FC236}">
                  <a16:creationId xmlns:a16="http://schemas.microsoft.com/office/drawing/2014/main" id="{75880242-A8D7-441D-805E-B817DF5CA854}"/>
                </a:ext>
              </a:extLst>
            </p:cNvPr>
            <p:cNvSpPr txBox="1"/>
            <p:nvPr/>
          </p:nvSpPr>
          <p:spPr>
            <a:xfrm>
              <a:off x="4988914"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3" name="LineLegend3">
              <a:extLst>
                <a:ext uri="{FF2B5EF4-FFF2-40B4-BE49-F238E27FC236}">
                  <a16:creationId xmlns:a16="http://schemas.microsoft.com/office/drawing/2014/main" id="{5C3089E9-5649-4103-BA5F-72175F24BEF8}"/>
                </a:ext>
              </a:extLst>
            </p:cNvPr>
            <p:cNvSpPr>
              <a:spLocks noChangeShapeType="1"/>
            </p:cNvSpPr>
            <p:nvPr/>
          </p:nvSpPr>
          <p:spPr bwMode="gray">
            <a:xfrm>
              <a:off x="4372690" y="4588113"/>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74" name="LineLegend2">
              <a:extLst>
                <a:ext uri="{FF2B5EF4-FFF2-40B4-BE49-F238E27FC236}">
                  <a16:creationId xmlns:a16="http://schemas.microsoft.com/office/drawing/2014/main" id="{70A7CFCE-D526-433E-9FBC-6DEF2F5E9EB4}"/>
                </a:ext>
              </a:extLst>
            </p:cNvPr>
            <p:cNvSpPr>
              <a:spLocks noChangeShapeType="1"/>
            </p:cNvSpPr>
            <p:nvPr/>
          </p:nvSpPr>
          <p:spPr bwMode="gray">
            <a:xfrm>
              <a:off x="4372690" y="4214754"/>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75" name="LineLegend1">
              <a:extLst>
                <a:ext uri="{FF2B5EF4-FFF2-40B4-BE49-F238E27FC236}">
                  <a16:creationId xmlns:a16="http://schemas.microsoft.com/office/drawing/2014/main" id="{4AD9EC0A-8F45-49FA-BB0F-195682A6F6BE}"/>
                </a:ext>
              </a:extLst>
            </p:cNvPr>
            <p:cNvSpPr>
              <a:spLocks noChangeShapeType="1"/>
            </p:cNvSpPr>
            <p:nvPr/>
          </p:nvSpPr>
          <p:spPr bwMode="gray">
            <a:xfrm>
              <a:off x="4372690" y="3846823"/>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grpSp>
    </p:spTree>
    <p:extLst>
      <p:ext uri="{BB962C8B-B14F-4D97-AF65-F5344CB8AC3E}">
        <p14:creationId xmlns:p14="http://schemas.microsoft.com/office/powerpoint/2010/main" val="3386525249"/>
      </p:ext>
    </p:extLst>
  </p:cSld>
  <p:clrMap bg1="lt1" tx1="dk1" bg2="lt2" tx2="dk2" accent1="accent1" accent2="accent2" accent3="accent3" accent4="accent4" accent5="accent5" accent6="accent6" hlink="hlink" folHlink="folHlink"/>
  <p:sldLayoutIdLst>
    <p:sldLayoutId id="2147483865" r:id="rId1"/>
    <p:sldLayoutId id="2147483866" r:id="rId2"/>
    <p:sldLayoutId id="2147483867" r:id="rId3"/>
    <p:sldLayoutId id="2147483868" r:id="rId4"/>
    <p:sldLayoutId id="2147483870" r:id="rId5"/>
    <p:sldLayoutId id="2147483871" r:id="rId6"/>
    <p:sldLayoutId id="2147483891" r:id="rId7"/>
    <p:sldLayoutId id="2147483892" r:id="rId8"/>
    <p:sldLayoutId id="2147483893" r:id="rId9"/>
    <p:sldLayoutId id="2147483894" r:id="rId10"/>
    <p:sldLayoutId id="2147483895" r:id="rId11"/>
    <p:sldLayoutId id="2147483896" r:id="rId12"/>
    <p:sldLayoutId id="2147483897" r:id="rId13"/>
    <p:sldLayoutId id="2147483898" r:id="rId14"/>
    <p:sldLayoutId id="2147483880" r:id="rId15"/>
    <p:sldLayoutId id="2147483877" r:id="rId16"/>
    <p:sldLayoutId id="2147483899" r:id="rId17"/>
  </p:sldLayoutIdLst>
  <p:txStyles>
    <p:titleStyle>
      <a:lvl1pPr algn="l" defTabSz="914400" rtl="0" eaLnBrk="1" latinLnBrk="0" hangingPunct="1">
        <a:lnSpc>
          <a:spcPct val="93000"/>
        </a:lnSpc>
        <a:spcBef>
          <a:spcPct val="0"/>
        </a:spcBef>
        <a:buNone/>
        <a:defRPr sz="2500" b="1" kern="1200" spc="0" baseline="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Segoe UI" panose="020B0502040204020203" pitchFamily="34" charset="0"/>
        <a:buChar char="​"/>
        <a:defRPr sz="1600" kern="1200">
          <a:solidFill>
            <a:schemeClr val="tx1"/>
          </a:solidFill>
          <a:latin typeface="+mn-lt"/>
          <a:ea typeface="+mn-ea"/>
          <a:cs typeface="Arial" panose="020B0604020202020204" pitchFamily="34" charset="0"/>
        </a:defRPr>
      </a:lvl1pPr>
      <a:lvl2pPr marL="228600" indent="-225425" algn="l" defTabSz="914400" rtl="0" eaLnBrk="1" latinLnBrk="0" hangingPunct="1">
        <a:lnSpc>
          <a:spcPct val="100000"/>
        </a:lnSpc>
        <a:spcBef>
          <a:spcPts val="0"/>
        </a:spcBef>
        <a:spcAft>
          <a:spcPts val="300"/>
        </a:spcAft>
        <a:buClr>
          <a:schemeClr val="tx1"/>
        </a:buClr>
        <a:buFont typeface="Wingdings" panose="05000000000000000000" pitchFamily="2" charset="2"/>
        <a:buChar char=""/>
        <a:defRPr sz="1600" kern="1200">
          <a:solidFill>
            <a:schemeClr val="tx1"/>
          </a:solidFill>
          <a:latin typeface="+mn-lt"/>
          <a:ea typeface="+mn-ea"/>
          <a:cs typeface="Arial" panose="020B0604020202020204" pitchFamily="34" charset="0"/>
        </a:defRPr>
      </a:lvl2pPr>
      <a:lvl3pPr marL="515938" indent="-287338" algn="l" defTabSz="914400" rtl="0" eaLnBrk="1" latinLnBrk="0" hangingPunct="1">
        <a:lnSpc>
          <a:spcPct val="100000"/>
        </a:lnSpc>
        <a:spcBef>
          <a:spcPts val="0"/>
        </a:spcBef>
        <a:spcAft>
          <a:spcPts val="300"/>
        </a:spcAft>
        <a:buClr>
          <a:schemeClr val="tx1"/>
        </a:buClr>
        <a:buFont typeface="Arial" panose="020B0604020202020204" pitchFamily="34" charset="0"/>
        <a:buChar char="—"/>
        <a:defRPr sz="1600" kern="1200">
          <a:solidFill>
            <a:schemeClr val="tx1"/>
          </a:solidFill>
          <a:latin typeface="+mn-lt"/>
          <a:ea typeface="+mn-ea"/>
          <a:cs typeface="Arial" panose="020B0604020202020204" pitchFamily="34" charset="0"/>
        </a:defRPr>
      </a:lvl3pPr>
      <a:lvl4pPr marL="742950" indent="-182563" algn="l" defTabSz="914400" rtl="0" eaLnBrk="1" latinLnBrk="0" hangingPunct="1">
        <a:lnSpc>
          <a:spcPct val="100000"/>
        </a:lnSpc>
        <a:spcBef>
          <a:spcPts val="0"/>
        </a:spcBef>
        <a:spcAft>
          <a:spcPts val="300"/>
        </a:spcAft>
        <a:buClr>
          <a:schemeClr val="tx1"/>
        </a:buClr>
        <a:buFont typeface="Arial" panose="020B0604020202020204" pitchFamily="34" charset="0"/>
        <a:buChar char="»"/>
        <a:defRPr sz="1600" kern="1200">
          <a:solidFill>
            <a:schemeClr val="tx1"/>
          </a:solidFill>
          <a:latin typeface="+mn-lt"/>
          <a:ea typeface="+mn-ea"/>
          <a:cs typeface="Arial" panose="020B0604020202020204" pitchFamily="34" charset="0"/>
        </a:defRPr>
      </a:lvl4pPr>
      <a:lvl5pPr marL="914400" indent="-136525"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5pPr>
      <a:lvl6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6pPr>
      <a:lvl7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7pPr>
      <a:lvl8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8pPr>
      <a:lvl9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ags" Target="../tags/tag261.xml"/><Relationship Id="rId2" Type="http://schemas.openxmlformats.org/officeDocument/2006/relationships/tags" Target="../tags/tag262.xml"/><Relationship Id="rId3" Type="http://schemas.openxmlformats.org/officeDocument/2006/relationships/tags" Target="../tags/tag263.xml"/><Relationship Id="rId4" Type="http://schemas.openxmlformats.org/officeDocument/2006/relationships/tags" Target="../tags/tag264.xml"/><Relationship Id="rId5" Type="http://schemas.openxmlformats.org/officeDocument/2006/relationships/tags" Target="../tags/tag265.xml"/><Relationship Id="rId6" Type="http://schemas.openxmlformats.org/officeDocument/2006/relationships/slideLayout" Target="../slideLayouts/slideLayout1.xml"/><Relationship Id="rId7" Type="http://schemas.openxmlformats.org/officeDocument/2006/relationships/notesSlide" Target="../notesSlides/notesSlide1.xml"/><Relationship Id="rId8" Type="http://schemas.openxmlformats.org/officeDocument/2006/relationships/oleObject" Target="../embeddings/oleObject25.bin"/><Relationship Id="rId9" Type="http://schemas.openxmlformats.org/officeDocument/2006/relationships/image" Target="../media/image7.emf"/><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tags" Target="../tags/tag266.xml"/><Relationship Id="rId2" Type="http://schemas.openxmlformats.org/officeDocument/2006/relationships/tags" Target="../tags/tag267.xml"/><Relationship Id="rId3" Type="http://schemas.openxmlformats.org/officeDocument/2006/relationships/tags" Target="../tags/tag268.xml"/><Relationship Id="rId4" Type="http://schemas.openxmlformats.org/officeDocument/2006/relationships/tags" Target="../tags/tag269.xml"/><Relationship Id="rId5" Type="http://schemas.openxmlformats.org/officeDocument/2006/relationships/tags" Target="../tags/tag270.xml"/><Relationship Id="rId6" Type="http://schemas.openxmlformats.org/officeDocument/2006/relationships/tags" Target="../tags/tag271.xml"/><Relationship Id="rId7" Type="http://schemas.openxmlformats.org/officeDocument/2006/relationships/tags" Target="../tags/tag272.xml"/><Relationship Id="rId8" Type="http://schemas.openxmlformats.org/officeDocument/2006/relationships/slideLayout" Target="../slideLayouts/slideLayout2.xml"/><Relationship Id="rId9" Type="http://schemas.openxmlformats.org/officeDocument/2006/relationships/oleObject" Target="../embeddings/oleObject26.bin"/><Relationship Id="rId10" Type="http://schemas.openxmlformats.org/officeDocument/2006/relationships/image" Target="../media/image11.emf"/><Relationship Id="rId11" Type="http://schemas.openxmlformats.org/officeDocument/2006/relationships/image" Target="../media/image12.svg"/><Relationship Id="rId12" Type="http://schemas.openxmlformats.org/officeDocument/2006/relationships/image" Target="../media/image13.svg"/><Relationship Id="rId13" Type="http://schemas.openxmlformats.org/officeDocument/2006/relationships/image" Target="../media/image14.svg"/><Relationship Id="rId14" Type="http://schemas.openxmlformats.org/officeDocument/2006/relationships/image" Target="../media/image15.svg"/><Relationship Id="rId15"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tags" Target="../tags/tag273.xml"/><Relationship Id="rId2" Type="http://schemas.openxmlformats.org/officeDocument/2006/relationships/tags" Target="../tags/tag274.xml"/><Relationship Id="rId3" Type="http://schemas.openxmlformats.org/officeDocument/2006/relationships/tags" Target="../tags/tag275.xml"/><Relationship Id="rId4" Type="http://schemas.openxmlformats.org/officeDocument/2006/relationships/tags" Target="../tags/tag276.xml"/><Relationship Id="rId5" Type="http://schemas.openxmlformats.org/officeDocument/2006/relationships/tags" Target="../tags/tag277.xml"/><Relationship Id="rId6" Type="http://schemas.openxmlformats.org/officeDocument/2006/relationships/tags" Target="../tags/tag278.xml"/><Relationship Id="rId7" Type="http://schemas.openxmlformats.org/officeDocument/2006/relationships/tags" Target="../tags/tag279.xml"/><Relationship Id="rId8" Type="http://schemas.openxmlformats.org/officeDocument/2006/relationships/tags" Target="../tags/tag280.xml"/><Relationship Id="rId9" Type="http://schemas.openxmlformats.org/officeDocument/2006/relationships/tags" Target="../tags/tag281.xml"/><Relationship Id="rId10" Type="http://schemas.openxmlformats.org/officeDocument/2006/relationships/tags" Target="../tags/tag282.xml"/><Relationship Id="rId11" Type="http://schemas.openxmlformats.org/officeDocument/2006/relationships/tags" Target="../tags/tag283.xml"/><Relationship Id="rId12" Type="http://schemas.openxmlformats.org/officeDocument/2006/relationships/tags" Target="../tags/tag284.xml"/><Relationship Id="rId13" Type="http://schemas.openxmlformats.org/officeDocument/2006/relationships/tags" Target="../tags/tag285.xml"/><Relationship Id="rId14" Type="http://schemas.openxmlformats.org/officeDocument/2006/relationships/tags" Target="../tags/tag286.xml"/><Relationship Id="rId15" Type="http://schemas.openxmlformats.org/officeDocument/2006/relationships/tags" Target="../tags/tag287.xml"/><Relationship Id="rId16" Type="http://schemas.openxmlformats.org/officeDocument/2006/relationships/tags" Target="../tags/tag288.xml"/><Relationship Id="rId17" Type="http://schemas.openxmlformats.org/officeDocument/2006/relationships/tags" Target="../tags/tag289.xml"/><Relationship Id="rId18" Type="http://schemas.openxmlformats.org/officeDocument/2006/relationships/tags" Target="../tags/tag290.xml"/><Relationship Id="rId19" Type="http://schemas.openxmlformats.org/officeDocument/2006/relationships/slideLayout" Target="../slideLayouts/slideLayout2.xml"/><Relationship Id="rId20" Type="http://schemas.openxmlformats.org/officeDocument/2006/relationships/oleObject" Target="../embeddings/oleObject27.bin"/><Relationship Id="rId21" Type="http://schemas.openxmlformats.org/officeDocument/2006/relationships/image" Target="../media/image11.emf"/></Relationships>
</file>

<file path=ppt/slides/_rels/slide4.xml.rels><?xml version='1.0' encoding='UTF-8' standalone='yes'?>
<Relationships xmlns="http://schemas.openxmlformats.org/package/2006/relationships"><Relationship Id="rId1" Type="http://schemas.openxmlformats.org/officeDocument/2006/relationships/tags" Target="../tags/tag291.xml"/><Relationship Id="rId2" Type="http://schemas.openxmlformats.org/officeDocument/2006/relationships/tags" Target="../tags/tag292.xml"/><Relationship Id="rId3" Type="http://schemas.openxmlformats.org/officeDocument/2006/relationships/tags" Target="../tags/tag293.xml"/><Relationship Id="rId4" Type="http://schemas.openxmlformats.org/officeDocument/2006/relationships/tags" Target="../tags/tag294.xml"/><Relationship Id="rId5" Type="http://schemas.openxmlformats.org/officeDocument/2006/relationships/tags" Target="../tags/tag295.xml"/><Relationship Id="rId6" Type="http://schemas.openxmlformats.org/officeDocument/2006/relationships/tags" Target="../tags/tag296.xml"/><Relationship Id="rId7" Type="http://schemas.openxmlformats.org/officeDocument/2006/relationships/slideLayout" Target="../slideLayouts/slideLayout8.xml"/><Relationship Id="rId8" Type="http://schemas.openxmlformats.org/officeDocument/2006/relationships/oleObject" Target="../embeddings/oleObject28.bin"/><Relationship Id="rId9" Type="http://schemas.openxmlformats.org/officeDocument/2006/relationships/image" Target="../media/image9.emf"/></Relationships>
</file>

<file path=ppt/slides/_rels/slide5.xml.rels><?xml version='1.0' encoding='UTF-8' standalone='yes'?>
<Relationships xmlns="http://schemas.openxmlformats.org/package/2006/relationships"><Relationship Id="rId1" Type="http://schemas.openxmlformats.org/officeDocument/2006/relationships/tags" Target="../tags/tag297.xml"/><Relationship Id="rId2" Type="http://schemas.openxmlformats.org/officeDocument/2006/relationships/tags" Target="../tags/tag298.xml"/><Relationship Id="rId3" Type="http://schemas.openxmlformats.org/officeDocument/2006/relationships/tags" Target="../tags/tag299.xml"/><Relationship Id="rId4" Type="http://schemas.openxmlformats.org/officeDocument/2006/relationships/tags" Target="../tags/tag300.xml"/><Relationship Id="rId5" Type="http://schemas.openxmlformats.org/officeDocument/2006/relationships/tags" Target="../tags/tag301.xml"/><Relationship Id="rId6" Type="http://schemas.openxmlformats.org/officeDocument/2006/relationships/tags" Target="../tags/tag302.xml"/><Relationship Id="rId7" Type="http://schemas.openxmlformats.org/officeDocument/2006/relationships/tags" Target="../tags/tag303.xml"/><Relationship Id="rId8" Type="http://schemas.openxmlformats.org/officeDocument/2006/relationships/tags" Target="../tags/tag304.xml"/><Relationship Id="rId9" Type="http://schemas.openxmlformats.org/officeDocument/2006/relationships/tags" Target="../tags/tag305.xml"/><Relationship Id="rId10" Type="http://schemas.openxmlformats.org/officeDocument/2006/relationships/tags" Target="../tags/tag306.xml"/><Relationship Id="rId11" Type="http://schemas.openxmlformats.org/officeDocument/2006/relationships/tags" Target="../tags/tag307.xml"/><Relationship Id="rId12" Type="http://schemas.openxmlformats.org/officeDocument/2006/relationships/tags" Target="../tags/tag308.xml"/><Relationship Id="rId13" Type="http://schemas.openxmlformats.org/officeDocument/2006/relationships/tags" Target="../tags/tag309.xml"/><Relationship Id="rId14" Type="http://schemas.openxmlformats.org/officeDocument/2006/relationships/tags" Target="../tags/tag310.xml"/><Relationship Id="rId15" Type="http://schemas.openxmlformats.org/officeDocument/2006/relationships/tags" Target="../tags/tag311.xml"/><Relationship Id="rId16" Type="http://schemas.openxmlformats.org/officeDocument/2006/relationships/tags" Target="../tags/tag312.xml"/><Relationship Id="rId17" Type="http://schemas.openxmlformats.org/officeDocument/2006/relationships/slideLayout" Target="../slideLayouts/slideLayout2.xml"/><Relationship Id="rId18" Type="http://schemas.openxmlformats.org/officeDocument/2006/relationships/oleObject" Target="../embeddings/oleObject29.bin"/><Relationship Id="rId19" Type="http://schemas.openxmlformats.org/officeDocument/2006/relationships/image" Target="../media/image9.emf"/><Relationship Id="rId20" Type="http://schemas.openxmlformats.org/officeDocument/2006/relationships/image" Target="../media/image13.svg"/><Relationship Id="rId21" Type="http://schemas.openxmlformats.org/officeDocument/2006/relationships/image" Target="../media/image17.svg"/><Relationship Id="rId22" Type="http://schemas.openxmlformats.org/officeDocument/2006/relationships/image" Target="../media/image18.svg"/><Relationship Id="rId23" Type="http://schemas.openxmlformats.org/officeDocument/2006/relationships/image" Target="../media/image19.svg"/><Relationship Id="rId24" Type="http://schemas.openxmlformats.org/officeDocument/2006/relationships/image" Target="../media/image20.svg"/></Relationships>
</file>

<file path=ppt/slides/_rels/slide6.xml.rels><?xml version='1.0' encoding='UTF-8' standalone='yes'?>
<Relationships xmlns="http://schemas.openxmlformats.org/package/2006/relationships"><Relationship Id="rId1" Type="http://schemas.openxmlformats.org/officeDocument/2006/relationships/tags" Target="../tags/tag313.xml"/><Relationship Id="rId2" Type="http://schemas.openxmlformats.org/officeDocument/2006/relationships/tags" Target="../tags/tag314.xml"/><Relationship Id="rId3" Type="http://schemas.openxmlformats.org/officeDocument/2006/relationships/tags" Target="../tags/tag315.xml"/><Relationship Id="rId4" Type="http://schemas.openxmlformats.org/officeDocument/2006/relationships/tags" Target="../tags/tag316.xml"/><Relationship Id="rId5" Type="http://schemas.openxmlformats.org/officeDocument/2006/relationships/tags" Target="../tags/tag317.xml"/><Relationship Id="rId6" Type="http://schemas.openxmlformats.org/officeDocument/2006/relationships/slideLayout" Target="../slideLayouts/slideLayout2.xml"/><Relationship Id="rId7" Type="http://schemas.openxmlformats.org/officeDocument/2006/relationships/oleObject" Target="../embeddings/oleObject30.bin"/><Relationship Id="rId8" Type="http://schemas.openxmlformats.org/officeDocument/2006/relationships/image" Target="../media/image11.emf"/><Relationship Id="rId9" Type="http://schemas.openxmlformats.org/officeDocument/2006/relationships/image" Target="../media/image21.svg"/><Relationship Id="rId10" Type="http://schemas.openxmlformats.org/officeDocument/2006/relationships/image" Target="../media/image22.svg"/><Relationship Id="rId11"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tags" Target="../tags/tag318.xml"/><Relationship Id="rId2" Type="http://schemas.openxmlformats.org/officeDocument/2006/relationships/tags" Target="../tags/tag319.xml"/><Relationship Id="rId3" Type="http://schemas.openxmlformats.org/officeDocument/2006/relationships/tags" Target="../tags/tag320.xml"/><Relationship Id="rId4" Type="http://schemas.openxmlformats.org/officeDocument/2006/relationships/tags" Target="../tags/tag321.xml"/><Relationship Id="rId5" Type="http://schemas.openxmlformats.org/officeDocument/2006/relationships/slideLayout" Target="../slideLayouts/slideLayout2.xml"/><Relationship Id="rId6" Type="http://schemas.openxmlformats.org/officeDocument/2006/relationships/oleObject" Target="../embeddings/oleObject31.bin"/><Relationship Id="rId7" Type="http://schemas.openxmlformats.org/officeDocument/2006/relationships/image" Target="../media/image24.emf"/></Relationships>
</file>

<file path=ppt/slides/_rels/slide8.xml.rels><?xml version='1.0' encoding='UTF-8' standalone='yes'?>
<Relationships xmlns="http://schemas.openxmlformats.org/package/2006/relationships"><Relationship Id="rId1" Type="http://schemas.openxmlformats.org/officeDocument/2006/relationships/tags" Target="../tags/tag322.xml"/><Relationship Id="rId2" Type="http://schemas.openxmlformats.org/officeDocument/2006/relationships/tags" Target="../tags/tag323.xml"/><Relationship Id="rId3" Type="http://schemas.openxmlformats.org/officeDocument/2006/relationships/tags" Target="../tags/tag324.xml"/><Relationship Id="rId4" Type="http://schemas.openxmlformats.org/officeDocument/2006/relationships/tags" Target="../tags/tag325.xml"/><Relationship Id="rId5" Type="http://schemas.openxmlformats.org/officeDocument/2006/relationships/tags" Target="../tags/tag326.xml"/><Relationship Id="rId6" Type="http://schemas.openxmlformats.org/officeDocument/2006/relationships/tags" Target="../tags/tag327.xml"/><Relationship Id="rId7" Type="http://schemas.openxmlformats.org/officeDocument/2006/relationships/tags" Target="../tags/tag328.xml"/><Relationship Id="rId8" Type="http://schemas.openxmlformats.org/officeDocument/2006/relationships/tags" Target="../tags/tag329.xml"/><Relationship Id="rId9" Type="http://schemas.openxmlformats.org/officeDocument/2006/relationships/tags" Target="../tags/tag330.xml"/><Relationship Id="rId10" Type="http://schemas.openxmlformats.org/officeDocument/2006/relationships/tags" Target="../tags/tag331.xml"/><Relationship Id="rId11" Type="http://schemas.openxmlformats.org/officeDocument/2006/relationships/tags" Target="../tags/tag332.xml"/><Relationship Id="rId12" Type="http://schemas.openxmlformats.org/officeDocument/2006/relationships/tags" Target="../tags/tag333.xml"/><Relationship Id="rId13" Type="http://schemas.openxmlformats.org/officeDocument/2006/relationships/tags" Target="../tags/tag334.xml"/><Relationship Id="rId14" Type="http://schemas.openxmlformats.org/officeDocument/2006/relationships/tags" Target="../tags/tag335.xml"/><Relationship Id="rId15" Type="http://schemas.openxmlformats.org/officeDocument/2006/relationships/tags" Target="../tags/tag336.xml"/><Relationship Id="rId16" Type="http://schemas.openxmlformats.org/officeDocument/2006/relationships/tags" Target="../tags/tag337.xml"/><Relationship Id="rId17" Type="http://schemas.openxmlformats.org/officeDocument/2006/relationships/tags" Target="../tags/tag338.xml"/><Relationship Id="rId18" Type="http://schemas.openxmlformats.org/officeDocument/2006/relationships/tags" Target="../tags/tag339.xml"/><Relationship Id="rId19" Type="http://schemas.openxmlformats.org/officeDocument/2006/relationships/tags" Target="../tags/tag340.xml"/><Relationship Id="rId20" Type="http://schemas.openxmlformats.org/officeDocument/2006/relationships/tags" Target="../tags/tag341.xml"/><Relationship Id="rId21" Type="http://schemas.openxmlformats.org/officeDocument/2006/relationships/slideLayout" Target="../slideLayouts/slideLayout2.xml"/><Relationship Id="rId22" Type="http://schemas.openxmlformats.org/officeDocument/2006/relationships/notesSlide" Target="../notesSlides/notesSlide2.xml"/><Relationship Id="rId23" Type="http://schemas.openxmlformats.org/officeDocument/2006/relationships/oleObject" Target="../embeddings/oleObject32.bin"/><Relationship Id="rId24" Type="http://schemas.openxmlformats.org/officeDocument/2006/relationships/image" Target="../media/image6.emf"/><Relationship Id="rId25" Type="http://schemas.openxmlformats.org/officeDocument/2006/relationships/image" Target="../media/image2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8" hidden="1">
            <a:extLst>
              <a:ext uri="{FF2B5EF4-FFF2-40B4-BE49-F238E27FC236}">
                <a16:creationId xmlns:a16="http://schemas.microsoft.com/office/drawing/2014/main" id="{DFC82A3A-0A2D-4C91-9164-E53833C359F6}"/>
              </a:ext>
            </a:extLst>
          </p:cNvPr>
          <p:cNvGraphicFramePr>
            <a:graphicFrameLocks noChangeAspect="1"/>
          </p:cNvGraphicFramePr>
          <p:nvPr>
            <p:custDataLst>
              <p:tags r:id="rId1"/>
            </p:custDataLst>
            <p:extLst>
              <p:ext uri="{D42A27DB-BD31-4B8C-83A1-F6EECF244321}">
                <p14:modId xmlns:p14="http://schemas.microsoft.com/office/powerpoint/2010/main" val="30240798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572" imgH="588" progId="TCLayout.ActiveDocument.1">
                  <p:embed/>
                </p:oleObj>
              </mc:Choice>
              <mc:Fallback>
                <p:oleObj name="think-cell Slide" r:id="rId8" imgW="572" imgH="588" progId="TCLayout.ActiveDocument.1">
                  <p:embed/>
                  <p:pic>
                    <p:nvPicPr>
                      <p:cNvPr id="3" name="Object 8" hidden="1">
                        <a:extLst>
                          <a:ext uri="{FF2B5EF4-FFF2-40B4-BE49-F238E27FC236}">
                            <a16:creationId xmlns:a16="http://schemas.microsoft.com/office/drawing/2014/main" id="{DFC82A3A-0A2D-4C91-9164-E53833C359F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Background" hidden="1">
            <a:extLst>
              <a:ext uri="{FF2B5EF4-FFF2-40B4-BE49-F238E27FC236}">
                <a16:creationId xmlns:a16="http://schemas.microsoft.com/office/drawing/2014/main" id="{108DE052-9238-470A-B7A3-D8EB461E3CEB}"/>
              </a:ext>
            </a:extLst>
          </p:cNvPr>
          <p:cNvSpPr/>
          <p:nvPr>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4400" b="1" err="1">
              <a:solidFill>
                <a:schemeClr val="bg1"/>
              </a:solidFill>
              <a:latin typeface="Georgia" panose="02040502050405020303" pitchFamily="18" charset="0"/>
              <a:ea typeface="+mj-ea"/>
              <a:cs typeface="+mj-cs"/>
              <a:sym typeface="Georgia" panose="02040502050405020303" pitchFamily="18" charset="0"/>
            </a:endParaRPr>
          </a:p>
        </p:txBody>
      </p:sp>
      <p:sp>
        <p:nvSpPr>
          <p:cNvPr id="14" name="Documenttype">
            <a:extLst>
              <a:ext uri="{FF2B5EF4-FFF2-40B4-BE49-F238E27FC236}">
                <a16:creationId xmlns:a16="http://schemas.microsoft.com/office/drawing/2014/main" id="{7835DA42-CBF3-4299-9CD7-2662B8C52E8E}"/>
              </a:ext>
            </a:extLst>
          </p:cNvPr>
          <p:cNvSpPr>
            <a:spLocks noGrp="1"/>
          </p:cNvSpPr>
          <p:nvPr>
            <p:ph type="body" sz="quarter" idx="13"/>
            <p:custDataLst>
              <p:tags r:id="rId3"/>
            </p:custDataLst>
          </p:nvPr>
        </p:nvSpPr>
        <p:spPr/>
        <p:txBody>
          <a:bodyPr/>
          <a:lstStyle/>
          <a:p>
            <a:r>
              <a:rPr lang="en-US" dirty="0"/>
              <a:t>July 22, 2026</a:t>
            </a:r>
          </a:p>
        </p:txBody>
      </p:sp>
      <p:sp>
        <p:nvSpPr>
          <p:cNvPr id="13" name="Subtitle">
            <a:extLst>
              <a:ext uri="{FF2B5EF4-FFF2-40B4-BE49-F238E27FC236}">
                <a16:creationId xmlns:a16="http://schemas.microsoft.com/office/drawing/2014/main" id="{507EE703-C870-469C-8AF6-3299EC835F50}"/>
              </a:ext>
            </a:extLst>
          </p:cNvPr>
          <p:cNvSpPr>
            <a:spLocks noGrp="1"/>
          </p:cNvSpPr>
          <p:nvPr>
            <p:ph type="subTitle" idx="1"/>
            <p:custDataLst>
              <p:tags r:id="rId4"/>
            </p:custDataLst>
          </p:nvPr>
        </p:nvSpPr>
        <p:spPr/>
        <p:txBody>
          <a:bodyPr/>
          <a:lstStyle/>
          <a:p>
            <a:r>
              <a:rPr lang="en-US"/>
              <a:t>Discussion document</a:t>
            </a:r>
          </a:p>
        </p:txBody>
      </p:sp>
      <p:sp>
        <p:nvSpPr>
          <p:cNvPr id="4" name="Title">
            <a:extLst>
              <a:ext uri="{FF2B5EF4-FFF2-40B4-BE49-F238E27FC236}">
                <a16:creationId xmlns:a16="http://schemas.microsoft.com/office/drawing/2014/main" id="{FA5D4630-F7DD-45DE-8B28-13C4C3DDAD21}"/>
              </a:ext>
            </a:extLst>
          </p:cNvPr>
          <p:cNvSpPr>
            <a:spLocks noGrp="1"/>
          </p:cNvSpPr>
          <p:nvPr>
            <p:ph type="title"/>
            <p:custDataLst>
              <p:tags r:id="rId5"/>
            </p:custDataLst>
          </p:nvPr>
        </p:nvSpPr>
        <p:spPr/>
        <p:txBody>
          <a:bodyPr vert="horz">
            <a:normAutofit/>
          </a:bodyPr>
          <a:lstStyle/>
          <a:p>
            <a:r>
              <a:rPr lang="en-US" dirty="0"/>
              <a:t>AI domain prioritization and org blueprint </a:t>
            </a:r>
          </a:p>
        </p:txBody>
      </p:sp>
      <p:pic>
        <p:nvPicPr>
          <p:cNvPr id="26" name="Picture 2">
            <a:extLst>
              <a:ext uri="{FF2B5EF4-FFF2-40B4-BE49-F238E27FC236}">
                <a16:creationId xmlns:a16="http://schemas.microsoft.com/office/drawing/2014/main" id="{8D51E193-B1E8-2A25-BE1D-03596C9C851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51942" y="4895850"/>
            <a:ext cx="1862908" cy="493380"/>
          </a:xfrm>
          <a:prstGeom prst="rect">
            <a:avLst/>
          </a:prstGeom>
          <a:noFill/>
          <a:extLst>
            <a:ext uri="{909E8E84-426E-40DD-AFC4-6F175D3DCCD1}">
              <a14:hiddenFill xmlns:a14="http://schemas.microsoft.com/office/drawing/2010/main">
                <a:solidFill>
                  <a:srgbClr val="FFFFFF"/>
                </a:solidFill>
              </a14:hiddenFill>
            </a:ext>
          </a:extLst>
        </p:spPr>
      </p:pic>
      <p:sp>
        <p:nvSpPr>
          <p:cNvPr id="27"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extLst>
      <p:ext uri="{BB962C8B-B14F-4D97-AF65-F5344CB8AC3E}">
        <p14:creationId xmlns:p14="http://schemas.microsoft.com/office/powerpoint/2010/main" val="3015190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228F5-1095-0135-8943-AE2E6911147B}"/>
            </a:ext>
          </a:extLst>
        </p:cNvPr>
        <p:cNvGrpSpPr/>
        <p:nvPr/>
      </p:nvGrpSpPr>
      <p:grpSpPr>
        <a:xfrm>
          <a:off x="0" y="0"/>
          <a:ext cx="0" cy="0"/>
          <a:chOff x="0" y="0"/>
          <a:chExt cx="0" cy="0"/>
        </a:xfrm>
      </p:grpSpPr>
      <p:graphicFrame>
        <p:nvGraphicFramePr>
          <p:cNvPr id="31" name="Object 2" hidden="1">
            <a:extLst>
              <a:ext uri="{FF2B5EF4-FFF2-40B4-BE49-F238E27FC236}">
                <a16:creationId xmlns:a16="http://schemas.microsoft.com/office/drawing/2014/main" id="{015E0E99-84EE-5540-B7A6-C42D47C89E70}"/>
              </a:ext>
            </a:extLst>
          </p:cNvPr>
          <p:cNvGraphicFramePr>
            <a:graphicFrameLocks noChangeAspect="1"/>
          </p:cNvGraphicFramePr>
          <p:nvPr>
            <p:custDataLst>
              <p:tags r:id="rId1"/>
            </p:custDataLst>
            <p:extLst>
              <p:ext uri="{D42A27DB-BD31-4B8C-83A1-F6EECF244321}">
                <p14:modId xmlns:p14="http://schemas.microsoft.com/office/powerpoint/2010/main" val="2123632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28" imgH="428" progId="TCLayout.ActiveDocument.1">
                  <p:embed/>
                </p:oleObj>
              </mc:Choice>
              <mc:Fallback>
                <p:oleObj name="think-cell Slide" r:id="rId9" imgW="428" imgH="428" progId="TCLayout.ActiveDocument.1">
                  <p:embed/>
                  <p:pic>
                    <p:nvPicPr>
                      <p:cNvPr id="31" name="Object 2" hidden="1">
                        <a:extLst>
                          <a:ext uri="{FF2B5EF4-FFF2-40B4-BE49-F238E27FC236}">
                            <a16:creationId xmlns:a16="http://schemas.microsoft.com/office/drawing/2014/main" id="{015E0E99-84EE-5540-B7A6-C42D47C89E70}"/>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04941565-BFF6-527C-DB0D-6F65E38AE702}"/>
              </a:ext>
            </a:extLst>
          </p:cNvPr>
          <p:cNvSpPr>
            <a:spLocks noGrp="1"/>
          </p:cNvSpPr>
          <p:nvPr>
            <p:ph type="title"/>
            <p:custDataLst>
              <p:tags r:id="rId2"/>
            </p:custDataLst>
          </p:nvPr>
        </p:nvSpPr>
        <p:spPr/>
        <p:txBody>
          <a:bodyPr vert="horz"/>
          <a:lstStyle/>
          <a:p>
            <a:r>
              <a:rPr lang="en-US" dirty="0"/>
              <a:t>TU is at an inflection point to identify </a:t>
            </a:r>
            <a:r>
              <a:rPr lang="en-US" dirty="0">
                <a:solidFill>
                  <a:srgbClr val="000000"/>
                </a:solidFill>
              </a:rPr>
              <a:t>and focus where AI creates value and build the organization to deliver it</a:t>
            </a:r>
            <a:endParaRPr b="1" dirty="0">
              <a:solidFill>
                <a:srgbClr val="000000"/>
              </a:solidFill>
            </a:endParaRPr>
          </a:p>
        </p:txBody>
      </p:sp>
      <p:sp>
        <p:nvSpPr>
          <p:cNvPr id="3" name="TextBox 2">
            <a:extLst>
              <a:ext uri="{FF2B5EF4-FFF2-40B4-BE49-F238E27FC236}">
                <a16:creationId xmlns:a16="http://schemas.microsoft.com/office/drawing/2014/main" id="{559F8C83-C6EA-1407-195E-64F51419E49B}"/>
              </a:ext>
            </a:extLst>
          </p:cNvPr>
          <p:cNvSpPr txBox="1">
            <a:spLocks/>
          </p:cNvSpPr>
          <p:nvPr/>
        </p:nvSpPr>
        <p:spPr>
          <a:xfrm>
            <a:off x="557784" y="1093088"/>
            <a:ext cx="11082528" cy="512063"/>
          </a:xfrm>
          <a:prstGeom prst="rect">
            <a:avLst/>
          </a:prstGeom>
          <a:noFill/>
        </p:spPr>
        <p:txBody>
          <a:bodyPr wrap="square" lIns="0" tIns="0" rIns="0" bIns="0" anchor="t">
            <a:noAutofit/>
          </a:bodyPr>
          <a:lstStyle/>
          <a:p>
            <a:pPr>
              <a:lnSpc>
                <a:spcPct val="108000"/>
              </a:lnSpc>
              <a:spcBef>
                <a:spcPts val="600"/>
              </a:spcBef>
              <a:spcAft>
                <a:spcPts val="300"/>
              </a:spcAft>
            </a:pPr>
            <a:r>
              <a:rPr lang="en-US" sz="1600" dirty="0">
                <a:solidFill>
                  <a:srgbClr val="000000"/>
                </a:solidFill>
              </a:rPr>
              <a:t>TU has evolved from a credit bureau, to a product company, and now to a </a:t>
            </a:r>
            <a:r>
              <a:rPr lang="en-US" sz="1600" b="1" dirty="0">
                <a:solidFill>
                  <a:srgbClr val="000000"/>
                </a:solidFill>
              </a:rPr>
              <a:t>platform organization with “thin products on thick platforms“. It has also embarked on its AI journey</a:t>
            </a:r>
            <a:r>
              <a:rPr lang="en-US" sz="1600" dirty="0">
                <a:solidFill>
                  <a:srgbClr val="000000"/>
                </a:solidFill>
              </a:rPr>
              <a:t>, albeit still early in pockets. Two </a:t>
            </a:r>
            <a:r>
              <a:rPr lang="en-US" sz="1600" dirty="0"/>
              <a:t>tracks</a:t>
            </a:r>
            <a:r>
              <a:rPr lang="en-US" sz="1600" dirty="0">
                <a:solidFill>
                  <a:srgbClr val="E33B3B"/>
                </a:solidFill>
              </a:rPr>
              <a:t> </a:t>
            </a:r>
            <a:r>
              <a:rPr lang="en-US" sz="1600" dirty="0">
                <a:solidFill>
                  <a:srgbClr val="000000"/>
                </a:solidFill>
              </a:rPr>
              <a:t>follow from here: </a:t>
            </a:r>
          </a:p>
        </p:txBody>
      </p:sp>
      <p:sp>
        <p:nvSpPr>
          <p:cNvPr id="29" name="TextBox 28">
            <a:extLst>
              <a:ext uri="{FF2B5EF4-FFF2-40B4-BE49-F238E27FC236}">
                <a16:creationId xmlns:a16="http://schemas.microsoft.com/office/drawing/2014/main" id="{860E5D85-AEDE-FFFF-D5D9-DA30DB421FBB}"/>
              </a:ext>
            </a:extLst>
          </p:cNvPr>
          <p:cNvSpPr txBox="1"/>
          <p:nvPr/>
        </p:nvSpPr>
        <p:spPr>
          <a:xfrm>
            <a:off x="612957" y="6332543"/>
            <a:ext cx="11082528" cy="261610"/>
          </a:xfrm>
          <a:prstGeom prst="rect">
            <a:avLst/>
          </a:prstGeom>
          <a:noFill/>
        </p:spPr>
        <p:txBody>
          <a:bodyPr wrap="square" lIns="0" tIns="0" rIns="0" bIns="0" anchor="t">
            <a:spAutoFit/>
          </a:bodyPr>
          <a:lstStyle/>
          <a:p>
            <a:pPr algn="l"/>
            <a:r>
              <a:rPr sz="850" b="0" i="0" dirty="0">
                <a:solidFill>
                  <a:srgbClr val="63666A"/>
                </a:solidFill>
                <a:latin typeface="Arial"/>
              </a:rPr>
              <a:t>1. </a:t>
            </a:r>
            <a:r>
              <a:rPr lang="en-US" sz="850" b="0" i="0" dirty="0">
                <a:solidFill>
                  <a:srgbClr val="63666A"/>
                </a:solidFill>
                <a:latin typeface="Arial"/>
              </a:rPr>
              <a:t>A domain is one unit of transformation (an end-to-end journey, workflow, or function reimagined as a whole, not use case by use case) that (i) holds a meaningful value pool, with material upside in revenue, cost, risk, or customer experience, and (ii) is big enough to matter and specific enough to own, with one accountable owner, a measurable baseline, and a sequenced roadmap.</a:t>
            </a:r>
            <a:endParaRPr sz="850" b="0" i="0" dirty="0">
              <a:solidFill>
                <a:srgbClr val="63666A"/>
              </a:solidFill>
              <a:latin typeface="Arial"/>
            </a:endParaRPr>
          </a:p>
        </p:txBody>
      </p:sp>
      <p:sp>
        <p:nvSpPr>
          <p:cNvPr id="105" name="TextBox 104">
            <a:extLst>
              <a:ext uri="{FF2B5EF4-FFF2-40B4-BE49-F238E27FC236}">
                <a16:creationId xmlns:a16="http://schemas.microsoft.com/office/drawing/2014/main" id="{0BD6BC06-DC88-41F1-910B-B848E5DD50F4}"/>
              </a:ext>
            </a:extLst>
          </p:cNvPr>
          <p:cNvSpPr txBox="1"/>
          <p:nvPr/>
        </p:nvSpPr>
        <p:spPr>
          <a:xfrm>
            <a:off x="832104" y="1880921"/>
            <a:ext cx="11082528" cy="1425198"/>
          </a:xfrm>
          <a:prstGeom prst="rect">
            <a:avLst/>
          </a:prstGeom>
          <a:noFill/>
        </p:spPr>
        <p:txBody>
          <a:bodyPr wrap="square" lIns="0" tIns="0" rIns="0" bIns="0" anchor="t">
            <a:spAutoFit/>
          </a:bodyPr>
          <a:lstStyle/>
          <a:p>
            <a:pPr marL="342900" indent="-342900">
              <a:lnSpc>
                <a:spcPct val="108000"/>
              </a:lnSpc>
              <a:spcBef>
                <a:spcPts val="600"/>
              </a:spcBef>
              <a:spcAft>
                <a:spcPts val="300"/>
              </a:spcAft>
              <a:buFont typeface="+mj-lt"/>
              <a:buAutoNum type="arabicPeriod"/>
            </a:pPr>
            <a:r>
              <a:rPr lang="en-US" sz="1600" b="1" dirty="0">
                <a:solidFill>
                  <a:srgbClr val="000000"/>
                </a:solidFill>
              </a:rPr>
              <a:t>Top-down identification and prioritization of key domains</a:t>
            </a:r>
            <a:r>
              <a:rPr lang="en-US" sz="1600" b="1" baseline="30000" dirty="0">
                <a:solidFill>
                  <a:srgbClr val="000000"/>
                </a:solidFill>
              </a:rPr>
              <a:t>1</a:t>
            </a:r>
            <a:r>
              <a:rPr lang="en-US" sz="1600" b="1" dirty="0">
                <a:solidFill>
                  <a:srgbClr val="000000"/>
                </a:solidFill>
              </a:rPr>
              <a:t> for AI-led reimagination</a:t>
            </a:r>
            <a:r>
              <a:rPr lang="en-US" sz="1600" dirty="0">
                <a:solidFill>
                  <a:srgbClr val="000000"/>
                </a:solidFill>
              </a:rPr>
              <a:t> that typically hold 40–50% of the enterprise value at stake. TU leadership has begun an inventory of AI initiatives; the next step is to cluster them into E2E domains and to assess, size, and prioritize where to focus</a:t>
            </a:r>
          </a:p>
          <a:p>
            <a:pPr marL="342900" indent="-342900">
              <a:lnSpc>
                <a:spcPct val="108000"/>
              </a:lnSpc>
              <a:spcBef>
                <a:spcPts val="600"/>
              </a:spcBef>
              <a:spcAft>
                <a:spcPts val="300"/>
              </a:spcAft>
              <a:buFont typeface="+mj-lt"/>
              <a:buAutoNum type="arabicPeriod"/>
            </a:pPr>
            <a:r>
              <a:rPr lang="en-US" sz="1600" b="1" dirty="0">
                <a:solidFill>
                  <a:srgbClr val="000000"/>
                </a:solidFill>
              </a:rPr>
              <a:t>Designing the organization of the future </a:t>
            </a:r>
            <a:r>
              <a:rPr lang="en-US" sz="1600" dirty="0">
                <a:solidFill>
                  <a:srgbClr val="000000"/>
                </a:solidFill>
              </a:rPr>
              <a:t>to solidify the new ways of working and keep pace with what it is becoming, a global-platforms company. </a:t>
            </a:r>
          </a:p>
        </p:txBody>
      </p:sp>
      <p:sp>
        <p:nvSpPr>
          <p:cNvPr id="106" name="TextBox 105">
            <a:extLst>
              <a:ext uri="{FF2B5EF4-FFF2-40B4-BE49-F238E27FC236}">
                <a16:creationId xmlns:a16="http://schemas.microsoft.com/office/drawing/2014/main" id="{E8CF6BE3-29A2-26B3-4313-66C66D94BB94}"/>
              </a:ext>
            </a:extLst>
          </p:cNvPr>
          <p:cNvSpPr txBox="1">
            <a:spLocks/>
          </p:cNvSpPr>
          <p:nvPr/>
        </p:nvSpPr>
        <p:spPr>
          <a:xfrm>
            <a:off x="557784" y="3566160"/>
            <a:ext cx="11082528" cy="854080"/>
          </a:xfrm>
          <a:prstGeom prst="rect">
            <a:avLst/>
          </a:prstGeom>
          <a:noFill/>
        </p:spPr>
        <p:txBody>
          <a:bodyPr wrap="square" lIns="0" tIns="0" rIns="0" bIns="0" anchor="t">
            <a:noAutofit/>
          </a:bodyPr>
          <a:lstStyle/>
          <a:p>
            <a:pPr>
              <a:spcBef>
                <a:spcPts val="600"/>
              </a:spcBef>
              <a:spcAft>
                <a:spcPts val="300"/>
              </a:spcAft>
            </a:pPr>
            <a:r>
              <a:rPr lang="en-US" sz="1600" b="1" dirty="0"/>
              <a:t>These are two mutually reinforcing tracks </a:t>
            </a:r>
            <a:r>
              <a:rPr lang="en-US" sz="1600" dirty="0"/>
              <a:t>- transform the highest value AI domains, reconfigure workforce (roles and skills) within those domains, and use this learning to continuously refine and evolve the future-ready workforce view</a:t>
            </a:r>
          </a:p>
          <a:p>
            <a:pPr>
              <a:spcBef>
                <a:spcPts val="600"/>
              </a:spcBef>
              <a:spcAft>
                <a:spcPts val="300"/>
              </a:spcAft>
            </a:pPr>
            <a:r>
              <a:rPr lang="en-US" sz="1600" b="1" dirty="0"/>
              <a:t>Today we’ll align on the questions each track must answer </a:t>
            </a:r>
            <a:r>
              <a:rPr lang="en-US" sz="1600" dirty="0"/>
              <a:t>and the journey ahead for the next quarter (~3 months)  </a:t>
            </a:r>
          </a:p>
        </p:txBody>
      </p:sp>
      <p:sp>
        <p:nvSpPr>
          <p:cNvPr id="107" name="ReviewSticky"/>
          <p:cNvSpPr/>
          <p:nvPr/>
        </p:nvSpPr>
        <p:spPr>
          <a:xfrm>
            <a:off x="9555480" y="36576"/>
            <a:ext cx="2606040" cy="7772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CHANGED: killed the five-front chips per your note; Track 2 sentence no longer says 'spans five fronts' (structure now lives on the new p3 placemat); interlock text moved up.</a:t>
            </a:r>
          </a:p>
        </p:txBody>
      </p:sp>
    </p:spTree>
    <p:extLst>
      <p:ext uri="{BB962C8B-B14F-4D97-AF65-F5344CB8AC3E}">
        <p14:creationId xmlns:p14="http://schemas.microsoft.com/office/powerpoint/2010/main" val="2966855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851A58C7-FD5D-B888-8A0F-7C280A0B8CEC}"/>
              </a:ext>
            </a:extLst>
          </p:cNvPr>
          <p:cNvGraphicFramePr>
            <a:graphicFrameLocks noChangeAspect="1"/>
          </p:cNvGraphicFramePr>
          <p:nvPr>
            <p:custDataLst>
              <p:tags r:id="rId1"/>
            </p:custDataLst>
            <p:extLst>
              <p:ext uri="{D42A27DB-BD31-4B8C-83A1-F6EECF244321}">
                <p14:modId xmlns:p14="http://schemas.microsoft.com/office/powerpoint/2010/main" val="18878900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0" imgW="428" imgH="428" progId="TCLayout.ActiveDocument.1">
                  <p:embed/>
                </p:oleObj>
              </mc:Choice>
              <mc:Fallback>
                <p:oleObj name="think-cell Slide" r:id="rId20" imgW="428" imgH="428" progId="TCLayout.ActiveDocument.1">
                  <p:embed/>
                  <p:pic>
                    <p:nvPicPr>
                      <p:cNvPr id="5" name="think-cell data - do not delete" hidden="1">
                        <a:extLst>
                          <a:ext uri="{FF2B5EF4-FFF2-40B4-BE49-F238E27FC236}">
                            <a16:creationId xmlns:a16="http://schemas.microsoft.com/office/drawing/2014/main" id="{851A58C7-FD5D-B888-8A0F-7C280A0B8CEC}"/>
                          </a:ext>
                        </a:extLst>
                      </p:cNvPr>
                      <p:cNvPicPr/>
                      <p:nvPr/>
                    </p:nvPicPr>
                    <p:blipFill>
                      <a:blip r:embed="rId21"/>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B50F98EA-8C01-2A67-5B77-C6DF5130314C}"/>
              </a:ext>
            </a:extLst>
          </p:cNvPr>
          <p:cNvSpPr>
            <a:spLocks noGrp="1"/>
          </p:cNvSpPr>
          <p:nvPr>
            <p:ph type="title"/>
            <p:custDataLst>
              <p:tags r:id="rId2"/>
            </p:custDataLst>
          </p:nvPr>
        </p:nvSpPr>
        <p:spPr/>
        <p:txBody>
          <a:bodyPr/>
          <a:lstStyle/>
          <a:p>
            <a:r>
              <a:t>One journey, two connected tracks: prioritize the AI domains and build the organization to deliver them</a:t>
            </a:r>
            <a:endParaRPr lang="en-US"/>
          </a:p>
        </p:txBody>
      </p:sp>
      <p:sp>
        <p:nvSpPr>
          <p:cNvPr id="6" name="TextBox 5"/>
          <p:cNvSpPr txBox="1"/>
          <p:nvPr/>
        </p:nvSpPr>
        <p:spPr>
          <a:xfrm>
            <a:off x="557784" y="1298448"/>
            <a:ext cx="1417320" cy="914400"/>
          </a:xfrm>
          <a:prstGeom prst="rect">
            <a:avLst/>
          </a:prstGeom>
          <a:noFill/>
        </p:spPr>
        <p:txBody>
          <a:bodyPr wrap="square" lIns="0" rIns="0" tIns="0" bIns="0">
            <a:spAutoFit/>
          </a:bodyPr>
          <a:lstStyle/>
          <a:p>
            <a:pPr>
              <a:lnSpc>
                <a:spcPct val="100000"/>
              </a:lnSpc>
            </a:pPr>
            <a:r>
              <a:rPr sz="1200" b="1" i="0">
                <a:solidFill>
                  <a:srgbClr val="061F79"/>
                </a:solidFill>
                <a:latin typeface="Arial"/>
              </a:rPr>
              <a:t>Track 1</a:t>
            </a:r>
          </a:p>
          <a:p>
            <a:pPr>
              <a:lnSpc>
                <a:spcPct val="100000"/>
              </a:lnSpc>
            </a:pPr>
            <a:r>
              <a:rPr sz="900" b="0" i="0">
                <a:solidFill>
                  <a:srgbClr val="63666A"/>
                </a:solidFill>
                <a:latin typeface="Arial"/>
              </a:rPr>
              <a:t>AI domain prioritization and value roadmap</a:t>
            </a:r>
          </a:p>
        </p:txBody>
      </p:sp>
      <p:sp>
        <p:nvSpPr>
          <p:cNvPr id="7" name="Rounded Rectangle 6"/>
          <p:cNvSpPr/>
          <p:nvPr/>
        </p:nvSpPr>
        <p:spPr>
          <a:xfrm>
            <a:off x="2103120"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Inventory AI initiatives and ideas bottom-up; cluster into E2E domains</a:t>
            </a:r>
          </a:p>
        </p:txBody>
      </p:sp>
      <p:sp>
        <p:nvSpPr>
          <p:cNvPr id="8" name="Oval 7"/>
          <p:cNvSpPr/>
          <p:nvPr/>
        </p:nvSpPr>
        <p:spPr>
          <a:xfrm>
            <a:off x="2057400"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1</a:t>
            </a:r>
          </a:p>
        </p:txBody>
      </p:sp>
      <p:sp>
        <p:nvSpPr>
          <p:cNvPr id="9" name="Rounded Rectangle 8"/>
          <p:cNvSpPr/>
          <p:nvPr/>
        </p:nvSpPr>
        <p:spPr>
          <a:xfrm>
            <a:off x="3694176"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Establish detailed baselines for each domain</a:t>
            </a:r>
          </a:p>
        </p:txBody>
      </p:sp>
      <p:sp>
        <p:nvSpPr>
          <p:cNvPr id="10" name="Oval 9"/>
          <p:cNvSpPr/>
          <p:nvPr/>
        </p:nvSpPr>
        <p:spPr>
          <a:xfrm>
            <a:off x="3648456"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2</a:t>
            </a:r>
          </a:p>
        </p:txBody>
      </p:sp>
      <p:sp>
        <p:nvSpPr>
          <p:cNvPr id="11" name="Rounded Rectangle 10"/>
          <p:cNvSpPr/>
          <p:nvPr/>
        </p:nvSpPr>
        <p:spPr>
          <a:xfrm>
            <a:off x="5285232"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Align on the prioritization framework</a:t>
            </a:r>
          </a:p>
        </p:txBody>
      </p:sp>
      <p:sp>
        <p:nvSpPr>
          <p:cNvPr id="12" name="Oval 11"/>
          <p:cNvSpPr/>
          <p:nvPr/>
        </p:nvSpPr>
        <p:spPr>
          <a:xfrm>
            <a:off x="5239512"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3</a:t>
            </a:r>
          </a:p>
        </p:txBody>
      </p:sp>
      <p:sp>
        <p:nvSpPr>
          <p:cNvPr id="13" name="Rounded Rectangle 12"/>
          <p:cNvSpPr/>
          <p:nvPr/>
        </p:nvSpPr>
        <p:spPr>
          <a:xfrm>
            <a:off x="6876288"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Assess domains; prioritize 5–6 big bets</a:t>
            </a:r>
          </a:p>
        </p:txBody>
      </p:sp>
      <p:sp>
        <p:nvSpPr>
          <p:cNvPr id="14" name="Oval 13"/>
          <p:cNvSpPr/>
          <p:nvPr/>
        </p:nvSpPr>
        <p:spPr>
          <a:xfrm>
            <a:off x="6830568"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4</a:t>
            </a:r>
          </a:p>
        </p:txBody>
      </p:sp>
      <p:sp>
        <p:nvSpPr>
          <p:cNvPr id="15" name="Rounded Rectangle 14"/>
          <p:cNvSpPr/>
          <p:nvPr/>
        </p:nvSpPr>
        <p:spPr>
          <a:xfrm>
            <a:off x="8467344" y="1298448"/>
            <a:ext cx="1481328" cy="9601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Build the value-backed roadmap: reimagine, prove, scale</a:t>
            </a:r>
          </a:p>
        </p:txBody>
      </p:sp>
      <p:sp>
        <p:nvSpPr>
          <p:cNvPr id="16" name="Oval 15"/>
          <p:cNvSpPr/>
          <p:nvPr/>
        </p:nvSpPr>
        <p:spPr>
          <a:xfrm>
            <a:off x="8421624"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5</a:t>
            </a:r>
          </a:p>
        </p:txBody>
      </p:sp>
      <p:sp>
        <p:nvSpPr>
          <p:cNvPr id="17" name="Rounded Rectangle 16"/>
          <p:cNvSpPr/>
          <p:nvPr/>
        </p:nvSpPr>
        <p:spPr>
          <a:xfrm>
            <a:off x="10058400" y="1298448"/>
            <a:ext cx="1481328" cy="960120"/>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54864" bIns="36576"/>
          <a:lstStyle/>
          <a:p>
            <a:pPr algn="ctr">
              <a:lnSpc>
                <a:spcPct val="95000"/>
              </a:lnSpc>
            </a:pPr>
            <a:r>
              <a:rPr sz="900" b="1" i="0">
                <a:solidFill>
                  <a:srgbClr val="FFFFFF"/>
                </a:solidFill>
                <a:latin typeface="Arial"/>
              </a:rPr>
              <a:t>Develop top-down view of workforce and org shifts in priority domains</a:t>
            </a:r>
          </a:p>
        </p:txBody>
      </p:sp>
      <p:sp>
        <p:nvSpPr>
          <p:cNvPr id="18" name="Oval 17"/>
          <p:cNvSpPr/>
          <p:nvPr/>
        </p:nvSpPr>
        <p:spPr>
          <a:xfrm>
            <a:off x="10012680" y="1179576"/>
            <a:ext cx="256032" cy="256032"/>
          </a:xfrm>
          <a:prstGeom prst="ellipse">
            <a:avLst/>
          </a:prstGeom>
          <a:solidFill>
            <a:srgbClr val="FFFFFF"/>
          </a:solidFill>
          <a:ln w="12700">
            <a:solidFill>
              <a:srgbClr val="061F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lnSpc>
                <a:spcPct val="100000"/>
              </a:lnSpc>
            </a:pPr>
            <a:r>
              <a:rPr sz="1100" b="1" i="0">
                <a:solidFill>
                  <a:srgbClr val="061F79"/>
                </a:solidFill>
                <a:latin typeface="Arial"/>
              </a:rPr>
              <a:t>6</a:t>
            </a:r>
          </a:p>
        </p:txBody>
      </p:sp>
      <p:sp>
        <p:nvSpPr>
          <p:cNvPr id="19" name="Down Arrow 18"/>
          <p:cNvSpPr/>
          <p:nvPr/>
        </p:nvSpPr>
        <p:spPr>
          <a:xfrm>
            <a:off x="10561320" y="2331720"/>
            <a:ext cx="502920" cy="685800"/>
          </a:xfrm>
          <a:prstGeom prst="downArrow">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2450592"/>
            <a:ext cx="4526280" cy="502920"/>
          </a:xfrm>
          <a:prstGeom prst="rect">
            <a:avLst/>
          </a:prstGeom>
          <a:noFill/>
        </p:spPr>
        <p:txBody>
          <a:bodyPr wrap="square" lIns="0" rIns="0" tIns="0" bIns="0">
            <a:spAutoFit/>
          </a:bodyPr>
          <a:lstStyle/>
          <a:p>
            <a:pPr>
              <a:lnSpc>
                <a:spcPct val="100000"/>
              </a:lnSpc>
            </a:pPr>
            <a:r>
              <a:rPr sz="1000" b="1" i="1">
                <a:solidFill>
                  <a:srgbClr val="061F79"/>
                </a:solidFill>
                <a:latin typeface="Arial"/>
              </a:rPr>
              <a:t>The priority domains span the bulk of TU's people (~60%), </a:t>
            </a:r>
            <a:r>
              <a:rPr sz="1000" b="0" i="1">
                <a:solidFill>
                  <a:srgbClr val="000000"/>
                </a:solidFill>
                <a:latin typeface="Arial"/>
              </a:rPr>
              <a:t>seeding a first top-down view of the future workforce</a:t>
            </a:r>
          </a:p>
        </p:txBody>
      </p:sp>
      <p:sp>
        <p:nvSpPr>
          <p:cNvPr id="21" name="TextBox 20"/>
          <p:cNvSpPr txBox="1"/>
          <p:nvPr/>
        </p:nvSpPr>
        <p:spPr>
          <a:xfrm>
            <a:off x="557784" y="3246120"/>
            <a:ext cx="1417320" cy="1097280"/>
          </a:xfrm>
          <a:prstGeom prst="rect">
            <a:avLst/>
          </a:prstGeom>
          <a:noFill/>
        </p:spPr>
        <p:txBody>
          <a:bodyPr wrap="square" lIns="0" rIns="0" tIns="0" bIns="0">
            <a:spAutoFit/>
          </a:bodyPr>
          <a:lstStyle/>
          <a:p>
            <a:pPr>
              <a:lnSpc>
                <a:spcPct val="100000"/>
              </a:lnSpc>
            </a:pPr>
            <a:r>
              <a:rPr sz="1200" b="1" i="0">
                <a:solidFill>
                  <a:srgbClr val="2251FF"/>
                </a:solidFill>
                <a:latin typeface="Arial"/>
              </a:rPr>
              <a:t>Track 2</a:t>
            </a:r>
          </a:p>
          <a:p>
            <a:pPr>
              <a:lnSpc>
                <a:spcPct val="100000"/>
              </a:lnSpc>
            </a:pPr>
            <a:r>
              <a:rPr sz="900" b="0" i="0">
                <a:solidFill>
                  <a:srgbClr val="63666A"/>
                </a:solidFill>
                <a:latin typeface="Arial"/>
              </a:rPr>
              <a:t>Organization of the future</a:t>
            </a:r>
          </a:p>
        </p:txBody>
      </p:sp>
      <p:sp>
        <p:nvSpPr>
          <p:cNvPr id="22" name="Rounded Rectangle 21"/>
          <p:cNvSpPr/>
          <p:nvPr/>
        </p:nvSpPr>
        <p:spPr>
          <a:xfrm>
            <a:off x="2103120" y="3246120"/>
            <a:ext cx="5989320" cy="1783080"/>
          </a:xfrm>
          <a:prstGeom prst="roundRect">
            <a:avLst>
              <a:gd name="adj" fmla="val 5000"/>
            </a:avLst>
          </a:prstGeom>
          <a:solidFill>
            <a:srgbClr val="F0F4FF"/>
          </a:solidFill>
          <a:ln w="9525">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67712" y="3319272"/>
            <a:ext cx="3200400" cy="219456"/>
          </a:xfrm>
          <a:prstGeom prst="rect">
            <a:avLst/>
          </a:prstGeom>
          <a:noFill/>
        </p:spPr>
        <p:txBody>
          <a:bodyPr wrap="square" lIns="0" rIns="0" tIns="0" bIns="0">
            <a:spAutoFit/>
          </a:bodyPr>
          <a:lstStyle/>
          <a:p>
            <a:pPr>
              <a:lnSpc>
                <a:spcPct val="100000"/>
              </a:lnSpc>
            </a:pPr>
            <a:r>
              <a:rPr sz="1000" b="1" i="0">
                <a:solidFill>
                  <a:srgbClr val="2251FF"/>
                </a:solidFill>
                <a:latin typeface="Arial"/>
              </a:rPr>
              <a:t>ORG DESIGN</a:t>
            </a:r>
          </a:p>
        </p:txBody>
      </p:sp>
      <p:sp>
        <p:nvSpPr>
          <p:cNvPr id="24" name="Rounded Rectangle 23"/>
          <p:cNvSpPr/>
          <p:nvPr/>
        </p:nvSpPr>
        <p:spPr>
          <a:xfrm>
            <a:off x="2267712" y="3639312"/>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Org hygiene</a:t>
            </a:r>
          </a:p>
        </p:txBody>
      </p:sp>
      <p:sp>
        <p:nvSpPr>
          <p:cNvPr id="25" name="Rounded Rectangle 24"/>
          <p:cNvSpPr/>
          <p:nvPr/>
        </p:nvSpPr>
        <p:spPr>
          <a:xfrm>
            <a:off x="5175504" y="3639312"/>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Platform org of the future</a:t>
            </a:r>
          </a:p>
        </p:txBody>
      </p:sp>
      <p:sp>
        <p:nvSpPr>
          <p:cNvPr id="26" name="Rounded Rectangle 25"/>
          <p:cNvSpPr/>
          <p:nvPr/>
        </p:nvSpPr>
        <p:spPr>
          <a:xfrm>
            <a:off x="2267712" y="4315968"/>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Future-ready workforce</a:t>
            </a:r>
          </a:p>
        </p:txBody>
      </p:sp>
      <p:sp>
        <p:nvSpPr>
          <p:cNvPr id="27" name="Rounded Rectangle 26"/>
          <p:cNvSpPr/>
          <p:nvPr/>
        </p:nvSpPr>
        <p:spPr>
          <a:xfrm>
            <a:off x="5175504" y="4315968"/>
            <a:ext cx="2798064" cy="566928"/>
          </a:xfrm>
          <a:prstGeom prst="roundRect">
            <a:avLst>
              <a:gd name="adj" fmla="val 12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45720"/>
          <a:lstStyle/>
          <a:p>
            <a:pPr algn="ctr">
              <a:lnSpc>
                <a:spcPct val="95000"/>
              </a:lnSpc>
            </a:pPr>
            <a:r>
              <a:rPr sz="1000" b="1" i="0">
                <a:solidFill>
                  <a:srgbClr val="061F79"/>
                </a:solidFill>
                <a:latin typeface="Arial"/>
              </a:rPr>
              <a:t>Global location strategy</a:t>
            </a:r>
          </a:p>
        </p:txBody>
      </p:sp>
      <p:sp>
        <p:nvSpPr>
          <p:cNvPr id="28" name="Plus 27"/>
          <p:cNvSpPr/>
          <p:nvPr/>
        </p:nvSpPr>
        <p:spPr>
          <a:xfrm>
            <a:off x="8183879" y="4005072"/>
            <a:ext cx="274320" cy="274320"/>
          </a:xfrm>
          <a:prstGeom prst="mathPlus">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549640" y="3246120"/>
            <a:ext cx="1298448" cy="822960"/>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1" i="0">
                <a:solidFill>
                  <a:srgbClr val="FFFFFF"/>
                </a:solidFill>
                <a:latin typeface="Arial"/>
              </a:rPr>
              <a:t>Skills</a:t>
            </a:r>
          </a:p>
        </p:txBody>
      </p:sp>
      <p:sp>
        <p:nvSpPr>
          <p:cNvPr id="30" name="Rounded Rectangle 29"/>
          <p:cNvSpPr/>
          <p:nvPr/>
        </p:nvSpPr>
        <p:spPr>
          <a:xfrm>
            <a:off x="8549640" y="4206240"/>
            <a:ext cx="1298448" cy="822960"/>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1" i="0">
                <a:solidFill>
                  <a:srgbClr val="FFFFFF"/>
                </a:solidFill>
                <a:latin typeface="Arial"/>
              </a:rPr>
              <a:t>Culture</a:t>
            </a:r>
          </a:p>
        </p:txBody>
      </p:sp>
      <p:sp>
        <p:nvSpPr>
          <p:cNvPr id="31" name="Right Arrow 30"/>
          <p:cNvSpPr/>
          <p:nvPr/>
        </p:nvSpPr>
        <p:spPr>
          <a:xfrm>
            <a:off x="9921240" y="3840480"/>
            <a:ext cx="384048" cy="502920"/>
          </a:xfrm>
          <a:prstGeom prst="rightArrow">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351008" y="3246120"/>
            <a:ext cx="1289304" cy="1783080"/>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pPr>
            <a:r>
              <a:rPr sz="1050" b="1" i="0">
                <a:solidFill>
                  <a:srgbClr val="FFFFFF"/>
                </a:solidFill>
                <a:latin typeface="Arial"/>
              </a:rPr>
              <a:t>Integrated org of the future</a:t>
            </a:r>
          </a:p>
        </p:txBody>
      </p:sp>
      <p:sp>
        <p:nvSpPr>
          <p:cNvPr id="33" name="TextBox 32"/>
          <p:cNvSpPr txBox="1"/>
          <p:nvPr/>
        </p:nvSpPr>
        <p:spPr>
          <a:xfrm>
            <a:off x="557784" y="5349240"/>
            <a:ext cx="11082528" cy="365760"/>
          </a:xfrm>
          <a:prstGeom prst="rect">
            <a:avLst/>
          </a:prstGeom>
          <a:noFill/>
        </p:spPr>
        <p:txBody>
          <a:bodyPr wrap="square" lIns="0" rIns="0" tIns="0" bIns="0">
            <a:spAutoFit/>
          </a:bodyPr>
          <a:lstStyle/>
          <a:p>
            <a:pPr>
              <a:lnSpc>
                <a:spcPct val="105000"/>
              </a:lnSpc>
            </a:pPr>
            <a:r>
              <a:rPr sz="950" b="1" i="0">
                <a:solidFill>
                  <a:srgbClr val="061F79"/>
                </a:solidFill>
                <a:latin typeface="Arial"/>
              </a:rPr>
              <a:t>The integrated org answer covers:  </a:t>
            </a:r>
            <a:r>
              <a:rPr sz="950" b="0" i="0">
                <a:solidFill>
                  <a:srgbClr val="000000"/>
                </a:solidFill>
                <a:latin typeface="Arial"/>
              </a:rPr>
              <a:t>the org chassis (boxes and lines)  ·  optimal spans and layers  ·  size and shape  ·  future roles and skills (e.g., product definers, product builders)  ·  global footprint and talent sourcing</a:t>
            </a:r>
          </a:p>
        </p:txBody>
      </p:sp>
      <p:sp>
        <p:nvSpPr>
          <p:cNvPr id="34" name="TextBox 33"/>
          <p:cNvSpPr txBox="1"/>
          <p:nvPr/>
        </p:nvSpPr>
        <p:spPr>
          <a:xfrm>
            <a:off x="557784" y="5897880"/>
            <a:ext cx="11082528" cy="274320"/>
          </a:xfrm>
          <a:prstGeom prst="rect">
            <a:avLst/>
          </a:prstGeom>
          <a:noFill/>
        </p:spPr>
        <p:txBody>
          <a:bodyPr wrap="square" lIns="0" rIns="0" tIns="0" bIns="0">
            <a:spAutoFit/>
          </a:bodyPr>
          <a:lstStyle/>
          <a:p>
            <a:pPr>
              <a:lnSpc>
                <a:spcPct val="100000"/>
              </a:lnSpc>
            </a:pPr>
            <a:r>
              <a:rPr sz="950" b="1" i="1">
                <a:solidFill>
                  <a:srgbClr val="63666A"/>
                </a:solidFill>
                <a:latin typeface="Arial"/>
              </a:rPr>
              <a:t>Guiding principle: </a:t>
            </a:r>
            <a:r>
              <a:rPr sz="950" b="0" i="1">
                <a:solidFill>
                  <a:srgbClr val="63666A"/>
                </a:solidFill>
                <a:latin typeface="Arial"/>
              </a:rPr>
              <a:t>workforce planning takes an integrated approach across structural, AI/automation, and location levers</a:t>
            </a:r>
          </a:p>
        </p:txBody>
      </p:sp>
      <p:sp>
        <p:nvSpPr>
          <p:cNvPr id="35" name="ReviewSticky"/>
          <p:cNvSpPr/>
          <p:nvPr/>
        </p:nvSpPr>
        <p:spPr>
          <a:xfrm>
            <a:off x="9555480" y="36576"/>
            <a:ext cx="2606040" cy="9601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NEW PAGE per PSS: placemat. T1 six steps (bottom-up intake first, top-down workforce-shift last, per Amit) feeding T2 = Org design (4 levers) + Skills + Culture into Integrated org. ~60% link shown. Guiding principle from your org proposal.</a:t>
            </a:r>
          </a:p>
        </p:txBody>
      </p:sp>
    </p:spTree>
    <p:extLst>
      <p:ext uri="{BB962C8B-B14F-4D97-AF65-F5344CB8AC3E}">
        <p14:creationId xmlns:p14="http://schemas.microsoft.com/office/powerpoint/2010/main" val="32471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CFFC8DC5-AC4B-4049-9085-CEA8848B29C8}"/>
              </a:ext>
            </a:extLst>
          </p:cNvPr>
          <p:cNvGraphicFramePr>
            <a:graphicFrameLocks noChangeAspect="1"/>
          </p:cNvGraphicFramePr>
          <p:nvPr>
            <p:custDataLst>
              <p:tags r:id="rId1"/>
            </p:custDataLst>
            <p:extLst>
              <p:ext uri="{D42A27DB-BD31-4B8C-83A1-F6EECF244321}">
                <p14:modId xmlns:p14="http://schemas.microsoft.com/office/powerpoint/2010/main" val="11208777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395" imgH="394" progId="TCLayout.ActiveDocument.1">
                  <p:embed/>
                </p:oleObj>
              </mc:Choice>
              <mc:Fallback>
                <p:oleObj name="think-cell Slide" r:id="rId8" imgW="395" imgH="394" progId="TCLayout.ActiveDocument.1">
                  <p:embed/>
                  <p:pic>
                    <p:nvPicPr>
                      <p:cNvPr id="5" name="Object 2" hidden="1">
                        <a:extLst>
                          <a:ext uri="{FF2B5EF4-FFF2-40B4-BE49-F238E27FC236}">
                            <a16:creationId xmlns:a16="http://schemas.microsoft.com/office/drawing/2014/main" id="{CFFC8DC5-AC4B-4049-9085-CEA8848B29C8}"/>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52" name="2. Slide Title">
            <a:extLst>
              <a:ext uri="{FF2B5EF4-FFF2-40B4-BE49-F238E27FC236}">
                <a16:creationId xmlns:a16="http://schemas.microsoft.com/office/drawing/2014/main" id="{63BA0316-0D9C-4C75-A626-731C8CFBB6B0}"/>
              </a:ext>
            </a:extLst>
          </p:cNvPr>
          <p:cNvSpPr>
            <a:spLocks noGrp="1"/>
          </p:cNvSpPr>
          <p:nvPr>
            <p:ph type="title"/>
            <p:custDataLst>
              <p:tags r:id="rId2"/>
            </p:custDataLst>
          </p:nvPr>
        </p:nvSpPr>
        <p:spPr>
          <a:xfrm>
            <a:off x="554736" y="1411564"/>
            <a:ext cx="3465576" cy="1788951"/>
          </a:xfrm>
          <a:noFill/>
          <a:ln/>
          <a:extLst>
            <a:ext uri="{909E8E84-426E-40DD-AFC4-6F175D3DCCD1}">
              <a14:hiddenFill xmlns:a14="http://schemas.microsoft.com/office/drawing/2010/main">
                <a:solidFill>
                  <a:srgbClr val="FFFFFF"/>
                </a:solidFill>
              </a14:hiddenFill>
            </a:ext>
          </a:extLst>
        </p:spPr>
        <p:txBody>
          <a:bodyPr vert="horz" wrap="square" anchor="b" anchorCtr="0">
            <a:spAutoFit/>
          </a:bodyPr>
          <a:lstStyle/>
          <a:p>
            <a:r>
              <a:rPr lang="en-US" dirty="0">
                <a:solidFill>
                  <a:srgbClr val="2251FF"/>
                </a:solidFill>
              </a:rPr>
              <a:t>Track 1: AI Domain prioritization and value roadmap -        </a:t>
            </a:r>
            <a:r>
              <a:rPr lang="en-US" dirty="0">
                <a:solidFill>
                  <a:srgbClr val="000000"/>
                </a:solidFill>
              </a:rPr>
              <a:t>Key questions to be answered</a:t>
            </a:r>
            <a:endParaRPr lang="en-US" dirty="0"/>
          </a:p>
        </p:txBody>
      </p:sp>
      <p:sp>
        <p:nvSpPr>
          <p:cNvPr id="53" name="TextBox 52"/>
          <p:cNvSpPr txBox="1"/>
          <p:nvPr/>
        </p:nvSpPr>
        <p:spPr>
          <a:xfrm>
            <a:off x="4160520" y="502920"/>
            <a:ext cx="7452360" cy="219456"/>
          </a:xfrm>
          <a:prstGeom prst="rect">
            <a:avLst/>
          </a:prstGeom>
          <a:noFill/>
        </p:spPr>
        <p:txBody>
          <a:bodyPr wrap="square" lIns="0" rIns="0" tIns="0" bIns="0">
            <a:spAutoFit/>
          </a:bodyPr>
          <a:lstStyle/>
          <a:p>
            <a:pPr>
              <a:lnSpc>
                <a:spcPct val="100000"/>
              </a:lnSpc>
            </a:pPr>
            <a:r>
              <a:rPr sz="1150" b="1" i="0">
                <a:solidFill>
                  <a:srgbClr val="2251FF"/>
                </a:solidFill>
                <a:latin typeface="Arial"/>
              </a:rPr>
              <a:t>1. Bottom-up inventory and clustering</a:t>
            </a:r>
          </a:p>
        </p:txBody>
      </p:sp>
      <p:sp>
        <p:nvSpPr>
          <p:cNvPr id="54" name="TextBox 53"/>
          <p:cNvSpPr txBox="1"/>
          <p:nvPr/>
        </p:nvSpPr>
        <p:spPr>
          <a:xfrm>
            <a:off x="4361688" y="777240"/>
            <a:ext cx="7251192" cy="402336"/>
          </a:xfrm>
          <a:prstGeom prst="rect">
            <a:avLst/>
          </a:prstGeom>
          <a:noFill/>
        </p:spPr>
        <p:txBody>
          <a:bodyPr wrap="square" lIns="0" rIns="0" tIns="0" bIns="0">
            <a:spAutoFit/>
          </a:bodyPr>
          <a:lstStyle/>
          <a:p>
            <a:pPr marL="118745" indent="-118745">
              <a:lnSpc>
                <a:spcPct val="100000"/>
              </a:lnSpc>
            </a:pPr>
            <a:r>
              <a:rPr sz="1050" b="0" i="0">
                <a:solidFill>
                  <a:srgbClr val="000000"/>
                </a:solidFill>
                <a:latin typeface="Arial"/>
              </a:rPr>
              <a:t>•  </a:t>
            </a:r>
            <a:r>
              <a:rPr sz="1050" b="0" i="0">
                <a:solidFill>
                  <a:srgbClr val="000000"/>
                </a:solidFill>
                <a:latin typeface="Arial"/>
              </a:rPr>
              <a:t>What AI initiatives and ideas exist across the organization (via an org-wide intake), and how do they cluster into E2E domains?</a:t>
            </a:r>
          </a:p>
        </p:txBody>
      </p:sp>
      <p:sp>
        <p:nvSpPr>
          <p:cNvPr id="55" name="TextBox 54"/>
          <p:cNvSpPr txBox="1"/>
          <p:nvPr/>
        </p:nvSpPr>
        <p:spPr>
          <a:xfrm>
            <a:off x="4361688" y="1243584"/>
            <a:ext cx="7251192" cy="219456"/>
          </a:xfrm>
          <a:prstGeom prst="rect">
            <a:avLst/>
          </a:prstGeom>
          <a:noFill/>
        </p:spPr>
        <p:txBody>
          <a:bodyPr wrap="square" lIns="0" rIns="0" tIns="0" bIns="0">
            <a:spAutoFit/>
          </a:bodyPr>
          <a:lstStyle/>
          <a:p>
            <a:pPr marL="118745" indent="-118745">
              <a:lnSpc>
                <a:spcPct val="100000"/>
              </a:lnSpc>
            </a:pPr>
            <a:r>
              <a:rPr sz="1050" b="0" i="0">
                <a:solidFill>
                  <a:srgbClr val="000000"/>
                </a:solidFill>
                <a:latin typeface="Arial"/>
              </a:rPr>
              <a:t>•  </a:t>
            </a:r>
            <a:r>
              <a:rPr sz="1050" b="0" i="0">
                <a:solidFill>
                  <a:srgbClr val="000000"/>
                </a:solidFill>
                <a:latin typeface="Arial"/>
              </a:rPr>
              <a:t>Which 10–15 domains, anchored on strategic priorities, hold material value at stake?</a:t>
            </a:r>
          </a:p>
        </p:txBody>
      </p:sp>
      <p:sp>
        <p:nvSpPr>
          <p:cNvPr id="56" name="TextBox 55"/>
          <p:cNvSpPr txBox="1"/>
          <p:nvPr/>
        </p:nvSpPr>
        <p:spPr>
          <a:xfrm>
            <a:off x="4160520" y="1655064"/>
            <a:ext cx="7452360" cy="219456"/>
          </a:xfrm>
          <a:prstGeom prst="rect">
            <a:avLst/>
          </a:prstGeom>
          <a:noFill/>
        </p:spPr>
        <p:txBody>
          <a:bodyPr wrap="square" lIns="0" rIns="0" tIns="0" bIns="0">
            <a:spAutoFit/>
          </a:bodyPr>
          <a:lstStyle/>
          <a:p>
            <a:pPr>
              <a:lnSpc>
                <a:spcPct val="100000"/>
              </a:lnSpc>
            </a:pPr>
            <a:r>
              <a:rPr sz="1150" b="1" i="0">
                <a:solidFill>
                  <a:srgbClr val="2251FF"/>
                </a:solidFill>
                <a:latin typeface="Arial"/>
              </a:rPr>
              <a:t>2. Detailed baselines</a:t>
            </a:r>
          </a:p>
        </p:txBody>
      </p:sp>
      <p:sp>
        <p:nvSpPr>
          <p:cNvPr id="57" name="TextBox 56"/>
          <p:cNvSpPr txBox="1"/>
          <p:nvPr/>
        </p:nvSpPr>
        <p:spPr>
          <a:xfrm>
            <a:off x="4361688" y="1929384"/>
            <a:ext cx="7251192" cy="402336"/>
          </a:xfrm>
          <a:prstGeom prst="rect">
            <a:avLst/>
          </a:prstGeom>
          <a:noFill/>
        </p:spPr>
        <p:txBody>
          <a:bodyPr wrap="square" lIns="0" rIns="0" tIns="0" bIns="0">
            <a:spAutoFit/>
          </a:bodyPr>
          <a:lstStyle/>
          <a:p>
            <a:pPr marL="118745" indent="-118745">
              <a:lnSpc>
                <a:spcPct val="100000"/>
              </a:lnSpc>
            </a:pPr>
            <a:r>
              <a:rPr sz="1050" b="0" i="0">
                <a:solidFill>
                  <a:srgbClr val="000000"/>
                </a:solidFill>
                <a:latin typeface="Arial"/>
              </a:rPr>
              <a:t>•  </a:t>
            </a:r>
            <a:r>
              <a:rPr sz="1050" b="0" i="0">
                <a:solidFill>
                  <a:srgbClr val="000000"/>
                </a:solidFill>
                <a:latin typeface="Arial"/>
              </a:rPr>
              <a:t>How does each domain operate today (process flows, headcount, FTE utilization, SLAs, decision points, manual hand-offs)?</a:t>
            </a:r>
          </a:p>
        </p:txBody>
      </p:sp>
      <p:sp>
        <p:nvSpPr>
          <p:cNvPr id="58" name="TextBox 57"/>
          <p:cNvSpPr txBox="1"/>
          <p:nvPr/>
        </p:nvSpPr>
        <p:spPr>
          <a:xfrm>
            <a:off x="4160520" y="2523744"/>
            <a:ext cx="7452360" cy="219456"/>
          </a:xfrm>
          <a:prstGeom prst="rect">
            <a:avLst/>
          </a:prstGeom>
          <a:noFill/>
        </p:spPr>
        <p:txBody>
          <a:bodyPr wrap="square" lIns="0" rIns="0" tIns="0" bIns="0">
            <a:spAutoFit/>
          </a:bodyPr>
          <a:lstStyle/>
          <a:p>
            <a:pPr>
              <a:lnSpc>
                <a:spcPct val="100000"/>
              </a:lnSpc>
            </a:pPr>
            <a:r>
              <a:rPr sz="1150" b="1" i="0">
                <a:solidFill>
                  <a:srgbClr val="2251FF"/>
                </a:solidFill>
                <a:latin typeface="Arial"/>
              </a:rPr>
              <a:t>3. Prioritization framework</a:t>
            </a:r>
          </a:p>
        </p:txBody>
      </p:sp>
      <p:sp>
        <p:nvSpPr>
          <p:cNvPr id="59" name="TextBox 58"/>
          <p:cNvSpPr txBox="1"/>
          <p:nvPr/>
        </p:nvSpPr>
        <p:spPr>
          <a:xfrm>
            <a:off x="4361688" y="2798064"/>
            <a:ext cx="7251192" cy="585216"/>
          </a:xfrm>
          <a:prstGeom prst="rect">
            <a:avLst/>
          </a:prstGeom>
          <a:noFill/>
        </p:spPr>
        <p:txBody>
          <a:bodyPr wrap="square" lIns="0" rIns="0" tIns="0" bIns="0">
            <a:spAutoFit/>
          </a:bodyPr>
          <a:lstStyle/>
          <a:p>
            <a:pPr marL="118745" indent="-118745">
              <a:lnSpc>
                <a:spcPct val="100000"/>
              </a:lnSpc>
            </a:pPr>
            <a:r>
              <a:rPr sz="1050" b="0" i="0">
                <a:solidFill>
                  <a:srgbClr val="000000"/>
                </a:solidFill>
                <a:latin typeface="Arial"/>
              </a:rPr>
              <a:t>•  </a:t>
            </a:r>
            <a:r>
              <a:rPr sz="1050" b="0" i="0">
                <a:solidFill>
                  <a:srgbClr val="000000"/>
                </a:solidFill>
                <a:latin typeface="Arial"/>
              </a:rPr>
              <a:t>What criteria govern the choice: value potential (revenue growth, cost reduction / FTE impact, cost avoidance, risk reduction), strategic readiness (data, team), and feasibility (decision complexity and judgment, data inputs, regulatory scrutiny)?</a:t>
            </a:r>
          </a:p>
        </p:txBody>
      </p:sp>
      <p:sp>
        <p:nvSpPr>
          <p:cNvPr id="60" name="TextBox 59"/>
          <p:cNvSpPr txBox="1"/>
          <p:nvPr/>
        </p:nvSpPr>
        <p:spPr>
          <a:xfrm>
            <a:off x="4160520" y="3575304"/>
            <a:ext cx="7452360" cy="219456"/>
          </a:xfrm>
          <a:prstGeom prst="rect">
            <a:avLst/>
          </a:prstGeom>
          <a:noFill/>
        </p:spPr>
        <p:txBody>
          <a:bodyPr wrap="square" lIns="0" rIns="0" tIns="0" bIns="0">
            <a:spAutoFit/>
          </a:bodyPr>
          <a:lstStyle/>
          <a:p>
            <a:pPr>
              <a:lnSpc>
                <a:spcPct val="100000"/>
              </a:lnSpc>
            </a:pPr>
            <a:r>
              <a:rPr sz="1150" b="1" i="0">
                <a:solidFill>
                  <a:srgbClr val="2251FF"/>
                </a:solidFill>
                <a:latin typeface="Arial"/>
              </a:rPr>
              <a:t>4. Assess and prioritize</a:t>
            </a:r>
          </a:p>
        </p:txBody>
      </p:sp>
      <p:sp>
        <p:nvSpPr>
          <p:cNvPr id="61" name="TextBox 60"/>
          <p:cNvSpPr txBox="1"/>
          <p:nvPr/>
        </p:nvSpPr>
        <p:spPr>
          <a:xfrm>
            <a:off x="4361688" y="3849624"/>
            <a:ext cx="7251192" cy="219456"/>
          </a:xfrm>
          <a:prstGeom prst="rect">
            <a:avLst/>
          </a:prstGeom>
          <a:noFill/>
        </p:spPr>
        <p:txBody>
          <a:bodyPr wrap="square" lIns="0" rIns="0" tIns="0" bIns="0">
            <a:spAutoFit/>
          </a:bodyPr>
          <a:lstStyle/>
          <a:p>
            <a:pPr marL="118745" indent="-118745">
              <a:lnSpc>
                <a:spcPct val="100000"/>
              </a:lnSpc>
            </a:pPr>
            <a:r>
              <a:rPr sz="1050" b="0" i="0">
                <a:solidFill>
                  <a:srgbClr val="000000"/>
                </a:solidFill>
                <a:latin typeface="Arial"/>
              </a:rPr>
              <a:t>•  </a:t>
            </a:r>
            <a:r>
              <a:rPr sz="1050" b="0" i="0">
                <a:solidFill>
                  <a:srgbClr val="000000"/>
                </a:solidFill>
                <a:latin typeface="Arial"/>
              </a:rPr>
              <a:t>How does each domain score on the criteria heatmap, and which 5–6 big bets should TU pursue first?</a:t>
            </a:r>
          </a:p>
        </p:txBody>
      </p:sp>
      <p:sp>
        <p:nvSpPr>
          <p:cNvPr id="62" name="TextBox 61"/>
          <p:cNvSpPr txBox="1"/>
          <p:nvPr/>
        </p:nvSpPr>
        <p:spPr>
          <a:xfrm>
            <a:off x="4160520" y="4261104"/>
            <a:ext cx="7452360" cy="219456"/>
          </a:xfrm>
          <a:prstGeom prst="rect">
            <a:avLst/>
          </a:prstGeom>
          <a:noFill/>
        </p:spPr>
        <p:txBody>
          <a:bodyPr wrap="square" lIns="0" rIns="0" tIns="0" bIns="0">
            <a:spAutoFit/>
          </a:bodyPr>
          <a:lstStyle/>
          <a:p>
            <a:pPr>
              <a:lnSpc>
                <a:spcPct val="100000"/>
              </a:lnSpc>
            </a:pPr>
            <a:r>
              <a:rPr sz="1150" b="1" i="0">
                <a:solidFill>
                  <a:srgbClr val="2251FF"/>
                </a:solidFill>
                <a:latin typeface="Arial"/>
              </a:rPr>
              <a:t>5. Value-backed roadmap</a:t>
            </a:r>
          </a:p>
        </p:txBody>
      </p:sp>
      <p:sp>
        <p:nvSpPr>
          <p:cNvPr id="63" name="TextBox 62"/>
          <p:cNvSpPr txBox="1"/>
          <p:nvPr/>
        </p:nvSpPr>
        <p:spPr>
          <a:xfrm>
            <a:off x="4361688" y="4535424"/>
            <a:ext cx="7251192" cy="402336"/>
          </a:xfrm>
          <a:prstGeom prst="rect">
            <a:avLst/>
          </a:prstGeom>
          <a:noFill/>
        </p:spPr>
        <p:txBody>
          <a:bodyPr wrap="square" lIns="0" rIns="0" tIns="0" bIns="0">
            <a:spAutoFit/>
          </a:bodyPr>
          <a:lstStyle/>
          <a:p>
            <a:pPr marL="118745" indent="-118745">
              <a:lnSpc>
                <a:spcPct val="100000"/>
              </a:lnSpc>
            </a:pPr>
            <a:r>
              <a:rPr sz="1050" b="0" i="0">
                <a:solidFill>
                  <a:srgbClr val="000000"/>
                </a:solidFill>
                <a:latin typeface="Arial"/>
              </a:rPr>
              <a:t>•  </a:t>
            </a:r>
            <a:r>
              <a:rPr sz="1050" b="0" i="0">
                <a:solidFill>
                  <a:srgbClr val="000000"/>
                </a:solidFill>
                <a:latin typeface="Arial"/>
              </a:rPr>
              <a:t>In what sequence should TU execute (reimagine, proof of value, scale), and with what owners, milestones, and enabling investments?</a:t>
            </a:r>
          </a:p>
        </p:txBody>
      </p:sp>
      <p:sp>
        <p:nvSpPr>
          <p:cNvPr id="64" name="TextBox 63"/>
          <p:cNvSpPr txBox="1"/>
          <p:nvPr/>
        </p:nvSpPr>
        <p:spPr>
          <a:xfrm>
            <a:off x="4160520" y="5129784"/>
            <a:ext cx="7452360" cy="219456"/>
          </a:xfrm>
          <a:prstGeom prst="rect">
            <a:avLst/>
          </a:prstGeom>
          <a:noFill/>
        </p:spPr>
        <p:txBody>
          <a:bodyPr wrap="square" lIns="0" rIns="0" tIns="0" bIns="0">
            <a:spAutoFit/>
          </a:bodyPr>
          <a:lstStyle/>
          <a:p>
            <a:pPr>
              <a:lnSpc>
                <a:spcPct val="100000"/>
              </a:lnSpc>
            </a:pPr>
            <a:r>
              <a:rPr sz="1150" b="1" i="0">
                <a:solidFill>
                  <a:srgbClr val="2251FF"/>
                </a:solidFill>
                <a:latin typeface="Arial"/>
              </a:rPr>
              <a:t>6. Top-down workforce and org shifts</a:t>
            </a:r>
          </a:p>
        </p:txBody>
      </p:sp>
      <p:sp>
        <p:nvSpPr>
          <p:cNvPr id="65" name="TextBox 64"/>
          <p:cNvSpPr txBox="1"/>
          <p:nvPr/>
        </p:nvSpPr>
        <p:spPr>
          <a:xfrm>
            <a:off x="4361688" y="5404104"/>
            <a:ext cx="7251192" cy="402336"/>
          </a:xfrm>
          <a:prstGeom prst="rect">
            <a:avLst/>
          </a:prstGeom>
          <a:noFill/>
        </p:spPr>
        <p:txBody>
          <a:bodyPr wrap="square" lIns="0" rIns="0" tIns="0" bIns="0">
            <a:spAutoFit/>
          </a:bodyPr>
          <a:lstStyle/>
          <a:p>
            <a:pPr marL="118745" indent="-118745">
              <a:lnSpc>
                <a:spcPct val="100000"/>
              </a:lnSpc>
            </a:pPr>
            <a:r>
              <a:rPr sz="1050" b="0" i="0">
                <a:solidFill>
                  <a:srgbClr val="000000"/>
                </a:solidFill>
                <a:latin typeface="Arial"/>
              </a:rPr>
              <a:t>•  </a:t>
            </a:r>
            <a:r>
              <a:rPr sz="1050" b="0" i="0">
                <a:solidFill>
                  <a:srgbClr val="000000"/>
                </a:solidFill>
                <a:latin typeface="Arial"/>
              </a:rPr>
              <a:t>How will the priority domains reshape the organization: which roles change or phase out, what skills are needed, and how do size and shape shift?</a:t>
            </a:r>
          </a:p>
        </p:txBody>
      </p:sp>
      <p:sp>
        <p:nvSpPr>
          <p:cNvPr id="66" name="TextBox 65"/>
          <p:cNvSpPr txBox="1"/>
          <p:nvPr/>
        </p:nvSpPr>
        <p:spPr>
          <a:xfrm>
            <a:off x="4361688" y="5870448"/>
            <a:ext cx="7251192" cy="219456"/>
          </a:xfrm>
          <a:prstGeom prst="rect">
            <a:avLst/>
          </a:prstGeom>
          <a:noFill/>
        </p:spPr>
        <p:txBody>
          <a:bodyPr wrap="square" lIns="0" rIns="0" tIns="0" bIns="0">
            <a:spAutoFit/>
          </a:bodyPr>
          <a:lstStyle/>
          <a:p>
            <a:pPr marL="118745" indent="-118745">
              <a:lnSpc>
                <a:spcPct val="100000"/>
              </a:lnSpc>
            </a:pPr>
            <a:r>
              <a:rPr sz="1050" b="0" i="0">
                <a:solidFill>
                  <a:srgbClr val="000000"/>
                </a:solidFill>
                <a:latin typeface="Arial"/>
              </a:rPr>
              <a:t>•  </a:t>
            </a:r>
            <a:r>
              <a:rPr sz="1050" b="0" i="0">
                <a:solidFill>
                  <a:srgbClr val="000000"/>
                </a:solidFill>
                <a:latin typeface="Arial"/>
              </a:rPr>
              <a:t>What workforce value do the shifts unlock, and how do they seed the future-ready workforce view (Track 2)?</a:t>
            </a:r>
          </a:p>
        </p:txBody>
      </p:sp>
      <p:sp>
        <p:nvSpPr>
          <p:cNvPr id="67"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RESTRUCTURED per your sticky: questions organized under the six building blocks (1–2 each); bottom-up intake and top-down workforce-shift questions added; richness from your email restored (baseline metrics, criteria detail); illustration removed for space.</a:t>
            </a:r>
          </a:p>
        </p:txBody>
      </p:sp>
    </p:spTree>
    <p:extLst>
      <p:ext uri="{BB962C8B-B14F-4D97-AF65-F5344CB8AC3E}">
        <p14:creationId xmlns:p14="http://schemas.microsoft.com/office/powerpoint/2010/main" val="1305269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C70F-8FDD-0AB6-63CC-2014BE989B5E}"/>
            </a:ext>
          </a:extLst>
        </p:cNvPr>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DD3955BB-E040-C3F3-6F15-8CA9502C6A76}"/>
              </a:ext>
            </a:extLst>
          </p:cNvPr>
          <p:cNvGraphicFramePr>
            <a:graphicFrameLocks noChangeAspect="1"/>
          </p:cNvGraphicFramePr>
          <p:nvPr>
            <p:custDataLst>
              <p:tags r:id="rId1"/>
            </p:custDataLst>
            <p:extLst>
              <p:ext uri="{D42A27DB-BD31-4B8C-83A1-F6EECF244321}">
                <p14:modId xmlns:p14="http://schemas.microsoft.com/office/powerpoint/2010/main" val="148153692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8" imgW="395" imgH="394" progId="TCLayout.ActiveDocument.1">
                  <p:embed/>
                </p:oleObj>
              </mc:Choice>
              <mc:Fallback>
                <p:oleObj name="think-cell Slide" r:id="rId18" imgW="395" imgH="394" progId="TCLayout.ActiveDocument.1">
                  <p:embed/>
                  <p:pic>
                    <p:nvPicPr>
                      <p:cNvPr id="5" name="Object 2" hidden="1">
                        <a:extLst>
                          <a:ext uri="{FF2B5EF4-FFF2-40B4-BE49-F238E27FC236}">
                            <a16:creationId xmlns:a16="http://schemas.microsoft.com/office/drawing/2014/main" id="{DD3955BB-E040-C3F3-6F15-8CA9502C6A76}"/>
                          </a:ext>
                        </a:extLst>
                      </p:cNvPr>
                      <p:cNvPicPr/>
                      <p:nvPr/>
                    </p:nvPicPr>
                    <p:blipFill>
                      <a:blip r:embed="rId19"/>
                      <a:stretch>
                        <a:fillRect/>
                      </a:stretch>
                    </p:blipFill>
                    <p:spPr>
                      <a:xfrm>
                        <a:off x="1588" y="1588"/>
                        <a:ext cx="1588" cy="1588"/>
                      </a:xfrm>
                      <a:prstGeom prst="rect">
                        <a:avLst/>
                      </a:prstGeom>
                    </p:spPr>
                  </p:pic>
                </p:oleObj>
              </mc:Fallback>
            </mc:AlternateContent>
          </a:graphicData>
        </a:graphic>
      </p:graphicFrame>
      <p:sp>
        <p:nvSpPr>
          <p:cNvPr id="52" name="2. Slide Title">
            <a:extLst>
              <a:ext uri="{FF2B5EF4-FFF2-40B4-BE49-F238E27FC236}">
                <a16:creationId xmlns:a16="http://schemas.microsoft.com/office/drawing/2014/main" id="{816D9AEF-20B7-74DF-8611-E28BD67D3AB3}"/>
              </a:ext>
            </a:extLst>
          </p:cNvPr>
          <p:cNvSpPr>
            <a:spLocks noGrp="1"/>
          </p:cNvSpPr>
          <p:nvPr>
            <p:ph type="title"/>
            <p:custDataLst>
              <p:tags r:id="rId2"/>
            </p:custDataLst>
          </p:nvPr>
        </p:nvSpPr>
        <p:spPr>
          <a:xfrm>
            <a:off x="554736" y="263141"/>
            <a:ext cx="11082528" cy="357790"/>
          </a:xfrm>
          <a:noFill/>
          <a:ln/>
          <a:extLst>
            <a:ext uri="{909E8E84-426E-40DD-AFC4-6F175D3DCCD1}">
              <a14:hiddenFill xmlns:a14="http://schemas.microsoft.com/office/drawing/2010/main">
                <a:solidFill>
                  <a:srgbClr val="FFFFFF"/>
                </a:solidFill>
              </a14:hiddenFill>
            </a:ext>
          </a:extLst>
        </p:spPr>
        <p:txBody>
          <a:bodyPr vert="horz" wrap="square" anchor="b" anchorCtr="0">
            <a:spAutoFit/>
          </a:bodyPr>
          <a:lstStyle/>
          <a:p>
            <a:r>
              <a:rPr lang="en-US" dirty="0">
                <a:solidFill>
                  <a:srgbClr val="2251FF"/>
                </a:solidFill>
              </a:rPr>
              <a:t>Track 2: Org of the future - </a:t>
            </a:r>
            <a:r>
              <a:rPr lang="en-US" dirty="0">
                <a:solidFill>
                  <a:srgbClr val="000000"/>
                </a:solidFill>
              </a:rPr>
              <a:t>Key questions to be answered</a:t>
            </a:r>
            <a:endParaRPr lang="en-US" dirty="0"/>
          </a:p>
        </p:txBody>
      </p:sp>
      <p:sp>
        <p:nvSpPr>
          <p:cNvPr id="53" name="Rounded Rectangle 52"/>
          <p:cNvSpPr/>
          <p:nvPr/>
        </p:nvSpPr>
        <p:spPr>
          <a:xfrm>
            <a:off x="557784" y="749808"/>
            <a:ext cx="11082528" cy="3438144"/>
          </a:xfrm>
          <a:prstGeom prst="roundRect">
            <a:avLst>
              <a:gd name="adj" fmla="val 4000"/>
            </a:avLst>
          </a:prstGeom>
          <a:solidFill>
            <a:srgbClr val="F0F4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1520" y="841248"/>
            <a:ext cx="4572000" cy="219456"/>
          </a:xfrm>
          <a:prstGeom prst="rect">
            <a:avLst/>
          </a:prstGeom>
          <a:noFill/>
        </p:spPr>
        <p:txBody>
          <a:bodyPr wrap="square" lIns="0" rIns="0" tIns="0" bIns="0">
            <a:spAutoFit/>
          </a:bodyPr>
          <a:lstStyle/>
          <a:p>
            <a:pPr>
              <a:lnSpc>
                <a:spcPct val="100000"/>
              </a:lnSpc>
            </a:pPr>
            <a:r>
              <a:rPr sz="1100" b="1" i="0">
                <a:solidFill>
                  <a:srgbClr val="061F79"/>
                </a:solidFill>
                <a:latin typeface="Arial"/>
              </a:rPr>
              <a:t>ORG DESIGN</a:t>
            </a:r>
            <a:r>
              <a:rPr sz="950" b="0" i="1">
                <a:solidFill>
                  <a:srgbClr val="63666A"/>
                </a:solidFill>
                <a:latin typeface="Arial"/>
              </a:rPr>
              <a:t>   one macro, four levers designed together</a:t>
            </a:r>
          </a:p>
        </p:txBody>
      </p:sp>
      <p:sp>
        <p:nvSpPr>
          <p:cNvPr id="55" name="TextBox 54"/>
          <p:cNvSpPr txBox="1"/>
          <p:nvPr/>
        </p:nvSpPr>
        <p:spPr>
          <a:xfrm>
            <a:off x="731520" y="115214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Org hygiene</a:t>
            </a:r>
          </a:p>
        </p:txBody>
      </p:sp>
      <p:sp>
        <p:nvSpPr>
          <p:cNvPr id="56" name="TextBox 55"/>
          <p:cNvSpPr txBox="1"/>
          <p:nvPr/>
        </p:nvSpPr>
        <p:spPr>
          <a:xfrm>
            <a:off x="2606040" y="115214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would a right-sized TU org look like (i.e., optimal spans, layers, and leadership density), and what value would it unlock?</a:t>
            </a:r>
          </a:p>
        </p:txBody>
      </p:sp>
      <p:sp>
        <p:nvSpPr>
          <p:cNvPr id="57" name="TextBox 56"/>
          <p:cNvSpPr txBox="1"/>
          <p:nvPr/>
        </p:nvSpPr>
        <p:spPr>
          <a:xfrm>
            <a:off x="731520" y="160934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Platform org of the future</a:t>
            </a:r>
          </a:p>
        </p:txBody>
      </p:sp>
      <p:sp>
        <p:nvSpPr>
          <p:cNvPr id="58" name="TextBox 57"/>
          <p:cNvSpPr txBox="1"/>
          <p:nvPr/>
        </p:nvSpPr>
        <p:spPr>
          <a:xfrm>
            <a:off x="2606040" y="160934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org archetypes in platform companies (e.g., Adobe, Salesforce, Shopify), which should TU adopt, and what will TU have to believe to select one?</a:t>
            </a:r>
          </a:p>
        </p:txBody>
      </p:sp>
      <p:sp>
        <p:nvSpPr>
          <p:cNvPr id="59" name="TextBox 58"/>
          <p:cNvSpPr txBox="1"/>
          <p:nvPr/>
        </p:nvSpPr>
        <p:spPr>
          <a:xfrm>
            <a:off x="2606040" y="1993392"/>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should be the size and composition of product and platform teams, and where should key roles reside (e.g., PMs, Engineering, Data Science / Analytics, UI/UX)?</a:t>
            </a:r>
          </a:p>
        </p:txBody>
      </p:sp>
      <p:sp>
        <p:nvSpPr>
          <p:cNvPr id="60" name="TextBox 59"/>
          <p:cNvSpPr txBox="1"/>
          <p:nvPr/>
        </p:nvSpPr>
        <p:spPr>
          <a:xfrm>
            <a:off x="2606040" y="2377440"/>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operating-model implications of the chosen archetype (e.g., product and platform-centric P&amp;L vs. US/INTL P&amp;L, global vs. regional layers)?</a:t>
            </a:r>
          </a:p>
        </p:txBody>
      </p:sp>
      <p:sp>
        <p:nvSpPr>
          <p:cNvPr id="61" name="TextBox 60"/>
          <p:cNvSpPr txBox="1"/>
          <p:nvPr/>
        </p:nvSpPr>
        <p:spPr>
          <a:xfrm>
            <a:off x="731520" y="279806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Future-ready workforce</a:t>
            </a:r>
          </a:p>
        </p:txBody>
      </p:sp>
      <p:sp>
        <p:nvSpPr>
          <p:cNvPr id="62" name="TextBox 61"/>
          <p:cNvSpPr txBox="1"/>
          <p:nvPr/>
        </p:nvSpPr>
        <p:spPr>
          <a:xfrm>
            <a:off x="2606040" y="27980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3-year business plans and talent demand for each business and function?</a:t>
            </a:r>
          </a:p>
        </p:txBody>
      </p:sp>
      <p:sp>
        <p:nvSpPr>
          <p:cNvPr id="63" name="TextBox 62"/>
          <p:cNvSpPr txBox="1"/>
          <p:nvPr/>
        </p:nvSpPr>
        <p:spPr>
          <a:xfrm>
            <a:off x="2606040" y="30266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is the automation potential of key processes with AI, and how will it reshape talent demand?</a:t>
            </a:r>
          </a:p>
        </p:txBody>
      </p:sp>
      <p:sp>
        <p:nvSpPr>
          <p:cNvPr id="64" name="TextBox 63"/>
          <p:cNvSpPr txBox="1"/>
          <p:nvPr/>
        </p:nvSpPr>
        <p:spPr>
          <a:xfrm>
            <a:off x="2606040" y="32552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size, shape, and skills will the workforce need: the job family architecture, and which roles are reshaped, replaced, or net-new (built vs. bought)?</a:t>
            </a:r>
          </a:p>
        </p:txBody>
      </p:sp>
      <p:sp>
        <p:nvSpPr>
          <p:cNvPr id="65" name="TextBox 64"/>
          <p:cNvSpPr txBox="1"/>
          <p:nvPr/>
        </p:nvSpPr>
        <p:spPr>
          <a:xfrm>
            <a:off x="731520" y="3675887"/>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Global location strategy</a:t>
            </a:r>
          </a:p>
        </p:txBody>
      </p:sp>
      <p:sp>
        <p:nvSpPr>
          <p:cNvPr id="66" name="TextBox 65"/>
          <p:cNvSpPr txBox="1"/>
          <p:nvPr/>
        </p:nvSpPr>
        <p:spPr>
          <a:xfrm>
            <a:off x="2606040" y="3675887"/>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Which roles sit where, and what moves now vs. later?</a:t>
            </a:r>
          </a:p>
        </p:txBody>
      </p:sp>
      <p:sp>
        <p:nvSpPr>
          <p:cNvPr id="67" name="TextBox 66"/>
          <p:cNvSpPr txBox="1"/>
          <p:nvPr/>
        </p:nvSpPr>
        <p:spPr>
          <a:xfrm>
            <a:off x="2606040" y="3904487"/>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Where will TU access AI-era talent, and what must its global hubs become?</a:t>
            </a:r>
          </a:p>
        </p:txBody>
      </p:sp>
      <p:sp>
        <p:nvSpPr>
          <p:cNvPr id="68" name="Rounded Rectangle 67"/>
          <p:cNvSpPr/>
          <p:nvPr/>
        </p:nvSpPr>
        <p:spPr>
          <a:xfrm>
            <a:off x="557784" y="4315968"/>
            <a:ext cx="5468112" cy="1042415"/>
          </a:xfrm>
          <a:prstGeom prst="roundRect">
            <a:avLst>
              <a:gd name="adj" fmla="val 6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1520" y="4389120"/>
            <a:ext cx="2743200" cy="201168"/>
          </a:xfrm>
          <a:prstGeom prst="rect">
            <a:avLst/>
          </a:prstGeom>
          <a:noFill/>
        </p:spPr>
        <p:txBody>
          <a:bodyPr wrap="square" lIns="0" rIns="0" tIns="0" bIns="0">
            <a:spAutoFit/>
          </a:bodyPr>
          <a:lstStyle/>
          <a:p>
            <a:pPr>
              <a:lnSpc>
                <a:spcPct val="100000"/>
              </a:lnSpc>
            </a:pPr>
            <a:r>
              <a:rPr sz="1100" b="1" i="0">
                <a:solidFill>
                  <a:srgbClr val="061F79"/>
                </a:solidFill>
                <a:latin typeface="Arial"/>
              </a:rPr>
              <a:t>SKILLS</a:t>
            </a:r>
          </a:p>
        </p:txBody>
      </p:sp>
      <p:sp>
        <p:nvSpPr>
          <p:cNvPr id="70" name="TextBox 69"/>
          <p:cNvSpPr txBox="1"/>
          <p:nvPr/>
        </p:nvSpPr>
        <p:spPr>
          <a:xfrm>
            <a:off x="731520" y="46268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skills will the agentic organization need, across leaders, builders, and users?</a:t>
            </a:r>
          </a:p>
        </p:txBody>
      </p:sp>
      <p:sp>
        <p:nvSpPr>
          <p:cNvPr id="71" name="TextBox 70"/>
          <p:cNvSpPr txBox="1"/>
          <p:nvPr/>
        </p:nvSpPr>
        <p:spPr>
          <a:xfrm>
            <a:off x="731520" y="4864608"/>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Where will TU source them: build, buy, or borrow?</a:t>
            </a:r>
          </a:p>
        </p:txBody>
      </p:sp>
      <p:sp>
        <p:nvSpPr>
          <p:cNvPr id="72" name="TextBox 71"/>
          <p:cNvSpPr txBox="1"/>
          <p:nvPr/>
        </p:nvSpPr>
        <p:spPr>
          <a:xfrm>
            <a:off x="731520" y="50840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does the capability-building plan look like for the whole organization?</a:t>
            </a:r>
          </a:p>
        </p:txBody>
      </p:sp>
      <p:sp>
        <p:nvSpPr>
          <p:cNvPr id="73" name="Rounded Rectangle 72"/>
          <p:cNvSpPr/>
          <p:nvPr/>
        </p:nvSpPr>
        <p:spPr>
          <a:xfrm>
            <a:off x="6172200" y="4315968"/>
            <a:ext cx="5468112" cy="1042415"/>
          </a:xfrm>
          <a:prstGeom prst="roundRect">
            <a:avLst>
              <a:gd name="adj" fmla="val 6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345936" y="4389120"/>
            <a:ext cx="2743200" cy="201168"/>
          </a:xfrm>
          <a:prstGeom prst="rect">
            <a:avLst/>
          </a:prstGeom>
          <a:noFill/>
        </p:spPr>
        <p:txBody>
          <a:bodyPr wrap="square" lIns="0" rIns="0" tIns="0" bIns="0">
            <a:spAutoFit/>
          </a:bodyPr>
          <a:lstStyle/>
          <a:p>
            <a:pPr>
              <a:lnSpc>
                <a:spcPct val="100000"/>
              </a:lnSpc>
            </a:pPr>
            <a:r>
              <a:rPr sz="1100" b="1" i="0">
                <a:solidFill>
                  <a:srgbClr val="061F79"/>
                </a:solidFill>
                <a:latin typeface="Arial"/>
              </a:rPr>
              <a:t>CULTURE</a:t>
            </a:r>
          </a:p>
        </p:txBody>
      </p:sp>
      <p:sp>
        <p:nvSpPr>
          <p:cNvPr id="75" name="TextBox 74"/>
          <p:cNvSpPr txBox="1"/>
          <p:nvPr/>
        </p:nvSpPr>
        <p:spPr>
          <a:xfrm>
            <a:off x="6345936" y="46268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mindset and behavior shifts does the new organization demand?</a:t>
            </a:r>
          </a:p>
        </p:txBody>
      </p:sp>
      <p:sp>
        <p:nvSpPr>
          <p:cNvPr id="76" name="TextBox 75"/>
          <p:cNvSpPr txBox="1"/>
          <p:nvPr/>
        </p:nvSpPr>
        <p:spPr>
          <a:xfrm>
            <a:off x="6345936" y="4864608"/>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is TU’s capacity to absorb change, and how should the work be sequenced to sustain progress and productivity?</a:t>
            </a:r>
          </a:p>
        </p:txBody>
      </p:sp>
      <p:sp>
        <p:nvSpPr>
          <p:cNvPr id="77" name="Rounded Rectangle 76"/>
          <p:cNvSpPr/>
          <p:nvPr/>
        </p:nvSpPr>
        <p:spPr>
          <a:xfrm>
            <a:off x="557784" y="5541264"/>
            <a:ext cx="11082528" cy="676656"/>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59536" y="5614416"/>
            <a:ext cx="10469880" cy="530352"/>
          </a:xfrm>
          <a:prstGeom prst="rect">
            <a:avLst/>
          </a:prstGeom>
          <a:noFill/>
        </p:spPr>
        <p:txBody>
          <a:bodyPr wrap="square" lIns="0" rIns="0" tIns="0" bIns="0">
            <a:spAutoFit/>
          </a:bodyPr>
          <a:lstStyle/>
          <a:p>
            <a:pPr>
              <a:lnSpc>
                <a:spcPct val="105000"/>
              </a:lnSpc>
            </a:pPr>
            <a:r>
              <a:rPr sz="1050" b="1" i="0">
                <a:solidFill>
                  <a:srgbClr val="FFFFFF"/>
                </a:solidFill>
                <a:latin typeface="Arial"/>
              </a:rPr>
              <a:t>The answers converge in one integrated org of the future: </a:t>
            </a:r>
            <a:r>
              <a:rPr sz="1050" b="0" i="0">
                <a:solidFill>
                  <a:srgbClr val="FFFFFF"/>
                </a:solidFill>
                <a:latin typeface="Arial"/>
              </a:rPr>
              <a:t>the org chassis (the big boxes and reporting lines), spans and layers, size and shape with future agentic roles (e.g., product definers and product builders), the skills to power them, and the global footprint and sourcing mix</a:t>
            </a:r>
          </a:p>
        </p:txBody>
      </p:sp>
      <p:sp>
        <p:nvSpPr>
          <p:cNvPr id="79" name="TextBox 78"/>
          <p:cNvSpPr txBox="1"/>
          <p:nvPr/>
        </p:nvSpPr>
        <p:spPr>
          <a:xfrm>
            <a:off x="557784" y="6309360"/>
            <a:ext cx="11082528" cy="182880"/>
          </a:xfrm>
          <a:prstGeom prst="rect">
            <a:avLst/>
          </a:prstGeom>
          <a:noFill/>
        </p:spPr>
        <p:txBody>
          <a:bodyPr wrap="square" lIns="0" rIns="0" tIns="0" bIns="0">
            <a:spAutoFit/>
          </a:bodyPr>
          <a:lstStyle/>
          <a:p>
            <a:pPr>
              <a:lnSpc>
                <a:spcPct val="100000"/>
              </a:lnSpc>
            </a:pPr>
            <a:r>
              <a:rPr sz="850" b="1" i="1">
                <a:solidFill>
                  <a:srgbClr val="63666A"/>
                </a:solidFill>
                <a:latin typeface="Arial"/>
              </a:rPr>
              <a:t>Guiding principle: </a:t>
            </a:r>
            <a:r>
              <a:rPr sz="850" b="0" i="1">
                <a:solidFill>
                  <a:srgbClr val="63666A"/>
                </a:solidFill>
                <a:latin typeface="Arial"/>
              </a:rPr>
              <a:t>workforce planning takes an integrated approach across structural, AI/automation, and location levers</a:t>
            </a:r>
          </a:p>
        </p:txBody>
      </p:sp>
      <p:sp>
        <p:nvSpPr>
          <p:cNvPr id="80"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RESTRUCTURED per your stickies: Org design is now one macro holding the 4 levers; Skills and Culture pulled out as their own macros (agentic-org skills, sourcing, capability plan); job family architecture added to workforce; integrated org of the future added as the outcome band (chassis, spans/layers, agentic roles, footprint).</a:t>
            </a:r>
          </a:p>
        </p:txBody>
      </p:sp>
    </p:spTree>
    <p:extLst>
      <p:ext uri="{BB962C8B-B14F-4D97-AF65-F5344CB8AC3E}">
        <p14:creationId xmlns:p14="http://schemas.microsoft.com/office/powerpoint/2010/main" val="26593846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3" name="Object 2" hidden="1">
            <a:extLst>
              <a:ext uri="{FF2B5EF4-FFF2-40B4-BE49-F238E27FC236}">
                <a16:creationId xmlns:a16="http://schemas.microsoft.com/office/drawing/2014/main" id="{8781AE29-C0AF-537A-2347-DA45C1358C18}"/>
              </a:ext>
            </a:extLst>
          </p:cNvPr>
          <p:cNvGraphicFramePr>
            <a:graphicFrameLocks noChangeAspect="1"/>
          </p:cNvGraphicFramePr>
          <p:nvPr>
            <p:custDataLst>
              <p:tags r:id="rId1"/>
            </p:custDataLst>
            <p:extLst>
              <p:ext uri="{D42A27DB-BD31-4B8C-83A1-F6EECF244321}">
                <p14:modId xmlns:p14="http://schemas.microsoft.com/office/powerpoint/2010/main" val="342853434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428" imgH="428" progId="TCLayout.ActiveDocument.1">
                  <p:embed/>
                </p:oleObj>
              </mc:Choice>
              <mc:Fallback>
                <p:oleObj name="think-cell Slide" r:id="rId7" imgW="428" imgH="428" progId="TCLayout.ActiveDocument.1">
                  <p:embed/>
                  <p:pic>
                    <p:nvPicPr>
                      <p:cNvPr id="63" name="Object 2" hidden="1">
                        <a:extLst>
                          <a:ext uri="{FF2B5EF4-FFF2-40B4-BE49-F238E27FC236}">
                            <a16:creationId xmlns:a16="http://schemas.microsoft.com/office/drawing/2014/main" id="{8781AE29-C0AF-537A-2347-DA45C1358C18}"/>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2" name="Title 1"/>
          <p:cNvSpPr>
            <a:spLocks noGrp="1"/>
          </p:cNvSpPr>
          <p:nvPr>
            <p:ph type="title"/>
          </p:nvPr>
        </p:nvSpPr>
        <p:spPr>
          <a:xfrm>
            <a:off x="554736" y="201168"/>
            <a:ext cx="11082528" cy="357790"/>
          </a:xfrm>
        </p:spPr>
        <p:txBody>
          <a:bodyPr vert="horz">
            <a:spAutoFit/>
          </a:bodyPr>
          <a:lstStyle/>
          <a:p>
            <a:r>
              <a:rPr lang="en-US" b="1" dirty="0"/>
              <a:t>Journey ahead: a front-loaded 12-week plan across the two tracks</a:t>
            </a:r>
            <a:endParaRPr b="1" dirty="0">
              <a:solidFill>
                <a:srgbClr val="000000"/>
              </a:solidFill>
            </a:endParaRPr>
          </a:p>
        </p:txBody>
      </p:sp>
      <p:sp>
        <p:nvSpPr>
          <p:cNvPr id="5" name="TextBox 4"/>
          <p:cNvSpPr txBox="1"/>
          <p:nvPr/>
        </p:nvSpPr>
        <p:spPr>
          <a:xfrm>
            <a:off x="210312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a:t>
            </a:r>
          </a:p>
        </p:txBody>
      </p:sp>
      <p:sp>
        <p:nvSpPr>
          <p:cNvPr id="6" name="TextBox 5"/>
          <p:cNvSpPr txBox="1"/>
          <p:nvPr/>
        </p:nvSpPr>
        <p:spPr>
          <a:xfrm>
            <a:off x="2897886"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2</a:t>
            </a:r>
          </a:p>
        </p:txBody>
      </p:sp>
      <p:sp>
        <p:nvSpPr>
          <p:cNvPr id="7" name="TextBox 6"/>
          <p:cNvSpPr txBox="1"/>
          <p:nvPr/>
        </p:nvSpPr>
        <p:spPr>
          <a:xfrm>
            <a:off x="3692652"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3</a:t>
            </a:r>
          </a:p>
        </p:txBody>
      </p:sp>
      <p:sp>
        <p:nvSpPr>
          <p:cNvPr id="8" name="TextBox 7"/>
          <p:cNvSpPr txBox="1"/>
          <p:nvPr/>
        </p:nvSpPr>
        <p:spPr>
          <a:xfrm>
            <a:off x="4487418"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4</a:t>
            </a:r>
          </a:p>
        </p:txBody>
      </p:sp>
      <p:sp>
        <p:nvSpPr>
          <p:cNvPr id="9" name="TextBox 8"/>
          <p:cNvSpPr txBox="1"/>
          <p:nvPr/>
        </p:nvSpPr>
        <p:spPr>
          <a:xfrm>
            <a:off x="5282184"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5</a:t>
            </a:r>
          </a:p>
        </p:txBody>
      </p:sp>
      <p:sp>
        <p:nvSpPr>
          <p:cNvPr id="10" name="TextBox 9"/>
          <p:cNvSpPr txBox="1"/>
          <p:nvPr/>
        </p:nvSpPr>
        <p:spPr>
          <a:xfrm>
            <a:off x="607695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6</a:t>
            </a:r>
          </a:p>
        </p:txBody>
      </p:sp>
      <p:sp>
        <p:nvSpPr>
          <p:cNvPr id="11" name="TextBox 10"/>
          <p:cNvSpPr txBox="1"/>
          <p:nvPr/>
        </p:nvSpPr>
        <p:spPr>
          <a:xfrm>
            <a:off x="6871716"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7</a:t>
            </a:r>
          </a:p>
        </p:txBody>
      </p:sp>
      <p:sp>
        <p:nvSpPr>
          <p:cNvPr id="12" name="TextBox 11"/>
          <p:cNvSpPr txBox="1"/>
          <p:nvPr/>
        </p:nvSpPr>
        <p:spPr>
          <a:xfrm>
            <a:off x="7666481"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8</a:t>
            </a:r>
          </a:p>
        </p:txBody>
      </p:sp>
      <p:sp>
        <p:nvSpPr>
          <p:cNvPr id="13" name="TextBox 12"/>
          <p:cNvSpPr txBox="1"/>
          <p:nvPr/>
        </p:nvSpPr>
        <p:spPr>
          <a:xfrm>
            <a:off x="8461248"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9</a:t>
            </a:r>
          </a:p>
        </p:txBody>
      </p:sp>
      <p:sp>
        <p:nvSpPr>
          <p:cNvPr id="14" name="TextBox 13"/>
          <p:cNvSpPr txBox="1"/>
          <p:nvPr/>
        </p:nvSpPr>
        <p:spPr>
          <a:xfrm>
            <a:off x="9256013"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10</a:t>
            </a:r>
          </a:p>
        </p:txBody>
      </p:sp>
      <p:sp>
        <p:nvSpPr>
          <p:cNvPr id="15" name="TextBox 14"/>
          <p:cNvSpPr txBox="1"/>
          <p:nvPr/>
        </p:nvSpPr>
        <p:spPr>
          <a:xfrm>
            <a:off x="1005078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11</a:t>
            </a:r>
          </a:p>
        </p:txBody>
      </p:sp>
      <p:sp>
        <p:nvSpPr>
          <p:cNvPr id="16" name="TextBox 15"/>
          <p:cNvSpPr txBox="1"/>
          <p:nvPr/>
        </p:nvSpPr>
        <p:spPr>
          <a:xfrm>
            <a:off x="10845545"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12</a:t>
            </a:r>
          </a:p>
        </p:txBody>
      </p:sp>
      <p:cxnSp>
        <p:nvCxnSpPr>
          <p:cNvPr id="17" name="Connector 16"/>
          <p:cNvCxnSpPr/>
          <p:nvPr/>
        </p:nvCxnSpPr>
        <p:spPr>
          <a:xfrm>
            <a:off x="2103120"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897886"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92652"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7418"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282184"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76950"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1716"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666481"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61248"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256013"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050780"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845545"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a:cxnSpLocks/>
          </p:cNvCxnSpPr>
          <p:nvPr/>
        </p:nvCxnSpPr>
        <p:spPr>
          <a:xfrm>
            <a:off x="11640312" y="1221311"/>
            <a:ext cx="0" cy="3401568"/>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57784" y="1823580"/>
            <a:ext cx="1417320" cy="769441"/>
          </a:xfrm>
          <a:prstGeom prst="rect">
            <a:avLst/>
          </a:prstGeom>
          <a:noFill/>
        </p:spPr>
        <p:txBody>
          <a:bodyPr wrap="square" lIns="0" tIns="0" rIns="0" bIns="0" anchor="ctr">
            <a:spAutoFit/>
          </a:bodyPr>
          <a:lstStyle>
            <a:defPPr>
              <a:defRPr lang="en-US"/>
            </a:defPPr>
            <a:lvl1pPr marR="0" lvl="0" indent="0" fontAlgn="auto">
              <a:lnSpc>
                <a:spcPct val="100000"/>
              </a:lnSpc>
              <a:spcBef>
                <a:spcPts val="0"/>
              </a:spcBef>
              <a:spcAft>
                <a:spcPts val="0"/>
              </a:spcAft>
              <a:buClrTx/>
              <a:buSzTx/>
              <a:buFontTx/>
              <a:buNone/>
              <a:tabLst/>
              <a:defRPr kumimoji="0" sz="1250" b="1" i="0" u="none" strike="noStrike" cap="none" spc="0" normalizeH="0" baseline="0">
                <a:ln>
                  <a:noFill/>
                </a:ln>
                <a:solidFill>
                  <a:srgbClr val="2251FF"/>
                </a:solidFill>
                <a:effectLst/>
                <a:uLnTx/>
                <a:uFillTx/>
                <a:latin typeface="Arial"/>
              </a:defRPr>
            </a:lvl1pPr>
          </a:lstStyle>
          <a:p>
            <a:r>
              <a:rPr lang="en-US" dirty="0"/>
              <a:t>Track 1:                        AI Domain prioritization and value roadmap</a:t>
            </a:r>
          </a:p>
        </p:txBody>
      </p:sp>
      <p:cxnSp>
        <p:nvCxnSpPr>
          <p:cNvPr id="46" name="Connector 45"/>
          <p:cNvCxnSpPr/>
          <p:nvPr/>
        </p:nvCxnSpPr>
        <p:spPr>
          <a:xfrm>
            <a:off x="557784" y="2940383"/>
            <a:ext cx="11082527" cy="0"/>
          </a:xfrm>
          <a:prstGeom prst="line">
            <a:avLst/>
          </a:prstGeom>
          <a:ln w="9525">
            <a:solidFill>
              <a:srgbClr val="D0D3D8"/>
            </a:solidFill>
          </a:ln>
          <a:effectLst/>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557784" y="3127248"/>
            <a:ext cx="1417320" cy="14813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48" name="TextBox 47"/>
          <p:cNvSpPr txBox="1"/>
          <p:nvPr/>
        </p:nvSpPr>
        <p:spPr>
          <a:xfrm>
            <a:off x="557784" y="3621024"/>
            <a:ext cx="1417320" cy="577081"/>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679C3"/>
                </a:solidFill>
                <a:effectLst/>
                <a:uLnTx/>
                <a:uFillTx/>
                <a:latin typeface="Arial"/>
                <a:ea typeface="+mn-ea"/>
                <a:cs typeface="+mn-cs"/>
              </a:rPr>
              <a:t>Track 2: Organization of the future</a:t>
            </a:r>
          </a:p>
        </p:txBody>
      </p:sp>
      <p:sp>
        <p:nvSpPr>
          <p:cNvPr id="61" name="Rounded Rectangle 60"/>
          <p:cNvSpPr/>
          <p:nvPr/>
        </p:nvSpPr>
        <p:spPr>
          <a:xfrm>
            <a:off x="557784" y="5591825"/>
            <a:ext cx="11082528" cy="621792"/>
          </a:xfrm>
          <a:prstGeom prst="roundRect">
            <a:avLst>
              <a:gd name="adj" fmla="val 10000"/>
            </a:avLst>
          </a:prstGeom>
          <a:solidFill>
            <a:srgbClr val="E8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0000"/>
              </a:solidFill>
              <a:effectLst/>
              <a:uLnTx/>
              <a:uFillTx/>
              <a:latin typeface="Arial"/>
              <a:ea typeface="+mn-ea"/>
              <a:cs typeface="+mn-cs"/>
            </a:endParaRPr>
          </a:p>
        </p:txBody>
      </p:sp>
      <p:sp>
        <p:nvSpPr>
          <p:cNvPr id="62" name="TextBox 61"/>
          <p:cNvSpPr txBox="1"/>
          <p:nvPr/>
        </p:nvSpPr>
        <p:spPr>
          <a:xfrm>
            <a:off x="864108" y="5690003"/>
            <a:ext cx="10469880" cy="425437"/>
          </a:xfrm>
          <a:prstGeom prst="rect">
            <a:avLst/>
          </a:prstGeom>
          <a:noFill/>
        </p:spPr>
        <p:txBody>
          <a:bodyPr wrap="square" lIns="0" tIns="0" rIns="0" bIns="0" anchor="ctr">
            <a:spAutoFit/>
          </a:bodyPr>
          <a:lstStyle/>
          <a:p>
            <a:pPr lvl="0">
              <a:lnSpc>
                <a:spcPct val="102000"/>
              </a:lnSpc>
              <a:defRPr/>
            </a:pPr>
            <a:r>
              <a:rPr lang="en-US" sz="1400" b="1" dirty="0">
                <a:solidFill>
                  <a:srgbClr val="061F79"/>
                </a:solidFill>
              </a:rPr>
              <a:t>The two tracks feed each other: </a:t>
            </a:r>
            <a:r>
              <a:rPr lang="en-US" sz="1400" dirty="0" b="0">
                <a:solidFill>
                  <a:srgbClr val="000000"/>
                </a:solidFill>
              </a:rPr>
              <a:t>Track 1 picks the priority domains and details how work and roles change inside them; Track 2 folds those shifts into one integrated org of the future, so structure, skills, and footprint move together</a:t>
            </a:r>
            <a:endParaRPr lang="en-US" sz="1400" b="1" dirty="0">
              <a:solidFill>
                <a:srgbClr val="FF0000"/>
              </a:solidFill>
            </a:endParaRPr>
          </a:p>
        </p:txBody>
      </p:sp>
      <p:pic>
        <p:nvPicPr>
          <p:cNvPr id="71" name="CustomIcon">
            <a:extLst>
              <a:ext uri="{FF2B5EF4-FFF2-40B4-BE49-F238E27FC236}">
                <a16:creationId xmlns:a16="http://schemas.microsoft.com/office/drawing/2014/main" id="{9EAFEFED-4C80-0212-7BF4-A43FE813D858}"/>
              </a:ext>
            </a:extLst>
          </p:cNvPr>
          <p:cNvPicPr>
            <a:picLocks/>
          </p:cNvPicPr>
          <p:nvPr>
            <p:custDataLst>
              <p:tags r:id="rId2"/>
            </p:custDataLst>
          </p:nvPr>
        </p:nvPicPr>
        <p:blipFill>
          <a:blip>
            <a:extLst>
              <a:ext uri="{96DAC541-7B7A-43D3-8B79-37D633B846F1}">
                <asvg:svgBlip xmlns:asvg="http://schemas.microsoft.com/office/drawing/2016/SVG/main" r:embed="rId9"/>
              </a:ext>
            </a:extLst>
          </a:blip>
          <a:stretch>
            <a:fillRect/>
          </a:stretch>
        </p:blipFill>
        <p:spPr>
          <a:xfrm>
            <a:off x="618744" y="1352375"/>
            <a:ext cx="390144" cy="390144"/>
          </a:xfrm>
          <a:prstGeom prst="rect">
            <a:avLst/>
          </a:prstGeom>
        </p:spPr>
      </p:pic>
      <p:pic>
        <p:nvPicPr>
          <p:cNvPr id="72" name="CustomIcon">
            <a:extLst>
              <a:ext uri="{FF2B5EF4-FFF2-40B4-BE49-F238E27FC236}">
                <a16:creationId xmlns:a16="http://schemas.microsoft.com/office/drawing/2014/main" id="{D13D7905-DB86-B0FC-CE8E-2E44E76A472B}"/>
              </a:ext>
            </a:extLst>
          </p:cNvPr>
          <p:cNvPicPr>
            <a:picLocks/>
          </p:cNvPicPr>
          <p:nvPr>
            <p:custDataLst>
              <p:tags r:id="rId3"/>
            </p:custDataLst>
          </p:nvPr>
        </p:nvPicPr>
        <p:blipFill>
          <a:blip>
            <a:extLst>
              <a:ext uri="{96DAC541-7B7A-43D3-8B79-37D633B846F1}">
                <asvg:svgBlip xmlns:asvg="http://schemas.microsoft.com/office/drawing/2016/SVG/main" r:embed="rId10"/>
              </a:ext>
            </a:extLst>
          </a:blip>
          <a:stretch>
            <a:fillRect/>
          </a:stretch>
        </p:blipFill>
        <p:spPr>
          <a:xfrm>
            <a:off x="618744" y="3154680"/>
            <a:ext cx="390144" cy="390144"/>
          </a:xfrm>
          <a:prstGeom prst="rect">
            <a:avLst/>
          </a:prstGeom>
        </p:spPr>
      </p:pic>
      <p:sp>
        <p:nvSpPr>
          <p:cNvPr id="73" name="TextBox 72"/>
          <p:cNvSpPr txBox="1"/>
          <p:nvPr/>
        </p:nvSpPr>
        <p:spPr>
          <a:xfrm>
            <a:off x="557784" y="4806601"/>
            <a:ext cx="1444752" cy="215444"/>
          </a:xfrm>
          <a:prstGeom prst="rect">
            <a:avLst/>
          </a:prstGeom>
          <a:noFill/>
        </p:spPr>
        <p:txBody>
          <a:bodyPr wrap="square" lIns="0" tIns="0" rIns="0" bIns="0">
            <a:spAutoFit/>
          </a:bodyPr>
          <a:lstStyle/>
          <a:p>
            <a:r>
              <a:rPr lang="en-US" sz="1400" b="1" dirty="0">
                <a:solidFill>
                  <a:srgbClr val="061F79"/>
                </a:solidFill>
                <a:latin typeface="Arial"/>
              </a:rPr>
              <a:t>Key outcomes:</a:t>
            </a:r>
            <a:endParaRPr sz="1400" b="1" dirty="0">
              <a:solidFill>
                <a:srgbClr val="FF0000"/>
              </a:solidFill>
              <a:latin typeface="Arial"/>
            </a:endParaRPr>
          </a:p>
        </p:txBody>
      </p:sp>
      <p:grpSp>
        <p:nvGrpSpPr>
          <p:cNvPr id="68" name="Group 67">
            <a:extLst>
              <a:ext uri="{FF2B5EF4-FFF2-40B4-BE49-F238E27FC236}">
                <a16:creationId xmlns:a16="http://schemas.microsoft.com/office/drawing/2014/main" id="{FC4807AA-65B7-898B-4078-34EF6994D3B1}"/>
              </a:ext>
            </a:extLst>
          </p:cNvPr>
          <p:cNvGrpSpPr/>
          <p:nvPr/>
        </p:nvGrpSpPr>
        <p:grpSpPr>
          <a:xfrm>
            <a:off x="2103120" y="4751305"/>
            <a:ext cx="2779774" cy="713232"/>
            <a:chOff x="2103120" y="4975064"/>
            <a:chExt cx="2779774" cy="713232"/>
          </a:xfrm>
        </p:grpSpPr>
        <p:sp>
          <p:nvSpPr>
            <p:cNvPr id="74" name="Rounded Rectangle 73"/>
            <p:cNvSpPr>
              <a:spLocks/>
            </p:cNvSpPr>
            <p:nvPr/>
          </p:nvSpPr>
          <p:spPr>
            <a:xfrm>
              <a:off x="2103120" y="4975064"/>
              <a:ext cx="2779774" cy="713232"/>
            </a:xfrm>
            <a:prstGeom prst="roundRect">
              <a:avLst>
                <a:gd name="adj" fmla="val 12000"/>
              </a:avLst>
            </a:prstGeom>
            <a:solidFill>
              <a:srgbClr val="F0F4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solidFill>
                  <a:srgbClr val="FF0000"/>
                </a:solidFill>
              </a:endParaRPr>
            </a:p>
          </p:txBody>
        </p:sp>
        <p:sp>
          <p:nvSpPr>
            <p:cNvPr id="75" name="TextBox 74"/>
            <p:cNvSpPr txBox="1"/>
            <p:nvPr/>
          </p:nvSpPr>
          <p:spPr>
            <a:xfrm>
              <a:off x="2219327" y="5020056"/>
              <a:ext cx="2547361" cy="623248"/>
            </a:xfrm>
            <a:prstGeom prst="rect">
              <a:avLst/>
            </a:prstGeom>
            <a:noFill/>
          </p:spPr>
          <p:txBody>
            <a:bodyPr wrap="square" lIns="0" tIns="0" rIns="0" bIns="0">
              <a:spAutoFit/>
            </a:bodyPr>
            <a:lstStyle/>
            <a:p>
              <a:r>
                <a:rPr sz="1400" b="1" dirty="0">
                  <a:solidFill>
                    <a:srgbClr val="061F79"/>
                  </a:solidFill>
                  <a:latin typeface="Arial"/>
                </a:rPr>
                <a:t>Prioritized domain portfolio</a:t>
              </a:r>
            </a:p>
            <a:p>
              <a:pPr>
                <a:spcBef>
                  <a:spcPts val="300"/>
                </a:spcBef>
              </a:pPr>
              <a:r>
                <a:rPr lang="en-US" sz="1200" dirty="0">
                  <a:solidFill>
                    <a:srgbClr val="000000"/>
                  </a:solidFill>
                  <a:latin typeface="Arial"/>
                </a:rPr>
                <a:t>5-6 </a:t>
              </a:r>
              <a:r>
                <a:rPr lang="en-US" sz="1200" b="0" dirty="0">
                  <a:solidFill>
                    <a:srgbClr val="000000"/>
                  </a:solidFill>
                  <a:latin typeface="Arial"/>
                </a:rPr>
                <a:t>big bets, value-backed and sequenced</a:t>
              </a:r>
            </a:p>
          </p:txBody>
        </p:sp>
      </p:grpSp>
      <p:grpSp>
        <p:nvGrpSpPr>
          <p:cNvPr id="67" name="Group 66">
            <a:extLst>
              <a:ext uri="{FF2B5EF4-FFF2-40B4-BE49-F238E27FC236}">
                <a16:creationId xmlns:a16="http://schemas.microsoft.com/office/drawing/2014/main" id="{E7903D37-8A03-F7D6-0598-2BF5DB91DF9F}"/>
              </a:ext>
            </a:extLst>
          </p:cNvPr>
          <p:cNvGrpSpPr/>
          <p:nvPr/>
        </p:nvGrpSpPr>
        <p:grpSpPr>
          <a:xfrm>
            <a:off x="5481830" y="4751305"/>
            <a:ext cx="2779774" cy="713232"/>
            <a:chOff x="5330952" y="4975064"/>
            <a:chExt cx="2779774" cy="713232"/>
          </a:xfrm>
        </p:grpSpPr>
        <p:sp>
          <p:nvSpPr>
            <p:cNvPr id="76" name="Rounded Rectangle 75"/>
            <p:cNvSpPr>
              <a:spLocks/>
            </p:cNvSpPr>
            <p:nvPr/>
          </p:nvSpPr>
          <p:spPr>
            <a:xfrm>
              <a:off x="5330952" y="4975064"/>
              <a:ext cx="2779774" cy="713232"/>
            </a:xfrm>
            <a:prstGeom prst="roundRect">
              <a:avLst>
                <a:gd name="adj" fmla="val 12000"/>
              </a:avLst>
            </a:prstGeom>
            <a:solidFill>
              <a:srgbClr val="F0F4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solidFill>
                  <a:srgbClr val="FF0000"/>
                </a:solidFill>
              </a:endParaRPr>
            </a:p>
          </p:txBody>
        </p:sp>
        <p:sp>
          <p:nvSpPr>
            <p:cNvPr id="77" name="TextBox 76"/>
            <p:cNvSpPr txBox="1"/>
            <p:nvPr/>
          </p:nvSpPr>
          <p:spPr>
            <a:xfrm>
              <a:off x="5445028" y="5020056"/>
              <a:ext cx="2551622" cy="623248"/>
            </a:xfrm>
            <a:prstGeom prst="rect">
              <a:avLst/>
            </a:prstGeom>
            <a:noFill/>
          </p:spPr>
          <p:txBody>
            <a:bodyPr wrap="square" lIns="0" tIns="0" rIns="0" bIns="0">
              <a:spAutoFit/>
            </a:bodyPr>
            <a:lstStyle/>
            <a:p>
              <a:r>
                <a:rPr sz="1400" b="1" dirty="0">
                  <a:solidFill>
                    <a:srgbClr val="061F79"/>
                  </a:solidFill>
                  <a:latin typeface="Arial"/>
                </a:rPr>
                <a:t>Integrated org of the future</a:t>
              </a:r>
            </a:p>
            <a:p>
              <a:pPr>
                <a:spcBef>
                  <a:spcPts val="300"/>
                </a:spcBef>
              </a:pPr>
              <a:r>
                <a:rPr lang="en-US" sz="1200" b="0" dirty="0">
                  <a:solidFill>
                    <a:srgbClr val="000000"/>
                  </a:solidFill>
                  <a:latin typeface="Arial"/>
                </a:rPr>
                <a:t>Org chassis, spans and layers, agentic roles, and skills</a:t>
              </a:r>
            </a:p>
          </p:txBody>
        </p:sp>
      </p:grpSp>
      <p:grpSp>
        <p:nvGrpSpPr>
          <p:cNvPr id="66" name="Group 65">
            <a:extLst>
              <a:ext uri="{FF2B5EF4-FFF2-40B4-BE49-F238E27FC236}">
                <a16:creationId xmlns:a16="http://schemas.microsoft.com/office/drawing/2014/main" id="{5EE6128C-AA1E-4980-D974-EE209CC8AD2D}"/>
              </a:ext>
            </a:extLst>
          </p:cNvPr>
          <p:cNvGrpSpPr/>
          <p:nvPr/>
        </p:nvGrpSpPr>
        <p:grpSpPr>
          <a:xfrm>
            <a:off x="8860538" y="4751305"/>
            <a:ext cx="2779774" cy="713232"/>
            <a:chOff x="8558784" y="4975064"/>
            <a:chExt cx="2779774" cy="713232"/>
          </a:xfrm>
        </p:grpSpPr>
        <p:sp>
          <p:nvSpPr>
            <p:cNvPr id="78" name="Rounded Rectangle 77"/>
            <p:cNvSpPr>
              <a:spLocks/>
            </p:cNvSpPr>
            <p:nvPr/>
          </p:nvSpPr>
          <p:spPr>
            <a:xfrm>
              <a:off x="8558784" y="4975064"/>
              <a:ext cx="2779774" cy="713232"/>
            </a:xfrm>
            <a:prstGeom prst="roundRect">
              <a:avLst>
                <a:gd name="adj" fmla="val 12000"/>
              </a:avLst>
            </a:prstGeom>
            <a:solidFill>
              <a:srgbClr val="F0F4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endParaRPr>
                <a:solidFill>
                  <a:srgbClr val="FF0000"/>
                </a:solidFill>
              </a:endParaRPr>
            </a:p>
          </p:txBody>
        </p:sp>
        <p:sp>
          <p:nvSpPr>
            <p:cNvPr id="79" name="TextBox 78"/>
            <p:cNvSpPr txBox="1"/>
            <p:nvPr/>
          </p:nvSpPr>
          <p:spPr>
            <a:xfrm>
              <a:off x="8692152" y="5020056"/>
              <a:ext cx="2513039" cy="623248"/>
            </a:xfrm>
            <a:prstGeom prst="rect">
              <a:avLst/>
            </a:prstGeom>
            <a:noFill/>
          </p:spPr>
          <p:txBody>
            <a:bodyPr wrap="square" lIns="0" tIns="0" rIns="0" bIns="0">
              <a:spAutoFit/>
            </a:bodyPr>
            <a:lstStyle/>
            <a:p>
              <a:r>
                <a:rPr sz="1400" b="1" dirty="0">
                  <a:solidFill>
                    <a:srgbClr val="061F79"/>
                  </a:solidFill>
                  <a:latin typeface="Arial"/>
                </a:rPr>
                <a:t>Location and talent roadmap</a:t>
              </a:r>
            </a:p>
            <a:p>
              <a:pPr>
                <a:spcBef>
                  <a:spcPts val="300"/>
                </a:spcBef>
              </a:pPr>
              <a:r>
                <a:rPr lang="en-US" sz="1200" b="0" dirty="0">
                  <a:solidFill>
                    <a:srgbClr val="000000"/>
                  </a:solidFill>
                  <a:latin typeface="Arial"/>
                </a:rPr>
                <a:t>GLS 2.0 disposition and 90-day mobilization plan</a:t>
              </a:r>
            </a:p>
          </p:txBody>
        </p:sp>
      </p:grpSp>
      <p:grpSp>
        <p:nvGrpSpPr>
          <p:cNvPr id="64" name="PlusSignWhite 64">
            <a:extLst>
              <a:ext uri="{FF2B5EF4-FFF2-40B4-BE49-F238E27FC236}">
                <a16:creationId xmlns:a16="http://schemas.microsoft.com/office/drawing/2014/main" id="{B33BB29C-909B-461D-94B0-2E98C589C0BA}"/>
              </a:ext>
            </a:extLst>
          </p:cNvPr>
          <p:cNvGrpSpPr>
            <a:grpSpLocks noChangeAspect="1"/>
          </p:cNvGrpSpPr>
          <p:nvPr>
            <p:custDataLst>
              <p:tags r:id="rId4"/>
            </p:custDataLst>
          </p:nvPr>
        </p:nvGrpSpPr>
        <p:grpSpPr>
          <a:xfrm>
            <a:off x="4984248" y="4899599"/>
            <a:ext cx="396228" cy="396228"/>
            <a:chOff x="1016000" y="1016000"/>
            <a:chExt cx="396228" cy="396228"/>
          </a:xfrm>
        </p:grpSpPr>
        <p:sp>
          <p:nvSpPr>
            <p:cNvPr id="3" name="Oval 2">
              <a:extLst>
                <a:ext uri="{FF2B5EF4-FFF2-40B4-BE49-F238E27FC236}">
                  <a16:creationId xmlns:a16="http://schemas.microsoft.com/office/drawing/2014/main" id="{6DC1E1C6-EB0F-CFD3-92A1-47BF25B0310D}"/>
                </a:ext>
              </a:extLst>
            </p:cNvPr>
            <p:cNvSpPr/>
            <p:nvPr/>
          </p:nvSpPr>
          <p:spPr>
            <a:xfrm>
              <a:off x="1016000" y="1016000"/>
              <a:ext cx="396228" cy="396228"/>
            </a:xfrm>
            <a:prstGeom prst="ellipse">
              <a:avLst/>
            </a:prstGeom>
            <a:solidFill>
              <a:schemeClr val="bg1"/>
            </a:solidFill>
            <a:ln w="6350" cap="sq">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dirty="0" err="1">
                <a:solidFill>
                  <a:srgbClr val="FF0000"/>
                </a:solidFill>
              </a:endParaRPr>
            </a:p>
          </p:txBody>
        </p:sp>
        <p:pic>
          <p:nvPicPr>
            <p:cNvPr id="60" name="Graphic 59">
              <a:extLst>
                <a:ext uri="{FF2B5EF4-FFF2-40B4-BE49-F238E27FC236}">
                  <a16:creationId xmlns:a16="http://schemas.microsoft.com/office/drawing/2014/main" id="{B61BE7CE-C2AE-0B9E-1E2D-433555B07B71}"/>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23614" y="1023614"/>
              <a:ext cx="381000" cy="381000"/>
            </a:xfrm>
            <a:prstGeom prst="rect">
              <a:avLst/>
            </a:prstGeom>
          </p:spPr>
        </p:pic>
      </p:grpSp>
      <p:grpSp>
        <p:nvGrpSpPr>
          <p:cNvPr id="69" name="PlusSignWhite 64">
            <a:extLst>
              <a:ext uri="{FF2B5EF4-FFF2-40B4-BE49-F238E27FC236}">
                <a16:creationId xmlns:a16="http://schemas.microsoft.com/office/drawing/2014/main" id="{4D235212-28A0-9B20-7801-A8F62C66BE8C}"/>
              </a:ext>
            </a:extLst>
          </p:cNvPr>
          <p:cNvGrpSpPr>
            <a:grpSpLocks noChangeAspect="1"/>
          </p:cNvGrpSpPr>
          <p:nvPr>
            <p:custDataLst>
              <p:tags r:id="rId5"/>
            </p:custDataLst>
          </p:nvPr>
        </p:nvGrpSpPr>
        <p:grpSpPr>
          <a:xfrm>
            <a:off x="8362958" y="4899599"/>
            <a:ext cx="396228" cy="396228"/>
            <a:chOff x="1016000" y="1016000"/>
            <a:chExt cx="396228" cy="396228"/>
          </a:xfrm>
        </p:grpSpPr>
        <p:sp>
          <p:nvSpPr>
            <p:cNvPr id="70" name="Oval 69">
              <a:extLst>
                <a:ext uri="{FF2B5EF4-FFF2-40B4-BE49-F238E27FC236}">
                  <a16:creationId xmlns:a16="http://schemas.microsoft.com/office/drawing/2014/main" id="{B6E54834-701A-7FF7-D307-67A78CE2718F}"/>
                </a:ext>
              </a:extLst>
            </p:cNvPr>
            <p:cNvSpPr/>
            <p:nvPr/>
          </p:nvSpPr>
          <p:spPr>
            <a:xfrm>
              <a:off x="1016000" y="1016000"/>
              <a:ext cx="396228" cy="396228"/>
            </a:xfrm>
            <a:prstGeom prst="ellipse">
              <a:avLst/>
            </a:prstGeom>
            <a:solidFill>
              <a:schemeClr val="bg1"/>
            </a:solidFill>
            <a:ln w="6350" cap="sq">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dirty="0" err="1">
                <a:solidFill>
                  <a:srgbClr val="FF0000"/>
                </a:solidFill>
              </a:endParaRPr>
            </a:p>
          </p:txBody>
        </p:sp>
        <p:pic>
          <p:nvPicPr>
            <p:cNvPr id="80" name="Graphic 79">
              <a:extLst>
                <a:ext uri="{FF2B5EF4-FFF2-40B4-BE49-F238E27FC236}">
                  <a16:creationId xmlns:a16="http://schemas.microsoft.com/office/drawing/2014/main" id="{77EAB2D8-EFD1-7635-F81A-C87A349D1237}"/>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23614" y="1023614"/>
              <a:ext cx="381000" cy="381000"/>
            </a:xfrm>
            <a:prstGeom prst="rect">
              <a:avLst/>
            </a:prstGeom>
          </p:spPr>
        </p:pic>
      </p:grpSp>
      <p:sp>
        <p:nvSpPr>
          <p:cNvPr id="81" name="TextBox 80">
            <a:extLst>
              <a:ext uri="{FF2B5EF4-FFF2-40B4-BE49-F238E27FC236}">
                <a16:creationId xmlns:a16="http://schemas.microsoft.com/office/drawing/2014/main" id="{9EC0CA52-F181-0CDB-E8F3-2530A66AE750}"/>
              </a:ext>
            </a:extLst>
          </p:cNvPr>
          <p:cNvSpPr txBox="1"/>
          <p:nvPr/>
        </p:nvSpPr>
        <p:spPr>
          <a:xfrm>
            <a:off x="2103120" y="779106"/>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effectLst/>
                <a:uLnTx/>
                <a:uFillTx/>
                <a:latin typeface="Arial"/>
                <a:ea typeface="+mn-ea"/>
                <a:cs typeface="+mn-cs"/>
              </a:rPr>
              <a:t>Aug ‘26</a:t>
            </a:r>
            <a:endParaRPr kumimoji="0" sz="1200" b="1" i="0" u="none" strike="noStrike" kern="1200" cap="none" spc="0" normalizeH="0" baseline="0" noProof="0" dirty="0">
              <a:ln>
                <a:noFill/>
              </a:ln>
              <a:effectLst/>
              <a:uLnTx/>
              <a:uFillTx/>
              <a:latin typeface="Arial"/>
              <a:ea typeface="+mn-ea"/>
              <a:cs typeface="+mn-cs"/>
            </a:endParaRPr>
          </a:p>
        </p:txBody>
      </p:sp>
      <p:sp>
        <p:nvSpPr>
          <p:cNvPr id="82" name="TextBox 81">
            <a:extLst>
              <a:ext uri="{FF2B5EF4-FFF2-40B4-BE49-F238E27FC236}">
                <a16:creationId xmlns:a16="http://schemas.microsoft.com/office/drawing/2014/main" id="{255759C6-0F59-0939-C090-960AA1697728}"/>
              </a:ext>
            </a:extLst>
          </p:cNvPr>
          <p:cNvSpPr txBox="1"/>
          <p:nvPr/>
        </p:nvSpPr>
        <p:spPr>
          <a:xfrm>
            <a:off x="10845546" y="779106"/>
            <a:ext cx="993862" cy="184666"/>
          </a:xfrm>
          <a:prstGeom prst="rect">
            <a:avLst/>
          </a:prstGeom>
          <a:noFill/>
        </p:spPr>
        <p:txBody>
          <a:bodyPr wrap="non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effectLst/>
                <a:uLnTx/>
                <a:uFillTx/>
                <a:latin typeface="Arial"/>
                <a:ea typeface="+mn-ea"/>
                <a:cs typeface="+mn-cs"/>
              </a:rPr>
              <a:t>End of Oct’26</a:t>
            </a:r>
          </a:p>
        </p:txBody>
      </p:sp>
      <p:sp>
        <p:nvSpPr>
          <p:cNvPr id="83" name="Rounded Rectangle 82"/>
          <p:cNvSpPr/>
          <p:nvPr/>
        </p:nvSpPr>
        <p:spPr>
          <a:xfrm>
            <a:off x="2103120" y="1298448"/>
            <a:ext cx="3977639" cy="100584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36576" bIns="27432"/>
          <a:lstStyle/>
          <a:p>
            <a:pPr algn="l">
              <a:lnSpc>
                <a:spcPct val="95000"/>
              </a:lnSpc>
            </a:pPr>
            <a:r>
              <a:rPr sz="1000" b="1" i="0">
                <a:solidFill>
                  <a:srgbClr val="FFFFFF"/>
                </a:solidFill>
                <a:latin typeface="Arial"/>
              </a:rPr>
              <a:t>Prioritize the AI domains</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Inventory initiatives and ideas bottom-up; cluster into E2E domains</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Baseline each domain; align criteria (value, readiness, feasibility)</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Commit to the 5–6 big bets and the value-backed roadmap</a:t>
            </a:r>
          </a:p>
        </p:txBody>
      </p:sp>
      <p:sp>
        <p:nvSpPr>
          <p:cNvPr id="84" name="Rounded Rectangle 83"/>
          <p:cNvSpPr/>
          <p:nvPr/>
        </p:nvSpPr>
        <p:spPr>
          <a:xfrm>
            <a:off x="6080759" y="1298448"/>
            <a:ext cx="2386584" cy="1005840"/>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36576" bIns="27432"/>
          <a:lstStyle/>
          <a:p>
            <a:pPr algn="l">
              <a:lnSpc>
                <a:spcPct val="95000"/>
              </a:lnSpc>
            </a:pPr>
            <a:r>
              <a:rPr sz="1000" b="1" i="0">
                <a:solidFill>
                  <a:srgbClr val="FFFFFF"/>
                </a:solidFill>
                <a:latin typeface="Arial"/>
              </a:rPr>
              <a:t>Detail workforce and org shifts for priority domain #1</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Roles that change, skills needed</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Size and shape of the future team</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Value unlocked</a:t>
            </a:r>
          </a:p>
        </p:txBody>
      </p:sp>
      <p:sp>
        <p:nvSpPr>
          <p:cNvPr id="85" name="Rounded Rectangle 84"/>
          <p:cNvSpPr/>
          <p:nvPr/>
        </p:nvSpPr>
        <p:spPr>
          <a:xfrm>
            <a:off x="8467344" y="1298448"/>
            <a:ext cx="3172968" cy="731520"/>
          </a:xfrm>
          <a:prstGeom prst="roundRect">
            <a:avLst>
              <a:gd name="adj" fmla="val 10000"/>
            </a:avLst>
          </a:prstGeom>
          <a:solidFill>
            <a:srgbClr val="F0F4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36576" bIns="27432"/>
          <a:lstStyle/>
          <a:p>
            <a:pPr algn="l">
              <a:lnSpc>
                <a:spcPct val="95000"/>
              </a:lnSpc>
            </a:pPr>
            <a:r>
              <a:rPr sz="1000" b="1" i="0">
                <a:solidFill>
                  <a:srgbClr val="061F79"/>
                </a:solidFill>
                <a:latin typeface="Arial"/>
              </a:rPr>
              <a:t>Mobilize lighthouse pilots in the first big bets</a:t>
            </a:r>
          </a:p>
          <a:p>
            <a:pPr marL="109728" indent="-109728">
              <a:lnSpc>
                <a:spcPct val="95000"/>
              </a:lnSpc>
              <a:spcBef>
                <a:spcPts val="200"/>
              </a:spcBef>
            </a:pPr>
            <a:r>
              <a:rPr sz="850" b="0" i="0">
                <a:solidFill>
                  <a:srgbClr val="061F79"/>
                </a:solidFill>
                <a:latin typeface="Arial"/>
              </a:rPr>
              <a:t>• </a:t>
            </a:r>
            <a:r>
              <a:rPr sz="850" b="0" i="0">
                <a:solidFill>
                  <a:srgbClr val="061F79"/>
                </a:solidFill>
                <a:latin typeface="Arial"/>
              </a:rPr>
              <a:t>Teams, milestones, and value tracking (pilots run 12–14 weeks)</a:t>
            </a:r>
          </a:p>
        </p:txBody>
      </p:sp>
      <p:sp>
        <p:nvSpPr>
          <p:cNvPr id="86" name="TextBox 85"/>
          <p:cNvSpPr txBox="1"/>
          <p:nvPr/>
        </p:nvSpPr>
        <p:spPr>
          <a:xfrm>
            <a:off x="557784" y="2834640"/>
            <a:ext cx="1463040" cy="182880"/>
          </a:xfrm>
          <a:prstGeom prst="rect">
            <a:avLst/>
          </a:prstGeom>
          <a:noFill/>
        </p:spPr>
        <p:txBody>
          <a:bodyPr wrap="square" lIns="0" rIns="0" tIns="0" bIns="0">
            <a:spAutoFit/>
          </a:bodyPr>
          <a:lstStyle/>
          <a:p>
            <a:pPr>
              <a:lnSpc>
                <a:spcPct val="100000"/>
              </a:lnSpc>
            </a:pPr>
            <a:r>
              <a:rPr sz="850" b="1" i="1">
                <a:solidFill>
                  <a:srgbClr val="63666A"/>
                </a:solidFill>
                <a:latin typeface="Arial"/>
              </a:rPr>
              <a:t>Joint workshops</a:t>
            </a:r>
          </a:p>
        </p:txBody>
      </p:sp>
      <p:sp>
        <p:nvSpPr>
          <p:cNvPr id="87" name="Diamond 86"/>
          <p:cNvSpPr/>
          <p:nvPr/>
        </p:nvSpPr>
        <p:spPr>
          <a:xfrm>
            <a:off x="3621024" y="2871216"/>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803904" y="2852928"/>
            <a:ext cx="1325880" cy="164592"/>
          </a:xfrm>
          <a:prstGeom prst="rect">
            <a:avLst/>
          </a:prstGeom>
          <a:noFill/>
        </p:spPr>
        <p:txBody>
          <a:bodyPr wrap="square" lIns="0" rIns="0" tIns="0" bIns="0">
            <a:spAutoFit/>
          </a:bodyPr>
          <a:lstStyle/>
          <a:p>
            <a:pPr>
              <a:lnSpc>
                <a:spcPct val="100000"/>
              </a:lnSpc>
            </a:pPr>
            <a:r>
              <a:rPr sz="800" b="0" i="0">
                <a:solidFill>
                  <a:srgbClr val="061F79"/>
                </a:solidFill>
                <a:latin typeface="Arial"/>
              </a:rPr>
              <a:t>Kick off; align framework</a:t>
            </a:r>
          </a:p>
        </p:txBody>
      </p:sp>
      <p:sp>
        <p:nvSpPr>
          <p:cNvPr id="89" name="Diamond 88"/>
          <p:cNvSpPr/>
          <p:nvPr/>
        </p:nvSpPr>
        <p:spPr>
          <a:xfrm>
            <a:off x="6007607" y="2871216"/>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90488" y="2852928"/>
            <a:ext cx="1325880" cy="164592"/>
          </a:xfrm>
          <a:prstGeom prst="rect">
            <a:avLst/>
          </a:prstGeom>
          <a:noFill/>
        </p:spPr>
        <p:txBody>
          <a:bodyPr wrap="square" lIns="0" rIns="0" tIns="0" bIns="0">
            <a:spAutoFit/>
          </a:bodyPr>
          <a:lstStyle/>
          <a:p>
            <a:pPr>
              <a:lnSpc>
                <a:spcPct val="100000"/>
              </a:lnSpc>
            </a:pPr>
            <a:r>
              <a:rPr sz="800" b="0" i="0">
                <a:solidFill>
                  <a:srgbClr val="061F79"/>
                </a:solidFill>
                <a:latin typeface="Arial"/>
              </a:rPr>
              <a:t>Commit to big bets</a:t>
            </a:r>
          </a:p>
        </p:txBody>
      </p:sp>
      <p:sp>
        <p:nvSpPr>
          <p:cNvPr id="91" name="Diamond 90"/>
          <p:cNvSpPr/>
          <p:nvPr/>
        </p:nvSpPr>
        <p:spPr>
          <a:xfrm>
            <a:off x="8394192" y="2871216"/>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577072" y="2852928"/>
            <a:ext cx="1325880" cy="164592"/>
          </a:xfrm>
          <a:prstGeom prst="rect">
            <a:avLst/>
          </a:prstGeom>
          <a:noFill/>
        </p:spPr>
        <p:txBody>
          <a:bodyPr wrap="square" lIns="0" rIns="0" tIns="0" bIns="0">
            <a:spAutoFit/>
          </a:bodyPr>
          <a:lstStyle/>
          <a:p>
            <a:pPr>
              <a:lnSpc>
                <a:spcPct val="100000"/>
              </a:lnSpc>
            </a:pPr>
            <a:r>
              <a:rPr sz="800" b="0" i="0">
                <a:solidFill>
                  <a:srgbClr val="061F79"/>
                </a:solidFill>
                <a:latin typeface="Arial"/>
              </a:rPr>
              <a:t>Org design + domain shifts</a:t>
            </a:r>
          </a:p>
        </p:txBody>
      </p:sp>
      <p:sp>
        <p:nvSpPr>
          <p:cNvPr id="93" name="Diamond 92"/>
          <p:cNvSpPr/>
          <p:nvPr/>
        </p:nvSpPr>
        <p:spPr>
          <a:xfrm>
            <a:off x="11448288" y="2871216"/>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0104119" y="2852928"/>
            <a:ext cx="1298448" cy="164592"/>
          </a:xfrm>
          <a:prstGeom prst="rect">
            <a:avLst/>
          </a:prstGeom>
          <a:noFill/>
        </p:spPr>
        <p:txBody>
          <a:bodyPr wrap="square" lIns="0" rIns="0" tIns="0" bIns="0">
            <a:spAutoFit/>
          </a:bodyPr>
          <a:lstStyle/>
          <a:p>
            <a:pPr algn="r">
              <a:lnSpc>
                <a:spcPct val="100000"/>
              </a:lnSpc>
            </a:pPr>
            <a:r>
              <a:rPr sz="800" b="0" i="0">
                <a:solidFill>
                  <a:srgbClr val="061F79"/>
                </a:solidFill>
                <a:latin typeface="Arial"/>
              </a:rPr>
              <a:t>Integrated org + roadmap</a:t>
            </a:r>
          </a:p>
        </p:txBody>
      </p:sp>
      <p:sp>
        <p:nvSpPr>
          <p:cNvPr id="95" name="Rounded Rectangle 94"/>
          <p:cNvSpPr/>
          <p:nvPr/>
        </p:nvSpPr>
        <p:spPr>
          <a:xfrm>
            <a:off x="2103120" y="3127248"/>
            <a:ext cx="3977639" cy="694944"/>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36576" bIns="27432"/>
          <a:lstStyle/>
          <a:p>
            <a:pPr algn="l">
              <a:lnSpc>
                <a:spcPct val="95000"/>
              </a:lnSpc>
            </a:pPr>
            <a:r>
              <a:rPr sz="1000" b="1" i="0">
                <a:solidFill>
                  <a:srgbClr val="FFFFFF"/>
                </a:solidFill>
                <a:latin typeface="Arial"/>
              </a:rPr>
              <a:t>Design the platform org of the future</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Choose the archetype and what TU must believe</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Draft the org chassis, spans, and layers (hygiene baseline)</a:t>
            </a:r>
          </a:p>
        </p:txBody>
      </p:sp>
      <p:sp>
        <p:nvSpPr>
          <p:cNvPr id="96" name="Rounded Rectangle 95"/>
          <p:cNvSpPr/>
          <p:nvPr/>
        </p:nvSpPr>
        <p:spPr>
          <a:xfrm>
            <a:off x="2103120" y="3913632"/>
            <a:ext cx="3977639" cy="694944"/>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36576" bIns="27432"/>
          <a:lstStyle/>
          <a:p>
            <a:pPr algn="l">
              <a:lnSpc>
                <a:spcPct val="95000"/>
              </a:lnSpc>
            </a:pPr>
            <a:r>
              <a:rPr sz="1000" b="1" i="0">
                <a:solidFill>
                  <a:srgbClr val="FFFFFF"/>
                </a:solidFill>
                <a:latin typeface="Arial"/>
              </a:rPr>
              <a:t>Launch strategic workforce planning</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Map 3-year talent demand and AI automation potential</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Define the job family architecture and skills baseline</a:t>
            </a:r>
          </a:p>
        </p:txBody>
      </p:sp>
      <p:sp>
        <p:nvSpPr>
          <p:cNvPr id="97" name="Rounded Rectangle 96"/>
          <p:cNvSpPr/>
          <p:nvPr/>
        </p:nvSpPr>
        <p:spPr>
          <a:xfrm>
            <a:off x="6080759" y="3127248"/>
            <a:ext cx="5559552" cy="694944"/>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36576" bIns="27432"/>
          <a:lstStyle/>
          <a:p>
            <a:pPr algn="l">
              <a:lnSpc>
                <a:spcPct val="95000"/>
              </a:lnSpc>
            </a:pPr>
            <a:r>
              <a:rPr sz="1000" b="1" i="0">
                <a:solidFill>
                  <a:srgbClr val="FFFFFF"/>
                </a:solidFill>
                <a:latin typeface="Arial"/>
              </a:rPr>
              <a:t>Integrate the org of the future</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Fold in the domain workforce shifts from Track 1</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Converge structure, skills, culture, and footprint into one blueprint</a:t>
            </a:r>
          </a:p>
        </p:txBody>
      </p:sp>
      <p:sp>
        <p:nvSpPr>
          <p:cNvPr id="98" name="Rounded Rectangle 97"/>
          <p:cNvSpPr/>
          <p:nvPr/>
        </p:nvSpPr>
        <p:spPr>
          <a:xfrm>
            <a:off x="6080759" y="3913632"/>
            <a:ext cx="3182111" cy="694944"/>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tIns="36576" bIns="27432"/>
          <a:lstStyle/>
          <a:p>
            <a:pPr algn="l">
              <a:lnSpc>
                <a:spcPct val="95000"/>
              </a:lnSpc>
            </a:pPr>
            <a:r>
              <a:rPr sz="1000" b="1" i="0">
                <a:solidFill>
                  <a:srgbClr val="FFFFFF"/>
                </a:solidFill>
                <a:latin typeface="Arial"/>
              </a:rPr>
              <a:t>Refresh the global location strategy</a:t>
            </a:r>
          </a:p>
          <a:p>
            <a:pPr marL="109728" indent="-109728">
              <a:lnSpc>
                <a:spcPct val="95000"/>
              </a:lnSpc>
              <a:spcBef>
                <a:spcPts val="200"/>
              </a:spcBef>
            </a:pPr>
            <a:r>
              <a:rPr sz="850" b="0" i="0">
                <a:solidFill>
                  <a:srgbClr val="FFFFFF"/>
                </a:solidFill>
                <a:latin typeface="Arial"/>
              </a:rPr>
              <a:t>• </a:t>
            </a:r>
            <a:r>
              <a:rPr sz="850" b="0" i="0">
                <a:solidFill>
                  <a:srgbClr val="FFFFFF"/>
                </a:solidFill>
                <a:latin typeface="Arial"/>
              </a:rPr>
              <a:t>Decide which roles sit where and what moves first</a:t>
            </a:r>
          </a:p>
        </p:txBody>
      </p:sp>
      <p:sp>
        <p:nvSpPr>
          <p:cNvPr id="99" name="Down Arrow 98"/>
          <p:cNvSpPr/>
          <p:nvPr/>
        </p:nvSpPr>
        <p:spPr>
          <a:xfrm>
            <a:off x="7589520" y="2340864"/>
            <a:ext cx="274320" cy="749808"/>
          </a:xfrm>
          <a:prstGeom prst="downArrow">
            <a:avLst>
              <a:gd name="adj1" fmla="val 55000"/>
              <a:gd name="adj2" fmla="val 55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REBUILT workplan-ish per your guidance: front-loaded (domains wks 1–5, first-domain workforce shifts wks 6–8, platform org + SWP wks 1–5); details now inside the bars; joint workshops added as phase events on the rail; arrow = Track 1 shifts feeding the integrated org; single plan, no options. Red draft styling on outcomes/band normalized to navy/black.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090FB3AC-E34B-30B9-F23B-7D759C927068}"/>
              </a:ext>
            </a:extLst>
          </p:cNvPr>
          <p:cNvGraphicFramePr>
            <a:graphicFrameLocks noChangeAspect="1"/>
          </p:cNvGraphicFramePr>
          <p:nvPr>
            <p:custDataLst>
              <p:tags r:id="rId1"/>
            </p:custDataLst>
            <p:extLst>
              <p:ext uri="{D42A27DB-BD31-4B8C-83A1-F6EECF244321}">
                <p14:modId xmlns:p14="http://schemas.microsoft.com/office/powerpoint/2010/main" val="40909327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6" imgW="404" imgH="405" progId="TCLayout.ActiveDocument.1">
                  <p:embed/>
                </p:oleObj>
              </mc:Choice>
              <mc:Fallback>
                <p:oleObj name="think-cell Slide" r:id="rId6" imgW="404" imgH="405" progId="TCLayout.ActiveDocument.1">
                  <p:embed/>
                  <p:pic>
                    <p:nvPicPr>
                      <p:cNvPr id="5" name="Object 2" hidden="1">
                        <a:extLst>
                          <a:ext uri="{FF2B5EF4-FFF2-40B4-BE49-F238E27FC236}">
                            <a16:creationId xmlns:a16="http://schemas.microsoft.com/office/drawing/2014/main" id="{090FB3AC-E34B-30B9-F23B-7D759C92706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0AF50648-A519-BEC9-A0CD-8A8212027B92}"/>
              </a:ext>
            </a:extLst>
          </p:cNvPr>
          <p:cNvSpPr>
            <a:spLocks noGrp="1"/>
          </p:cNvSpPr>
          <p:nvPr>
            <p:ph type="title"/>
            <p:custDataLst>
              <p:tags r:id="rId2"/>
            </p:custDataLst>
          </p:nvPr>
        </p:nvSpPr>
        <p:spPr/>
        <p:txBody>
          <a:bodyPr vert="horz"/>
          <a:lstStyle/>
          <a:p>
            <a:r>
              <a:rPr lang="en-US" dirty="0"/>
              <a:t>Appendix</a:t>
            </a:r>
          </a:p>
        </p:txBody>
      </p:sp>
      <p:sp>
        <p:nvSpPr>
          <p:cNvPr id="3" name="1. On-page tracker">
            <a:extLst>
              <a:ext uri="{FF2B5EF4-FFF2-40B4-BE49-F238E27FC236}">
                <a16:creationId xmlns:a16="http://schemas.microsoft.com/office/drawing/2014/main" id="{2901DE5B-D6BC-8A32-7C00-B006A553D995}"/>
              </a:ext>
            </a:extLst>
          </p:cNvPr>
          <p:cNvSpPr>
            <a:spLocks noGrp="1"/>
          </p:cNvSpPr>
          <p:nvPr>
            <p:ph type="body" sz="quarter" idx="17"/>
            <p:custDataLst>
              <p:tags r:id="rId3"/>
            </p:custDataLst>
          </p:nvPr>
        </p:nvSpPr>
        <p:spPr/>
        <p:txBody>
          <a:bodyPr/>
          <a:lstStyle/>
          <a:p>
            <a:endParaRPr lang="en-US"/>
          </a:p>
        </p:txBody>
      </p:sp>
      <p:sp>
        <p:nvSpPr>
          <p:cNvPr id="4" name="3. Subtitle">
            <a:extLst>
              <a:ext uri="{FF2B5EF4-FFF2-40B4-BE49-F238E27FC236}">
                <a16:creationId xmlns:a16="http://schemas.microsoft.com/office/drawing/2014/main" id="{34777898-D986-99A7-29C2-A90E9DC584FE}"/>
              </a:ext>
            </a:extLst>
          </p:cNvPr>
          <p:cNvSpPr>
            <a:spLocks noGrp="1"/>
          </p:cNvSpPr>
          <p:nvPr>
            <p:ph type="subTitle" idx="1"/>
            <p:custDataLst>
              <p:tags r:id="rId4"/>
            </p:custDataLst>
          </p:nvPr>
        </p:nvSpPr>
        <p:spPr/>
        <p:txBody>
          <a:bodyPr/>
          <a:lstStyle/>
          <a:p>
            <a:endParaRPr lang="en-US"/>
          </a:p>
        </p:txBody>
      </p:sp>
      <p:sp>
        <p:nvSpPr>
          <p:cNvPr id="6"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extLst>
      <p:ext uri="{BB962C8B-B14F-4D97-AF65-F5344CB8AC3E}">
        <p14:creationId xmlns:p14="http://schemas.microsoft.com/office/powerpoint/2010/main" val="1269890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83B75-E45E-72D6-D534-6281C167324C}"/>
            </a:ext>
          </a:extLst>
        </p:cNvPr>
        <p:cNvGrpSpPr/>
        <p:nvPr/>
      </p:nvGrpSpPr>
      <p:grpSpPr>
        <a:xfrm>
          <a:off x="0" y="0"/>
          <a:ext cx="0" cy="0"/>
          <a:chOff x="0" y="0"/>
          <a:chExt cx="0" cy="0"/>
        </a:xfrm>
      </p:grpSpPr>
      <p:graphicFrame>
        <p:nvGraphicFramePr>
          <p:cNvPr id="8" name="Object 2" hidden="1">
            <a:extLst>
              <a:ext uri="{FF2B5EF4-FFF2-40B4-BE49-F238E27FC236}">
                <a16:creationId xmlns:a16="http://schemas.microsoft.com/office/drawing/2014/main" id="{79B6A942-7E7E-5937-0B88-F0063CDA7094}"/>
              </a:ext>
            </a:extLst>
          </p:cNvPr>
          <p:cNvGraphicFramePr>
            <a:graphicFrameLocks noChangeAspect="1"/>
          </p:cNvGraphicFramePr>
          <p:nvPr>
            <p:custDataLst>
              <p:tags r:id="rId2"/>
            </p:custDataLst>
            <p:extLst>
              <p:ext uri="{D42A27DB-BD31-4B8C-83A1-F6EECF244321}">
                <p14:modId xmlns:p14="http://schemas.microsoft.com/office/powerpoint/2010/main" val="189841971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3" imgW="395" imgH="396" progId="TCLayout.ActiveDocument.1">
                  <p:embed/>
                </p:oleObj>
              </mc:Choice>
              <mc:Fallback>
                <p:oleObj name="think-cell Slide" r:id="rId23" imgW="395" imgH="396" progId="TCLayout.ActiveDocument.1">
                  <p:embed/>
                  <p:pic>
                    <p:nvPicPr>
                      <p:cNvPr id="8" name="Object 2" hidden="1">
                        <a:extLst>
                          <a:ext uri="{FF2B5EF4-FFF2-40B4-BE49-F238E27FC236}">
                            <a16:creationId xmlns:a16="http://schemas.microsoft.com/office/drawing/2014/main" id="{79B6A942-7E7E-5937-0B88-F0063CDA7094}"/>
                          </a:ext>
                        </a:extLst>
                      </p:cNvPr>
                      <p:cNvPicPr/>
                      <p:nvPr/>
                    </p:nvPicPr>
                    <p:blipFill>
                      <a:blip r:embed="rId24"/>
                      <a:stretch>
                        <a:fillRect/>
                      </a:stretch>
                    </p:blipFill>
                    <p:spPr>
                      <a:xfrm>
                        <a:off x="1588" y="1588"/>
                        <a:ext cx="1588" cy="1588"/>
                      </a:xfrm>
                      <a:prstGeom prst="rect">
                        <a:avLst/>
                      </a:prstGeom>
                    </p:spPr>
                  </p:pic>
                </p:oleObj>
              </mc:Fallback>
            </mc:AlternateContent>
          </a:graphicData>
        </a:graphic>
      </p:graphicFrame>
      <p:sp>
        <p:nvSpPr>
          <p:cNvPr id="7" name="Slide Number">
            <a:extLst>
              <a:ext uri="{FF2B5EF4-FFF2-40B4-BE49-F238E27FC236}">
                <a16:creationId xmlns:a16="http://schemas.microsoft.com/office/drawing/2014/main" id="{9675B713-DF89-E6FE-206C-43414202239A}"/>
              </a:ext>
            </a:extLst>
          </p:cNvPr>
          <p:cNvSpPr>
            <a:spLocks noChangeArrowheads="1"/>
          </p:cNvSpPr>
          <p:nvPr>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8</a:t>
            </a:fld>
            <a:endParaRPr kumimoji="0" lang="en-US" sz="900" b="0" i="0" u="none" strike="noStrike" kern="1200" cap="none" spc="0" normalizeH="0" baseline="0" noProof="0">
              <a:ln>
                <a:noFill/>
              </a:ln>
              <a:effectLst/>
              <a:uLnTx/>
              <a:uFillTx/>
              <a:latin typeface="Arial"/>
              <a:ea typeface="+mn-ea"/>
              <a:cs typeface="Arial" panose="020B0604020202020204" pitchFamily="34" charset="0"/>
            </a:endParaRPr>
          </a:p>
        </p:txBody>
      </p:sp>
      <p:sp>
        <p:nvSpPr>
          <p:cNvPr id="9" name="SlideLogoText">
            <a:extLst>
              <a:ext uri="{FF2B5EF4-FFF2-40B4-BE49-F238E27FC236}">
                <a16:creationId xmlns:a16="http://schemas.microsoft.com/office/drawing/2014/main" id="{1D1C1AB0-89EC-2EC4-05EC-7DB9AE6DA4A0}"/>
              </a:ext>
            </a:extLst>
          </p:cNvPr>
          <p:cNvSpPr txBox="1"/>
          <p:nvPr>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effectLst/>
                <a:uLnTx/>
                <a:uFillTx/>
                <a:latin typeface="Arial"/>
                <a:ea typeface="+mn-ea"/>
                <a:cs typeface="Arial" panose="020B0604020202020204" pitchFamily="34" charset="0"/>
              </a:rPr>
              <a:t>McKinsey &amp; Company</a:t>
            </a:r>
          </a:p>
        </p:txBody>
      </p:sp>
      <p:sp>
        <p:nvSpPr>
          <p:cNvPr id="363" name="2. Slide Title">
            <a:extLst>
              <a:ext uri="{FF2B5EF4-FFF2-40B4-BE49-F238E27FC236}">
                <a16:creationId xmlns:a16="http://schemas.microsoft.com/office/drawing/2014/main" id="{3DD49E0E-9840-01D2-98EB-8B3EED16995A}"/>
              </a:ext>
            </a:extLst>
          </p:cNvPr>
          <p:cNvSpPr>
            <a:spLocks noGrp="1"/>
          </p:cNvSpPr>
          <p:nvPr>
            <p:ph type="title"/>
            <p:custDataLst>
              <p:tags r:id="rId5"/>
            </p:custDataLst>
          </p:nvPr>
        </p:nvSpPr>
        <p:spPr/>
        <p:txBody>
          <a:bodyPr vert="horz"/>
          <a:lstStyle/>
          <a:p>
            <a:r>
              <a:rPr lang="en-US">
                <a:solidFill>
                  <a:schemeClr val="accent3"/>
                </a:solidFill>
              </a:rPr>
              <a:t>Identify high-value domains: </a:t>
            </a:r>
            <a:r>
              <a:rPr lang="en-US"/>
              <a:t>End-to-end workflows with clear potential to demonstrate impact</a:t>
            </a:r>
          </a:p>
        </p:txBody>
      </p:sp>
      <p:sp>
        <p:nvSpPr>
          <p:cNvPr id="248" name="TextBox 247">
            <a:extLst>
              <a:ext uri="{FF2B5EF4-FFF2-40B4-BE49-F238E27FC236}">
                <a16:creationId xmlns:a16="http://schemas.microsoft.com/office/drawing/2014/main" id="{B68C46C6-C93D-2091-091A-DD5B3E87A528}"/>
              </a:ext>
            </a:extLst>
          </p:cNvPr>
          <p:cNvSpPr txBox="1">
            <a:spLocks/>
          </p:cNvSpPr>
          <p:nvPr/>
        </p:nvSpPr>
        <p:spPr>
          <a:xfrm>
            <a:off x="6538430" y="3727699"/>
            <a:ext cx="2882397" cy="64633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Balance of E2E impact, leadership excitement, and achievable results in 6-12 m</a:t>
            </a:r>
            <a:r>
              <a:rPr lang="en-US" sz="1400" kern="0" dirty="0">
                <a:latin typeface="Arial"/>
              </a:rPr>
              <a:t>o.</a:t>
            </a:r>
            <a:endParaRPr kumimoji="0" lang="en-US" sz="1400" b="0" i="0" u="none" strike="noStrike" kern="0" cap="none" spc="0" normalizeH="0" baseline="0" noProof="0" dirty="0">
              <a:ln>
                <a:noFill/>
              </a:ln>
              <a:effectLst/>
              <a:uLnTx/>
              <a:uFillTx/>
              <a:latin typeface="Arial"/>
              <a:ea typeface="+mn-ea"/>
              <a:cs typeface="Arial" panose="020B0604020202020204" pitchFamily="34" charset="0"/>
            </a:endParaRPr>
          </a:p>
        </p:txBody>
      </p:sp>
      <p:sp>
        <p:nvSpPr>
          <p:cNvPr id="245" name="TextBox 244">
            <a:extLst>
              <a:ext uri="{FF2B5EF4-FFF2-40B4-BE49-F238E27FC236}">
                <a16:creationId xmlns:a16="http://schemas.microsoft.com/office/drawing/2014/main" id="{F3861F0F-384F-0E3D-4F6A-42F407AEA32C}"/>
              </a:ext>
            </a:extLst>
          </p:cNvPr>
          <p:cNvSpPr txBox="1">
            <a:spLocks/>
          </p:cNvSpPr>
          <p:nvPr/>
        </p:nvSpPr>
        <p:spPr>
          <a:xfrm>
            <a:off x="4049906" y="3727699"/>
            <a:ext cx="2125785" cy="861774"/>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Too many domains, data sets, and stakeholders to be able to get to meaningful impact quickly</a:t>
            </a:r>
          </a:p>
        </p:txBody>
      </p:sp>
      <p:sp>
        <p:nvSpPr>
          <p:cNvPr id="250" name="TextBox 249">
            <a:extLst>
              <a:ext uri="{FF2B5EF4-FFF2-40B4-BE49-F238E27FC236}">
                <a16:creationId xmlns:a16="http://schemas.microsoft.com/office/drawing/2014/main" id="{0321CEA6-6BAC-7B3D-6C8C-C607E24C914D}"/>
              </a:ext>
            </a:extLst>
          </p:cNvPr>
          <p:cNvSpPr txBox="1">
            <a:spLocks/>
          </p:cNvSpPr>
          <p:nvPr/>
        </p:nvSpPr>
        <p:spPr>
          <a:xfrm>
            <a:off x="9909779" y="3727699"/>
            <a:ext cx="1932531" cy="86177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Too niche to demonstrate material impact and no data and technical synergies</a:t>
            </a:r>
          </a:p>
        </p:txBody>
      </p:sp>
      <p:sp>
        <p:nvSpPr>
          <p:cNvPr id="246" name="TextBox 245">
            <a:extLst>
              <a:ext uri="{FF2B5EF4-FFF2-40B4-BE49-F238E27FC236}">
                <a16:creationId xmlns:a16="http://schemas.microsoft.com/office/drawing/2014/main" id="{31019F75-2140-1449-912E-2D8E59FE4FF6}"/>
              </a:ext>
            </a:extLst>
          </p:cNvPr>
          <p:cNvSpPr txBox="1">
            <a:spLocks/>
          </p:cNvSpPr>
          <p:nvPr/>
        </p:nvSpPr>
        <p:spPr>
          <a:xfrm>
            <a:off x="4049906" y="2976164"/>
            <a:ext cx="2125785" cy="707886"/>
          </a:xfrm>
          <a:prstGeom prst="rect">
            <a:avLst/>
          </a:prstGeom>
        </p:spPr>
        <p:txBody>
          <a:bodyPr vert="horz" wrap="square" lIns="0" tIns="0" rIns="0" bIns="0" rtlCol="0" anchor="t" anchorCtr="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dirty="0">
                <a:ln>
                  <a:noFill/>
                </a:ln>
                <a:effectLst/>
                <a:uLnTx/>
                <a:uFillTx/>
                <a:latin typeface="Arial"/>
                <a:ea typeface="+mn-ea"/>
                <a:cs typeface="Arial" panose="020B0604020202020204" pitchFamily="34" charset="0"/>
              </a:rPr>
              <a:t>Entire enterprise </a:t>
            </a:r>
            <a:r>
              <a:rPr kumimoji="0" lang="en-US" sz="2200" b="1" i="0" u="none" strike="noStrike" kern="0" cap="none" spc="0" normalizeH="0" baseline="0" noProof="0" dirty="0">
                <a:ln>
                  <a:noFill/>
                </a:ln>
                <a:effectLst/>
                <a:uLnTx/>
                <a:uFillTx/>
                <a:latin typeface="Arial"/>
                <a:ea typeface="+mn-ea"/>
                <a:cs typeface="Arial" panose="020B0604020202020204" pitchFamily="34" charset="0"/>
              </a:rPr>
              <a:t>– </a:t>
            </a:r>
            <a:r>
              <a:rPr kumimoji="0" lang="en-US" sz="2400" b="1" i="0" u="none" strike="noStrike" kern="0" cap="none" spc="0" normalizeH="0" baseline="0" noProof="0" dirty="0">
                <a:ln>
                  <a:noFill/>
                </a:ln>
                <a:solidFill>
                  <a:schemeClr val="accent3"/>
                </a:solidFill>
                <a:effectLst/>
                <a:uLnTx/>
                <a:uFillTx/>
                <a:latin typeface="Arial"/>
                <a:ea typeface="+mn-ea"/>
                <a:cs typeface="Arial" panose="020B0604020202020204" pitchFamily="34" charset="0"/>
              </a:rPr>
              <a:t>Too big</a:t>
            </a:r>
          </a:p>
        </p:txBody>
      </p:sp>
      <p:sp>
        <p:nvSpPr>
          <p:cNvPr id="249" name="TextBox 248">
            <a:extLst>
              <a:ext uri="{FF2B5EF4-FFF2-40B4-BE49-F238E27FC236}">
                <a16:creationId xmlns:a16="http://schemas.microsoft.com/office/drawing/2014/main" id="{EA096BE4-EA4A-2D68-9430-7C1467A75194}"/>
              </a:ext>
            </a:extLst>
          </p:cNvPr>
          <p:cNvSpPr txBox="1">
            <a:spLocks/>
          </p:cNvSpPr>
          <p:nvPr/>
        </p:nvSpPr>
        <p:spPr>
          <a:xfrm>
            <a:off x="6538430" y="3206997"/>
            <a:ext cx="2882397" cy="246221"/>
          </a:xfrm>
          <a:prstGeom prst="rect">
            <a:avLst/>
          </a:prstGeom>
        </p:spPr>
        <p:txBody>
          <a:bodyPr vert="horz" wrap="square" lIns="0" tIns="0" rIns="0" bIns="0" rtlCol="0" anchor="t" anchorCtr="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a:ln>
                  <a:noFill/>
                </a:ln>
                <a:effectLst/>
                <a:uLnTx/>
                <a:uFillTx/>
                <a:latin typeface="Arial"/>
                <a:ea typeface="+mn-ea"/>
                <a:cs typeface="Arial" panose="020B0604020202020204" pitchFamily="34" charset="0"/>
              </a:rPr>
              <a:t>E2E domain – </a:t>
            </a:r>
            <a:r>
              <a:rPr kumimoji="0" lang="en-US" sz="1600" b="1" i="0" u="none" strike="noStrike" kern="0" cap="none" spc="0" normalizeH="0" baseline="0" noProof="0">
                <a:ln>
                  <a:noFill/>
                </a:ln>
                <a:solidFill>
                  <a:schemeClr val="accent3"/>
                </a:solidFill>
                <a:effectLst/>
                <a:uLnTx/>
                <a:uFillTx/>
                <a:latin typeface="Arial"/>
                <a:ea typeface="+mn-ea"/>
                <a:cs typeface="Arial" panose="020B0604020202020204" pitchFamily="34" charset="0"/>
              </a:rPr>
              <a:t>Just right</a:t>
            </a:r>
          </a:p>
        </p:txBody>
      </p:sp>
      <p:sp>
        <p:nvSpPr>
          <p:cNvPr id="251" name="TextBox 250">
            <a:extLst>
              <a:ext uri="{FF2B5EF4-FFF2-40B4-BE49-F238E27FC236}">
                <a16:creationId xmlns:a16="http://schemas.microsoft.com/office/drawing/2014/main" id="{754506E4-B667-E3D0-A9DA-292B270AF832}"/>
              </a:ext>
            </a:extLst>
          </p:cNvPr>
          <p:cNvSpPr txBox="1">
            <a:spLocks/>
          </p:cNvSpPr>
          <p:nvPr/>
        </p:nvSpPr>
        <p:spPr>
          <a:xfrm>
            <a:off x="9909780" y="3114664"/>
            <a:ext cx="1756846" cy="430887"/>
          </a:xfrm>
          <a:prstGeom prst="rect">
            <a:avLst/>
          </a:prstGeom>
        </p:spPr>
        <p:txBody>
          <a:bodyPr vert="horz" wrap="square" lIns="0" tIns="0" rIns="0" bIns="0" rtlCol="0" anchor="t" anchorCtr="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dirty="0">
                <a:ln>
                  <a:noFill/>
                </a:ln>
                <a:effectLst/>
                <a:uLnTx/>
                <a:uFillTx/>
                <a:latin typeface="Arial"/>
                <a:ea typeface="+mn-ea"/>
                <a:cs typeface="Arial" panose="020B0604020202020204" pitchFamily="34" charset="0"/>
              </a:rPr>
              <a:t>Use case – </a:t>
            </a:r>
            <a:br>
              <a:rPr kumimoji="0" lang="en-US" sz="1600" b="1" i="0" u="none" strike="noStrike" kern="0" cap="none" spc="0" normalizeH="0" baseline="0" noProof="0" dirty="0">
                <a:ln>
                  <a:noFill/>
                </a:ln>
                <a:effectLst/>
                <a:uLnTx/>
                <a:uFillTx/>
                <a:latin typeface="Arial"/>
                <a:ea typeface="+mn-ea"/>
                <a:cs typeface="Arial" panose="020B0604020202020204" pitchFamily="34" charset="0"/>
              </a:rPr>
            </a:br>
            <a:r>
              <a:rPr kumimoji="0" lang="en-US" sz="1200" b="1" i="0" u="none" strike="noStrike" kern="0" cap="none" spc="0" normalizeH="0" baseline="0" noProof="0" dirty="0">
                <a:ln>
                  <a:noFill/>
                </a:ln>
                <a:solidFill>
                  <a:schemeClr val="accent3"/>
                </a:solidFill>
                <a:effectLst/>
                <a:uLnTx/>
                <a:uFillTx/>
                <a:latin typeface="Arial"/>
                <a:ea typeface="+mn-ea"/>
                <a:cs typeface="Arial" panose="020B0604020202020204" pitchFamily="34" charset="0"/>
              </a:rPr>
              <a:t>Too small</a:t>
            </a:r>
          </a:p>
        </p:txBody>
      </p:sp>
      <p:sp>
        <p:nvSpPr>
          <p:cNvPr id="247" name="Rectangle 246">
            <a:extLst>
              <a:ext uri="{FF2B5EF4-FFF2-40B4-BE49-F238E27FC236}">
                <a16:creationId xmlns:a16="http://schemas.microsoft.com/office/drawing/2014/main" id="{C1E8CC98-7686-057A-F669-30516F6E951E}"/>
              </a:ext>
            </a:extLst>
          </p:cNvPr>
          <p:cNvSpPr>
            <a:spLocks/>
          </p:cNvSpPr>
          <p:nvPr/>
        </p:nvSpPr>
        <p:spPr>
          <a:xfrm>
            <a:off x="4049906" y="1301615"/>
            <a:ext cx="1756847" cy="1605629"/>
          </a:xfrm>
          <a:prstGeom prst="rect">
            <a:avLst/>
          </a:prstGeom>
          <a:solidFill>
            <a:schemeClr val="accent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3" name="Rectangle 252">
            <a:extLst>
              <a:ext uri="{FF2B5EF4-FFF2-40B4-BE49-F238E27FC236}">
                <a16:creationId xmlns:a16="http://schemas.microsoft.com/office/drawing/2014/main" id="{64137625-8984-8659-F295-4D8A056D8791}"/>
              </a:ext>
            </a:extLst>
          </p:cNvPr>
          <p:cNvSpPr/>
          <p:nvPr/>
        </p:nvSpPr>
        <p:spPr>
          <a:xfrm>
            <a:off x="7725607" y="13016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4" name="Rectangle 253">
            <a:extLst>
              <a:ext uri="{FF2B5EF4-FFF2-40B4-BE49-F238E27FC236}">
                <a16:creationId xmlns:a16="http://schemas.microsoft.com/office/drawing/2014/main" id="{A7A54794-7B45-DADF-441E-79AE4FA582C4}"/>
              </a:ext>
            </a:extLst>
          </p:cNvPr>
          <p:cNvSpPr/>
          <p:nvPr/>
        </p:nvSpPr>
        <p:spPr>
          <a:xfrm>
            <a:off x="7135843" y="18408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5" name="Rectangle 254">
            <a:extLst>
              <a:ext uri="{FF2B5EF4-FFF2-40B4-BE49-F238E27FC236}">
                <a16:creationId xmlns:a16="http://schemas.microsoft.com/office/drawing/2014/main" id="{8D63EADB-F1D0-951D-EE54-1C91E6177DDC}"/>
              </a:ext>
            </a:extLst>
          </p:cNvPr>
          <p:cNvSpPr/>
          <p:nvPr/>
        </p:nvSpPr>
        <p:spPr>
          <a:xfrm>
            <a:off x="7725892" y="184047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6" name="Rectangle 255">
            <a:extLst>
              <a:ext uri="{FF2B5EF4-FFF2-40B4-BE49-F238E27FC236}">
                <a16:creationId xmlns:a16="http://schemas.microsoft.com/office/drawing/2014/main" id="{3559C809-BC75-9628-92CD-E232FAF0F213}"/>
              </a:ext>
            </a:extLst>
          </p:cNvPr>
          <p:cNvSpPr/>
          <p:nvPr/>
        </p:nvSpPr>
        <p:spPr>
          <a:xfrm>
            <a:off x="7135843" y="1301616"/>
            <a:ext cx="577320" cy="527230"/>
          </a:xfrm>
          <a:prstGeom prst="rect">
            <a:avLst/>
          </a:prstGeom>
          <a:solidFill>
            <a:schemeClr val="accent3"/>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7" name="Rectangle 256">
            <a:extLst>
              <a:ext uri="{FF2B5EF4-FFF2-40B4-BE49-F238E27FC236}">
                <a16:creationId xmlns:a16="http://schemas.microsoft.com/office/drawing/2014/main" id="{CAB20E9F-B8B9-A653-3326-7C8AAFD6A0B1}"/>
              </a:ext>
            </a:extLst>
          </p:cNvPr>
          <p:cNvSpPr/>
          <p:nvPr/>
        </p:nvSpPr>
        <p:spPr>
          <a:xfrm>
            <a:off x="8315370" y="13016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8" name="Rectangle 257">
            <a:extLst>
              <a:ext uri="{FF2B5EF4-FFF2-40B4-BE49-F238E27FC236}">
                <a16:creationId xmlns:a16="http://schemas.microsoft.com/office/drawing/2014/main" id="{47045591-70E4-8FA6-7F6D-3FB9C7FBC10C}"/>
              </a:ext>
            </a:extLst>
          </p:cNvPr>
          <p:cNvSpPr/>
          <p:nvPr/>
        </p:nvSpPr>
        <p:spPr>
          <a:xfrm>
            <a:off x="8315370" y="184047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9" name="Rectangle 258">
            <a:extLst>
              <a:ext uri="{FF2B5EF4-FFF2-40B4-BE49-F238E27FC236}">
                <a16:creationId xmlns:a16="http://schemas.microsoft.com/office/drawing/2014/main" id="{3B8375C5-9538-E615-5ACD-0D8E5B4D16D9}"/>
              </a:ext>
            </a:extLst>
          </p:cNvPr>
          <p:cNvSpPr/>
          <p:nvPr/>
        </p:nvSpPr>
        <p:spPr>
          <a:xfrm>
            <a:off x="7135843"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0" name="Rectangle 259">
            <a:extLst>
              <a:ext uri="{FF2B5EF4-FFF2-40B4-BE49-F238E27FC236}">
                <a16:creationId xmlns:a16="http://schemas.microsoft.com/office/drawing/2014/main" id="{BD9AA7A0-4B0C-53C2-D4C1-E48D8A075D92}"/>
              </a:ext>
            </a:extLst>
          </p:cNvPr>
          <p:cNvSpPr/>
          <p:nvPr/>
        </p:nvSpPr>
        <p:spPr>
          <a:xfrm>
            <a:off x="7725892"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1" name="Rectangle 260">
            <a:extLst>
              <a:ext uri="{FF2B5EF4-FFF2-40B4-BE49-F238E27FC236}">
                <a16:creationId xmlns:a16="http://schemas.microsoft.com/office/drawing/2014/main" id="{B7BE9FD9-2844-386A-C2A6-4853BACF79DA}"/>
              </a:ext>
            </a:extLst>
          </p:cNvPr>
          <p:cNvSpPr/>
          <p:nvPr/>
        </p:nvSpPr>
        <p:spPr>
          <a:xfrm>
            <a:off x="8315370"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3" name="Rectangle 262">
            <a:extLst>
              <a:ext uri="{FF2B5EF4-FFF2-40B4-BE49-F238E27FC236}">
                <a16:creationId xmlns:a16="http://schemas.microsoft.com/office/drawing/2014/main" id="{05E524DA-56D7-0A19-A3F8-2E18ABBC2EF8}"/>
              </a:ext>
            </a:extLst>
          </p:cNvPr>
          <p:cNvSpPr/>
          <p:nvPr/>
        </p:nvSpPr>
        <p:spPr>
          <a:xfrm>
            <a:off x="10085933"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4" name="Rectangle 263">
            <a:extLst>
              <a:ext uri="{FF2B5EF4-FFF2-40B4-BE49-F238E27FC236}">
                <a16:creationId xmlns:a16="http://schemas.microsoft.com/office/drawing/2014/main" id="{4822A042-1942-8983-0980-556760ADA929}"/>
              </a:ext>
            </a:extLst>
          </p:cNvPr>
          <p:cNvSpPr/>
          <p:nvPr/>
        </p:nvSpPr>
        <p:spPr>
          <a:xfrm>
            <a:off x="10085933"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5" name="Rectangle 264">
            <a:extLst>
              <a:ext uri="{FF2B5EF4-FFF2-40B4-BE49-F238E27FC236}">
                <a16:creationId xmlns:a16="http://schemas.microsoft.com/office/drawing/2014/main" id="{4D338033-E942-3FF7-0E50-EFB775165B2B}"/>
              </a:ext>
            </a:extLst>
          </p:cNvPr>
          <p:cNvSpPr/>
          <p:nvPr/>
        </p:nvSpPr>
        <p:spPr>
          <a:xfrm>
            <a:off x="10085933"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6" name="Rectangle 265">
            <a:extLst>
              <a:ext uri="{FF2B5EF4-FFF2-40B4-BE49-F238E27FC236}">
                <a16:creationId xmlns:a16="http://schemas.microsoft.com/office/drawing/2014/main" id="{6A77D376-D876-45B9-556D-3C89AE08C88A}"/>
              </a:ext>
            </a:extLst>
          </p:cNvPr>
          <p:cNvSpPr/>
          <p:nvPr/>
        </p:nvSpPr>
        <p:spPr>
          <a:xfrm>
            <a:off x="10085933"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7" name="Rectangle 266">
            <a:extLst>
              <a:ext uri="{FF2B5EF4-FFF2-40B4-BE49-F238E27FC236}">
                <a16:creationId xmlns:a16="http://schemas.microsoft.com/office/drawing/2014/main" id="{1A2D6FB9-B37C-EF9A-AED2-34BC399A8F19}"/>
              </a:ext>
            </a:extLst>
          </p:cNvPr>
          <p:cNvSpPr/>
          <p:nvPr/>
        </p:nvSpPr>
        <p:spPr>
          <a:xfrm>
            <a:off x="10085933"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8" name="Rectangle 267">
            <a:extLst>
              <a:ext uri="{FF2B5EF4-FFF2-40B4-BE49-F238E27FC236}">
                <a16:creationId xmlns:a16="http://schemas.microsoft.com/office/drawing/2014/main" id="{D4A2981F-CB12-792D-2142-39B6D4F754ED}"/>
              </a:ext>
            </a:extLst>
          </p:cNvPr>
          <p:cNvSpPr/>
          <p:nvPr/>
        </p:nvSpPr>
        <p:spPr>
          <a:xfrm>
            <a:off x="10085933"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9" name="Rectangle 268">
            <a:extLst>
              <a:ext uri="{FF2B5EF4-FFF2-40B4-BE49-F238E27FC236}">
                <a16:creationId xmlns:a16="http://schemas.microsoft.com/office/drawing/2014/main" id="{7C4039AA-543F-63B7-673D-53DF92B219E1}"/>
              </a:ext>
            </a:extLst>
          </p:cNvPr>
          <p:cNvSpPr/>
          <p:nvPr/>
        </p:nvSpPr>
        <p:spPr>
          <a:xfrm>
            <a:off x="10085933"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0" name="Rectangle 269">
            <a:extLst>
              <a:ext uri="{FF2B5EF4-FFF2-40B4-BE49-F238E27FC236}">
                <a16:creationId xmlns:a16="http://schemas.microsoft.com/office/drawing/2014/main" id="{7317E06E-E5B1-9A82-ECB9-38EC7E0E8DC2}"/>
              </a:ext>
            </a:extLst>
          </p:cNvPr>
          <p:cNvSpPr/>
          <p:nvPr/>
        </p:nvSpPr>
        <p:spPr>
          <a:xfrm>
            <a:off x="10085933"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1" name="Rectangle 270">
            <a:extLst>
              <a:ext uri="{FF2B5EF4-FFF2-40B4-BE49-F238E27FC236}">
                <a16:creationId xmlns:a16="http://schemas.microsoft.com/office/drawing/2014/main" id="{57677F55-57CF-D0A4-9DA7-1782597D6FD1}"/>
              </a:ext>
            </a:extLst>
          </p:cNvPr>
          <p:cNvSpPr/>
          <p:nvPr/>
        </p:nvSpPr>
        <p:spPr>
          <a:xfrm>
            <a:off x="10085933"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2" name="Rectangle 271">
            <a:extLst>
              <a:ext uri="{FF2B5EF4-FFF2-40B4-BE49-F238E27FC236}">
                <a16:creationId xmlns:a16="http://schemas.microsoft.com/office/drawing/2014/main" id="{B4E5287E-7FBD-4F5C-FD0F-00FEA8C442B3}"/>
              </a:ext>
            </a:extLst>
          </p:cNvPr>
          <p:cNvSpPr/>
          <p:nvPr/>
        </p:nvSpPr>
        <p:spPr>
          <a:xfrm>
            <a:off x="10085933"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3" name="Rectangle 272">
            <a:extLst>
              <a:ext uri="{FF2B5EF4-FFF2-40B4-BE49-F238E27FC236}">
                <a16:creationId xmlns:a16="http://schemas.microsoft.com/office/drawing/2014/main" id="{FC168D1C-28FF-7823-9CC8-A00C84E89B95}"/>
              </a:ext>
            </a:extLst>
          </p:cNvPr>
          <p:cNvSpPr/>
          <p:nvPr/>
        </p:nvSpPr>
        <p:spPr>
          <a:xfrm>
            <a:off x="9909780"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4" name="Rectangle 273">
            <a:extLst>
              <a:ext uri="{FF2B5EF4-FFF2-40B4-BE49-F238E27FC236}">
                <a16:creationId xmlns:a16="http://schemas.microsoft.com/office/drawing/2014/main" id="{97BCB58D-128A-FC69-8193-3CF6FE448CD2}"/>
              </a:ext>
            </a:extLst>
          </p:cNvPr>
          <p:cNvSpPr/>
          <p:nvPr/>
        </p:nvSpPr>
        <p:spPr>
          <a:xfrm>
            <a:off x="9909780" y="1301615"/>
            <a:ext cx="171470" cy="154967"/>
          </a:xfrm>
          <a:prstGeom prst="rect">
            <a:avLst/>
          </a:prstGeom>
          <a:solidFill>
            <a:schemeClr val="accent2"/>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5" name="Rectangle 274">
            <a:extLst>
              <a:ext uri="{FF2B5EF4-FFF2-40B4-BE49-F238E27FC236}">
                <a16:creationId xmlns:a16="http://schemas.microsoft.com/office/drawing/2014/main" id="{5492F869-5800-492D-095C-4FFE66A6416F}"/>
              </a:ext>
            </a:extLst>
          </p:cNvPr>
          <p:cNvSpPr/>
          <p:nvPr/>
        </p:nvSpPr>
        <p:spPr>
          <a:xfrm>
            <a:off x="9909780"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6" name="Rectangle 275">
            <a:extLst>
              <a:ext uri="{FF2B5EF4-FFF2-40B4-BE49-F238E27FC236}">
                <a16:creationId xmlns:a16="http://schemas.microsoft.com/office/drawing/2014/main" id="{065BF2DE-486E-8BF8-6AE2-DB86E5D4248B}"/>
              </a:ext>
            </a:extLst>
          </p:cNvPr>
          <p:cNvSpPr/>
          <p:nvPr/>
        </p:nvSpPr>
        <p:spPr>
          <a:xfrm>
            <a:off x="9909780"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7" name="Rectangle 276">
            <a:extLst>
              <a:ext uri="{FF2B5EF4-FFF2-40B4-BE49-F238E27FC236}">
                <a16:creationId xmlns:a16="http://schemas.microsoft.com/office/drawing/2014/main" id="{5351A0E5-7111-DA1B-83B3-B41D58528198}"/>
              </a:ext>
            </a:extLst>
          </p:cNvPr>
          <p:cNvSpPr/>
          <p:nvPr/>
        </p:nvSpPr>
        <p:spPr>
          <a:xfrm>
            <a:off x="9909780"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8" name="Rectangle 277">
            <a:extLst>
              <a:ext uri="{FF2B5EF4-FFF2-40B4-BE49-F238E27FC236}">
                <a16:creationId xmlns:a16="http://schemas.microsoft.com/office/drawing/2014/main" id="{27350559-75D4-DDF6-2BDD-CEAD9B6094B3}"/>
              </a:ext>
            </a:extLst>
          </p:cNvPr>
          <p:cNvSpPr/>
          <p:nvPr/>
        </p:nvSpPr>
        <p:spPr>
          <a:xfrm>
            <a:off x="9909780"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9" name="Rectangle 278">
            <a:extLst>
              <a:ext uri="{FF2B5EF4-FFF2-40B4-BE49-F238E27FC236}">
                <a16:creationId xmlns:a16="http://schemas.microsoft.com/office/drawing/2014/main" id="{319CE67E-E214-6F1C-80CD-39B1530C6362}"/>
              </a:ext>
            </a:extLst>
          </p:cNvPr>
          <p:cNvSpPr/>
          <p:nvPr/>
        </p:nvSpPr>
        <p:spPr>
          <a:xfrm>
            <a:off x="9909780"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0" name="Rectangle 279">
            <a:extLst>
              <a:ext uri="{FF2B5EF4-FFF2-40B4-BE49-F238E27FC236}">
                <a16:creationId xmlns:a16="http://schemas.microsoft.com/office/drawing/2014/main" id="{825D0880-069B-A112-9D63-7579B840C889}"/>
              </a:ext>
            </a:extLst>
          </p:cNvPr>
          <p:cNvSpPr/>
          <p:nvPr/>
        </p:nvSpPr>
        <p:spPr>
          <a:xfrm>
            <a:off x="9909780"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1" name="Rectangle 280">
            <a:extLst>
              <a:ext uri="{FF2B5EF4-FFF2-40B4-BE49-F238E27FC236}">
                <a16:creationId xmlns:a16="http://schemas.microsoft.com/office/drawing/2014/main" id="{ABA18B62-88D2-3E25-EBCB-B7C571635A45}"/>
              </a:ext>
            </a:extLst>
          </p:cNvPr>
          <p:cNvSpPr/>
          <p:nvPr/>
        </p:nvSpPr>
        <p:spPr>
          <a:xfrm>
            <a:off x="9909780"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2" name="Rectangle 281">
            <a:extLst>
              <a:ext uri="{FF2B5EF4-FFF2-40B4-BE49-F238E27FC236}">
                <a16:creationId xmlns:a16="http://schemas.microsoft.com/office/drawing/2014/main" id="{69FCB4EE-D602-849B-A2D9-6849824C1F2D}"/>
              </a:ext>
            </a:extLst>
          </p:cNvPr>
          <p:cNvSpPr/>
          <p:nvPr/>
        </p:nvSpPr>
        <p:spPr>
          <a:xfrm>
            <a:off x="9909780"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3" name="Rectangle 282">
            <a:extLst>
              <a:ext uri="{FF2B5EF4-FFF2-40B4-BE49-F238E27FC236}">
                <a16:creationId xmlns:a16="http://schemas.microsoft.com/office/drawing/2014/main" id="{26C69276-6D28-0E36-4063-BA4ACD1AF8DE}"/>
              </a:ext>
            </a:extLst>
          </p:cNvPr>
          <p:cNvSpPr/>
          <p:nvPr/>
        </p:nvSpPr>
        <p:spPr>
          <a:xfrm>
            <a:off x="10438238"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4" name="Rectangle 283">
            <a:extLst>
              <a:ext uri="{FF2B5EF4-FFF2-40B4-BE49-F238E27FC236}">
                <a16:creationId xmlns:a16="http://schemas.microsoft.com/office/drawing/2014/main" id="{A5DE53D3-1635-EF13-C0A6-2C7C46619220}"/>
              </a:ext>
            </a:extLst>
          </p:cNvPr>
          <p:cNvSpPr/>
          <p:nvPr/>
        </p:nvSpPr>
        <p:spPr>
          <a:xfrm>
            <a:off x="10438238"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5" name="Rectangle 284">
            <a:extLst>
              <a:ext uri="{FF2B5EF4-FFF2-40B4-BE49-F238E27FC236}">
                <a16:creationId xmlns:a16="http://schemas.microsoft.com/office/drawing/2014/main" id="{4B44ECE7-3DE5-0526-7133-581945FC4CB5}"/>
              </a:ext>
            </a:extLst>
          </p:cNvPr>
          <p:cNvSpPr/>
          <p:nvPr/>
        </p:nvSpPr>
        <p:spPr>
          <a:xfrm>
            <a:off x="10438238"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6" name="Rectangle 285">
            <a:extLst>
              <a:ext uri="{FF2B5EF4-FFF2-40B4-BE49-F238E27FC236}">
                <a16:creationId xmlns:a16="http://schemas.microsoft.com/office/drawing/2014/main" id="{78288B84-1754-F5CD-B1B2-A6CF36AA861A}"/>
              </a:ext>
            </a:extLst>
          </p:cNvPr>
          <p:cNvSpPr/>
          <p:nvPr/>
        </p:nvSpPr>
        <p:spPr>
          <a:xfrm>
            <a:off x="10438238"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7" name="Rectangle 286">
            <a:extLst>
              <a:ext uri="{FF2B5EF4-FFF2-40B4-BE49-F238E27FC236}">
                <a16:creationId xmlns:a16="http://schemas.microsoft.com/office/drawing/2014/main" id="{8EE61FC3-4AA4-3765-AC20-4F9BFFF8218E}"/>
              </a:ext>
            </a:extLst>
          </p:cNvPr>
          <p:cNvSpPr/>
          <p:nvPr/>
        </p:nvSpPr>
        <p:spPr>
          <a:xfrm>
            <a:off x="10438238"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8" name="Rectangle 287">
            <a:extLst>
              <a:ext uri="{FF2B5EF4-FFF2-40B4-BE49-F238E27FC236}">
                <a16:creationId xmlns:a16="http://schemas.microsoft.com/office/drawing/2014/main" id="{3C1A75CF-25AB-BEB1-BE6E-CBDF77A466EB}"/>
              </a:ext>
            </a:extLst>
          </p:cNvPr>
          <p:cNvSpPr/>
          <p:nvPr/>
        </p:nvSpPr>
        <p:spPr>
          <a:xfrm>
            <a:off x="10438238"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9" name="Rectangle 288">
            <a:extLst>
              <a:ext uri="{FF2B5EF4-FFF2-40B4-BE49-F238E27FC236}">
                <a16:creationId xmlns:a16="http://schemas.microsoft.com/office/drawing/2014/main" id="{FFDF2E7D-DE7A-57A8-CDE2-20FF8D01459B}"/>
              </a:ext>
            </a:extLst>
          </p:cNvPr>
          <p:cNvSpPr/>
          <p:nvPr/>
        </p:nvSpPr>
        <p:spPr>
          <a:xfrm>
            <a:off x="10438238"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0" name="Rectangle 289">
            <a:extLst>
              <a:ext uri="{FF2B5EF4-FFF2-40B4-BE49-F238E27FC236}">
                <a16:creationId xmlns:a16="http://schemas.microsoft.com/office/drawing/2014/main" id="{CC9F75AE-7E83-F1F7-F2FD-850A1881A651}"/>
              </a:ext>
            </a:extLst>
          </p:cNvPr>
          <p:cNvSpPr/>
          <p:nvPr/>
        </p:nvSpPr>
        <p:spPr>
          <a:xfrm>
            <a:off x="10438238"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1" name="Rectangle 290">
            <a:extLst>
              <a:ext uri="{FF2B5EF4-FFF2-40B4-BE49-F238E27FC236}">
                <a16:creationId xmlns:a16="http://schemas.microsoft.com/office/drawing/2014/main" id="{B3E3B357-150E-CC7E-CFB6-987EC1F5B40E}"/>
              </a:ext>
            </a:extLst>
          </p:cNvPr>
          <p:cNvSpPr/>
          <p:nvPr/>
        </p:nvSpPr>
        <p:spPr>
          <a:xfrm>
            <a:off x="10438238"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2" name="Rectangle 291">
            <a:extLst>
              <a:ext uri="{FF2B5EF4-FFF2-40B4-BE49-F238E27FC236}">
                <a16:creationId xmlns:a16="http://schemas.microsoft.com/office/drawing/2014/main" id="{F9D56768-1159-E21C-7280-CABD238B88B8}"/>
              </a:ext>
            </a:extLst>
          </p:cNvPr>
          <p:cNvSpPr/>
          <p:nvPr/>
        </p:nvSpPr>
        <p:spPr>
          <a:xfrm>
            <a:off x="10438238"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3" name="Rectangle 292">
            <a:extLst>
              <a:ext uri="{FF2B5EF4-FFF2-40B4-BE49-F238E27FC236}">
                <a16:creationId xmlns:a16="http://schemas.microsoft.com/office/drawing/2014/main" id="{F7C19A52-E402-4989-D602-22A98955BE6E}"/>
              </a:ext>
            </a:extLst>
          </p:cNvPr>
          <p:cNvSpPr/>
          <p:nvPr/>
        </p:nvSpPr>
        <p:spPr>
          <a:xfrm>
            <a:off x="10262085"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4" name="Rectangle 293">
            <a:extLst>
              <a:ext uri="{FF2B5EF4-FFF2-40B4-BE49-F238E27FC236}">
                <a16:creationId xmlns:a16="http://schemas.microsoft.com/office/drawing/2014/main" id="{8DF1FEC8-9208-8A50-DD8D-63026BDB56D8}"/>
              </a:ext>
            </a:extLst>
          </p:cNvPr>
          <p:cNvSpPr/>
          <p:nvPr/>
        </p:nvSpPr>
        <p:spPr>
          <a:xfrm>
            <a:off x="10262085"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5" name="Rectangle 294">
            <a:extLst>
              <a:ext uri="{FF2B5EF4-FFF2-40B4-BE49-F238E27FC236}">
                <a16:creationId xmlns:a16="http://schemas.microsoft.com/office/drawing/2014/main" id="{4E9D3C0A-5E87-CBCE-1BFB-A1C0A9D4BF3F}"/>
              </a:ext>
            </a:extLst>
          </p:cNvPr>
          <p:cNvSpPr/>
          <p:nvPr/>
        </p:nvSpPr>
        <p:spPr>
          <a:xfrm>
            <a:off x="10262085"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6" name="Rectangle 295">
            <a:extLst>
              <a:ext uri="{FF2B5EF4-FFF2-40B4-BE49-F238E27FC236}">
                <a16:creationId xmlns:a16="http://schemas.microsoft.com/office/drawing/2014/main" id="{089E2BDB-8728-ED0E-E86F-4B0D67259464}"/>
              </a:ext>
            </a:extLst>
          </p:cNvPr>
          <p:cNvSpPr/>
          <p:nvPr/>
        </p:nvSpPr>
        <p:spPr>
          <a:xfrm>
            <a:off x="10262085"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7" name="Rectangle 296">
            <a:extLst>
              <a:ext uri="{FF2B5EF4-FFF2-40B4-BE49-F238E27FC236}">
                <a16:creationId xmlns:a16="http://schemas.microsoft.com/office/drawing/2014/main" id="{E6179D89-3EAE-5AA3-E4D1-B810416C8AA3}"/>
              </a:ext>
            </a:extLst>
          </p:cNvPr>
          <p:cNvSpPr/>
          <p:nvPr/>
        </p:nvSpPr>
        <p:spPr>
          <a:xfrm>
            <a:off x="10262085"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8" name="Rectangle 297">
            <a:extLst>
              <a:ext uri="{FF2B5EF4-FFF2-40B4-BE49-F238E27FC236}">
                <a16:creationId xmlns:a16="http://schemas.microsoft.com/office/drawing/2014/main" id="{6692ED7B-2092-7BA0-7927-9A3E2FFFA2BB}"/>
              </a:ext>
            </a:extLst>
          </p:cNvPr>
          <p:cNvSpPr/>
          <p:nvPr/>
        </p:nvSpPr>
        <p:spPr>
          <a:xfrm>
            <a:off x="10262085"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9" name="Rectangle 298">
            <a:extLst>
              <a:ext uri="{FF2B5EF4-FFF2-40B4-BE49-F238E27FC236}">
                <a16:creationId xmlns:a16="http://schemas.microsoft.com/office/drawing/2014/main" id="{3138200D-D3CE-5A61-A2D7-1442B1FB96D0}"/>
              </a:ext>
            </a:extLst>
          </p:cNvPr>
          <p:cNvSpPr/>
          <p:nvPr/>
        </p:nvSpPr>
        <p:spPr>
          <a:xfrm>
            <a:off x="10262085"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0" name="Rectangle 299">
            <a:extLst>
              <a:ext uri="{FF2B5EF4-FFF2-40B4-BE49-F238E27FC236}">
                <a16:creationId xmlns:a16="http://schemas.microsoft.com/office/drawing/2014/main" id="{7DD1331A-485A-967B-F646-1D9EDEE75187}"/>
              </a:ext>
            </a:extLst>
          </p:cNvPr>
          <p:cNvSpPr/>
          <p:nvPr/>
        </p:nvSpPr>
        <p:spPr>
          <a:xfrm>
            <a:off x="10262085"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1" name="Rectangle 300">
            <a:extLst>
              <a:ext uri="{FF2B5EF4-FFF2-40B4-BE49-F238E27FC236}">
                <a16:creationId xmlns:a16="http://schemas.microsoft.com/office/drawing/2014/main" id="{BA9A5F53-98C2-D63A-2454-C764AD0B66DB}"/>
              </a:ext>
            </a:extLst>
          </p:cNvPr>
          <p:cNvSpPr/>
          <p:nvPr/>
        </p:nvSpPr>
        <p:spPr>
          <a:xfrm>
            <a:off x="10262085"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2" name="Rectangle 301">
            <a:extLst>
              <a:ext uri="{FF2B5EF4-FFF2-40B4-BE49-F238E27FC236}">
                <a16:creationId xmlns:a16="http://schemas.microsoft.com/office/drawing/2014/main" id="{D47BE987-AC58-D8A3-BD19-FAA0FF0DD3E1}"/>
              </a:ext>
            </a:extLst>
          </p:cNvPr>
          <p:cNvSpPr/>
          <p:nvPr/>
        </p:nvSpPr>
        <p:spPr>
          <a:xfrm>
            <a:off x="10262085"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3" name="Rectangle 302">
            <a:extLst>
              <a:ext uri="{FF2B5EF4-FFF2-40B4-BE49-F238E27FC236}">
                <a16:creationId xmlns:a16="http://schemas.microsoft.com/office/drawing/2014/main" id="{FC8698D7-9C49-8ED9-E0D0-537737953994}"/>
              </a:ext>
            </a:extLst>
          </p:cNvPr>
          <p:cNvSpPr/>
          <p:nvPr/>
        </p:nvSpPr>
        <p:spPr>
          <a:xfrm>
            <a:off x="10790543"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4" name="Rectangle 303">
            <a:extLst>
              <a:ext uri="{FF2B5EF4-FFF2-40B4-BE49-F238E27FC236}">
                <a16:creationId xmlns:a16="http://schemas.microsoft.com/office/drawing/2014/main" id="{A24711F0-67B7-E95E-4952-C64DC762221D}"/>
              </a:ext>
            </a:extLst>
          </p:cNvPr>
          <p:cNvSpPr/>
          <p:nvPr/>
        </p:nvSpPr>
        <p:spPr>
          <a:xfrm>
            <a:off x="10790543"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5" name="Rectangle 304">
            <a:extLst>
              <a:ext uri="{FF2B5EF4-FFF2-40B4-BE49-F238E27FC236}">
                <a16:creationId xmlns:a16="http://schemas.microsoft.com/office/drawing/2014/main" id="{BDFDF3F4-7814-6C29-4C12-C42B85C67326}"/>
              </a:ext>
            </a:extLst>
          </p:cNvPr>
          <p:cNvSpPr/>
          <p:nvPr/>
        </p:nvSpPr>
        <p:spPr>
          <a:xfrm>
            <a:off x="10790543"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6" name="Rectangle 305">
            <a:extLst>
              <a:ext uri="{FF2B5EF4-FFF2-40B4-BE49-F238E27FC236}">
                <a16:creationId xmlns:a16="http://schemas.microsoft.com/office/drawing/2014/main" id="{8819BFEF-B463-5ECA-4BF4-3F798A99B59D}"/>
              </a:ext>
            </a:extLst>
          </p:cNvPr>
          <p:cNvSpPr/>
          <p:nvPr/>
        </p:nvSpPr>
        <p:spPr>
          <a:xfrm>
            <a:off x="10790543"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7" name="Rectangle 306">
            <a:extLst>
              <a:ext uri="{FF2B5EF4-FFF2-40B4-BE49-F238E27FC236}">
                <a16:creationId xmlns:a16="http://schemas.microsoft.com/office/drawing/2014/main" id="{138DADF2-A4E0-AEAF-2A58-1DEBD62AE51D}"/>
              </a:ext>
            </a:extLst>
          </p:cNvPr>
          <p:cNvSpPr/>
          <p:nvPr/>
        </p:nvSpPr>
        <p:spPr>
          <a:xfrm>
            <a:off x="10790543"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8" name="Rectangle 307">
            <a:extLst>
              <a:ext uri="{FF2B5EF4-FFF2-40B4-BE49-F238E27FC236}">
                <a16:creationId xmlns:a16="http://schemas.microsoft.com/office/drawing/2014/main" id="{FEF41135-20B9-F72D-A069-E0090D919A14}"/>
              </a:ext>
            </a:extLst>
          </p:cNvPr>
          <p:cNvSpPr/>
          <p:nvPr/>
        </p:nvSpPr>
        <p:spPr>
          <a:xfrm>
            <a:off x="10790543"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9" name="Rectangle 308">
            <a:extLst>
              <a:ext uri="{FF2B5EF4-FFF2-40B4-BE49-F238E27FC236}">
                <a16:creationId xmlns:a16="http://schemas.microsoft.com/office/drawing/2014/main" id="{4E36DCDE-BBC3-D6F4-C4C5-02F341F0D666}"/>
              </a:ext>
            </a:extLst>
          </p:cNvPr>
          <p:cNvSpPr/>
          <p:nvPr/>
        </p:nvSpPr>
        <p:spPr>
          <a:xfrm>
            <a:off x="10790543"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0" name="Rectangle 309">
            <a:extLst>
              <a:ext uri="{FF2B5EF4-FFF2-40B4-BE49-F238E27FC236}">
                <a16:creationId xmlns:a16="http://schemas.microsoft.com/office/drawing/2014/main" id="{D0E92541-7852-1798-1CAD-625A2B16034B}"/>
              </a:ext>
            </a:extLst>
          </p:cNvPr>
          <p:cNvSpPr/>
          <p:nvPr/>
        </p:nvSpPr>
        <p:spPr>
          <a:xfrm>
            <a:off x="10790543"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1" name="Rectangle 310">
            <a:extLst>
              <a:ext uri="{FF2B5EF4-FFF2-40B4-BE49-F238E27FC236}">
                <a16:creationId xmlns:a16="http://schemas.microsoft.com/office/drawing/2014/main" id="{B3D06AA5-1239-996C-27EB-65834C307611}"/>
              </a:ext>
            </a:extLst>
          </p:cNvPr>
          <p:cNvSpPr/>
          <p:nvPr/>
        </p:nvSpPr>
        <p:spPr>
          <a:xfrm>
            <a:off x="10790543"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2" name="Rectangle 311">
            <a:extLst>
              <a:ext uri="{FF2B5EF4-FFF2-40B4-BE49-F238E27FC236}">
                <a16:creationId xmlns:a16="http://schemas.microsoft.com/office/drawing/2014/main" id="{261DBFE4-83FE-0C3A-AE04-65A38E10E48A}"/>
              </a:ext>
            </a:extLst>
          </p:cNvPr>
          <p:cNvSpPr/>
          <p:nvPr/>
        </p:nvSpPr>
        <p:spPr>
          <a:xfrm>
            <a:off x="10790543"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3" name="Rectangle 312">
            <a:extLst>
              <a:ext uri="{FF2B5EF4-FFF2-40B4-BE49-F238E27FC236}">
                <a16:creationId xmlns:a16="http://schemas.microsoft.com/office/drawing/2014/main" id="{ACF9CDC7-037D-106F-4EBD-499E38F49371}"/>
              </a:ext>
            </a:extLst>
          </p:cNvPr>
          <p:cNvSpPr/>
          <p:nvPr/>
        </p:nvSpPr>
        <p:spPr>
          <a:xfrm>
            <a:off x="10614391"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4" name="Rectangle 313">
            <a:extLst>
              <a:ext uri="{FF2B5EF4-FFF2-40B4-BE49-F238E27FC236}">
                <a16:creationId xmlns:a16="http://schemas.microsoft.com/office/drawing/2014/main" id="{648ED808-0797-3663-523B-29F117191F2F}"/>
              </a:ext>
            </a:extLst>
          </p:cNvPr>
          <p:cNvSpPr/>
          <p:nvPr/>
        </p:nvSpPr>
        <p:spPr>
          <a:xfrm>
            <a:off x="10614391"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5" name="Rectangle 314">
            <a:extLst>
              <a:ext uri="{FF2B5EF4-FFF2-40B4-BE49-F238E27FC236}">
                <a16:creationId xmlns:a16="http://schemas.microsoft.com/office/drawing/2014/main" id="{9FA929AB-07BB-60B1-B61D-E5427A26161A}"/>
              </a:ext>
            </a:extLst>
          </p:cNvPr>
          <p:cNvSpPr/>
          <p:nvPr/>
        </p:nvSpPr>
        <p:spPr>
          <a:xfrm>
            <a:off x="10614391"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6" name="Rectangle 315">
            <a:extLst>
              <a:ext uri="{FF2B5EF4-FFF2-40B4-BE49-F238E27FC236}">
                <a16:creationId xmlns:a16="http://schemas.microsoft.com/office/drawing/2014/main" id="{8154E391-AECD-2A22-689C-60DFEAA999D7}"/>
              </a:ext>
            </a:extLst>
          </p:cNvPr>
          <p:cNvSpPr/>
          <p:nvPr/>
        </p:nvSpPr>
        <p:spPr>
          <a:xfrm>
            <a:off x="10614391"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7" name="Rectangle 316">
            <a:extLst>
              <a:ext uri="{FF2B5EF4-FFF2-40B4-BE49-F238E27FC236}">
                <a16:creationId xmlns:a16="http://schemas.microsoft.com/office/drawing/2014/main" id="{0A3E04FD-A2DA-48E4-C20C-2BB3D560C7EE}"/>
              </a:ext>
            </a:extLst>
          </p:cNvPr>
          <p:cNvSpPr/>
          <p:nvPr/>
        </p:nvSpPr>
        <p:spPr>
          <a:xfrm>
            <a:off x="10614391"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8" name="Rectangle 317">
            <a:extLst>
              <a:ext uri="{FF2B5EF4-FFF2-40B4-BE49-F238E27FC236}">
                <a16:creationId xmlns:a16="http://schemas.microsoft.com/office/drawing/2014/main" id="{1F6517F5-8A00-10D4-464F-80B8005D55BB}"/>
              </a:ext>
            </a:extLst>
          </p:cNvPr>
          <p:cNvSpPr/>
          <p:nvPr/>
        </p:nvSpPr>
        <p:spPr>
          <a:xfrm>
            <a:off x="10614391"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9" name="Rectangle 318">
            <a:extLst>
              <a:ext uri="{FF2B5EF4-FFF2-40B4-BE49-F238E27FC236}">
                <a16:creationId xmlns:a16="http://schemas.microsoft.com/office/drawing/2014/main" id="{9695F544-F067-2AE2-F998-CE6258CC9221}"/>
              </a:ext>
            </a:extLst>
          </p:cNvPr>
          <p:cNvSpPr/>
          <p:nvPr/>
        </p:nvSpPr>
        <p:spPr>
          <a:xfrm>
            <a:off x="10614391"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0" name="Rectangle 319">
            <a:extLst>
              <a:ext uri="{FF2B5EF4-FFF2-40B4-BE49-F238E27FC236}">
                <a16:creationId xmlns:a16="http://schemas.microsoft.com/office/drawing/2014/main" id="{889FAA1D-9C3B-2164-88BD-4737D570A1E4}"/>
              </a:ext>
            </a:extLst>
          </p:cNvPr>
          <p:cNvSpPr/>
          <p:nvPr/>
        </p:nvSpPr>
        <p:spPr>
          <a:xfrm>
            <a:off x="10614391"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1" name="Rectangle 320">
            <a:extLst>
              <a:ext uri="{FF2B5EF4-FFF2-40B4-BE49-F238E27FC236}">
                <a16:creationId xmlns:a16="http://schemas.microsoft.com/office/drawing/2014/main" id="{1734EED7-4BD9-A0E4-10DE-BC3476BB2708}"/>
              </a:ext>
            </a:extLst>
          </p:cNvPr>
          <p:cNvSpPr/>
          <p:nvPr/>
        </p:nvSpPr>
        <p:spPr>
          <a:xfrm>
            <a:off x="10614391"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2" name="Rectangle 321">
            <a:extLst>
              <a:ext uri="{FF2B5EF4-FFF2-40B4-BE49-F238E27FC236}">
                <a16:creationId xmlns:a16="http://schemas.microsoft.com/office/drawing/2014/main" id="{554576F1-25D0-7FD0-8518-41E259DF831C}"/>
              </a:ext>
            </a:extLst>
          </p:cNvPr>
          <p:cNvSpPr/>
          <p:nvPr/>
        </p:nvSpPr>
        <p:spPr>
          <a:xfrm>
            <a:off x="10614391"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3" name="Rectangle 322">
            <a:extLst>
              <a:ext uri="{FF2B5EF4-FFF2-40B4-BE49-F238E27FC236}">
                <a16:creationId xmlns:a16="http://schemas.microsoft.com/office/drawing/2014/main" id="{1F92386C-F03D-7DBD-3068-D7617786DA6F}"/>
              </a:ext>
            </a:extLst>
          </p:cNvPr>
          <p:cNvSpPr/>
          <p:nvPr/>
        </p:nvSpPr>
        <p:spPr>
          <a:xfrm>
            <a:off x="11142849"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4" name="Rectangle 323">
            <a:extLst>
              <a:ext uri="{FF2B5EF4-FFF2-40B4-BE49-F238E27FC236}">
                <a16:creationId xmlns:a16="http://schemas.microsoft.com/office/drawing/2014/main" id="{F98C0950-54CF-878A-688E-6BF1318BFB99}"/>
              </a:ext>
            </a:extLst>
          </p:cNvPr>
          <p:cNvSpPr/>
          <p:nvPr/>
        </p:nvSpPr>
        <p:spPr>
          <a:xfrm>
            <a:off x="11142849"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5" name="Rectangle 324">
            <a:extLst>
              <a:ext uri="{FF2B5EF4-FFF2-40B4-BE49-F238E27FC236}">
                <a16:creationId xmlns:a16="http://schemas.microsoft.com/office/drawing/2014/main" id="{C2BBF5F2-D40C-9E6C-2B8E-AC62F7C505C6}"/>
              </a:ext>
            </a:extLst>
          </p:cNvPr>
          <p:cNvSpPr/>
          <p:nvPr/>
        </p:nvSpPr>
        <p:spPr>
          <a:xfrm>
            <a:off x="11142849"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6" name="Rectangle 325">
            <a:extLst>
              <a:ext uri="{FF2B5EF4-FFF2-40B4-BE49-F238E27FC236}">
                <a16:creationId xmlns:a16="http://schemas.microsoft.com/office/drawing/2014/main" id="{DC696449-E78B-B79F-BAA4-74377D7FF848}"/>
              </a:ext>
            </a:extLst>
          </p:cNvPr>
          <p:cNvSpPr/>
          <p:nvPr/>
        </p:nvSpPr>
        <p:spPr>
          <a:xfrm>
            <a:off x="11142849"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7" name="Rectangle 326">
            <a:extLst>
              <a:ext uri="{FF2B5EF4-FFF2-40B4-BE49-F238E27FC236}">
                <a16:creationId xmlns:a16="http://schemas.microsoft.com/office/drawing/2014/main" id="{A9EFB562-7392-DFA6-52CB-74E6CB182E34}"/>
              </a:ext>
            </a:extLst>
          </p:cNvPr>
          <p:cNvSpPr/>
          <p:nvPr/>
        </p:nvSpPr>
        <p:spPr>
          <a:xfrm>
            <a:off x="11142849"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8" name="Rectangle 327">
            <a:extLst>
              <a:ext uri="{FF2B5EF4-FFF2-40B4-BE49-F238E27FC236}">
                <a16:creationId xmlns:a16="http://schemas.microsoft.com/office/drawing/2014/main" id="{9E659404-ECF1-AE86-3197-B94EF8A220C7}"/>
              </a:ext>
            </a:extLst>
          </p:cNvPr>
          <p:cNvSpPr/>
          <p:nvPr/>
        </p:nvSpPr>
        <p:spPr>
          <a:xfrm>
            <a:off x="11142849"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9" name="Rectangle 328">
            <a:extLst>
              <a:ext uri="{FF2B5EF4-FFF2-40B4-BE49-F238E27FC236}">
                <a16:creationId xmlns:a16="http://schemas.microsoft.com/office/drawing/2014/main" id="{DFAC1EDE-BB16-1D42-D628-8D67EDBFF9FB}"/>
              </a:ext>
            </a:extLst>
          </p:cNvPr>
          <p:cNvSpPr/>
          <p:nvPr/>
        </p:nvSpPr>
        <p:spPr>
          <a:xfrm>
            <a:off x="11142849"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0" name="Rectangle 329">
            <a:extLst>
              <a:ext uri="{FF2B5EF4-FFF2-40B4-BE49-F238E27FC236}">
                <a16:creationId xmlns:a16="http://schemas.microsoft.com/office/drawing/2014/main" id="{8A5D4BF4-29FF-FDD4-F0B3-7ED8D45A5631}"/>
              </a:ext>
            </a:extLst>
          </p:cNvPr>
          <p:cNvSpPr/>
          <p:nvPr/>
        </p:nvSpPr>
        <p:spPr>
          <a:xfrm>
            <a:off x="11142849"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1" name="Rectangle 330">
            <a:extLst>
              <a:ext uri="{FF2B5EF4-FFF2-40B4-BE49-F238E27FC236}">
                <a16:creationId xmlns:a16="http://schemas.microsoft.com/office/drawing/2014/main" id="{F49501A2-2882-808C-51F1-FCD2F79AE5D1}"/>
              </a:ext>
            </a:extLst>
          </p:cNvPr>
          <p:cNvSpPr/>
          <p:nvPr/>
        </p:nvSpPr>
        <p:spPr>
          <a:xfrm>
            <a:off x="11142849"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2" name="Rectangle 331">
            <a:extLst>
              <a:ext uri="{FF2B5EF4-FFF2-40B4-BE49-F238E27FC236}">
                <a16:creationId xmlns:a16="http://schemas.microsoft.com/office/drawing/2014/main" id="{ACABC2E5-71A5-89FE-02CC-DFC051782E84}"/>
              </a:ext>
            </a:extLst>
          </p:cNvPr>
          <p:cNvSpPr/>
          <p:nvPr/>
        </p:nvSpPr>
        <p:spPr>
          <a:xfrm>
            <a:off x="11142849"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3" name="Rectangle 332">
            <a:extLst>
              <a:ext uri="{FF2B5EF4-FFF2-40B4-BE49-F238E27FC236}">
                <a16:creationId xmlns:a16="http://schemas.microsoft.com/office/drawing/2014/main" id="{F1D26DE7-9195-0EE9-95F2-1CF5F409FB6D}"/>
              </a:ext>
            </a:extLst>
          </p:cNvPr>
          <p:cNvSpPr/>
          <p:nvPr/>
        </p:nvSpPr>
        <p:spPr>
          <a:xfrm>
            <a:off x="10966696"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4" name="Rectangle 333">
            <a:extLst>
              <a:ext uri="{FF2B5EF4-FFF2-40B4-BE49-F238E27FC236}">
                <a16:creationId xmlns:a16="http://schemas.microsoft.com/office/drawing/2014/main" id="{F52A440A-2692-EA74-F561-FEA9A44E267C}"/>
              </a:ext>
            </a:extLst>
          </p:cNvPr>
          <p:cNvSpPr/>
          <p:nvPr/>
        </p:nvSpPr>
        <p:spPr>
          <a:xfrm>
            <a:off x="10966696"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5" name="Rectangle 334">
            <a:extLst>
              <a:ext uri="{FF2B5EF4-FFF2-40B4-BE49-F238E27FC236}">
                <a16:creationId xmlns:a16="http://schemas.microsoft.com/office/drawing/2014/main" id="{861E08E1-D386-7F43-7CFF-6541D4781384}"/>
              </a:ext>
            </a:extLst>
          </p:cNvPr>
          <p:cNvSpPr/>
          <p:nvPr/>
        </p:nvSpPr>
        <p:spPr>
          <a:xfrm>
            <a:off x="10966696"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6" name="Rectangle 335">
            <a:extLst>
              <a:ext uri="{FF2B5EF4-FFF2-40B4-BE49-F238E27FC236}">
                <a16:creationId xmlns:a16="http://schemas.microsoft.com/office/drawing/2014/main" id="{80B2C2D5-53CA-B789-60DA-83FF5F9D8B4F}"/>
              </a:ext>
            </a:extLst>
          </p:cNvPr>
          <p:cNvSpPr/>
          <p:nvPr/>
        </p:nvSpPr>
        <p:spPr>
          <a:xfrm>
            <a:off x="10966696"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7" name="Rectangle 336">
            <a:extLst>
              <a:ext uri="{FF2B5EF4-FFF2-40B4-BE49-F238E27FC236}">
                <a16:creationId xmlns:a16="http://schemas.microsoft.com/office/drawing/2014/main" id="{306A3594-D812-CE95-3A87-8001E29B0A82}"/>
              </a:ext>
            </a:extLst>
          </p:cNvPr>
          <p:cNvSpPr/>
          <p:nvPr/>
        </p:nvSpPr>
        <p:spPr>
          <a:xfrm>
            <a:off x="10966696"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8" name="Rectangle 337">
            <a:extLst>
              <a:ext uri="{FF2B5EF4-FFF2-40B4-BE49-F238E27FC236}">
                <a16:creationId xmlns:a16="http://schemas.microsoft.com/office/drawing/2014/main" id="{FE94D71E-D7F3-AC51-2F30-AF67C5491669}"/>
              </a:ext>
            </a:extLst>
          </p:cNvPr>
          <p:cNvSpPr/>
          <p:nvPr/>
        </p:nvSpPr>
        <p:spPr>
          <a:xfrm>
            <a:off x="10966696"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9" name="Rectangle 338">
            <a:extLst>
              <a:ext uri="{FF2B5EF4-FFF2-40B4-BE49-F238E27FC236}">
                <a16:creationId xmlns:a16="http://schemas.microsoft.com/office/drawing/2014/main" id="{7A18C81B-4E83-0754-1BC8-7E9EDBFE1EF0}"/>
              </a:ext>
            </a:extLst>
          </p:cNvPr>
          <p:cNvSpPr/>
          <p:nvPr/>
        </p:nvSpPr>
        <p:spPr>
          <a:xfrm>
            <a:off x="10966696"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0" name="Rectangle 339">
            <a:extLst>
              <a:ext uri="{FF2B5EF4-FFF2-40B4-BE49-F238E27FC236}">
                <a16:creationId xmlns:a16="http://schemas.microsoft.com/office/drawing/2014/main" id="{B00A012C-EE44-4BCD-70AE-7D87BC3A9429}"/>
              </a:ext>
            </a:extLst>
          </p:cNvPr>
          <p:cNvSpPr/>
          <p:nvPr/>
        </p:nvSpPr>
        <p:spPr>
          <a:xfrm>
            <a:off x="10966696"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1" name="Rectangle 340">
            <a:extLst>
              <a:ext uri="{FF2B5EF4-FFF2-40B4-BE49-F238E27FC236}">
                <a16:creationId xmlns:a16="http://schemas.microsoft.com/office/drawing/2014/main" id="{09347E07-A740-2B4B-C39D-4905DF3CDEFD}"/>
              </a:ext>
            </a:extLst>
          </p:cNvPr>
          <p:cNvSpPr/>
          <p:nvPr/>
        </p:nvSpPr>
        <p:spPr>
          <a:xfrm>
            <a:off x="10966696"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2" name="Rectangle 341">
            <a:extLst>
              <a:ext uri="{FF2B5EF4-FFF2-40B4-BE49-F238E27FC236}">
                <a16:creationId xmlns:a16="http://schemas.microsoft.com/office/drawing/2014/main" id="{891E7D7C-BED7-A306-3951-269E911C15A5}"/>
              </a:ext>
            </a:extLst>
          </p:cNvPr>
          <p:cNvSpPr/>
          <p:nvPr/>
        </p:nvSpPr>
        <p:spPr>
          <a:xfrm>
            <a:off x="10966696"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3" name="Rectangle 342">
            <a:extLst>
              <a:ext uri="{FF2B5EF4-FFF2-40B4-BE49-F238E27FC236}">
                <a16:creationId xmlns:a16="http://schemas.microsoft.com/office/drawing/2014/main" id="{02ABC7F0-FEA0-AFAC-1418-D1A0EAFEE2B5}"/>
              </a:ext>
            </a:extLst>
          </p:cNvPr>
          <p:cNvSpPr/>
          <p:nvPr/>
        </p:nvSpPr>
        <p:spPr>
          <a:xfrm>
            <a:off x="11495157"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4" name="Rectangle 343">
            <a:extLst>
              <a:ext uri="{FF2B5EF4-FFF2-40B4-BE49-F238E27FC236}">
                <a16:creationId xmlns:a16="http://schemas.microsoft.com/office/drawing/2014/main" id="{14344E72-377B-D417-36DA-A76308844278}"/>
              </a:ext>
            </a:extLst>
          </p:cNvPr>
          <p:cNvSpPr/>
          <p:nvPr/>
        </p:nvSpPr>
        <p:spPr>
          <a:xfrm>
            <a:off x="11495157"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5" name="Rectangle 344">
            <a:extLst>
              <a:ext uri="{FF2B5EF4-FFF2-40B4-BE49-F238E27FC236}">
                <a16:creationId xmlns:a16="http://schemas.microsoft.com/office/drawing/2014/main" id="{7AE7BA98-367D-9F98-6373-82D937C35C92}"/>
              </a:ext>
            </a:extLst>
          </p:cNvPr>
          <p:cNvSpPr/>
          <p:nvPr/>
        </p:nvSpPr>
        <p:spPr>
          <a:xfrm>
            <a:off x="11495157"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6" name="Rectangle 345">
            <a:extLst>
              <a:ext uri="{FF2B5EF4-FFF2-40B4-BE49-F238E27FC236}">
                <a16:creationId xmlns:a16="http://schemas.microsoft.com/office/drawing/2014/main" id="{338120AD-8ADF-3975-17B6-5A24A534F6AE}"/>
              </a:ext>
            </a:extLst>
          </p:cNvPr>
          <p:cNvSpPr/>
          <p:nvPr/>
        </p:nvSpPr>
        <p:spPr>
          <a:xfrm>
            <a:off x="11495157"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7" name="Rectangle 346">
            <a:extLst>
              <a:ext uri="{FF2B5EF4-FFF2-40B4-BE49-F238E27FC236}">
                <a16:creationId xmlns:a16="http://schemas.microsoft.com/office/drawing/2014/main" id="{92835911-28CB-3D48-856B-4569D6095923}"/>
              </a:ext>
            </a:extLst>
          </p:cNvPr>
          <p:cNvSpPr/>
          <p:nvPr/>
        </p:nvSpPr>
        <p:spPr>
          <a:xfrm>
            <a:off x="11495157"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8" name="Rectangle 347">
            <a:extLst>
              <a:ext uri="{FF2B5EF4-FFF2-40B4-BE49-F238E27FC236}">
                <a16:creationId xmlns:a16="http://schemas.microsoft.com/office/drawing/2014/main" id="{FFFC6853-60DE-4DEE-00A6-DC91A86DE527}"/>
              </a:ext>
            </a:extLst>
          </p:cNvPr>
          <p:cNvSpPr/>
          <p:nvPr/>
        </p:nvSpPr>
        <p:spPr>
          <a:xfrm>
            <a:off x="11495157"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9" name="Rectangle 348">
            <a:extLst>
              <a:ext uri="{FF2B5EF4-FFF2-40B4-BE49-F238E27FC236}">
                <a16:creationId xmlns:a16="http://schemas.microsoft.com/office/drawing/2014/main" id="{22BDFFD8-18A8-B5D2-84EB-0341B0C4D8B6}"/>
              </a:ext>
            </a:extLst>
          </p:cNvPr>
          <p:cNvSpPr/>
          <p:nvPr/>
        </p:nvSpPr>
        <p:spPr>
          <a:xfrm>
            <a:off x="11495157"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0" name="Rectangle 349">
            <a:extLst>
              <a:ext uri="{FF2B5EF4-FFF2-40B4-BE49-F238E27FC236}">
                <a16:creationId xmlns:a16="http://schemas.microsoft.com/office/drawing/2014/main" id="{26E23CEB-3110-7B98-DF81-5866634B6622}"/>
              </a:ext>
            </a:extLst>
          </p:cNvPr>
          <p:cNvSpPr/>
          <p:nvPr/>
        </p:nvSpPr>
        <p:spPr>
          <a:xfrm>
            <a:off x="11495157"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1" name="Rectangle 350">
            <a:extLst>
              <a:ext uri="{FF2B5EF4-FFF2-40B4-BE49-F238E27FC236}">
                <a16:creationId xmlns:a16="http://schemas.microsoft.com/office/drawing/2014/main" id="{55D1E8D1-E55A-529C-4139-75FF5A4C0D7A}"/>
              </a:ext>
            </a:extLst>
          </p:cNvPr>
          <p:cNvSpPr/>
          <p:nvPr/>
        </p:nvSpPr>
        <p:spPr>
          <a:xfrm>
            <a:off x="11495157"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2" name="Rectangle 351">
            <a:extLst>
              <a:ext uri="{FF2B5EF4-FFF2-40B4-BE49-F238E27FC236}">
                <a16:creationId xmlns:a16="http://schemas.microsoft.com/office/drawing/2014/main" id="{95EDC1C6-5653-C6B9-300A-96E96EABDB73}"/>
              </a:ext>
            </a:extLst>
          </p:cNvPr>
          <p:cNvSpPr/>
          <p:nvPr/>
        </p:nvSpPr>
        <p:spPr>
          <a:xfrm>
            <a:off x="11495157"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3" name="Rectangle 352">
            <a:extLst>
              <a:ext uri="{FF2B5EF4-FFF2-40B4-BE49-F238E27FC236}">
                <a16:creationId xmlns:a16="http://schemas.microsoft.com/office/drawing/2014/main" id="{CC8043CF-9984-54E9-2C88-27764BB713C5}"/>
              </a:ext>
            </a:extLst>
          </p:cNvPr>
          <p:cNvSpPr/>
          <p:nvPr/>
        </p:nvSpPr>
        <p:spPr>
          <a:xfrm>
            <a:off x="11319002"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4" name="Rectangle 353">
            <a:extLst>
              <a:ext uri="{FF2B5EF4-FFF2-40B4-BE49-F238E27FC236}">
                <a16:creationId xmlns:a16="http://schemas.microsoft.com/office/drawing/2014/main" id="{55562093-F70F-4808-8C18-6A69AE16F88B}"/>
              </a:ext>
            </a:extLst>
          </p:cNvPr>
          <p:cNvSpPr/>
          <p:nvPr/>
        </p:nvSpPr>
        <p:spPr>
          <a:xfrm>
            <a:off x="11319002"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5" name="Rectangle 354">
            <a:extLst>
              <a:ext uri="{FF2B5EF4-FFF2-40B4-BE49-F238E27FC236}">
                <a16:creationId xmlns:a16="http://schemas.microsoft.com/office/drawing/2014/main" id="{9D86298B-0DE5-1F28-190D-F3AACC0B76D7}"/>
              </a:ext>
            </a:extLst>
          </p:cNvPr>
          <p:cNvSpPr/>
          <p:nvPr/>
        </p:nvSpPr>
        <p:spPr>
          <a:xfrm>
            <a:off x="11319002"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6" name="Rectangle 355">
            <a:extLst>
              <a:ext uri="{FF2B5EF4-FFF2-40B4-BE49-F238E27FC236}">
                <a16:creationId xmlns:a16="http://schemas.microsoft.com/office/drawing/2014/main" id="{76CB8666-D601-4341-3B0B-F4876A17EF7F}"/>
              </a:ext>
            </a:extLst>
          </p:cNvPr>
          <p:cNvSpPr/>
          <p:nvPr/>
        </p:nvSpPr>
        <p:spPr>
          <a:xfrm>
            <a:off x="11319002"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7" name="Rectangle 356">
            <a:extLst>
              <a:ext uri="{FF2B5EF4-FFF2-40B4-BE49-F238E27FC236}">
                <a16:creationId xmlns:a16="http://schemas.microsoft.com/office/drawing/2014/main" id="{F4B89495-C60B-9DA6-CF6F-A50DBB6E4777}"/>
              </a:ext>
            </a:extLst>
          </p:cNvPr>
          <p:cNvSpPr/>
          <p:nvPr/>
        </p:nvSpPr>
        <p:spPr>
          <a:xfrm>
            <a:off x="11319002"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8" name="Rectangle 357">
            <a:extLst>
              <a:ext uri="{FF2B5EF4-FFF2-40B4-BE49-F238E27FC236}">
                <a16:creationId xmlns:a16="http://schemas.microsoft.com/office/drawing/2014/main" id="{73FAF358-C20A-5B04-F02F-9418B66B1D8B}"/>
              </a:ext>
            </a:extLst>
          </p:cNvPr>
          <p:cNvSpPr/>
          <p:nvPr/>
        </p:nvSpPr>
        <p:spPr>
          <a:xfrm>
            <a:off x="11319002"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9" name="Rectangle 358">
            <a:extLst>
              <a:ext uri="{FF2B5EF4-FFF2-40B4-BE49-F238E27FC236}">
                <a16:creationId xmlns:a16="http://schemas.microsoft.com/office/drawing/2014/main" id="{7DAFC6A0-17D2-601D-6CB8-CA8B6CDDDF80}"/>
              </a:ext>
            </a:extLst>
          </p:cNvPr>
          <p:cNvSpPr/>
          <p:nvPr/>
        </p:nvSpPr>
        <p:spPr>
          <a:xfrm>
            <a:off x="11319002"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0" name="Rectangle 359">
            <a:extLst>
              <a:ext uri="{FF2B5EF4-FFF2-40B4-BE49-F238E27FC236}">
                <a16:creationId xmlns:a16="http://schemas.microsoft.com/office/drawing/2014/main" id="{3E633EE3-19E8-C120-CFDF-815DF0970132}"/>
              </a:ext>
            </a:extLst>
          </p:cNvPr>
          <p:cNvSpPr/>
          <p:nvPr/>
        </p:nvSpPr>
        <p:spPr>
          <a:xfrm>
            <a:off x="11319002"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1" name="Rectangle 360">
            <a:extLst>
              <a:ext uri="{FF2B5EF4-FFF2-40B4-BE49-F238E27FC236}">
                <a16:creationId xmlns:a16="http://schemas.microsoft.com/office/drawing/2014/main" id="{F72CB5BE-2148-7F39-7942-160839D0A709}"/>
              </a:ext>
            </a:extLst>
          </p:cNvPr>
          <p:cNvSpPr/>
          <p:nvPr/>
        </p:nvSpPr>
        <p:spPr>
          <a:xfrm>
            <a:off x="11319002"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2" name="Rectangle 361">
            <a:extLst>
              <a:ext uri="{FF2B5EF4-FFF2-40B4-BE49-F238E27FC236}">
                <a16:creationId xmlns:a16="http://schemas.microsoft.com/office/drawing/2014/main" id="{02A2A91A-6889-0975-C59C-E9573A14EEAE}"/>
              </a:ext>
            </a:extLst>
          </p:cNvPr>
          <p:cNvSpPr/>
          <p:nvPr/>
        </p:nvSpPr>
        <p:spPr>
          <a:xfrm>
            <a:off x="11319002"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71" name="TextBox 370">
            <a:extLst>
              <a:ext uri="{FF2B5EF4-FFF2-40B4-BE49-F238E27FC236}">
                <a16:creationId xmlns:a16="http://schemas.microsoft.com/office/drawing/2014/main" id="{DA85D54B-BDF7-463B-685A-DF503823E8DD}"/>
              </a:ext>
            </a:extLst>
          </p:cNvPr>
          <p:cNvSpPr txBox="1">
            <a:spLocks/>
          </p:cNvSpPr>
          <p:nvPr/>
        </p:nvSpPr>
        <p:spPr>
          <a:xfrm>
            <a:off x="614816" y="1173606"/>
            <a:ext cx="2523145" cy="246221"/>
          </a:xfrm>
          <a:prstGeom prst="rect">
            <a:avLst/>
          </a:prstGeom>
        </p:spPr>
        <p:txBody>
          <a:bodyPr vert="horz" wrap="square" lIns="0" tIns="0" rIns="0" bIns="0" rtlCol="0" anchor="b">
            <a:noAutofit/>
          </a:bodyPr>
          <a:lstStyle>
            <a:lvl1pPr marL="0" lvl="0" indent="0" defTabSz="895350" eaLnBrk="1" latinLnBrk="0" hangingPunct="1">
              <a:buClr>
                <a:schemeClr val="tx2"/>
              </a:buClr>
              <a:buSzPct val="100000"/>
              <a:defRPr sz="1400" baseline="0">
                <a:latin typeface="+mn-lt"/>
              </a:defRPr>
            </a:lvl1pPr>
            <a:lvl2pPr marL="193675" lvl="1" indent="-192088" defTabSz="895350" eaLnBrk="1" latinLnBrk="0" hangingPunct="1">
              <a:buClr>
                <a:schemeClr val="tx2"/>
              </a:buClr>
              <a:buSzPct val="125000"/>
              <a:buFont typeface="Arial" charset="0"/>
              <a:buChar char="▪"/>
              <a:defRPr sz="1400" baseline="0">
                <a:latin typeface="+mn-lt"/>
              </a:defRPr>
            </a:lvl2pPr>
            <a:lvl3pPr marL="457200" lvl="2" indent="-261938" defTabSz="895350" eaLnBrk="1" latinLnBrk="0" hangingPunct="1">
              <a:buClr>
                <a:schemeClr val="tx2"/>
              </a:buClr>
              <a:buSzPct val="120000"/>
              <a:buFont typeface="Arial" charset="0"/>
              <a:buChar char="–"/>
              <a:defRPr sz="1400" baseline="0">
                <a:latin typeface="+mn-lt"/>
              </a:defRPr>
            </a:lvl3pPr>
            <a:lvl4pPr marL="614363" lvl="3" indent="-155575" defTabSz="895350" eaLnBrk="1" latinLnBrk="0" hangingPunct="1">
              <a:buClr>
                <a:schemeClr val="tx2"/>
              </a:buClr>
              <a:buSzPct val="120000"/>
              <a:buFont typeface="Arial" charset="0"/>
              <a:buChar char="▫"/>
              <a:defRPr sz="1400" baseline="0">
                <a:latin typeface="+mn-lt"/>
              </a:defRPr>
            </a:lvl4pPr>
            <a:lvl5pPr marL="749808" lvl="4" indent="-130175" defTabSz="895350" eaLnBrk="1" latinLnBrk="0" hangingPunct="1">
              <a:buClr>
                <a:schemeClr val="tx2"/>
              </a:buClr>
              <a:buSzPct val="89000"/>
              <a:buFont typeface="Arial" charset="0"/>
              <a:buChar char="-"/>
              <a:defRPr sz="1400" baseline="0">
                <a:latin typeface="+mn-lt"/>
              </a:defRPr>
            </a:lvl5pPr>
            <a:lvl6pPr marL="749808" indent="-130175" defTabSz="895350" fontAlgn="base">
              <a:spcBef>
                <a:spcPct val="0"/>
              </a:spcBef>
              <a:spcAft>
                <a:spcPct val="0"/>
              </a:spcAft>
              <a:buClr>
                <a:schemeClr val="tx2"/>
              </a:buClr>
              <a:buSzPct val="89000"/>
              <a:buFont typeface="Arial" charset="0"/>
              <a:buChar char="-"/>
              <a:defRPr baseline="0">
                <a:latin typeface="+mn-lt"/>
              </a:defRPr>
            </a:lvl6pPr>
            <a:lvl7pPr marL="749808" indent="-130175" defTabSz="895350" fontAlgn="base">
              <a:spcBef>
                <a:spcPct val="0"/>
              </a:spcBef>
              <a:spcAft>
                <a:spcPct val="0"/>
              </a:spcAft>
              <a:buClr>
                <a:schemeClr val="tx2"/>
              </a:buClr>
              <a:buSzPct val="89000"/>
              <a:buFont typeface="Arial" charset="0"/>
              <a:buChar char="-"/>
              <a:defRPr baseline="0">
                <a:latin typeface="+mn-lt"/>
              </a:defRPr>
            </a:lvl7pPr>
            <a:lvl8pPr marL="749808" indent="-130175" defTabSz="895350" fontAlgn="base">
              <a:spcBef>
                <a:spcPct val="0"/>
              </a:spcBef>
              <a:spcAft>
                <a:spcPct val="0"/>
              </a:spcAft>
              <a:buClr>
                <a:schemeClr val="tx2"/>
              </a:buClr>
              <a:buSzPct val="89000"/>
              <a:buFont typeface="Arial" charset="0"/>
              <a:buChar char="-"/>
              <a:defRPr baseline="0">
                <a:latin typeface="+mn-lt"/>
              </a:defRPr>
            </a:lvl8pPr>
            <a:lvl9pPr marL="749808" indent="-130175" defTabSz="895350" fontAlgn="base">
              <a:spcBef>
                <a:spcPct val="0"/>
              </a:spcBef>
              <a:spcAft>
                <a:spcPct val="0"/>
              </a:spcAft>
              <a:buClr>
                <a:schemeClr val="tx2"/>
              </a:buClr>
              <a:buSzPct val="89000"/>
              <a:buFont typeface="Arial" charset="0"/>
              <a:buChar char="-"/>
              <a:defRPr baseline="0">
                <a:latin typeface="+mn-lt"/>
              </a:defRPr>
            </a:lvl9pPr>
          </a:lstStyle>
          <a:p>
            <a:pPr marL="1587" marR="0" lvl="1" indent="0" algn="l" defTabSz="895350" rtl="0" eaLnBrk="1" fontAlgn="auto" latinLnBrk="0" hangingPunct="1">
              <a:lnSpc>
                <a:spcPct val="100000"/>
              </a:lnSpc>
              <a:spcBef>
                <a:spcPts val="0"/>
              </a:spcBef>
              <a:spcAft>
                <a:spcPts val="0"/>
              </a:spcAft>
              <a:buClr>
                <a:srgbClr val="FFFFFF"/>
              </a:buClr>
              <a:buSzPct val="125000"/>
              <a:buFont typeface="Arial" charset="0"/>
              <a:buNone/>
              <a:tabLst/>
              <a:defRPr/>
            </a:pPr>
            <a:r>
              <a:rPr kumimoji="0" lang="en-US" sz="1600" b="1" i="0" u="none" strike="noStrike" kern="1200" cap="none" spc="0" normalizeH="0" baseline="0" noProof="0" dirty="0">
                <a:ln>
                  <a:noFill/>
                </a:ln>
                <a:effectLst/>
                <a:uLnTx/>
                <a:uFillTx/>
                <a:ea typeface="+mn-ea"/>
                <a:cs typeface="+mn-cs"/>
              </a:rPr>
              <a:t>What is a domain?</a:t>
            </a:r>
            <a:endParaRPr kumimoji="0" lang="en-US" sz="1600" b="0" i="0" u="none" strike="noStrike" kern="1200" cap="none" spc="0" normalizeH="0" baseline="0" noProof="0" dirty="0">
              <a:ln>
                <a:noFill/>
              </a:ln>
              <a:effectLst/>
              <a:uLnTx/>
              <a:uFillTx/>
              <a:ea typeface="+mn-ea"/>
              <a:cs typeface="+mn-cs"/>
            </a:endParaRPr>
          </a:p>
        </p:txBody>
      </p:sp>
      <p:cxnSp>
        <p:nvCxnSpPr>
          <p:cNvPr id="130" name="LineBasicStrong 49">
            <a:extLst>
              <a:ext uri="{FF2B5EF4-FFF2-40B4-BE49-F238E27FC236}">
                <a16:creationId xmlns:a16="http://schemas.microsoft.com/office/drawing/2014/main" id="{57AFCC21-1EB3-9474-5979-1D0C1F1FF066}"/>
              </a:ext>
            </a:extLst>
          </p:cNvPr>
          <p:cNvCxnSpPr>
            <a:cxnSpLocks/>
          </p:cNvCxnSpPr>
          <p:nvPr>
            <p:custDataLst>
              <p:tags r:id="rId6"/>
            </p:custDataLst>
          </p:nvPr>
        </p:nvCxnSpPr>
        <p:spPr>
          <a:xfrm>
            <a:off x="614815" y="1490552"/>
            <a:ext cx="252314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 name="Google Shape;5788;p659">
            <a:extLst>
              <a:ext uri="{FF2B5EF4-FFF2-40B4-BE49-F238E27FC236}">
                <a16:creationId xmlns:a16="http://schemas.microsoft.com/office/drawing/2014/main" id="{9CD7527F-575B-0B37-A2E2-35E86C1C01C4}"/>
              </a:ext>
            </a:extLst>
          </p:cNvPr>
          <p:cNvSpPr>
            <a:spLocks/>
          </p:cNvSpPr>
          <p:nvPr/>
        </p:nvSpPr>
        <p:spPr>
          <a:xfrm>
            <a:off x="4049906" y="6146029"/>
            <a:ext cx="7868039" cy="303777"/>
          </a:xfrm>
          <a:prstGeom prst="roundRect">
            <a:avLst/>
          </a:prstGeom>
          <a:solidFill>
            <a:schemeClr val="accent3"/>
          </a:solidFill>
          <a:ln w="9525" cap="flat" cmpd="sng">
            <a:noFill/>
            <a:prstDash val="solid"/>
            <a:round/>
            <a:headEnd type="none" w="sm" len="sm"/>
            <a:tailEnd type="none" w="sm" len="sm"/>
          </a:ln>
        </p:spPr>
        <p:txBody>
          <a:bodyPr spcFirstLastPara="1" wrap="square" lIns="121868" tIns="121868" rIns="121868" bIns="121868" anchor="ctr" anchorCtr="0">
            <a:noAutofit/>
          </a:bodyPr>
          <a:lstStyle/>
          <a:p>
            <a:pPr marL="0" marR="0" lvl="0" indent="0" algn="ctr" defTabSz="914126" rtl="0" eaLnBrk="1" fontAlgn="auto" latinLnBrk="0" hangingPunct="1">
              <a:lnSpc>
                <a:spcPct val="100000"/>
              </a:lnSpc>
              <a:spcBef>
                <a:spcPts val="0"/>
              </a:spcBef>
              <a:spcAft>
                <a:spcPts val="0"/>
              </a:spcAft>
              <a:buClr>
                <a:srgbClr val="000000"/>
              </a:buClr>
              <a:buSzTx/>
              <a:buFontTx/>
              <a:buNone/>
              <a:tabLst/>
              <a:defRPr/>
            </a:pPr>
            <a:r>
              <a:rPr kumimoji="0" lang="en-US" sz="1200" b="0" i="1" u="none" strike="noStrike" kern="1200" cap="none" spc="0" normalizeH="0" baseline="0" noProof="0">
                <a:ln>
                  <a:noFill/>
                </a:ln>
                <a:solidFill>
                  <a:schemeClr val="bg1"/>
                </a:solidFill>
                <a:effectLst/>
                <a:uLnTx/>
                <a:uFillTx/>
                <a:latin typeface="Arial"/>
                <a:ea typeface="+mn-ea"/>
                <a:cs typeface="+mn-cs"/>
              </a:rPr>
              <a:t>A domain can have multiple business units or functions depending on the org structure of the enterprise</a:t>
            </a:r>
          </a:p>
        </p:txBody>
      </p:sp>
      <p:sp>
        <p:nvSpPr>
          <p:cNvPr id="17" name="Rectangle 16">
            <a:extLst>
              <a:ext uri="{FF2B5EF4-FFF2-40B4-BE49-F238E27FC236}">
                <a16:creationId xmlns:a16="http://schemas.microsoft.com/office/drawing/2014/main" id="{0678828F-5BAD-BC62-6BF0-04BE56622041}"/>
              </a:ext>
            </a:extLst>
          </p:cNvPr>
          <p:cNvSpPr/>
          <p:nvPr/>
        </p:nvSpPr>
        <p:spPr>
          <a:xfrm>
            <a:off x="6342419" y="1194224"/>
            <a:ext cx="3343694" cy="4889519"/>
          </a:xfrm>
          <a:prstGeom prst="rect">
            <a:avLst/>
          </a:prstGeom>
          <a:noFill/>
          <a:ln w="19050" cap="sq">
            <a:solidFill>
              <a:schemeClr val="accent2"/>
            </a:solidFill>
            <a:prstDash val="lgDash"/>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a:ln>
                <a:noFill/>
              </a:ln>
              <a:solidFill>
                <a:schemeClr val="tx1"/>
              </a:solidFill>
              <a:effectLst/>
              <a:uLnTx/>
              <a:uFillTx/>
              <a:latin typeface="Arial"/>
              <a:ea typeface="+mn-ea"/>
              <a:cs typeface="+mn-cs"/>
            </a:endParaRPr>
          </a:p>
        </p:txBody>
      </p:sp>
      <p:sp>
        <p:nvSpPr>
          <p:cNvPr id="18" name="TextBox 17">
            <a:extLst>
              <a:ext uri="{FF2B5EF4-FFF2-40B4-BE49-F238E27FC236}">
                <a16:creationId xmlns:a16="http://schemas.microsoft.com/office/drawing/2014/main" id="{C1477792-F2FE-BC7D-158A-47F916818021}"/>
              </a:ext>
            </a:extLst>
          </p:cNvPr>
          <p:cNvSpPr txBox="1"/>
          <p:nvPr/>
        </p:nvSpPr>
        <p:spPr>
          <a:xfrm>
            <a:off x="6342419" y="957765"/>
            <a:ext cx="954333" cy="169277"/>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100" i="1" u="none" strike="noStrike" kern="1200" cap="none" spc="0" normalizeH="0" baseline="0" noProof="0">
                <a:ln>
                  <a:noFill/>
                </a:ln>
                <a:solidFill>
                  <a:srgbClr val="00A9F4"/>
                </a:solidFill>
                <a:effectLst/>
                <a:uLnTx/>
                <a:uFillTx/>
                <a:latin typeface="Arial"/>
                <a:ea typeface="+mn-ea"/>
                <a:cs typeface="Arial" panose="020B0604020202020204" pitchFamily="34" charset="0"/>
              </a:rPr>
              <a:t>Recommended</a:t>
            </a:r>
          </a:p>
        </p:txBody>
      </p:sp>
      <p:cxnSp>
        <p:nvCxnSpPr>
          <p:cNvPr id="20" name="Straight Connector 19">
            <a:extLst>
              <a:ext uri="{FF2B5EF4-FFF2-40B4-BE49-F238E27FC236}">
                <a16:creationId xmlns:a16="http://schemas.microsoft.com/office/drawing/2014/main" id="{DD5452CA-B433-4D68-9042-24C1E03103F1}"/>
              </a:ext>
            </a:extLst>
          </p:cNvPr>
          <p:cNvCxnSpPr>
            <a:cxnSpLocks/>
          </p:cNvCxnSpPr>
          <p:nvPr/>
        </p:nvCxnSpPr>
        <p:spPr>
          <a:xfrm>
            <a:off x="3612618" y="1173606"/>
            <a:ext cx="0" cy="4910137"/>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A15E623-BF77-9BC3-F89D-7F7FE0E0CB31}"/>
              </a:ext>
            </a:extLst>
          </p:cNvPr>
          <p:cNvSpPr txBox="1">
            <a:spLocks/>
          </p:cNvSpPr>
          <p:nvPr/>
        </p:nvSpPr>
        <p:spPr>
          <a:xfrm>
            <a:off x="630319" y="1611681"/>
            <a:ext cx="2622036" cy="4739759"/>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285750" indent="-285750">
              <a:buFont typeface="Arial" panose="020B0604020202020204" pitchFamily="34" charset="0"/>
              <a:buChar char="•"/>
            </a:pPr>
            <a:r>
              <a:rPr lang="en-US" b="1" dirty="0"/>
              <a:t>One unit of transformation </a:t>
            </a:r>
            <a:r>
              <a:rPr lang="en-US" dirty="0"/>
              <a:t>— an end-to-end journey, workflow, or function reimagined as a whole, not use case by use case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A meaningful value pool </a:t>
            </a:r>
            <a:r>
              <a:rPr lang="en-US" dirty="0"/>
              <a:t>— material upside in revenue, cost, risk, or customer experience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Big enough to matter, specific enough to own </a:t>
            </a:r>
            <a:r>
              <a:rPr lang="en-US" dirty="0"/>
              <a:t>— one accountable owner, a measurable baseline, a sequence able roadmap</a:t>
            </a:r>
          </a:p>
        </p:txBody>
      </p:sp>
      <p:grpSp>
        <p:nvGrpSpPr>
          <p:cNvPr id="24" name="ThreeChevronBlue 24">
            <a:extLst>
              <a:ext uri="{FF2B5EF4-FFF2-40B4-BE49-F238E27FC236}">
                <a16:creationId xmlns:a16="http://schemas.microsoft.com/office/drawing/2014/main" id="{CD12F1A1-9A4A-2D02-B750-BE893E5B187F}"/>
              </a:ext>
            </a:extLst>
          </p:cNvPr>
          <p:cNvGrpSpPr>
            <a:grpSpLocks noChangeAspect="1"/>
          </p:cNvGrpSpPr>
          <p:nvPr>
            <p:custDataLst>
              <p:tags r:id="rId7"/>
            </p:custDataLst>
          </p:nvPr>
        </p:nvGrpSpPr>
        <p:grpSpPr>
          <a:xfrm>
            <a:off x="3414504" y="2915895"/>
            <a:ext cx="396228" cy="396228"/>
            <a:chOff x="1016000" y="1016000"/>
            <a:chExt cx="396228" cy="396228"/>
          </a:xfrm>
        </p:grpSpPr>
        <p:sp>
          <p:nvSpPr>
            <p:cNvPr id="21" name="Oval 20">
              <a:extLst>
                <a:ext uri="{FF2B5EF4-FFF2-40B4-BE49-F238E27FC236}">
                  <a16:creationId xmlns:a16="http://schemas.microsoft.com/office/drawing/2014/main" id="{AB89488F-FFE0-CF35-15BF-53662FF69DEE}"/>
                </a:ext>
              </a:extLst>
            </p:cNvPr>
            <p:cNvSpPr/>
            <p:nvPr/>
          </p:nvSpPr>
          <p:spPr>
            <a:xfrm>
              <a:off x="1016000" y="1016000"/>
              <a:ext cx="396228" cy="396228"/>
            </a:xfrm>
            <a:prstGeom prst="ellipse">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err="1">
                <a:solidFill>
                  <a:schemeClr val="bg1"/>
                </a:solidFill>
              </a:endParaRPr>
            </a:p>
          </p:txBody>
        </p:sp>
        <p:pic>
          <p:nvPicPr>
            <p:cNvPr id="23" name="Graphic 22">
              <a:extLst>
                <a:ext uri="{FF2B5EF4-FFF2-40B4-BE49-F238E27FC236}">
                  <a16:creationId xmlns:a16="http://schemas.microsoft.com/office/drawing/2014/main" id="{88F4EBE7-DA6B-9FE6-63D9-C5B5AE264184}"/>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1023614" y="1023614"/>
              <a:ext cx="381000" cy="381000"/>
            </a:xfrm>
            <a:prstGeom prst="rect">
              <a:avLst/>
            </a:prstGeom>
          </p:spPr>
        </p:pic>
      </p:grpSp>
      <p:sp>
        <p:nvSpPr>
          <p:cNvPr id="45" name="TextBox 44">
            <a:extLst>
              <a:ext uri="{FF2B5EF4-FFF2-40B4-BE49-F238E27FC236}">
                <a16:creationId xmlns:a16="http://schemas.microsoft.com/office/drawing/2014/main" id="{133147E1-C22C-077F-C436-CDAF4329E9C5}"/>
              </a:ext>
            </a:extLst>
          </p:cNvPr>
          <p:cNvSpPr txBox="1">
            <a:spLocks/>
          </p:cNvSpPr>
          <p:nvPr/>
        </p:nvSpPr>
        <p:spPr>
          <a:xfrm>
            <a:off x="6538430" y="4674934"/>
            <a:ext cx="2882397"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Examples</a:t>
            </a:r>
          </a:p>
        </p:txBody>
      </p:sp>
      <p:cxnSp>
        <p:nvCxnSpPr>
          <p:cNvPr id="46" name="LineBasicStrong 49">
            <a:extLst>
              <a:ext uri="{FF2B5EF4-FFF2-40B4-BE49-F238E27FC236}">
                <a16:creationId xmlns:a16="http://schemas.microsoft.com/office/drawing/2014/main" id="{2959AB0F-1901-884B-E89D-389ED65804A2}"/>
              </a:ext>
            </a:extLst>
          </p:cNvPr>
          <p:cNvCxnSpPr>
            <a:cxnSpLocks/>
          </p:cNvCxnSpPr>
          <p:nvPr>
            <p:custDataLst>
              <p:tags r:id="rId8"/>
            </p:custDataLst>
          </p:nvPr>
        </p:nvCxnSpPr>
        <p:spPr>
          <a:xfrm>
            <a:off x="6538431" y="4643150"/>
            <a:ext cx="2882397"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F0A9BBB4-05BD-1EAF-B08E-94E1EC22D2B2}"/>
              </a:ext>
            </a:extLst>
          </p:cNvPr>
          <p:cNvGrpSpPr/>
          <p:nvPr/>
        </p:nvGrpSpPr>
        <p:grpSpPr>
          <a:xfrm>
            <a:off x="6500331" y="5020149"/>
            <a:ext cx="1249617" cy="185928"/>
            <a:chOff x="6500331" y="5020149"/>
            <a:chExt cx="1249617" cy="185928"/>
          </a:xfrm>
        </p:grpSpPr>
        <p:sp>
          <p:nvSpPr>
            <p:cNvPr id="47" name="TrackerNumBlue 47">
              <a:extLst>
                <a:ext uri="{FF2B5EF4-FFF2-40B4-BE49-F238E27FC236}">
                  <a16:creationId xmlns:a16="http://schemas.microsoft.com/office/drawing/2014/main" id="{4A1EBD4D-57BD-CCBA-005F-DF9AAAC1411E}"/>
                </a:ext>
              </a:extLst>
            </p:cNvPr>
            <p:cNvSpPr/>
            <p:nvPr>
              <p:custDataLst>
                <p:tags r:id="rId20"/>
              </p:custDataLst>
            </p:nvPr>
          </p:nvSpPr>
          <p:spPr>
            <a:xfrm>
              <a:off x="6500331"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1</a:t>
              </a:r>
            </a:p>
          </p:txBody>
        </p:sp>
        <p:sp>
          <p:nvSpPr>
            <p:cNvPr id="12" name="TextBox 11">
              <a:extLst>
                <a:ext uri="{FF2B5EF4-FFF2-40B4-BE49-F238E27FC236}">
                  <a16:creationId xmlns:a16="http://schemas.microsoft.com/office/drawing/2014/main" id="{399F19E1-123F-1A03-3B57-136F24F09D4A}"/>
                </a:ext>
              </a:extLst>
            </p:cNvPr>
            <p:cNvSpPr txBox="1">
              <a:spLocks/>
            </p:cNvSpPr>
            <p:nvPr/>
          </p:nvSpPr>
          <p:spPr>
            <a:xfrm>
              <a:off x="6722101" y="5020780"/>
              <a:ext cx="1027847"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PDLC/SDLC</a:t>
              </a:r>
            </a:p>
          </p:txBody>
        </p:sp>
      </p:grpSp>
      <p:grpSp>
        <p:nvGrpSpPr>
          <p:cNvPr id="2" name="Group 1">
            <a:extLst>
              <a:ext uri="{FF2B5EF4-FFF2-40B4-BE49-F238E27FC236}">
                <a16:creationId xmlns:a16="http://schemas.microsoft.com/office/drawing/2014/main" id="{17AAAC28-0EF7-5006-4179-E414BABF7734}"/>
              </a:ext>
            </a:extLst>
          </p:cNvPr>
          <p:cNvGrpSpPr/>
          <p:nvPr/>
        </p:nvGrpSpPr>
        <p:grpSpPr>
          <a:xfrm>
            <a:off x="8065053" y="5463420"/>
            <a:ext cx="1593852" cy="185928"/>
            <a:chOff x="8065053" y="5020149"/>
            <a:chExt cx="1593852" cy="185928"/>
          </a:xfrm>
        </p:grpSpPr>
        <p:sp>
          <p:nvSpPr>
            <p:cNvPr id="52" name="TrackerNumBlue 47">
              <a:extLst>
                <a:ext uri="{FF2B5EF4-FFF2-40B4-BE49-F238E27FC236}">
                  <a16:creationId xmlns:a16="http://schemas.microsoft.com/office/drawing/2014/main" id="{B13C0FA8-F562-4D6B-27E9-5889B6988795}"/>
                </a:ext>
              </a:extLst>
            </p:cNvPr>
            <p:cNvSpPr/>
            <p:nvPr>
              <p:custDataLst>
                <p:tags r:id="rId19"/>
              </p:custDataLst>
            </p:nvPr>
          </p:nvSpPr>
          <p:spPr>
            <a:xfrm>
              <a:off x="8065053"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4</a:t>
              </a:r>
            </a:p>
          </p:txBody>
        </p:sp>
        <p:sp>
          <p:nvSpPr>
            <p:cNvPr id="25" name="TextBox 24">
              <a:extLst>
                <a:ext uri="{FF2B5EF4-FFF2-40B4-BE49-F238E27FC236}">
                  <a16:creationId xmlns:a16="http://schemas.microsoft.com/office/drawing/2014/main" id="{6439178F-609A-895D-BDEA-EB713211C268}"/>
                </a:ext>
              </a:extLst>
            </p:cNvPr>
            <p:cNvSpPr txBox="1">
              <a:spLocks/>
            </p:cNvSpPr>
            <p:nvPr/>
          </p:nvSpPr>
          <p:spPr>
            <a:xfrm>
              <a:off x="8298333" y="5020149"/>
              <a:ext cx="1360572" cy="184666"/>
            </a:xfrm>
            <a:prstGeom prst="rect">
              <a:avLst/>
            </a:prstGeom>
          </p:spPr>
          <p:txBody>
            <a:bodyPr vert="horz" wrap="square" lIns="0" tIns="0" rIns="0" bIns="0" rtlCol="0">
              <a:spAutoFit/>
            </a:bodyPr>
            <a:lstStyle>
              <a:defPPr>
                <a:defRPr lang="en-US"/>
              </a:defPPr>
              <a:lvl1pPr marR="0" lvl="0" indent="0" fontAlgn="auto">
                <a:lnSpc>
                  <a:spcPct val="100000"/>
                </a:lnSpc>
                <a:spcBef>
                  <a:spcPts val="300"/>
                </a:spcBef>
                <a:spcAft>
                  <a:spcPts val="300"/>
                </a:spcAft>
                <a:buClrTx/>
                <a:buSzTx/>
                <a:buFont typeface="Segoe UI" panose="020B0502040204020203" pitchFamily="34" charset="0"/>
                <a:buChar char="​"/>
                <a:tabLst/>
                <a:defRPr kumimoji="0" sz="1200" b="0" i="1" u="none" strike="noStrike" cap="none" spc="0" normalizeH="0" baseline="0">
                  <a:ln>
                    <a:noFill/>
                  </a:ln>
                  <a:solidFill>
                    <a:schemeClr val="bg1">
                      <a:lumMod val="50000"/>
                    </a:schemeClr>
                  </a:solidFill>
                  <a:effectLst/>
                  <a:uLnTx/>
                  <a:uFillTx/>
                  <a:latin typeface="Arial"/>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r>
                <a:rPr lang="en-US" dirty="0">
                  <a:solidFill>
                    <a:schemeClr val="tx1"/>
                  </a:solidFill>
                </a:rPr>
                <a:t>Product marketing</a:t>
              </a:r>
            </a:p>
          </p:txBody>
        </p:sp>
      </p:grpSp>
      <p:grpSp>
        <p:nvGrpSpPr>
          <p:cNvPr id="3" name="Group 2">
            <a:extLst>
              <a:ext uri="{FF2B5EF4-FFF2-40B4-BE49-F238E27FC236}">
                <a16:creationId xmlns:a16="http://schemas.microsoft.com/office/drawing/2014/main" id="{E3C68112-68C9-FD49-F541-1EE25D2655F2}"/>
              </a:ext>
            </a:extLst>
          </p:cNvPr>
          <p:cNvGrpSpPr/>
          <p:nvPr/>
        </p:nvGrpSpPr>
        <p:grpSpPr>
          <a:xfrm>
            <a:off x="8065053" y="5020149"/>
            <a:ext cx="1491299" cy="185928"/>
            <a:chOff x="6500331" y="5791264"/>
            <a:chExt cx="1491299" cy="185928"/>
          </a:xfrm>
        </p:grpSpPr>
        <p:sp>
          <p:nvSpPr>
            <p:cNvPr id="50" name="TrackerNumBlue 47">
              <a:extLst>
                <a:ext uri="{FF2B5EF4-FFF2-40B4-BE49-F238E27FC236}">
                  <a16:creationId xmlns:a16="http://schemas.microsoft.com/office/drawing/2014/main" id="{D3831E9B-97AF-DC12-6AA3-B8E9549BC2E7}"/>
                </a:ext>
              </a:extLst>
            </p:cNvPr>
            <p:cNvSpPr/>
            <p:nvPr>
              <p:custDataLst>
                <p:tags r:id="rId18"/>
              </p:custDataLst>
            </p:nvPr>
          </p:nvSpPr>
          <p:spPr>
            <a:xfrm>
              <a:off x="6500331" y="579126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3</a:t>
              </a:r>
            </a:p>
          </p:txBody>
        </p:sp>
        <p:sp>
          <p:nvSpPr>
            <p:cNvPr id="26" name="TextBox 25">
              <a:extLst>
                <a:ext uri="{FF2B5EF4-FFF2-40B4-BE49-F238E27FC236}">
                  <a16:creationId xmlns:a16="http://schemas.microsoft.com/office/drawing/2014/main" id="{9D63F859-FCCA-C588-48DE-924208F08581}"/>
                </a:ext>
              </a:extLst>
            </p:cNvPr>
            <p:cNvSpPr txBox="1">
              <a:spLocks/>
            </p:cNvSpPr>
            <p:nvPr/>
          </p:nvSpPr>
          <p:spPr>
            <a:xfrm>
              <a:off x="6722101" y="5792526"/>
              <a:ext cx="1269529"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Sales enablement</a:t>
              </a:r>
            </a:p>
          </p:txBody>
        </p:sp>
      </p:grpSp>
      <p:grpSp>
        <p:nvGrpSpPr>
          <p:cNvPr id="5" name="Group 4">
            <a:extLst>
              <a:ext uri="{FF2B5EF4-FFF2-40B4-BE49-F238E27FC236}">
                <a16:creationId xmlns:a16="http://schemas.microsoft.com/office/drawing/2014/main" id="{36826DF7-A985-CCDF-96D4-B883E1F887A3}"/>
              </a:ext>
            </a:extLst>
          </p:cNvPr>
          <p:cNvGrpSpPr/>
          <p:nvPr/>
        </p:nvGrpSpPr>
        <p:grpSpPr>
          <a:xfrm>
            <a:off x="6500331" y="5462788"/>
            <a:ext cx="1526259" cy="185928"/>
            <a:chOff x="6500331" y="5431469"/>
            <a:chExt cx="1526259" cy="185928"/>
          </a:xfrm>
        </p:grpSpPr>
        <p:sp>
          <p:nvSpPr>
            <p:cNvPr id="49" name="TrackerNumBlue 47">
              <a:extLst>
                <a:ext uri="{FF2B5EF4-FFF2-40B4-BE49-F238E27FC236}">
                  <a16:creationId xmlns:a16="http://schemas.microsoft.com/office/drawing/2014/main" id="{7D8FF056-7623-4B76-82BA-F5A186DD4E69}"/>
                </a:ext>
              </a:extLst>
            </p:cNvPr>
            <p:cNvSpPr/>
            <p:nvPr>
              <p:custDataLst>
                <p:tags r:id="rId17"/>
              </p:custDataLst>
            </p:nvPr>
          </p:nvSpPr>
          <p:spPr>
            <a:xfrm>
              <a:off x="6500331" y="543146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2</a:t>
              </a:r>
            </a:p>
          </p:txBody>
        </p:sp>
        <p:sp>
          <p:nvSpPr>
            <p:cNvPr id="27" name="TextBox 26">
              <a:extLst>
                <a:ext uri="{FF2B5EF4-FFF2-40B4-BE49-F238E27FC236}">
                  <a16:creationId xmlns:a16="http://schemas.microsoft.com/office/drawing/2014/main" id="{27359DF3-8AB7-E4A4-F465-EBE9D35588FF}"/>
                </a:ext>
              </a:extLst>
            </p:cNvPr>
            <p:cNvSpPr txBox="1">
              <a:spLocks/>
            </p:cNvSpPr>
            <p:nvPr/>
          </p:nvSpPr>
          <p:spPr>
            <a:xfrm>
              <a:off x="6722101" y="5432100"/>
              <a:ext cx="1304489"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Client onboarding</a:t>
              </a:r>
            </a:p>
          </p:txBody>
        </p:sp>
      </p:grpSp>
      <p:sp>
        <p:nvSpPr>
          <p:cNvPr id="28" name="TextBox 27">
            <a:extLst>
              <a:ext uri="{FF2B5EF4-FFF2-40B4-BE49-F238E27FC236}">
                <a16:creationId xmlns:a16="http://schemas.microsoft.com/office/drawing/2014/main" id="{32B69E5A-0CC6-D0C5-FB05-6D79B6FAA2E8}"/>
              </a:ext>
            </a:extLst>
          </p:cNvPr>
          <p:cNvSpPr txBox="1">
            <a:spLocks/>
          </p:cNvSpPr>
          <p:nvPr/>
        </p:nvSpPr>
        <p:spPr>
          <a:xfrm>
            <a:off x="4049906" y="4674934"/>
            <a:ext cx="2125785"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Examples</a:t>
            </a:r>
          </a:p>
        </p:txBody>
      </p:sp>
      <p:cxnSp>
        <p:nvCxnSpPr>
          <p:cNvPr id="29" name="LineBasicStrong 49">
            <a:extLst>
              <a:ext uri="{FF2B5EF4-FFF2-40B4-BE49-F238E27FC236}">
                <a16:creationId xmlns:a16="http://schemas.microsoft.com/office/drawing/2014/main" id="{79DB15D9-B212-91EB-326A-8BACE7A387B0}"/>
              </a:ext>
            </a:extLst>
          </p:cNvPr>
          <p:cNvCxnSpPr>
            <a:cxnSpLocks/>
          </p:cNvCxnSpPr>
          <p:nvPr>
            <p:custDataLst>
              <p:tags r:id="rId9"/>
            </p:custDataLst>
          </p:nvPr>
        </p:nvCxnSpPr>
        <p:spPr>
          <a:xfrm>
            <a:off x="4049906" y="4643150"/>
            <a:ext cx="212578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1FADF73D-4CFF-616B-8114-85D1075869DD}"/>
              </a:ext>
            </a:extLst>
          </p:cNvPr>
          <p:cNvSpPr txBox="1">
            <a:spLocks/>
          </p:cNvSpPr>
          <p:nvPr/>
        </p:nvSpPr>
        <p:spPr>
          <a:xfrm>
            <a:off x="9909779" y="4674934"/>
            <a:ext cx="1932531"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Examples</a:t>
            </a:r>
          </a:p>
        </p:txBody>
      </p:sp>
      <p:cxnSp>
        <p:nvCxnSpPr>
          <p:cNvPr id="31" name="LineBasicStrong 49">
            <a:extLst>
              <a:ext uri="{FF2B5EF4-FFF2-40B4-BE49-F238E27FC236}">
                <a16:creationId xmlns:a16="http://schemas.microsoft.com/office/drawing/2014/main" id="{64EE0FF1-BB0F-DBA4-6936-EA972E4E7607}"/>
              </a:ext>
            </a:extLst>
          </p:cNvPr>
          <p:cNvCxnSpPr>
            <a:cxnSpLocks/>
          </p:cNvCxnSpPr>
          <p:nvPr>
            <p:custDataLst>
              <p:tags r:id="rId10"/>
            </p:custDataLst>
          </p:nvPr>
        </p:nvCxnSpPr>
        <p:spPr>
          <a:xfrm>
            <a:off x="9909779" y="4643150"/>
            <a:ext cx="1932531"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2" name="TrackerNumBlue 47">
            <a:extLst>
              <a:ext uri="{FF2B5EF4-FFF2-40B4-BE49-F238E27FC236}">
                <a16:creationId xmlns:a16="http://schemas.microsoft.com/office/drawing/2014/main" id="{A56C7942-A17A-7215-5B7C-BBF34FAC9EE0}"/>
              </a:ext>
            </a:extLst>
          </p:cNvPr>
          <p:cNvSpPr/>
          <p:nvPr>
            <p:custDataLst>
              <p:tags r:id="rId11"/>
            </p:custDataLst>
          </p:nvPr>
        </p:nvSpPr>
        <p:spPr>
          <a:xfrm>
            <a:off x="4049906"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1</a:t>
            </a:r>
          </a:p>
        </p:txBody>
      </p:sp>
      <p:sp>
        <p:nvSpPr>
          <p:cNvPr id="33" name="TextBox 32">
            <a:extLst>
              <a:ext uri="{FF2B5EF4-FFF2-40B4-BE49-F238E27FC236}">
                <a16:creationId xmlns:a16="http://schemas.microsoft.com/office/drawing/2014/main" id="{3900A22E-47D3-27DD-87F9-A403421D0BD0}"/>
              </a:ext>
            </a:extLst>
          </p:cNvPr>
          <p:cNvSpPr txBox="1">
            <a:spLocks/>
          </p:cNvSpPr>
          <p:nvPr/>
        </p:nvSpPr>
        <p:spPr>
          <a:xfrm>
            <a:off x="4331504" y="5653989"/>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Support services</a:t>
            </a:r>
          </a:p>
        </p:txBody>
      </p:sp>
      <p:sp>
        <p:nvSpPr>
          <p:cNvPr id="34" name="TrackerNumBlue 47">
            <a:extLst>
              <a:ext uri="{FF2B5EF4-FFF2-40B4-BE49-F238E27FC236}">
                <a16:creationId xmlns:a16="http://schemas.microsoft.com/office/drawing/2014/main" id="{802DCFDA-7465-AC2F-12FE-A2DC31B46D82}"/>
              </a:ext>
            </a:extLst>
          </p:cNvPr>
          <p:cNvSpPr/>
          <p:nvPr>
            <p:custDataLst>
              <p:tags r:id="rId12"/>
            </p:custDataLst>
          </p:nvPr>
        </p:nvSpPr>
        <p:spPr>
          <a:xfrm>
            <a:off x="4049906" y="533539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2</a:t>
            </a:r>
          </a:p>
        </p:txBody>
      </p:sp>
      <p:sp>
        <p:nvSpPr>
          <p:cNvPr id="35" name="TextBox 34">
            <a:extLst>
              <a:ext uri="{FF2B5EF4-FFF2-40B4-BE49-F238E27FC236}">
                <a16:creationId xmlns:a16="http://schemas.microsoft.com/office/drawing/2014/main" id="{66B5F930-3293-5967-AE64-A7C75ECE2C60}"/>
              </a:ext>
            </a:extLst>
          </p:cNvPr>
          <p:cNvSpPr txBox="1">
            <a:spLocks/>
          </p:cNvSpPr>
          <p:nvPr/>
        </p:nvSpPr>
        <p:spPr>
          <a:xfrm>
            <a:off x="4331504" y="5336025"/>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Risk and compliance</a:t>
            </a:r>
          </a:p>
        </p:txBody>
      </p:sp>
      <p:sp>
        <p:nvSpPr>
          <p:cNvPr id="36" name="TrackerNumBlue 47">
            <a:extLst>
              <a:ext uri="{FF2B5EF4-FFF2-40B4-BE49-F238E27FC236}">
                <a16:creationId xmlns:a16="http://schemas.microsoft.com/office/drawing/2014/main" id="{D4BCC9D5-5908-D30E-CE05-04024D410616}"/>
              </a:ext>
            </a:extLst>
          </p:cNvPr>
          <p:cNvSpPr/>
          <p:nvPr>
            <p:custDataLst>
              <p:tags r:id="rId13"/>
            </p:custDataLst>
          </p:nvPr>
        </p:nvSpPr>
        <p:spPr>
          <a:xfrm>
            <a:off x="4049906" y="5652727"/>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3</a:t>
            </a:r>
          </a:p>
        </p:txBody>
      </p:sp>
      <p:sp>
        <p:nvSpPr>
          <p:cNvPr id="37" name="TextBox 36">
            <a:extLst>
              <a:ext uri="{FF2B5EF4-FFF2-40B4-BE49-F238E27FC236}">
                <a16:creationId xmlns:a16="http://schemas.microsoft.com/office/drawing/2014/main" id="{3CB66508-B555-214E-F211-E55FCACEE380}"/>
              </a:ext>
            </a:extLst>
          </p:cNvPr>
          <p:cNvSpPr txBox="1">
            <a:spLocks/>
          </p:cNvSpPr>
          <p:nvPr/>
        </p:nvSpPr>
        <p:spPr>
          <a:xfrm>
            <a:off x="4331504" y="5021411"/>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Full operations</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39" name="TrackerNumBlue 47">
            <a:extLst>
              <a:ext uri="{FF2B5EF4-FFF2-40B4-BE49-F238E27FC236}">
                <a16:creationId xmlns:a16="http://schemas.microsoft.com/office/drawing/2014/main" id="{5E02D551-D941-A154-87F7-FB253DEF317B}"/>
              </a:ext>
            </a:extLst>
          </p:cNvPr>
          <p:cNvSpPr>
            <a:spLocks/>
          </p:cNvSpPr>
          <p:nvPr>
            <p:custDataLst>
              <p:tags r:id="rId14"/>
            </p:custDataLst>
          </p:nvPr>
        </p:nvSpPr>
        <p:spPr>
          <a:xfrm>
            <a:off x="9909779"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1</a:t>
            </a:r>
          </a:p>
        </p:txBody>
      </p:sp>
      <p:sp>
        <p:nvSpPr>
          <p:cNvPr id="40" name="TextBox 39">
            <a:extLst>
              <a:ext uri="{FF2B5EF4-FFF2-40B4-BE49-F238E27FC236}">
                <a16:creationId xmlns:a16="http://schemas.microsoft.com/office/drawing/2014/main" id="{B8AF8BA1-05ED-F180-01ED-ED23A05F265D}"/>
              </a:ext>
            </a:extLst>
          </p:cNvPr>
          <p:cNvSpPr txBox="1">
            <a:spLocks/>
          </p:cNvSpPr>
          <p:nvPr/>
        </p:nvSpPr>
        <p:spPr>
          <a:xfrm>
            <a:off x="10191377" y="5021411"/>
            <a:ext cx="1650933"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r>
              <a:rPr lang="en-US" sz="1200" i="1" dirty="0"/>
              <a:t>AI-led code generation</a:t>
            </a:r>
          </a:p>
        </p:txBody>
      </p:sp>
      <p:sp>
        <p:nvSpPr>
          <p:cNvPr id="48" name="TrackerNumBlue 47">
            <a:extLst>
              <a:ext uri="{FF2B5EF4-FFF2-40B4-BE49-F238E27FC236}">
                <a16:creationId xmlns:a16="http://schemas.microsoft.com/office/drawing/2014/main" id="{382A785F-3798-EDC3-626D-0C66DEEA0A77}"/>
              </a:ext>
            </a:extLst>
          </p:cNvPr>
          <p:cNvSpPr>
            <a:spLocks/>
          </p:cNvSpPr>
          <p:nvPr>
            <p:custDataLst>
              <p:tags r:id="rId15"/>
            </p:custDataLst>
          </p:nvPr>
        </p:nvSpPr>
        <p:spPr>
          <a:xfrm>
            <a:off x="9909779" y="533539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2</a:t>
            </a:r>
          </a:p>
        </p:txBody>
      </p:sp>
      <p:sp>
        <p:nvSpPr>
          <p:cNvPr id="54" name="TextBox 53">
            <a:extLst>
              <a:ext uri="{FF2B5EF4-FFF2-40B4-BE49-F238E27FC236}">
                <a16:creationId xmlns:a16="http://schemas.microsoft.com/office/drawing/2014/main" id="{ACCE5BDE-8250-DC2C-0CD1-7AFEA7484171}"/>
              </a:ext>
            </a:extLst>
          </p:cNvPr>
          <p:cNvSpPr txBox="1">
            <a:spLocks/>
          </p:cNvSpPr>
          <p:nvPr/>
        </p:nvSpPr>
        <p:spPr>
          <a:xfrm>
            <a:off x="10191377" y="5335394"/>
            <a:ext cx="1650933"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AI-led contract review</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10" name="TrackerNumBlue 47">
            <a:extLst>
              <a:ext uri="{FF2B5EF4-FFF2-40B4-BE49-F238E27FC236}">
                <a16:creationId xmlns:a16="http://schemas.microsoft.com/office/drawing/2014/main" id="{AFFBFC12-91B1-B99E-DE7A-6B1E058B83BF}"/>
              </a:ext>
            </a:extLst>
          </p:cNvPr>
          <p:cNvSpPr/>
          <p:nvPr>
            <p:custDataLst>
              <p:tags r:id="rId16"/>
            </p:custDataLst>
          </p:nvPr>
        </p:nvSpPr>
        <p:spPr>
          <a:xfrm>
            <a:off x="9909779" y="5652727"/>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3</a:t>
            </a:r>
          </a:p>
        </p:txBody>
      </p:sp>
      <p:sp>
        <p:nvSpPr>
          <p:cNvPr id="11" name="TextBox 10">
            <a:extLst>
              <a:ext uri="{FF2B5EF4-FFF2-40B4-BE49-F238E27FC236}">
                <a16:creationId xmlns:a16="http://schemas.microsoft.com/office/drawing/2014/main" id="{956D0125-1B4F-794A-9196-B58BF55F0431}"/>
              </a:ext>
            </a:extLst>
          </p:cNvPr>
          <p:cNvSpPr txBox="1">
            <a:spLocks/>
          </p:cNvSpPr>
          <p:nvPr/>
        </p:nvSpPr>
        <p:spPr>
          <a:xfrm>
            <a:off x="10191377" y="5653989"/>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Automated lead gen</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372"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custDataLst>
      <p:tags r:id="rId1"/>
    </p:custDataLst>
    <p:extLst>
      <p:ext uri="{BB962C8B-B14F-4D97-AF65-F5344CB8AC3E}">
        <p14:creationId xmlns:p14="http://schemas.microsoft.com/office/powerpoint/2010/main" val="183832082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c90ee1e1-c015-415f-8aa1-dd21303cc84c"/>
  <p:tag name="NEWVI" val="true"/>
  <p:tag name="TEMPLATELASTEDITTED" val="2019-02-25 12:05 PM"/>
  <p:tag name="TEMPLATECREATED" val="2019-02-27 01:18 PM"/>
  <p:tag name="TEMPLATEVERSION" val="3"/>
  <p:tag name="BLUEONEFOURTHTITLEFONTCOLORFIXED" val="true"/>
  <p:tag name="DARKLAYOUTNAMESCHANGEDTOCONTRAST" val="true"/>
  <p:tag name="THINKCELLPRESENTATIONDONOTDELETE" val="&lt;?xml version=&quot;1.0&quot; encoding=&quot;UTF-16&quot; standalone=&quot;yes&quot;?&gt;&lt;root reqver=&quot;25060&quot;&gt;&lt;version val=&quot;2814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1-%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THINKCELLUNDODONOTDELETE" val="0"/>
  <p:tag name="TEMPLATELASTEDITED" val="2024-05-30 01:34 PM"/>
  <p:tag name="ICONENCLOSURE" val="True"/>
  <p:tag name="LINKEDPICTURESLINKREMOVED" val="Tru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SUb1LmWUTH66PHUHOGMc5A"/>
</p:tagLst>
</file>

<file path=ppt/tags/tag4.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5.xml><?xml version="1.0" encoding="utf-8"?>
<p:tagLst xmlns:a="http://schemas.openxmlformats.org/drawingml/2006/main" xmlns:r="http://schemas.openxmlformats.org/officeDocument/2006/relationships" xmlns:p="http://schemas.openxmlformats.org/presentationml/2006/main">
  <p:tag name="SHAPENAME" val="4. Footnote"/>
</p:tagLst>
</file>

<file path=ppt/tags/tag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xml><?xml version="1.0" encoding="utf-8"?>
<p:tagLst xmlns:a="http://schemas.openxmlformats.org/drawingml/2006/main" xmlns:r="http://schemas.openxmlformats.org/officeDocument/2006/relationships" xmlns:p="http://schemas.openxmlformats.org/presentationml/2006/main">
  <p:tag name="SHAPENAME" val="Grid"/>
</p:tagLst>
</file>

<file path=ppt/tags/tag8.xml><?xml version="1.0" encoding="utf-8"?>
<p:tagLst xmlns:a="http://schemas.openxmlformats.org/drawingml/2006/main" xmlns:r="http://schemas.openxmlformats.org/officeDocument/2006/relationships" xmlns:p="http://schemas.openxmlformats.org/presentationml/2006/main">
  <p:tag name="NAME" val="Moon"/>
</p:tagLst>
</file>

<file path=ppt/tags/tag9.xml><?xml version="1.0" encoding="utf-8"?>
<p:tagLst xmlns:a="http://schemas.openxmlformats.org/drawingml/2006/main" xmlns:r="http://schemas.openxmlformats.org/officeDocument/2006/relationships" xmlns:p="http://schemas.openxmlformats.org/presentationml/2006/main">
  <p:tag name="NAME" val="Moon"/>
</p:tagLst>
</file>

<file path=ppt/tags/tag10.xml><?xml version="1.0" encoding="utf-8"?>
<p:tagLst xmlns:a="http://schemas.openxmlformats.org/drawingml/2006/main" xmlns:r="http://schemas.openxmlformats.org/officeDocument/2006/relationships" xmlns:p="http://schemas.openxmlformats.org/presentationml/2006/main">
  <p:tag name="NAME" val="Moon"/>
</p:tagLst>
</file>

<file path=ppt/tags/tag11.xml><?xml version="1.0" encoding="utf-8"?>
<p:tagLst xmlns:a="http://schemas.openxmlformats.org/drawingml/2006/main" xmlns:r="http://schemas.openxmlformats.org/officeDocument/2006/relationships" xmlns:p="http://schemas.openxmlformats.org/presentationml/2006/main">
  <p:tag name="NAME" val="Moon"/>
</p:tagLst>
</file>

<file path=ppt/tags/tag12.xml><?xml version="1.0" encoding="utf-8"?>
<p:tagLst xmlns:a="http://schemas.openxmlformats.org/drawingml/2006/main" xmlns:r="http://schemas.openxmlformats.org/officeDocument/2006/relationships" xmlns:p="http://schemas.openxmlformats.org/presentationml/2006/main">
  <p:tag name="NAME" val="Moon"/>
</p:tagLst>
</file>

<file path=ppt/tags/tag13.xml><?xml version="1.0" encoding="utf-8"?>
<p:tagLst xmlns:a="http://schemas.openxmlformats.org/drawingml/2006/main" xmlns:r="http://schemas.openxmlformats.org/officeDocument/2006/relationships" xmlns:p="http://schemas.openxmlformats.org/presentationml/2006/main">
  <p:tag name="ANGLE" val="5"/>
</p:tagLst>
</file>

<file path=ppt/tags/tag14.xml><?xml version="1.0" encoding="utf-8"?>
<p:tagLst xmlns:a="http://schemas.openxmlformats.org/drawingml/2006/main" xmlns:r="http://schemas.openxmlformats.org/officeDocument/2006/relationships" xmlns:p="http://schemas.openxmlformats.org/presentationml/2006/main">
  <p:tag name="ANGLE" val="5"/>
</p:tagLst>
</file>

<file path=ppt/tags/tag15.xml><?xml version="1.0" encoding="utf-8"?>
<p:tagLst xmlns:a="http://schemas.openxmlformats.org/drawingml/2006/main" xmlns:r="http://schemas.openxmlformats.org/officeDocument/2006/relationships" xmlns:p="http://schemas.openxmlformats.org/presentationml/2006/main">
  <p:tag name="ANGLE" val="4"/>
</p:tagLst>
</file>

<file path=ppt/tags/tag16.xml><?xml version="1.0" encoding="utf-8"?>
<p:tagLst xmlns:a="http://schemas.openxmlformats.org/drawingml/2006/main" xmlns:r="http://schemas.openxmlformats.org/officeDocument/2006/relationships" xmlns:p="http://schemas.openxmlformats.org/presentationml/2006/main">
  <p:tag name="ANGLE" val="4"/>
</p:tagLst>
</file>

<file path=ppt/tags/tag17.xml><?xml version="1.0" encoding="utf-8"?>
<p:tagLst xmlns:a="http://schemas.openxmlformats.org/drawingml/2006/main" xmlns:r="http://schemas.openxmlformats.org/officeDocument/2006/relationships" xmlns:p="http://schemas.openxmlformats.org/presentationml/2006/main">
  <p:tag name="ANGLE" val="3"/>
</p:tagLst>
</file>

<file path=ppt/tags/tag18.xml><?xml version="1.0" encoding="utf-8"?>
<p:tagLst xmlns:a="http://schemas.openxmlformats.org/drawingml/2006/main" xmlns:r="http://schemas.openxmlformats.org/officeDocument/2006/relationships" xmlns:p="http://schemas.openxmlformats.org/presentationml/2006/main">
  <p:tag name="ANGLE" val="3"/>
</p:tagLst>
</file>

<file path=ppt/tags/tag19.xml><?xml version="1.0" encoding="utf-8"?>
<p:tagLst xmlns:a="http://schemas.openxmlformats.org/drawingml/2006/main" xmlns:r="http://schemas.openxmlformats.org/officeDocument/2006/relationships" xmlns:p="http://schemas.openxmlformats.org/presentationml/2006/main">
  <p:tag name="ANGLE" val="2"/>
</p:tagLst>
</file>

<file path=ppt/tags/tag20.xml><?xml version="1.0" encoding="utf-8"?>
<p:tagLst xmlns:a="http://schemas.openxmlformats.org/drawingml/2006/main" xmlns:r="http://schemas.openxmlformats.org/officeDocument/2006/relationships" xmlns:p="http://schemas.openxmlformats.org/presentationml/2006/main">
  <p:tag name="ANGLE" val="2"/>
</p:tagLst>
</file>

<file path=ppt/tags/tag21.xml><?xml version="1.0" encoding="utf-8"?>
<p:tagLst xmlns:a="http://schemas.openxmlformats.org/drawingml/2006/main" xmlns:r="http://schemas.openxmlformats.org/officeDocument/2006/relationships" xmlns:p="http://schemas.openxmlformats.org/presentationml/2006/main">
  <p:tag name="ANGLE" val="1"/>
</p:tagLst>
</file>

<file path=ppt/tags/tag22.xml><?xml version="1.0" encoding="utf-8"?>
<p:tagLst xmlns:a="http://schemas.openxmlformats.org/drawingml/2006/main" xmlns:r="http://schemas.openxmlformats.org/officeDocument/2006/relationships" xmlns:p="http://schemas.openxmlformats.org/presentationml/2006/main">
  <p:tag name="ANGLE" val="1"/>
</p:tagLst>
</file>

<file path=ppt/tags/tag23.xml><?xml version="1.0" encoding="utf-8"?>
<p:tagLst xmlns:a="http://schemas.openxmlformats.org/drawingml/2006/main" xmlns:r="http://schemas.openxmlformats.org/officeDocument/2006/relationships" xmlns:p="http://schemas.openxmlformats.org/presentationml/2006/main">
  <p:tag name="BACKGROUNDCOLOR" val="med"/>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La5NG5p6QVlH6GlSHMQ0RQ"/>
</p:tagLst>
</file>

<file path=ppt/tags/tag26.xml><?xml version="1.0" encoding="utf-8"?>
<p:tagLst xmlns:a="http://schemas.openxmlformats.org/drawingml/2006/main" xmlns:r="http://schemas.openxmlformats.org/officeDocument/2006/relationships" xmlns:p="http://schemas.openxmlformats.org/presentationml/2006/main">
  <p:tag name="NAME" val="_new_logoimage"/>
</p:tagLst>
</file>

<file path=ppt/tags/tag27.xml><?xml version="1.0" encoding="utf-8"?>
<p:tagLst xmlns:a="http://schemas.openxmlformats.org/drawingml/2006/main" xmlns:r="http://schemas.openxmlformats.org/officeDocument/2006/relationships" xmlns:p="http://schemas.openxmlformats.org/presentationml/2006/main">
  <p:tag name="SHAPENAME" val="ClientLogo"/>
</p:tagLst>
</file>

<file path=ppt/tags/tag28.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29.xml><?xml version="1.0" encoding="utf-8"?>
<p:tagLst xmlns:a="http://schemas.openxmlformats.org/drawingml/2006/main" xmlns:r="http://schemas.openxmlformats.org/officeDocument/2006/relationships" xmlns:p="http://schemas.openxmlformats.org/presentationml/2006/main">
  <p:tag name="SHAPENAME" val="Subtitle"/>
</p:tagLst>
</file>

<file path=ppt/tags/tag30.xml><?xml version="1.0" encoding="utf-8"?>
<p:tagLst xmlns:a="http://schemas.openxmlformats.org/drawingml/2006/main" xmlns:r="http://schemas.openxmlformats.org/officeDocument/2006/relationships" xmlns:p="http://schemas.openxmlformats.org/presentationml/2006/main">
  <p:tag name="SHAPENAME" val="Title"/>
</p:tagLst>
</file>

<file path=ppt/tags/tag31.xml><?xml version="1.0" encoding="utf-8"?>
<p:tagLst xmlns:a="http://schemas.openxmlformats.org/drawingml/2006/main" xmlns:r="http://schemas.openxmlformats.org/officeDocument/2006/relationships" xmlns:p="http://schemas.openxmlformats.org/presentationml/2006/main">
  <p:tag name="SHAPENAME" val="Disclaimer-templa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5tNN_OdVRnC_8Tatiiw6bA"/>
</p:tagLst>
</file>

<file path=ppt/tags/tag3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6.xml><?xml version="1.0" encoding="utf-8"?>
<p:tagLst xmlns:a="http://schemas.openxmlformats.org/drawingml/2006/main" xmlns:r="http://schemas.openxmlformats.org/officeDocument/2006/relationships" xmlns:p="http://schemas.openxmlformats.org/presentationml/2006/main">
  <p:tag name="SHAPENAME" val="5. Source"/>
</p:tagLst>
</file>

<file path=ppt/tags/tag3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8.xml><?xml version="1.0" encoding="utf-8"?>
<p:tagLst xmlns:a="http://schemas.openxmlformats.org/drawingml/2006/main" xmlns:r="http://schemas.openxmlformats.org/officeDocument/2006/relationships" xmlns:p="http://schemas.openxmlformats.org/presentationml/2006/main">
  <p:tag name="SHAPENAME" val="3. Subtitle"/>
</p:tagLst>
</file>

<file path=ppt/tags/tag3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1.xml><?xml version="1.0" encoding="utf-8"?>
<p:tagLst xmlns:a="http://schemas.openxmlformats.org/drawingml/2006/main" xmlns:r="http://schemas.openxmlformats.org/officeDocument/2006/relationships" xmlns:p="http://schemas.openxmlformats.org/presentationml/2006/main">
  <p:tag name="SHAPENAME" val="5. Source"/>
</p:tagLst>
</file>

<file path=ppt/tags/tag4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5.xml><?xml version="1.0" encoding="utf-8"?>
<p:tagLst xmlns:a="http://schemas.openxmlformats.org/drawingml/2006/main" xmlns:r="http://schemas.openxmlformats.org/officeDocument/2006/relationships" xmlns:p="http://schemas.openxmlformats.org/presentationml/2006/main">
  <p:tag name="SHAPENAME" val="5. Source"/>
</p:tagLst>
</file>

<file path=ppt/tags/tag4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unuZ.dr0dtPKYSWmGw_6Yg"/>
</p:tagLst>
</file>

<file path=ppt/tags/tag4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1.xml><?xml version="1.0" encoding="utf-8"?>
<p:tagLst xmlns:a="http://schemas.openxmlformats.org/drawingml/2006/main" xmlns:r="http://schemas.openxmlformats.org/officeDocument/2006/relationships" xmlns:p="http://schemas.openxmlformats.org/presentationml/2006/main">
  <p:tag name="SHAPENAME" val="5. Source"/>
</p:tagLst>
</file>

<file path=ppt/tags/tag5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rUQibaDMIQaIJXCExx3CSg"/>
</p:tagLst>
</file>

<file path=ppt/tags/tag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6.xml><?xml version="1.0" encoding="utf-8"?>
<p:tagLst xmlns:a="http://schemas.openxmlformats.org/drawingml/2006/main" xmlns:r="http://schemas.openxmlformats.org/officeDocument/2006/relationships" xmlns:p="http://schemas.openxmlformats.org/presentationml/2006/main">
  <p:tag name="SHAPENAME" val="3. Subtitle"/>
</p:tagLst>
</file>

<file path=ppt/tags/tag5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8.xml><?xml version="1.0" encoding="utf-8"?>
<p:tagLst xmlns:a="http://schemas.openxmlformats.org/drawingml/2006/main" xmlns:r="http://schemas.openxmlformats.org/officeDocument/2006/relationships" xmlns:p="http://schemas.openxmlformats.org/presentationml/2006/main">
  <p:tag name="SHAPENAME" val="5. Source"/>
</p:tagLst>
</file>

<file path=ppt/tags/tag5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2e.WNeMwRPaNOv4PeDFU5Q"/>
</p:tagLst>
</file>

<file path=ppt/tags/tag6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6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6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3. Subtitle"/>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vkXdkIixRi6Hs.rBsPur2w"/>
</p:tagLst>
</file>

<file path=ppt/tags/tag71.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7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7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5.xml><?xml version="1.0" encoding="utf-8"?>
<p:tagLst xmlns:a="http://schemas.openxmlformats.org/drawingml/2006/main" xmlns:r="http://schemas.openxmlformats.org/officeDocument/2006/relationships" xmlns:p="http://schemas.openxmlformats.org/presentationml/2006/main">
  <p:tag name="SHAPENAME" val="3. Subtitle"/>
</p:tagLst>
</file>

<file path=ppt/tags/tag76.xml><?xml version="1.0" encoding="utf-8"?>
<p:tagLst xmlns:a="http://schemas.openxmlformats.org/drawingml/2006/main" xmlns:r="http://schemas.openxmlformats.org/officeDocument/2006/relationships" xmlns:p="http://schemas.openxmlformats.org/presentationml/2006/main">
  <p:tag name="SHAPENAME" val="5. Source"/>
</p:tagLst>
</file>

<file path=ppt/tags/tag7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THKNm6U2RZKJH1GvudQSPw"/>
</p:tagLst>
</file>

<file path=ppt/tags/tag8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1.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8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3.xml><?xml version="1.0" encoding="utf-8"?>
<p:tagLst xmlns:a="http://schemas.openxmlformats.org/drawingml/2006/main" xmlns:r="http://schemas.openxmlformats.org/officeDocument/2006/relationships" xmlns:p="http://schemas.openxmlformats.org/presentationml/2006/main">
  <p:tag name="SHAPENAME" val="5. Source"/>
</p:tagLst>
</file>

<file path=ppt/tags/tag8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6.xml><?xml version="1.0" encoding="utf-8"?>
<p:tagLst xmlns:a="http://schemas.openxmlformats.org/drawingml/2006/main" xmlns:r="http://schemas.openxmlformats.org/officeDocument/2006/relationships" xmlns:p="http://schemas.openxmlformats.org/presentationml/2006/main">
  <p:tag name="SHAPENAME" val="3. Subtitl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2e4Ps3taQqK3C0NeBEvQLA"/>
</p:tagLst>
</file>

<file path=ppt/tags/tag8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9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2.xml><?xml version="1.0" encoding="utf-8"?>
<p:tagLst xmlns:a="http://schemas.openxmlformats.org/drawingml/2006/main" xmlns:r="http://schemas.openxmlformats.org/officeDocument/2006/relationships" xmlns:p="http://schemas.openxmlformats.org/presentationml/2006/main">
  <p:tag name="SHAPENAME" val="5. Source"/>
</p:tagLst>
</file>

<file path=ppt/tags/tag9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4.xml><?xml version="1.0" encoding="utf-8"?>
<p:tagLst xmlns:a="http://schemas.openxmlformats.org/drawingml/2006/main" xmlns:r="http://schemas.openxmlformats.org/officeDocument/2006/relationships" xmlns:p="http://schemas.openxmlformats.org/presentationml/2006/main">
  <p:tag name="SHAPENAME" val="3. Subtitle"/>
</p:tagLst>
</file>

<file path=ppt/tags/tag9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THKNm6U2RZKJH1GvudQSPw"/>
</p:tagLst>
</file>

<file path=ppt/tags/tag98.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9.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0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1.xml><?xml version="1.0" encoding="utf-8"?>
<p:tagLst xmlns:a="http://schemas.openxmlformats.org/drawingml/2006/main" xmlns:r="http://schemas.openxmlformats.org/officeDocument/2006/relationships" xmlns:p="http://schemas.openxmlformats.org/presentationml/2006/main">
  <p:tag name="SHAPENAME" val="5. Source"/>
</p:tagLst>
</file>

<file path=ppt/tags/tag10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4.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0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8.xml><?xml version="1.0" encoding="utf-8"?>
<p:tagLst xmlns:a="http://schemas.openxmlformats.org/drawingml/2006/main" xmlns:r="http://schemas.openxmlformats.org/officeDocument/2006/relationships" xmlns:p="http://schemas.openxmlformats.org/presentationml/2006/main">
  <p:tag name="SHAPENAME" val="5. Source"/>
</p:tagLst>
</file>

<file path=ppt/tags/tag10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1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2.xml><?xml version="1.0" encoding="utf-8"?>
<p:tagLst xmlns:a="http://schemas.openxmlformats.org/drawingml/2006/main" xmlns:r="http://schemas.openxmlformats.org/officeDocument/2006/relationships" xmlns:p="http://schemas.openxmlformats.org/presentationml/2006/main">
  <p:tag name="SHAPENAME" val="5. Source"/>
</p:tagLst>
</file>

<file path=ppt/tags/tag1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4.xml><?xml version="1.0" encoding="utf-8"?>
<p:tagLst xmlns:a="http://schemas.openxmlformats.org/drawingml/2006/main" xmlns:r="http://schemas.openxmlformats.org/officeDocument/2006/relationships" xmlns:p="http://schemas.openxmlformats.org/presentationml/2006/main">
  <p:tag name="BACKGROUNDCOLOR" val="med"/>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6.xml><?xml version="1.0" encoding="utf-8"?>
<p:tagLst xmlns:a="http://schemas.openxmlformats.org/drawingml/2006/main" xmlns:r="http://schemas.openxmlformats.org/officeDocument/2006/relationships" xmlns:p="http://schemas.openxmlformats.org/presentationml/2006/main">
  <p:tag name="NAME" val="_new_logoimage"/>
</p:tagLst>
</file>

<file path=ppt/tags/tag117.xml><?xml version="1.0" encoding="utf-8"?>
<p:tagLst xmlns:a="http://schemas.openxmlformats.org/drawingml/2006/main" xmlns:r="http://schemas.openxmlformats.org/officeDocument/2006/relationships" xmlns:p="http://schemas.openxmlformats.org/presentationml/2006/main">
  <p:tag name="SHAPENAME" val="5. Source"/>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t20sklhGDg_J5JkHAJOV5JQ"/>
</p:tagLst>
</file>

<file path=ppt/tags/tag12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2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2.xml><?xml version="1.0" encoding="utf-8"?>
<p:tagLst xmlns:a="http://schemas.openxmlformats.org/drawingml/2006/main" xmlns:r="http://schemas.openxmlformats.org/officeDocument/2006/relationships" xmlns:p="http://schemas.openxmlformats.org/presentationml/2006/main">
  <p:tag name="SHAPENAME" val="Grid"/>
</p:tagLst>
</file>

<file path=ppt/tags/tag123.xml><?xml version="1.0" encoding="utf-8"?>
<p:tagLst xmlns:a="http://schemas.openxmlformats.org/drawingml/2006/main" xmlns:r="http://schemas.openxmlformats.org/officeDocument/2006/relationships" xmlns:p="http://schemas.openxmlformats.org/presentationml/2006/main">
  <p:tag name="SHAPENAME" val="4. Footnote"/>
</p:tagLst>
</file>

<file path=ppt/tags/tag124.xml><?xml version="1.0" encoding="utf-8"?>
<p:tagLst xmlns:a="http://schemas.openxmlformats.org/drawingml/2006/main" xmlns:r="http://schemas.openxmlformats.org/officeDocument/2006/relationships" xmlns:p="http://schemas.openxmlformats.org/presentationml/2006/main">
  <p:tag name="NAME" val="Moon"/>
</p:tagLst>
</file>

<file path=ppt/tags/tag125.xml><?xml version="1.0" encoding="utf-8"?>
<p:tagLst xmlns:a="http://schemas.openxmlformats.org/drawingml/2006/main" xmlns:r="http://schemas.openxmlformats.org/officeDocument/2006/relationships" xmlns:p="http://schemas.openxmlformats.org/presentationml/2006/main">
  <p:tag name="NAME" val="Moon"/>
</p:tagLst>
</file>

<file path=ppt/tags/tag126.xml><?xml version="1.0" encoding="utf-8"?>
<p:tagLst xmlns:a="http://schemas.openxmlformats.org/drawingml/2006/main" xmlns:r="http://schemas.openxmlformats.org/officeDocument/2006/relationships" xmlns:p="http://schemas.openxmlformats.org/presentationml/2006/main">
  <p:tag name="NAME" val="Moon"/>
</p:tagLst>
</file>

<file path=ppt/tags/tag127.xml><?xml version="1.0" encoding="utf-8"?>
<p:tagLst xmlns:a="http://schemas.openxmlformats.org/drawingml/2006/main" xmlns:r="http://schemas.openxmlformats.org/officeDocument/2006/relationships" xmlns:p="http://schemas.openxmlformats.org/presentationml/2006/main">
  <p:tag name="NAME" val="Moon"/>
</p:tagLst>
</file>

<file path=ppt/tags/tag128.xml><?xml version="1.0" encoding="utf-8"?>
<p:tagLst xmlns:a="http://schemas.openxmlformats.org/drawingml/2006/main" xmlns:r="http://schemas.openxmlformats.org/officeDocument/2006/relationships" xmlns:p="http://schemas.openxmlformats.org/presentationml/2006/main">
  <p:tag name="NAME" val="Moon"/>
</p:tagLst>
</file>

<file path=ppt/tags/tag129.xml><?xml version="1.0" encoding="utf-8"?>
<p:tagLst xmlns:a="http://schemas.openxmlformats.org/drawingml/2006/main" xmlns:r="http://schemas.openxmlformats.org/officeDocument/2006/relationships" xmlns:p="http://schemas.openxmlformats.org/presentationml/2006/main">
  <p:tag name="ANGLE" val="5"/>
</p:tagLst>
</file>

<file path=ppt/tags/tag130.xml><?xml version="1.0" encoding="utf-8"?>
<p:tagLst xmlns:a="http://schemas.openxmlformats.org/drawingml/2006/main" xmlns:r="http://schemas.openxmlformats.org/officeDocument/2006/relationships" xmlns:p="http://schemas.openxmlformats.org/presentationml/2006/main">
  <p:tag name="ANGLE" val="5"/>
</p:tagLst>
</file>

<file path=ppt/tags/tag131.xml><?xml version="1.0" encoding="utf-8"?>
<p:tagLst xmlns:a="http://schemas.openxmlformats.org/drawingml/2006/main" xmlns:r="http://schemas.openxmlformats.org/officeDocument/2006/relationships" xmlns:p="http://schemas.openxmlformats.org/presentationml/2006/main">
  <p:tag name="ANGLE" val="4"/>
</p:tagLst>
</file>

<file path=ppt/tags/tag132.xml><?xml version="1.0" encoding="utf-8"?>
<p:tagLst xmlns:a="http://schemas.openxmlformats.org/drawingml/2006/main" xmlns:r="http://schemas.openxmlformats.org/officeDocument/2006/relationships" xmlns:p="http://schemas.openxmlformats.org/presentationml/2006/main">
  <p:tag name="ANGLE" val="4"/>
</p:tagLst>
</file>

<file path=ppt/tags/tag133.xml><?xml version="1.0" encoding="utf-8"?>
<p:tagLst xmlns:a="http://schemas.openxmlformats.org/drawingml/2006/main" xmlns:r="http://schemas.openxmlformats.org/officeDocument/2006/relationships" xmlns:p="http://schemas.openxmlformats.org/presentationml/2006/main">
  <p:tag name="ANGLE" val="3"/>
</p:tagLst>
</file>

<file path=ppt/tags/tag134.xml><?xml version="1.0" encoding="utf-8"?>
<p:tagLst xmlns:a="http://schemas.openxmlformats.org/drawingml/2006/main" xmlns:r="http://schemas.openxmlformats.org/officeDocument/2006/relationships" xmlns:p="http://schemas.openxmlformats.org/presentationml/2006/main">
  <p:tag name="ANGLE" val="3"/>
</p:tagLst>
</file>

<file path=ppt/tags/tag135.xml><?xml version="1.0" encoding="utf-8"?>
<p:tagLst xmlns:a="http://schemas.openxmlformats.org/drawingml/2006/main" xmlns:r="http://schemas.openxmlformats.org/officeDocument/2006/relationships" xmlns:p="http://schemas.openxmlformats.org/presentationml/2006/main">
  <p:tag name="ANGLE" val="2"/>
</p:tagLst>
</file>

<file path=ppt/tags/tag136.xml><?xml version="1.0" encoding="utf-8"?>
<p:tagLst xmlns:a="http://schemas.openxmlformats.org/drawingml/2006/main" xmlns:r="http://schemas.openxmlformats.org/officeDocument/2006/relationships" xmlns:p="http://schemas.openxmlformats.org/presentationml/2006/main">
  <p:tag name="ANGLE" val="2"/>
</p:tagLst>
</file>

<file path=ppt/tags/tag137.xml><?xml version="1.0" encoding="utf-8"?>
<p:tagLst xmlns:a="http://schemas.openxmlformats.org/drawingml/2006/main" xmlns:r="http://schemas.openxmlformats.org/officeDocument/2006/relationships" xmlns:p="http://schemas.openxmlformats.org/presentationml/2006/main">
  <p:tag name="ANGLE" val="1"/>
</p:tagLst>
</file>

<file path=ppt/tags/tag138.xml><?xml version="1.0" encoding="utf-8"?>
<p:tagLst xmlns:a="http://schemas.openxmlformats.org/drawingml/2006/main" xmlns:r="http://schemas.openxmlformats.org/officeDocument/2006/relationships" xmlns:p="http://schemas.openxmlformats.org/presentationml/2006/main">
  <p:tag name="ANGLE" val="1"/>
</p:tagLst>
</file>

<file path=ppt/tags/tag139.xml><?xml version="1.0" encoding="utf-8"?>
<p:tagLst xmlns:a="http://schemas.openxmlformats.org/drawingml/2006/main" xmlns:r="http://schemas.openxmlformats.org/officeDocument/2006/relationships" xmlns:p="http://schemas.openxmlformats.org/presentationml/2006/main">
  <p:tag name="BACKGROUNDCOLOR" val="med"/>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Kcd9z.T0ityQiOhevFTgFQ"/>
</p:tagLst>
</file>

<file path=ppt/tags/tag142.xml><?xml version="1.0" encoding="utf-8"?>
<p:tagLst xmlns:a="http://schemas.openxmlformats.org/drawingml/2006/main" xmlns:r="http://schemas.openxmlformats.org/officeDocument/2006/relationships" xmlns:p="http://schemas.openxmlformats.org/presentationml/2006/main">
  <p:tag name="SHAPENAME" val="ClientLogo"/>
</p:tagLst>
</file>

<file path=ppt/tags/tag143.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144.xml><?xml version="1.0" encoding="utf-8"?>
<p:tagLst xmlns:a="http://schemas.openxmlformats.org/drawingml/2006/main" xmlns:r="http://schemas.openxmlformats.org/officeDocument/2006/relationships" xmlns:p="http://schemas.openxmlformats.org/presentationml/2006/main">
  <p:tag name="SHAPENAME" val="Subtitle"/>
</p:tagLst>
</file>

<file path=ppt/tags/tag145.xml><?xml version="1.0" encoding="utf-8"?>
<p:tagLst xmlns:a="http://schemas.openxmlformats.org/drawingml/2006/main" xmlns:r="http://schemas.openxmlformats.org/officeDocument/2006/relationships" xmlns:p="http://schemas.openxmlformats.org/presentationml/2006/main">
  <p:tag name="SHAPENAME" val="Title"/>
</p:tagLst>
</file>

<file path=ppt/tags/tag146.xml><?xml version="1.0" encoding="utf-8"?>
<p:tagLst xmlns:a="http://schemas.openxmlformats.org/drawingml/2006/main" xmlns:r="http://schemas.openxmlformats.org/officeDocument/2006/relationships" xmlns:p="http://schemas.openxmlformats.org/presentationml/2006/main">
  <p:tag name="SHAPENAME" val="Disclaimer-template"/>
</p:tagLst>
</file>

<file path=ppt/tags/tag147.xml><?xml version="1.0" encoding="utf-8"?>
<p:tagLst xmlns:a="http://schemas.openxmlformats.org/drawingml/2006/main" xmlns:r="http://schemas.openxmlformats.org/officeDocument/2006/relationships" xmlns:p="http://schemas.openxmlformats.org/presentationml/2006/main">
  <p:tag name="NAME" val="_new_logoimag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ZkG5iHMTSC2mGhtG.mpRUA"/>
</p:tagLst>
</file>

<file path=ppt/tags/tag1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1.xml><?xml version="1.0" encoding="utf-8"?>
<p:tagLst xmlns:a="http://schemas.openxmlformats.org/drawingml/2006/main" xmlns:r="http://schemas.openxmlformats.org/officeDocument/2006/relationships" xmlns:p="http://schemas.openxmlformats.org/presentationml/2006/main">
  <p:tag name="SHAPENAME" val="5. Source"/>
</p:tagLst>
</file>

<file path=ppt/tags/tag15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7.xml><?xml version="1.0" encoding="utf-8"?>
<p:tagLst xmlns:a="http://schemas.openxmlformats.org/drawingml/2006/main" xmlns:r="http://schemas.openxmlformats.org/officeDocument/2006/relationships" xmlns:p="http://schemas.openxmlformats.org/presentationml/2006/main">
  <p:tag name="SHAPENAME" val="5. Source"/>
</p:tagLst>
</file>

<file path=ppt/tags/tag15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1.xml><?xml version="1.0" encoding="utf-8"?>
<p:tagLst xmlns:a="http://schemas.openxmlformats.org/drawingml/2006/main" xmlns:r="http://schemas.openxmlformats.org/officeDocument/2006/relationships" xmlns:p="http://schemas.openxmlformats.org/presentationml/2006/main">
  <p:tag name="SHAPENAME" val="5. Source"/>
</p:tagLst>
</file>

<file path=ppt/tags/tag16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zsZQyKFgCFD5XAZPv3AWBQ"/>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7.xml><?xml version="1.0" encoding="utf-8"?>
<p:tagLst xmlns:a="http://schemas.openxmlformats.org/drawingml/2006/main" xmlns:r="http://schemas.openxmlformats.org/officeDocument/2006/relationships" xmlns:p="http://schemas.openxmlformats.org/presentationml/2006/main">
  <p:tag name="SHAPENAME" val="5. Source"/>
</p:tagLst>
</file>

<file path=ppt/tags/tag1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0.xml><?xml version="1.0" encoding="utf-8"?>
<p:tagLst xmlns:a="http://schemas.openxmlformats.org/drawingml/2006/main" xmlns:r="http://schemas.openxmlformats.org/officeDocument/2006/relationships" xmlns:p="http://schemas.openxmlformats.org/presentationml/2006/main">
  <p:tag name="THINKCELLSHAPEDONOTDELETE" val="tYh.LyJP9Ef7CM8T6PUBqdw"/>
</p:tagLst>
</file>

<file path=ppt/tags/tag1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7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74.xml><?xml version="1.0" encoding="utf-8"?>
<p:tagLst xmlns:a="http://schemas.openxmlformats.org/drawingml/2006/main" xmlns:r="http://schemas.openxmlformats.org/officeDocument/2006/relationships" xmlns:p="http://schemas.openxmlformats.org/presentationml/2006/main">
  <p:tag name="SHAPENAME" val="5. Source"/>
</p:tagLst>
</file>

<file path=ppt/tags/tag17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7.xml><?xml version="1.0" encoding="utf-8"?>
<p:tagLst xmlns:a="http://schemas.openxmlformats.org/drawingml/2006/main" xmlns:r="http://schemas.openxmlformats.org/officeDocument/2006/relationships" xmlns:p="http://schemas.openxmlformats.org/presentationml/2006/main">
  <p:tag name="THINKCELLSHAPEDONOTDELETE" val="thaJMKD2AQ9e77MMhub83YA"/>
</p:tagLst>
</file>

<file path=ppt/tags/tag178.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79.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8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8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8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83.xml><?xml version="1.0" encoding="utf-8"?>
<p:tagLst xmlns:a="http://schemas.openxmlformats.org/drawingml/2006/main" xmlns:r="http://schemas.openxmlformats.org/officeDocument/2006/relationships" xmlns:p="http://schemas.openxmlformats.org/presentationml/2006/main">
  <p:tag name="SHAPENAME" val="5. Source"/>
</p:tagLst>
</file>

<file path=ppt/tags/tag18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t7P6iKZZoTDSflm.OoOVoMA"/>
</p:tagLst>
</file>

<file path=ppt/tags/tag187.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8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8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9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9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92.xml><?xml version="1.0" encoding="utf-8"?>
<p:tagLst xmlns:a="http://schemas.openxmlformats.org/drawingml/2006/main" xmlns:r="http://schemas.openxmlformats.org/officeDocument/2006/relationships" xmlns:p="http://schemas.openxmlformats.org/presentationml/2006/main">
  <p:tag name="SHAPENAME" val="5. Source"/>
</p:tagLst>
</file>

<file path=ppt/tags/tag19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t1LRCzsv.ik_t3bs5QJ6VLg"/>
</p:tagLst>
</file>

<file path=ppt/tags/tag196.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97.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9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99.xml><?xml version="1.0" encoding="utf-8"?>
<p:tagLst xmlns:a="http://schemas.openxmlformats.org/drawingml/2006/main" xmlns:r="http://schemas.openxmlformats.org/officeDocument/2006/relationships" xmlns:p="http://schemas.openxmlformats.org/presentationml/2006/main">
  <p:tag name="SHAPENAME" val="5. Source"/>
</p:tagLst>
</file>

<file path=ppt/tags/tag20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01.xml><?xml version="1.0" encoding="utf-8"?>
<p:tagLst xmlns:a="http://schemas.openxmlformats.org/drawingml/2006/main" xmlns:r="http://schemas.openxmlformats.org/officeDocument/2006/relationships" xmlns:p="http://schemas.openxmlformats.org/presentationml/2006/main">
  <p:tag name="SHAPENAME" val="3. Subtitle"/>
</p:tagLst>
</file>

<file path=ppt/tags/tag20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05.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06.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0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08.xml><?xml version="1.0" encoding="utf-8"?>
<p:tagLst xmlns:a="http://schemas.openxmlformats.org/drawingml/2006/main" xmlns:r="http://schemas.openxmlformats.org/officeDocument/2006/relationships" xmlns:p="http://schemas.openxmlformats.org/presentationml/2006/main">
  <p:tag name="SHAPENAME" val="5. Source"/>
</p:tagLst>
</file>

<file path=ppt/tags/tag20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10.xml><?xml version="1.0" encoding="utf-8"?>
<p:tagLst xmlns:a="http://schemas.openxmlformats.org/drawingml/2006/main" xmlns:r="http://schemas.openxmlformats.org/officeDocument/2006/relationships" xmlns:p="http://schemas.openxmlformats.org/presentationml/2006/main">
  <p:tag name="SHAPENAME" val="3. Subtitle"/>
</p:tagLst>
</file>

<file path=ppt/tags/tag21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tjPpd5uKiKgbfSxqQQ0aBGA"/>
</p:tagLst>
</file>

<file path=ppt/tags/tag214.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21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1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17.xml><?xml version="1.0" encoding="utf-8"?>
<p:tagLst xmlns:a="http://schemas.openxmlformats.org/drawingml/2006/main" xmlns:r="http://schemas.openxmlformats.org/officeDocument/2006/relationships" xmlns:p="http://schemas.openxmlformats.org/presentationml/2006/main">
  <p:tag name="SHAPENAME" val="5. Source"/>
</p:tagLst>
</file>

<file path=ppt/tags/tag21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19.xml><?xml version="1.0" encoding="utf-8"?>
<p:tagLst xmlns:a="http://schemas.openxmlformats.org/drawingml/2006/main" xmlns:r="http://schemas.openxmlformats.org/officeDocument/2006/relationships" xmlns:p="http://schemas.openxmlformats.org/presentationml/2006/main">
  <p:tag name="SHAPENAME" val="3. Subtitle"/>
</p:tagLst>
</file>

<file path=ppt/tags/tag22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2.xml><?xml version="1.0" encoding="utf-8"?>
<p:tagLst xmlns:a="http://schemas.openxmlformats.org/drawingml/2006/main" xmlns:r="http://schemas.openxmlformats.org/officeDocument/2006/relationships" xmlns:p="http://schemas.openxmlformats.org/presentationml/2006/main">
  <p:tag name="THINKCELLSHAPEDONOTDELETE" val="tHPFw0tr2VymfPrG.nUcDKQ"/>
</p:tagLst>
</file>

<file path=ppt/tags/tag223.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24.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2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26.xml><?xml version="1.0" encoding="utf-8"?>
<p:tagLst xmlns:a="http://schemas.openxmlformats.org/drawingml/2006/main" xmlns:r="http://schemas.openxmlformats.org/officeDocument/2006/relationships" xmlns:p="http://schemas.openxmlformats.org/presentationml/2006/main">
  <p:tag name="SHAPENAME" val="5. Source"/>
</p:tagLst>
</file>

<file path=ppt/tags/tag22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28.xml><?xml version="1.0" encoding="utf-8"?>
<p:tagLst xmlns:a="http://schemas.openxmlformats.org/drawingml/2006/main" xmlns:r="http://schemas.openxmlformats.org/officeDocument/2006/relationships" xmlns:p="http://schemas.openxmlformats.org/presentationml/2006/main">
  <p:tag name="SHAPENAME" val="3. Subtitle"/>
</p:tagLst>
</file>

<file path=ppt/tags/tag22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1.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32.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3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3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35.xml><?xml version="1.0" encoding="utf-8"?>
<p:tagLst xmlns:a="http://schemas.openxmlformats.org/drawingml/2006/main" xmlns:r="http://schemas.openxmlformats.org/officeDocument/2006/relationships" xmlns:p="http://schemas.openxmlformats.org/presentationml/2006/main">
  <p:tag name="SHAPENAME" val="5. Source"/>
</p:tagLst>
</file>

<file path=ppt/tags/tag23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37.xml><?xml version="1.0" encoding="utf-8"?>
<p:tagLst xmlns:a="http://schemas.openxmlformats.org/drawingml/2006/main" xmlns:r="http://schemas.openxmlformats.org/officeDocument/2006/relationships" xmlns:p="http://schemas.openxmlformats.org/presentationml/2006/main">
  <p:tag name="SHAPENAME" val="3. Subtitle"/>
</p:tagLst>
</file>

<file path=ppt/tags/tag23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0.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41.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4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4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44.xml><?xml version="1.0" encoding="utf-8"?>
<p:tagLst xmlns:a="http://schemas.openxmlformats.org/drawingml/2006/main" xmlns:r="http://schemas.openxmlformats.org/officeDocument/2006/relationships" xmlns:p="http://schemas.openxmlformats.org/presentationml/2006/main">
  <p:tag name="SHAPENAME" val="5. Source"/>
</p:tagLst>
</file>

<file path=ppt/tags/tag24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46.xml><?xml version="1.0" encoding="utf-8"?>
<p:tagLst xmlns:a="http://schemas.openxmlformats.org/drawingml/2006/main" xmlns:r="http://schemas.openxmlformats.org/officeDocument/2006/relationships" xmlns:p="http://schemas.openxmlformats.org/presentationml/2006/main">
  <p:tag name="SHAPENAME" val="3. Subtitle"/>
</p:tagLst>
</file>

<file path=ppt/tags/tag24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4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4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5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51.xml><?xml version="1.0" encoding="utf-8"?>
<p:tagLst xmlns:a="http://schemas.openxmlformats.org/drawingml/2006/main" xmlns:r="http://schemas.openxmlformats.org/officeDocument/2006/relationships" xmlns:p="http://schemas.openxmlformats.org/presentationml/2006/main">
  <p:tag name="SHAPENAME" val="5. Source"/>
</p:tagLst>
</file>

<file path=ppt/tags/tag25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5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5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55.xml><?xml version="1.0" encoding="utf-8"?>
<p:tagLst xmlns:a="http://schemas.openxmlformats.org/drawingml/2006/main" xmlns:r="http://schemas.openxmlformats.org/officeDocument/2006/relationships" xmlns:p="http://schemas.openxmlformats.org/presentationml/2006/main">
  <p:tag name="SHAPENAME" val="5. Source"/>
</p:tagLst>
</file>

<file path=ppt/tags/tag25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57.xml><?xml version="1.0" encoding="utf-8"?>
<p:tagLst xmlns:a="http://schemas.openxmlformats.org/drawingml/2006/main" xmlns:r="http://schemas.openxmlformats.org/officeDocument/2006/relationships" xmlns:p="http://schemas.openxmlformats.org/presentationml/2006/main">
  <p:tag name="BACKGROUNDCOLOR" val="med"/>
</p:tagLst>
</file>

<file path=ppt/tags/tag2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9.xml><?xml version="1.0" encoding="utf-8"?>
<p:tagLst xmlns:a="http://schemas.openxmlformats.org/drawingml/2006/main" xmlns:r="http://schemas.openxmlformats.org/officeDocument/2006/relationships" xmlns:p="http://schemas.openxmlformats.org/presentationml/2006/main">
  <p:tag name="NAME" val="_new_logoimage"/>
</p:tagLst>
</file>

<file path=ppt/tags/tag260.xml><?xml version="1.0" encoding="utf-8"?>
<p:tagLst xmlns:a="http://schemas.openxmlformats.org/drawingml/2006/main" xmlns:r="http://schemas.openxmlformats.org/officeDocument/2006/relationships" xmlns:p="http://schemas.openxmlformats.org/presentationml/2006/main">
  <p:tag name="SHAPENAME" val="5. Source"/>
</p:tagLst>
</file>

<file path=ppt/tags/tag2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2.xml><?xml version="1.0" encoding="utf-8"?>
<p:tagLst xmlns:a="http://schemas.openxmlformats.org/drawingml/2006/main" xmlns:r="http://schemas.openxmlformats.org/officeDocument/2006/relationships" xmlns:p="http://schemas.openxmlformats.org/presentationml/2006/main">
  <p:tag name="THINKCELLSHAPEDONOTDELETE" val="tdYhlT7lGQomWkE8tnMs3lw"/>
</p:tagLst>
</file>

<file path=ppt/tags/tag263.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264.xml><?xml version="1.0" encoding="utf-8"?>
<p:tagLst xmlns:a="http://schemas.openxmlformats.org/drawingml/2006/main" xmlns:r="http://schemas.openxmlformats.org/officeDocument/2006/relationships" xmlns:p="http://schemas.openxmlformats.org/presentationml/2006/main">
  <p:tag name="SHAPENAME" val="Subtitle"/>
</p:tagLst>
</file>

<file path=ppt/tags/tag265.xml><?xml version="1.0" encoding="utf-8"?>
<p:tagLst xmlns:a="http://schemas.openxmlformats.org/drawingml/2006/main" xmlns:r="http://schemas.openxmlformats.org/officeDocument/2006/relationships" xmlns:p="http://schemas.openxmlformats.org/presentationml/2006/main">
  <p:tag name="SHAPENAME" val="Title"/>
</p:tagLst>
</file>

<file path=ppt/tags/tag2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68.xml><?xml version="1.0" encoding="utf-8"?>
<p:tagLst xmlns:a="http://schemas.openxmlformats.org/drawingml/2006/main" xmlns:r="http://schemas.openxmlformats.org/officeDocument/2006/relationships" xmlns:p="http://schemas.openxmlformats.org/presentationml/2006/main">
  <p:tag name="NAME" val="CustomIcon"/>
</p:tagLst>
</file>

<file path=ppt/tags/tag269.xml><?xml version="1.0" encoding="utf-8"?>
<p:tagLst xmlns:a="http://schemas.openxmlformats.org/drawingml/2006/main" xmlns:r="http://schemas.openxmlformats.org/officeDocument/2006/relationships" xmlns:p="http://schemas.openxmlformats.org/presentationml/2006/main">
  <p:tag name="NAME" val="CustomIcon"/>
</p:tagLst>
</file>

<file path=ppt/tags/tag270.xml><?xml version="1.0" encoding="utf-8"?>
<p:tagLst xmlns:a="http://schemas.openxmlformats.org/drawingml/2006/main" xmlns:r="http://schemas.openxmlformats.org/officeDocument/2006/relationships" xmlns:p="http://schemas.openxmlformats.org/presentationml/2006/main">
  <p:tag name="NAME" val="CustomIcon"/>
</p:tagLst>
</file>

<file path=ppt/tags/tag271.xml><?xml version="1.0" encoding="utf-8"?>
<p:tagLst xmlns:a="http://schemas.openxmlformats.org/drawingml/2006/main" xmlns:r="http://schemas.openxmlformats.org/officeDocument/2006/relationships" xmlns:p="http://schemas.openxmlformats.org/presentationml/2006/main">
  <p:tag name="NAME" val="CustomIcon"/>
</p:tagLst>
</file>

<file path=ppt/tags/tag272.xml><?xml version="1.0" encoding="utf-8"?>
<p:tagLst xmlns:a="http://schemas.openxmlformats.org/drawingml/2006/main" xmlns:r="http://schemas.openxmlformats.org/officeDocument/2006/relationships" xmlns:p="http://schemas.openxmlformats.org/presentationml/2006/main">
  <p:tag name="NAME" val="Sticky"/>
</p:tagLst>
</file>

<file path=ppt/tags/tag2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7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76.xml><?xml version="1.0" encoding="utf-8"?>
<p:tagLst xmlns:a="http://schemas.openxmlformats.org/drawingml/2006/main" xmlns:r="http://schemas.openxmlformats.org/officeDocument/2006/relationships" xmlns:p="http://schemas.openxmlformats.org/presentationml/2006/main">
  <p:tag name="SHAPENAME" val="3. Subtitle"/>
</p:tagLst>
</file>

<file path=ppt/tags/tag277.xml><?xml version="1.0" encoding="utf-8"?>
<p:tagLst xmlns:a="http://schemas.openxmlformats.org/drawingml/2006/main" xmlns:r="http://schemas.openxmlformats.org/officeDocument/2006/relationships" xmlns:p="http://schemas.openxmlformats.org/presentationml/2006/main">
  <p:tag name="NAME" val="Sticky"/>
</p:tagLst>
</file>

<file path=ppt/tags/tag278.xml><?xml version="1.0" encoding="utf-8"?>
<p:tagLst xmlns:a="http://schemas.openxmlformats.org/drawingml/2006/main" xmlns:r="http://schemas.openxmlformats.org/officeDocument/2006/relationships" xmlns:p="http://schemas.openxmlformats.org/presentationml/2006/main">
  <p:tag name="NAME" val="Sticky"/>
</p:tagLst>
</file>

<file path=ppt/tags/tag279.xml><?xml version="1.0" encoding="utf-8"?>
<p:tagLst xmlns:a="http://schemas.openxmlformats.org/drawingml/2006/main" xmlns:r="http://schemas.openxmlformats.org/officeDocument/2006/relationships" xmlns:p="http://schemas.openxmlformats.org/presentationml/2006/main">
  <p:tag name="NAME" val="Sticky"/>
</p:tagLst>
</file>

<file path=ppt/tags/tag280.xml><?xml version="1.0" encoding="utf-8"?>
<p:tagLst xmlns:a="http://schemas.openxmlformats.org/drawingml/2006/main" xmlns:r="http://schemas.openxmlformats.org/officeDocument/2006/relationships" xmlns:p="http://schemas.openxmlformats.org/presentationml/2006/main">
  <p:tag name="NAME" val="Sticky"/>
</p:tagLst>
</file>

<file path=ppt/tags/tag281.xml><?xml version="1.0" encoding="utf-8"?>
<p:tagLst xmlns:a="http://schemas.openxmlformats.org/drawingml/2006/main" xmlns:r="http://schemas.openxmlformats.org/officeDocument/2006/relationships" xmlns:p="http://schemas.openxmlformats.org/presentationml/2006/main">
  <p:tag name="NAME" val="Sticky"/>
</p:tagLst>
</file>

<file path=ppt/tags/tag282.xml><?xml version="1.0" encoding="utf-8"?>
<p:tagLst xmlns:a="http://schemas.openxmlformats.org/drawingml/2006/main" xmlns:r="http://schemas.openxmlformats.org/officeDocument/2006/relationships" xmlns:p="http://schemas.openxmlformats.org/presentationml/2006/main">
  <p:tag name="NAME" val="Sticky"/>
</p:tagLst>
</file>

<file path=ppt/tags/tag283.xml><?xml version="1.0" encoding="utf-8"?>
<p:tagLst xmlns:a="http://schemas.openxmlformats.org/drawingml/2006/main" xmlns:r="http://schemas.openxmlformats.org/officeDocument/2006/relationships" xmlns:p="http://schemas.openxmlformats.org/presentationml/2006/main">
  <p:tag name="NAME" val="Sticky"/>
</p:tagLst>
</file>

<file path=ppt/tags/tag284.xml><?xml version="1.0" encoding="utf-8"?>
<p:tagLst xmlns:a="http://schemas.openxmlformats.org/drawingml/2006/main" xmlns:r="http://schemas.openxmlformats.org/officeDocument/2006/relationships" xmlns:p="http://schemas.openxmlformats.org/presentationml/2006/main">
  <p:tag name="NAME" val="Sticky"/>
</p:tagLst>
</file>

<file path=ppt/tags/tag285.xml><?xml version="1.0" encoding="utf-8"?>
<p:tagLst xmlns:a="http://schemas.openxmlformats.org/drawingml/2006/main" xmlns:r="http://schemas.openxmlformats.org/officeDocument/2006/relationships" xmlns:p="http://schemas.openxmlformats.org/presentationml/2006/main">
  <p:tag name="NAME" val="Sticky"/>
</p:tagLst>
</file>

<file path=ppt/tags/tag286.xml><?xml version="1.0" encoding="utf-8"?>
<p:tagLst xmlns:a="http://schemas.openxmlformats.org/drawingml/2006/main" xmlns:r="http://schemas.openxmlformats.org/officeDocument/2006/relationships" xmlns:p="http://schemas.openxmlformats.org/presentationml/2006/main">
  <p:tag name="NAME" val="Sticky"/>
</p:tagLst>
</file>

<file path=ppt/tags/tag287.xml><?xml version="1.0" encoding="utf-8"?>
<p:tagLst xmlns:a="http://schemas.openxmlformats.org/drawingml/2006/main" xmlns:r="http://schemas.openxmlformats.org/officeDocument/2006/relationships" xmlns:p="http://schemas.openxmlformats.org/presentationml/2006/main">
  <p:tag name="NAME" val="Sticky"/>
</p:tagLst>
</file>

<file path=ppt/tags/tag288.xml><?xml version="1.0" encoding="utf-8"?>
<p:tagLst xmlns:a="http://schemas.openxmlformats.org/drawingml/2006/main" xmlns:r="http://schemas.openxmlformats.org/officeDocument/2006/relationships" xmlns:p="http://schemas.openxmlformats.org/presentationml/2006/main">
  <p:tag name="NAME" val="Sticky"/>
</p:tagLst>
</file>

<file path=ppt/tags/tag289.xml><?xml version="1.0" encoding="utf-8"?>
<p:tagLst xmlns:a="http://schemas.openxmlformats.org/drawingml/2006/main" xmlns:r="http://schemas.openxmlformats.org/officeDocument/2006/relationships" xmlns:p="http://schemas.openxmlformats.org/presentationml/2006/main">
  <p:tag name="NAME" val="Sticky"/>
</p:tagLst>
</file>

<file path=ppt/tags/tag290.xml><?xml version="1.0" encoding="utf-8"?>
<p:tagLst xmlns:a="http://schemas.openxmlformats.org/drawingml/2006/main" xmlns:r="http://schemas.openxmlformats.org/officeDocument/2006/relationships" xmlns:p="http://schemas.openxmlformats.org/presentationml/2006/main">
  <p:tag name="NAME" val="Sticky"/>
</p:tagLst>
</file>

<file path=ppt/tags/tag2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93.xml><?xml version="1.0" encoding="utf-8"?>
<p:tagLst xmlns:a="http://schemas.openxmlformats.org/drawingml/2006/main" xmlns:r="http://schemas.openxmlformats.org/officeDocument/2006/relationships" xmlns:p="http://schemas.openxmlformats.org/presentationml/2006/main">
  <p:tag name="NAME" val="TrackerAlphaWhite"/>
</p:tagLst>
</file>

<file path=ppt/tags/tag294.xml><?xml version="1.0" encoding="utf-8"?>
<p:tagLst xmlns:a="http://schemas.openxmlformats.org/drawingml/2006/main" xmlns:r="http://schemas.openxmlformats.org/officeDocument/2006/relationships" xmlns:p="http://schemas.openxmlformats.org/presentationml/2006/main">
  <p:tag name="NAME" val="TrackerAlphaWhite"/>
</p:tagLst>
</file>

<file path=ppt/tags/tag295.xml><?xml version="1.0" encoding="utf-8"?>
<p:tagLst xmlns:a="http://schemas.openxmlformats.org/drawingml/2006/main" xmlns:r="http://schemas.openxmlformats.org/officeDocument/2006/relationships" xmlns:p="http://schemas.openxmlformats.org/presentationml/2006/main">
  <p:tag name="NAME" val="Sticky"/>
</p:tagLst>
</file>

<file path=ppt/tags/tag296.xml><?xml version="1.0" encoding="utf-8"?>
<p:tagLst xmlns:a="http://schemas.openxmlformats.org/drawingml/2006/main" xmlns:r="http://schemas.openxmlformats.org/officeDocument/2006/relationships" xmlns:p="http://schemas.openxmlformats.org/presentationml/2006/main">
  <p:tag name="NAME" val="Sticky"/>
</p:tagLst>
</file>

<file path=ppt/tags/tag2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99.xml><?xml version="1.0" encoding="utf-8"?>
<p:tagLst xmlns:a="http://schemas.openxmlformats.org/drawingml/2006/main" xmlns:r="http://schemas.openxmlformats.org/officeDocument/2006/relationships" xmlns:p="http://schemas.openxmlformats.org/presentationml/2006/main">
  <p:tag name="NAME" val="CustomIcon"/>
</p:tagLst>
</file>

<file path=ppt/tags/tag300.xml><?xml version="1.0" encoding="utf-8"?>
<p:tagLst xmlns:a="http://schemas.openxmlformats.org/drawingml/2006/main" xmlns:r="http://schemas.openxmlformats.org/officeDocument/2006/relationships" xmlns:p="http://schemas.openxmlformats.org/presentationml/2006/main">
  <p:tag name="NAME" val="CustomIcon"/>
</p:tagLst>
</file>

<file path=ppt/tags/tag301.xml><?xml version="1.0" encoding="utf-8"?>
<p:tagLst xmlns:a="http://schemas.openxmlformats.org/drawingml/2006/main" xmlns:r="http://schemas.openxmlformats.org/officeDocument/2006/relationships" xmlns:p="http://schemas.openxmlformats.org/presentationml/2006/main">
  <p:tag name="NAME" val="CustomIcon"/>
</p:tagLst>
</file>

<file path=ppt/tags/tag302.xml><?xml version="1.0" encoding="utf-8"?>
<p:tagLst xmlns:a="http://schemas.openxmlformats.org/drawingml/2006/main" xmlns:r="http://schemas.openxmlformats.org/officeDocument/2006/relationships" xmlns:p="http://schemas.openxmlformats.org/presentationml/2006/main">
  <p:tag name="NAME" val="CustomIcon"/>
</p:tagLst>
</file>

<file path=ppt/tags/tag303.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4.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5.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6.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7.xml><?xml version="1.0" encoding="utf-8"?>
<p:tagLst xmlns:a="http://schemas.openxmlformats.org/drawingml/2006/main" xmlns:r="http://schemas.openxmlformats.org/officeDocument/2006/relationships" xmlns:p="http://schemas.openxmlformats.org/presentationml/2006/main">
  <p:tag name="NAME" val="Sticky"/>
</p:tagLst>
</file>

<file path=ppt/tags/tag308.xml><?xml version="1.0" encoding="utf-8"?>
<p:tagLst xmlns:a="http://schemas.openxmlformats.org/drawingml/2006/main" xmlns:r="http://schemas.openxmlformats.org/officeDocument/2006/relationships" xmlns:p="http://schemas.openxmlformats.org/presentationml/2006/main">
  <p:tag name="NAME" val="Sticky"/>
</p:tagLst>
</file>

<file path=ppt/tags/tag309.xml><?xml version="1.0" encoding="utf-8"?>
<p:tagLst xmlns:a="http://schemas.openxmlformats.org/drawingml/2006/main" xmlns:r="http://schemas.openxmlformats.org/officeDocument/2006/relationships" xmlns:p="http://schemas.openxmlformats.org/presentationml/2006/main">
  <p:tag name="NAME" val="Sticky"/>
</p:tagLst>
</file>

<file path=ppt/tags/tag310.xml><?xml version="1.0" encoding="utf-8"?>
<p:tagLst xmlns:a="http://schemas.openxmlformats.org/drawingml/2006/main" xmlns:r="http://schemas.openxmlformats.org/officeDocument/2006/relationships" xmlns:p="http://schemas.openxmlformats.org/presentationml/2006/main">
  <p:tag name="NAME" val="Sticky"/>
</p:tagLst>
</file>

<file path=ppt/tags/tag311.xml><?xml version="1.0" encoding="utf-8"?>
<p:tagLst xmlns:a="http://schemas.openxmlformats.org/drawingml/2006/main" xmlns:r="http://schemas.openxmlformats.org/officeDocument/2006/relationships" xmlns:p="http://schemas.openxmlformats.org/presentationml/2006/main">
  <p:tag name="NAME" val="Sticky"/>
</p:tagLst>
</file>

<file path=ppt/tags/tag312.xml><?xml version="1.0" encoding="utf-8"?>
<p:tagLst xmlns:a="http://schemas.openxmlformats.org/drawingml/2006/main" xmlns:r="http://schemas.openxmlformats.org/officeDocument/2006/relationships" xmlns:p="http://schemas.openxmlformats.org/presentationml/2006/main">
  <p:tag name="NAME" val="Sticky"/>
</p:tagLst>
</file>

<file path=ppt/tags/tag3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4.xml><?xml version="1.0" encoding="utf-8"?>
<p:tagLst xmlns:a="http://schemas.openxmlformats.org/drawingml/2006/main" xmlns:r="http://schemas.openxmlformats.org/officeDocument/2006/relationships" xmlns:p="http://schemas.openxmlformats.org/presentationml/2006/main">
  <p:tag name="NAME" val="CustomIcon"/>
</p:tagLst>
</file>

<file path=ppt/tags/tag315.xml><?xml version="1.0" encoding="utf-8"?>
<p:tagLst xmlns:a="http://schemas.openxmlformats.org/drawingml/2006/main" xmlns:r="http://schemas.openxmlformats.org/officeDocument/2006/relationships" xmlns:p="http://schemas.openxmlformats.org/presentationml/2006/main">
  <p:tag name="NAME" val="CustomIcon"/>
</p:tagLst>
</file>

<file path=ppt/tags/tag316.xml><?xml version="1.0" encoding="utf-8"?>
<p:tagLst xmlns:a="http://schemas.openxmlformats.org/drawingml/2006/main" xmlns:r="http://schemas.openxmlformats.org/officeDocument/2006/relationships" xmlns:p="http://schemas.openxmlformats.org/presentationml/2006/main">
  <p:tag name="SYMBOLNAME" val="PlusSign"/>
  <p:tag name="CIRCLESTATUS" val="White"/>
  <p:tag name="NAME" val="PlusSignWhite"/>
</p:tagLst>
</file>

<file path=ppt/tags/tag317.xml><?xml version="1.0" encoding="utf-8"?>
<p:tagLst xmlns:a="http://schemas.openxmlformats.org/drawingml/2006/main" xmlns:r="http://schemas.openxmlformats.org/officeDocument/2006/relationships" xmlns:p="http://schemas.openxmlformats.org/presentationml/2006/main">
  <p:tag name="SYMBOLNAME" val="PlusSign"/>
  <p:tag name="CIRCLESTATUS" val="White"/>
  <p:tag name="NAME" val="PlusSignWhite"/>
</p:tagLst>
</file>

<file path=ppt/tags/tag3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2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21.xml><?xml version="1.0" encoding="utf-8"?>
<p:tagLst xmlns:a="http://schemas.openxmlformats.org/drawingml/2006/main" xmlns:r="http://schemas.openxmlformats.org/officeDocument/2006/relationships" xmlns:p="http://schemas.openxmlformats.org/presentationml/2006/main">
  <p:tag name="SHAPENAME" val="3. Subtitle"/>
</p:tagLst>
</file>

<file path=ppt/tags/tag322.xml><?xml version="1.0" encoding="utf-8"?>
<p:tagLst xmlns:a="http://schemas.openxmlformats.org/drawingml/2006/main" xmlns:r="http://schemas.openxmlformats.org/officeDocument/2006/relationships" xmlns:p="http://schemas.openxmlformats.org/presentationml/2006/main">
  <p:tag name="SLIDELOOKUP" val="2025082516333551828414"/>
</p:tagLst>
</file>

<file path=ppt/tags/tag3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2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32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27.xml><?xml version="1.0" encoding="utf-8"?>
<p:tagLst xmlns:a="http://schemas.openxmlformats.org/drawingml/2006/main" xmlns:r="http://schemas.openxmlformats.org/officeDocument/2006/relationships" xmlns:p="http://schemas.openxmlformats.org/presentationml/2006/main">
  <p:tag name="NAME" val="LineBasicStrong"/>
</p:tagLst>
</file>

<file path=ppt/tags/tag328.xml><?xml version="1.0" encoding="utf-8"?>
<p:tagLst xmlns:a="http://schemas.openxmlformats.org/drawingml/2006/main" xmlns:r="http://schemas.openxmlformats.org/officeDocument/2006/relationships" xmlns:p="http://schemas.openxmlformats.org/presentationml/2006/main">
  <p:tag name="CIRCLESTATUS" val="Blue"/>
  <p:tag name="NAME" val="ThreeChevronBlue"/>
  <p:tag name="SYMBOLNAME" val="ThreeChevron"/>
</p:tagLst>
</file>

<file path=ppt/tags/tag329.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0.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1.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2.xml><?xml version="1.0" encoding="utf-8"?>
<p:tagLst xmlns:a="http://schemas.openxmlformats.org/drawingml/2006/main" xmlns:r="http://schemas.openxmlformats.org/officeDocument/2006/relationships" xmlns:p="http://schemas.openxmlformats.org/presentationml/2006/main">
  <p:tag name="NAME" val="TrackerNumBlue"/>
</p:tagLst>
</file>

<file path=ppt/tags/tag333.xml><?xml version="1.0" encoding="utf-8"?>
<p:tagLst xmlns:a="http://schemas.openxmlformats.org/drawingml/2006/main" xmlns:r="http://schemas.openxmlformats.org/officeDocument/2006/relationships" xmlns:p="http://schemas.openxmlformats.org/presentationml/2006/main">
  <p:tag name="NAME" val="TrackerNumBlue"/>
</p:tagLst>
</file>

<file path=ppt/tags/tag334.xml><?xml version="1.0" encoding="utf-8"?>
<p:tagLst xmlns:a="http://schemas.openxmlformats.org/drawingml/2006/main" xmlns:r="http://schemas.openxmlformats.org/officeDocument/2006/relationships" xmlns:p="http://schemas.openxmlformats.org/presentationml/2006/main">
  <p:tag name="NAME" val="TrackerNumBlue"/>
</p:tagLst>
</file>

<file path=ppt/tags/tag335.xml><?xml version="1.0" encoding="utf-8"?>
<p:tagLst xmlns:a="http://schemas.openxmlformats.org/drawingml/2006/main" xmlns:r="http://schemas.openxmlformats.org/officeDocument/2006/relationships" xmlns:p="http://schemas.openxmlformats.org/presentationml/2006/main">
  <p:tag name="NAME" val="TrackerNumBlue"/>
</p:tagLst>
</file>

<file path=ppt/tags/tag336.xml><?xml version="1.0" encoding="utf-8"?>
<p:tagLst xmlns:a="http://schemas.openxmlformats.org/drawingml/2006/main" xmlns:r="http://schemas.openxmlformats.org/officeDocument/2006/relationships" xmlns:p="http://schemas.openxmlformats.org/presentationml/2006/main">
  <p:tag name="NAME" val="TrackerNumBlue"/>
</p:tagLst>
</file>

<file path=ppt/tags/tag337.xml><?xml version="1.0" encoding="utf-8"?>
<p:tagLst xmlns:a="http://schemas.openxmlformats.org/drawingml/2006/main" xmlns:r="http://schemas.openxmlformats.org/officeDocument/2006/relationships" xmlns:p="http://schemas.openxmlformats.org/presentationml/2006/main">
  <p:tag name="NAME" val="TrackerNumBlue"/>
</p:tagLst>
</file>

<file path=ppt/tags/tag338.xml><?xml version="1.0" encoding="utf-8"?>
<p:tagLst xmlns:a="http://schemas.openxmlformats.org/drawingml/2006/main" xmlns:r="http://schemas.openxmlformats.org/officeDocument/2006/relationships" xmlns:p="http://schemas.openxmlformats.org/presentationml/2006/main">
  <p:tag name="NAME" val="TrackerNumBlue"/>
</p:tagLst>
</file>

<file path=ppt/tags/tag339.xml><?xml version="1.0" encoding="utf-8"?>
<p:tagLst xmlns:a="http://schemas.openxmlformats.org/drawingml/2006/main" xmlns:r="http://schemas.openxmlformats.org/officeDocument/2006/relationships" xmlns:p="http://schemas.openxmlformats.org/presentationml/2006/main">
  <p:tag name="NAME" val="TrackerNumBlue"/>
</p:tagLst>
</file>

<file path=ppt/tags/tag340.xml><?xml version="1.0" encoding="utf-8"?>
<p:tagLst xmlns:a="http://schemas.openxmlformats.org/drawingml/2006/main" xmlns:r="http://schemas.openxmlformats.org/officeDocument/2006/relationships" xmlns:p="http://schemas.openxmlformats.org/presentationml/2006/main">
  <p:tag name="NAME" val="TrackerNumBlue"/>
</p:tagLst>
</file>

<file path=ppt/tags/tag341.xml><?xml version="1.0" encoding="utf-8"?>
<p:tagLst xmlns:a="http://schemas.openxmlformats.org/drawingml/2006/main" xmlns:r="http://schemas.openxmlformats.org/officeDocument/2006/relationships" xmlns:p="http://schemas.openxmlformats.org/presentationml/2006/main">
  <p:tag name="NAME" val="TrackerNumBlue"/>
</p:tagLst>
</file>

<file path=ppt/theme/theme1.xml><?xml version="1.0" encoding="utf-8"?>
<a:theme xmlns:a="http://schemas.openxmlformats.org/drawingml/2006/main" name="White">
  <a:themeElements>
    <a:clrScheme name="Custom 10">
      <a:dk1>
        <a:srgbClr val="000000"/>
      </a:dk1>
      <a:lt1>
        <a:srgbClr val="FFFFFF"/>
      </a:lt1>
      <a:dk2>
        <a:srgbClr val="FFFFFF"/>
      </a:dk2>
      <a:lt2>
        <a:srgbClr val="FFFFFF"/>
      </a:lt2>
      <a:accent1>
        <a:srgbClr val="061F79"/>
      </a:accent1>
      <a:accent2>
        <a:srgbClr val="00A9F4"/>
      </a:accent2>
      <a:accent3>
        <a:srgbClr val="2251FF"/>
      </a:accent3>
      <a:accent4>
        <a:srgbClr val="99E6FF"/>
      </a:accent4>
      <a:accent5>
        <a:srgbClr val="0679C3"/>
      </a:accent5>
      <a:accent6>
        <a:srgbClr val="75F0E7"/>
      </a:accent6>
      <a:hlink>
        <a:srgbClr val="1F40E6"/>
      </a:hlink>
      <a:folHlink>
        <a:srgbClr val="8C5AC8"/>
      </a:folHlink>
    </a:clrScheme>
    <a:fontScheme name="White Fonts">
      <a:majorFont>
        <a:latin typeface="Georgia"/>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 White">
        <a:dk1>
          <a:srgbClr val="000000"/>
        </a:dk1>
        <a:lt1>
          <a:srgbClr val="FFFFFF"/>
        </a:lt1>
        <a:dk2>
          <a:srgbClr val="FFFFFF"/>
        </a:dk2>
        <a:lt2>
          <a:srgbClr val="FFFFFF"/>
        </a:lt2>
        <a:accent1>
          <a:srgbClr val="061F79"/>
        </a:accent1>
        <a:accent2>
          <a:srgbClr val="00A9F4"/>
        </a:accent2>
        <a:accent3>
          <a:srgbClr val="2251FF"/>
        </a:accent3>
        <a:accent4>
          <a:srgbClr val="99E6FF"/>
        </a:accent4>
        <a:accent5>
          <a:srgbClr val="0679C3"/>
        </a:accent5>
        <a:accent6>
          <a:srgbClr val="75F0E7"/>
        </a:accent6>
        <a:hlink>
          <a:srgbClr val="1F40E6"/>
        </a:hlink>
        <a:folHlink>
          <a:srgbClr val="8C5AC8"/>
        </a:folHlink>
      </a:clrScheme>
    </a:extraClrScheme>
  </a:extraClrSchemeLst>
  <a:custClrLst>
    <a:custClr name="Electric Blue 900">
      <a:srgbClr val="061F79"/>
    </a:custClr>
    <a:custClr name="Electric Blue 700">
      <a:srgbClr val="1537BA"/>
    </a:custClr>
    <a:custClr name="Electric Blue 500">
      <a:srgbClr val="2251FF"/>
    </a:custClr>
    <a:custClr name="Electric Blue 300">
      <a:srgbClr val="5E9DFF"/>
    </a:custClr>
    <a:custClr name="Electric Blue 200">
      <a:srgbClr val="99C4FF"/>
    </a:custClr>
    <a:custClr name="Null">
      <a:srgbClr val="FEFFFF"/>
    </a:custClr>
    <a:custClr name="Null">
      <a:srgbClr val="FEFFFF"/>
    </a:custClr>
    <a:custClr name="Null">
      <a:srgbClr val="FEFFFF"/>
    </a:custClr>
    <a:custClr name="Null">
      <a:srgbClr val="FEFFFF"/>
    </a:custClr>
    <a:custClr name="Null">
      <a:srgbClr val="FEFFFF"/>
    </a:custClr>
    <a:custClr name="Deep Blue 900">
      <a:srgbClr val="051C2C"/>
    </a:custClr>
    <a:custClr name="Electric Blue 800">
      <a:srgbClr val="0E2B99"/>
    </a:custClr>
    <a:custClr name="Electric Blue 500">
      <a:srgbClr val="2251FF"/>
    </a:custClr>
    <a:custClr name="Electric Blue 200">
      <a:srgbClr val="99C4FF"/>
    </a:custClr>
    <a:custClr name="Gray 10%">
      <a:srgbClr val="E6E6E6"/>
    </a:custClr>
    <a:custClr name="Crimson Red 300">
      <a:srgbClr val="F17E7E"/>
    </a:custClr>
    <a:custClr name="Crimson Red 500">
      <a:srgbClr val="E33B3B"/>
    </a:custClr>
    <a:custClr name="Crimson Red 700">
      <a:srgbClr val="B82525"/>
    </a:custClr>
    <a:custClr name="Crimson Red 900">
      <a:srgbClr val="8E0B0B"/>
    </a:custClr>
    <a:custClr name="Null">
      <a:srgbClr val="FEFFFF"/>
    </a:custClr>
    <a:custClr name="Marine Green 900">
      <a:srgbClr val="108980"/>
    </a:custClr>
    <a:custClr name="Marine Green 700">
      <a:srgbClr val="14B8AB"/>
    </a:custClr>
    <a:custClr name="Marine Green 500">
      <a:srgbClr val="0BDACB"/>
    </a:custClr>
    <a:custClr name="Marine Green 300">
      <a:srgbClr val="75F0E7"/>
    </a:custClr>
    <a:custClr name="Sand Neutral 300">
      <a:srgbClr val="E6D7BC"/>
    </a:custClr>
    <a:custClr name="Crimson Red 300">
      <a:srgbClr val="F17E7E"/>
    </a:custClr>
    <a:custClr name="Crimson Red 500">
      <a:srgbClr val="E33B3B"/>
    </a:custClr>
    <a:custClr name="Crimson Red 700">
      <a:srgbClr val="B82525"/>
    </a:custClr>
    <a:custClr name="Crimson Red 900">
      <a:srgbClr val="8E0B0B"/>
    </a:custClr>
    <a:custClr name="Null">
      <a:srgbClr val="FEFFFF"/>
    </a:custClr>
    <a:custClr name="Gray 70%">
      <a:srgbClr val="4D4D4D"/>
    </a:custClr>
    <a:custClr name="Gray 54%">
      <a:srgbClr val="757575"/>
    </a:custClr>
    <a:custClr name="Gray 30%">
      <a:srgbClr val="B3B3B3"/>
    </a:custClr>
    <a:custClr name="Gray 20%">
      <a:srgbClr val="CCCCCC"/>
    </a:custClr>
    <a:custClr name="Gray 10%">
      <a:srgbClr val="E6E6E6"/>
    </a:custClr>
    <a:custClr name="Null">
      <a:srgbClr val="FEFFFF"/>
    </a:custClr>
    <a:custClr name="Null">
      <a:srgbClr val="FEFFFF"/>
    </a:custClr>
    <a:custClr name="Null">
      <a:srgbClr val="FEFFFF"/>
    </a:custClr>
    <a:custClr name="Null">
      <a:srgbClr val="FEFFFF"/>
    </a:custClr>
    <a:custClr name="Null">
      <a:srgbClr val="FEFFFF"/>
    </a:custClr>
    <a:custClr name="Marine Green 500">
      <a:srgbClr val="0BDACB"/>
    </a:custClr>
    <a:custClr name="Amber Yellow 500">
      <a:srgbClr val="FFA800"/>
    </a:custClr>
    <a:custClr name="Crimson Red 500">
      <a:srgbClr val="E33B3B"/>
    </a:custClr>
    <a:custClr name="Deep Blue 900">
      <a:srgbClr val="051C2C"/>
    </a:custClr>
    <a:custClr name="Null">
      <a:srgbClr val="FEFFFF"/>
    </a:custClr>
    <a:custClr name="Null">
      <a:srgbClr val="FEFFFF"/>
    </a:custClr>
    <a:custClr name="Null">
      <a:srgbClr val="FEFFFF"/>
    </a:custClr>
    <a:custClr name="Null">
      <a:srgbClr val="FEFFFF"/>
    </a:custClr>
    <a:custClr name="Null">
      <a:srgbClr val="FEFFFF"/>
    </a:custClr>
    <a:custClr name="Null">
      <a:srgbClr val="FEFFFF"/>
    </a:custClr>
  </a:custClrLst>
  <a:extLst>
    <a:ext uri="{05A4C25C-085E-4340-85A3-A5531E510DB2}">
      <thm15:themeFamily xmlns:thm15="http://schemas.microsoft.com/office/thememl/2012/main" name="OneFirm-English (United States)-Wide.potx" id="{3930A782-7855-431F-B7AE-35B9494F4F2B}" vid="{DE15729B-A53C-4F17-8E30-E89302E1D290}"/>
    </a:ext>
  </a:extLst>
</a:theme>
</file>

<file path=ppt/theme/theme2.xml><?xml version="1.0" encoding="utf-8"?>
<a:theme xmlns:a="http://schemas.openxmlformats.org/drawingml/2006/main" name="Contrast">
  <a:themeElements>
    <a:clrScheme name="Custom 18">
      <a:dk1>
        <a:srgbClr val="FFFFFF"/>
      </a:dk1>
      <a:lt1>
        <a:srgbClr val="051C2C"/>
      </a:lt1>
      <a:dk2>
        <a:srgbClr val="000000"/>
      </a:dk2>
      <a:lt2>
        <a:srgbClr val="000000"/>
      </a:lt2>
      <a:accent1>
        <a:srgbClr val="FFFFFF"/>
      </a:accent1>
      <a:accent2>
        <a:srgbClr val="00A9F4"/>
      </a:accent2>
      <a:accent3>
        <a:srgbClr val="2251FF"/>
      </a:accent3>
      <a:accent4>
        <a:srgbClr val="99E6FF"/>
      </a:accent4>
      <a:accent5>
        <a:srgbClr val="0679C3"/>
      </a:accent5>
      <a:accent6>
        <a:srgbClr val="75F0E7"/>
      </a:accent6>
      <a:hlink>
        <a:srgbClr val="00A9F4"/>
      </a:hlink>
      <a:folHlink>
        <a:srgbClr val="8C5AC8"/>
      </a:folHlink>
    </a:clrScheme>
    <a:fontScheme name="Scheme Blue Fonts">
      <a:majorFont>
        <a:latin typeface="Georgia"/>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 Blue">
        <a:dk1>
          <a:srgbClr val="FFFFFF"/>
        </a:dk1>
        <a:lt1>
          <a:srgbClr val="051C2C"/>
        </a:lt1>
        <a:dk2>
          <a:srgbClr val="000000"/>
        </a:dk2>
        <a:lt2>
          <a:srgbClr val="000000"/>
        </a:lt2>
        <a:accent1>
          <a:srgbClr val="FFFFFF"/>
        </a:accent1>
        <a:accent2>
          <a:srgbClr val="00A9F4"/>
        </a:accent2>
        <a:accent3>
          <a:srgbClr val="2251FF"/>
        </a:accent3>
        <a:accent4>
          <a:srgbClr val="99E6FF"/>
        </a:accent4>
        <a:accent5>
          <a:srgbClr val="0679C3"/>
        </a:accent5>
        <a:accent6>
          <a:srgbClr val="75F0E7"/>
        </a:accent6>
        <a:hlink>
          <a:srgbClr val="00A9F4"/>
        </a:hlink>
        <a:folHlink>
          <a:srgbClr val="8C5AC8"/>
        </a:folHlink>
      </a:clrScheme>
    </a:extraClrScheme>
  </a:extraClrSchemeLst>
  <a:custClrLst>
    <a:custClr name="Cyan 200">
      <a:srgbClr val="99E6FF"/>
    </a:custClr>
    <a:custClr name="Cyan 300">
      <a:srgbClr val="6ECBF7"/>
    </a:custClr>
    <a:custClr name="Cyan 500">
      <a:srgbClr val="00A9F4"/>
    </a:custClr>
    <a:custClr name="Cyan 700">
      <a:srgbClr val="0679C3"/>
    </a:custClr>
    <a:custClr name="Cyan 900">
      <a:srgbClr val="084D91"/>
    </a:custClr>
    <a:custClr name="Null">
      <a:srgbClr val="FEFFFF"/>
    </a:custClr>
    <a:custClr name="Null">
      <a:srgbClr val="FEFFFF"/>
    </a:custClr>
    <a:custClr name="Null">
      <a:srgbClr val="FEFFFF"/>
    </a:custClr>
    <a:custClr name="Null">
      <a:srgbClr val="FEFFFF"/>
    </a:custClr>
    <a:custClr name="Null">
      <a:srgbClr val="FEFFFF"/>
    </a:custClr>
    <a:custClr name="Cyan 700">
      <a:srgbClr val="0679C3"/>
    </a:custClr>
    <a:custClr name="Cyan 300">
      <a:srgbClr val="6ECBF7"/>
    </a:custClr>
    <a:custClr name="Gray 10%">
      <a:srgbClr val="E6E6E6"/>
    </a:custClr>
    <a:custClr name="Crimson Red 300">
      <a:srgbClr val="F17E7E"/>
    </a:custClr>
    <a:custClr name="Crimson Red 600">
      <a:srgbClr val="CD3030"/>
    </a:custClr>
    <a:custClr name="Null">
      <a:srgbClr val="FEFFFF"/>
    </a:custClr>
    <a:custClr name="Null">
      <a:srgbClr val="FEFFFF"/>
    </a:custClr>
    <a:custClr name="Null">
      <a:srgbClr val="FEFFFF"/>
    </a:custClr>
    <a:custClr name="Null">
      <a:srgbClr val="FEFFFF"/>
    </a:custClr>
    <a:custClr name="Null">
      <a:srgbClr val="FEFFFF"/>
    </a:custClr>
    <a:custClr name="Marine Green 900">
      <a:srgbClr val="108980"/>
    </a:custClr>
    <a:custClr name="Marine Green 600">
      <a:srgbClr val="10CBBC"/>
    </a:custClr>
    <a:custClr name="Sand Neutral 300">
      <a:srgbClr val="E6D7BC"/>
    </a:custClr>
    <a:custClr name="Crimson Red 300">
      <a:srgbClr val="F17E7E"/>
    </a:custClr>
    <a:custClr name="Crimson Red 600">
      <a:srgbClr val="CD3030"/>
    </a:custClr>
    <a:custClr name="Null">
      <a:srgbClr val="FEFFFF"/>
    </a:custClr>
    <a:custClr name="Null">
      <a:srgbClr val="FEFFFF"/>
    </a:custClr>
    <a:custClr name="Null">
      <a:srgbClr val="FEFFFF"/>
    </a:custClr>
    <a:custClr name="Null">
      <a:srgbClr val="FEFFFF"/>
    </a:custClr>
    <a:custClr name="Null">
      <a:srgbClr val="FEFFFF"/>
    </a:custClr>
    <a:custClr name="Gray 70%">
      <a:srgbClr val="4D4D4D"/>
    </a:custClr>
    <a:custClr name="Gray 54%">
      <a:srgbClr val="757575"/>
    </a:custClr>
    <a:custClr name="Gray 30%">
      <a:srgbClr val="B3B3B3"/>
    </a:custClr>
    <a:custClr name="Gray 20%">
      <a:srgbClr val="CCCCCC"/>
    </a:custClr>
    <a:custClr name="Gray 10%">
      <a:srgbClr val="E6E6E6"/>
    </a:custClr>
    <a:custClr name="Null">
      <a:srgbClr val="FEFFFF"/>
    </a:custClr>
    <a:custClr name="Null">
      <a:srgbClr val="FEFFFF"/>
    </a:custClr>
    <a:custClr name="Null">
      <a:srgbClr val="FEFFFF"/>
    </a:custClr>
    <a:custClr name="Null">
      <a:srgbClr val="FEFFFF"/>
    </a:custClr>
    <a:custClr name="Null">
      <a:srgbClr val="FEFFFF"/>
    </a:custClr>
    <a:custClr name="Electric Blue 900">
      <a:srgbClr val="061F79"/>
    </a:custClr>
    <a:custClr name="Marine Green 500">
      <a:srgbClr val="0BDACB"/>
    </a:custClr>
    <a:custClr name="Amber Yellow 500">
      <a:srgbClr val="FFA800"/>
    </a:custClr>
    <a:custClr name="Crimson Red 500">
      <a:srgbClr val="E33B3B"/>
    </a:custClr>
    <a:custClr name="Deep Blue 700">
      <a:srgbClr val="103559"/>
    </a:custClr>
    <a:custClr name="Deep Blue 600">
      <a:srgbClr val="1B456E"/>
    </a:custClr>
    <a:custClr name="Deep Blue 500">
      <a:srgbClr val="2B5580"/>
    </a:custClr>
    <a:custClr name="Deep Blue 300">
      <a:srgbClr val="5380AC"/>
    </a:custClr>
    <a:custClr name="Deep Blue 200">
      <a:srgbClr val="82A6C9"/>
    </a:custClr>
    <a:custClr name="Null">
      <a:srgbClr val="FEFFFF"/>
    </a:custClr>
    <a:custClr name="Null">
      <a:srgbClr val="FEFFFF"/>
    </a:custClr>
  </a:custClrLst>
  <a:extLst>
    <a:ext uri="{05A4C25C-085E-4340-85A3-A5531E510DB2}">
      <thm15:themeFamily xmlns:thm15="http://schemas.microsoft.com/office/thememl/2012/main" name="OneFirm-English (United States)-Wide.potx" id="{3930A782-7855-431F-B7AE-35B9494F4F2B}" vid="{B1915C88-7403-4DE5-8BD1-7CFB569789DE}"/>
    </a:ext>
  </a:extLst>
</a:theme>
</file>

<file path=ppt/theme/theme3.xml><?xml version="1.0" encoding="utf-8"?>
<a:theme xmlns:a="http://schemas.openxmlformats.org/drawingml/2006/main" name="Office Theme">
  <a:themeElements>
    <a:clrScheme name="Custom Scheme">
      <a:dk1>
        <a:srgbClr val="000000"/>
      </a:dk1>
      <a:lt1>
        <a:srgbClr val="FFFFFF"/>
      </a:lt1>
      <a:dk2>
        <a:srgbClr val="051C2C"/>
      </a:dk2>
      <a:lt2>
        <a:srgbClr val="FFFFFF"/>
      </a:lt2>
      <a:accent1>
        <a:srgbClr val="051C2C"/>
      </a:accent1>
      <a:accent2>
        <a:srgbClr val="00A9F4"/>
      </a:accent2>
      <a:accent3>
        <a:srgbClr val="1F40E6"/>
      </a:accent3>
      <a:accent4>
        <a:srgbClr val="AAE6F0"/>
      </a:accent4>
      <a:accent5>
        <a:srgbClr val="3C96B4"/>
      </a:accent5>
      <a:accent6>
        <a:srgbClr val="AFC3FF"/>
      </a:accent6>
      <a:hlink>
        <a:srgbClr val="00A9F4"/>
      </a:hlink>
      <a:folHlink>
        <a:srgbClr val="00A9F4"/>
      </a:folHlink>
    </a:clrScheme>
    <a:fontScheme name="Custom Scheme Fonts">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Custom Scheme 2">
      <a:dk1>
        <a:srgbClr val="000000"/>
      </a:dk1>
      <a:lt1>
        <a:srgbClr val="FFFFFF"/>
      </a:lt1>
      <a:dk2>
        <a:srgbClr val="051C2C"/>
      </a:dk2>
      <a:lt2>
        <a:srgbClr val="FFFFFF"/>
      </a:lt2>
      <a:accent1>
        <a:srgbClr val="051C2C"/>
      </a:accent1>
      <a:accent2>
        <a:srgbClr val="00A9F4"/>
      </a:accent2>
      <a:accent3>
        <a:srgbClr val="1F40E6"/>
      </a:accent3>
      <a:accent4>
        <a:srgbClr val="AAE6F0"/>
      </a:accent4>
      <a:accent5>
        <a:srgbClr val="3C96B4"/>
      </a:accent5>
      <a:accent6>
        <a:srgbClr val="AFC3FF"/>
      </a:accent6>
      <a:hlink>
        <a:srgbClr val="00A9F4"/>
      </a:hlink>
      <a:folHlink>
        <a:srgbClr val="00A9F4"/>
      </a:folHlink>
    </a:clrScheme>
    <a:fontScheme name="Custom Scheme2 Fonts">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05D7FC1-4B3C-41F0-ACC6-320D438A080B}">
  <we:reference id="5332053f-08b1-4ad5-b936-144d44d33f40" version="2.62.2.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2B347756AEE8344BB28CD44EC2B7328" ma:contentTypeVersion="14" ma:contentTypeDescription="Create a new document." ma:contentTypeScope="" ma:versionID="7848285eb86c98fd3225cd5e062a9123">
  <xsd:schema xmlns:xsd="http://www.w3.org/2001/XMLSchema" xmlns:xs="http://www.w3.org/2001/XMLSchema" xmlns:p="http://schemas.microsoft.com/office/2006/metadata/properties" xmlns:ns2="c1ca735a-14db-4567-a159-d67c2473f960" xmlns:ns3="a97def03-4829-427a-a25e-2157731fbb05" targetNamespace="http://schemas.microsoft.com/office/2006/metadata/properties" ma:root="true" ma:fieldsID="b59c3fcbebbca2e69bd6f4f4a8da0cee" ns2:_="" ns3:_="">
    <xsd:import namespace="c1ca735a-14db-4567-a159-d67c2473f960"/>
    <xsd:import namespace="a97def03-4829-427a-a25e-2157731fbb0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1ca735a-14db-4567-a159-d67c2473f9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18eb3a52-a9ad-454e-96a1-46bb4cd16a89"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97def03-4829-427a-a25e-2157731fbb05"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19" nillable="true" ma:displayName="Taxonomy Catch All Column" ma:hidden="true" ma:list="{42e6c6cb-bb7d-451c-b4ef-6310a7d27395}" ma:internalName="TaxCatchAll" ma:showField="CatchAllData" ma:web="a97def03-4829-427a-a25e-2157731fbb0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1ca735a-14db-4567-a159-d67c2473f960">
      <Terms xmlns="http://schemas.microsoft.com/office/infopath/2007/PartnerControls"/>
    </lcf76f155ced4ddcb4097134ff3c332f>
    <TaxCatchAll xmlns="a97def03-4829-427a-a25e-2157731fbb05" xsi:nil="true"/>
  </documentManagement>
</p:properties>
</file>

<file path=customXml/itemProps1.xml><?xml version="1.0" encoding="utf-8"?>
<ds:datastoreItem xmlns:ds="http://schemas.openxmlformats.org/officeDocument/2006/customXml" ds:itemID="{F4E74280-4338-4575-9228-D65BD4AFFAC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1ca735a-14db-4567-a159-d67c2473f960"/>
    <ds:schemaRef ds:uri="a97def03-4829-427a-a25e-2157731fbb0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B50EE39-9B4D-4C3C-8505-D8D6A5EC6B2C}">
  <ds:schemaRefs>
    <ds:schemaRef ds:uri="http://schemas.microsoft.com/sharepoint/v3/contenttype/forms"/>
  </ds:schemaRefs>
</ds:datastoreItem>
</file>

<file path=customXml/itemProps3.xml><?xml version="1.0" encoding="utf-8"?>
<ds:datastoreItem xmlns:ds="http://schemas.openxmlformats.org/officeDocument/2006/customXml" ds:itemID="{67DF283F-4B82-4892-8EF9-70B9B3E3286B}">
  <ds:schemaRefs>
    <ds:schemaRef ds:uri="a97def03-4829-427a-a25e-2157731fbb05"/>
    <ds:schemaRef ds:uri="c1ca735a-14db-4567-a159-d67c2473f96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blank</Template>
  <TotalTime>677</TotalTime>
  <Words>1361</Words>
  <Application>Microsoft Office PowerPoint</Application>
  <PresentationFormat>Widescreen</PresentationFormat>
  <Paragraphs>160</Paragraphs>
  <Slides>8</Slides>
  <Notes>2</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8</vt:i4>
      </vt:variant>
    </vt:vector>
  </HeadingPairs>
  <TitlesOfParts>
    <vt:vector size="15" baseType="lpstr">
      <vt:lpstr>Arial</vt:lpstr>
      <vt:lpstr>Georgia</vt:lpstr>
      <vt:lpstr>Segoe UI</vt:lpstr>
      <vt:lpstr>Wingdings</vt:lpstr>
      <vt:lpstr>White</vt:lpstr>
      <vt:lpstr>Contrast</vt:lpstr>
      <vt:lpstr>think-cell Slide</vt:lpstr>
      <vt:lpstr>AI domain prioritization and org blueprint </vt:lpstr>
      <vt:lpstr>TU is at an inflection point to identify and focus where AI creates value and build the organization to deliver it</vt:lpstr>
      <vt:lpstr>PowerPoint Presentation</vt:lpstr>
      <vt:lpstr>Track 1: AI Domain prioritization and value roadmap -        Key questions to be answered</vt:lpstr>
      <vt:lpstr>Track 2: Org of the future - Key questions to be answered</vt:lpstr>
      <vt:lpstr>Journey ahead for TU across the two tracks</vt:lpstr>
      <vt:lpstr>Appendix</vt:lpstr>
      <vt:lpstr>Identify high-value domains: End-to-end workflows with clear potential to demonstrate impact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Parth Bahl</dc:creator>
  <cp:keywords/>
  <dc:description/>
  <cp:lastModifiedBy>Parth Bahl</cp:lastModifiedBy>
  <cp:revision>5</cp:revision>
  <cp:lastPrinted>2018-10-30T20:37:12Z</cp:lastPrinted>
  <dcterms:created xsi:type="dcterms:W3CDTF">2026-07-22T15:34:39Z</dcterms:created>
  <dcterms:modified xsi:type="dcterms:W3CDTF">2026-07-23T19:57:12Z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1628964</vt:lpwstr>
  </property>
  <property fmtid="{D5CDD505-2E9C-101B-9397-08002B2CF9AE}" pid="3" name="NXPowerLiteSettings">
    <vt:lpwstr>C9000A38044001</vt:lpwstr>
  </property>
  <property fmtid="{D5CDD505-2E9C-101B-9397-08002B2CF9AE}" pid="4" name="NXPowerLiteVersion">
    <vt:lpwstr>D7.1.14</vt:lpwstr>
  </property>
  <property fmtid="{D5CDD505-2E9C-101B-9397-08002B2CF9AE}" pid="5" name="PPT">
    <vt:lpwstr>Hello</vt:lpwstr>
  </property>
  <property fmtid="{D5CDD505-2E9C-101B-9397-08002B2CF9AE}" pid="6" name="TemplateVersion">
    <vt:lpwstr>4</vt:lpwstr>
  </property>
  <property fmtid="{D5CDD505-2E9C-101B-9397-08002B2CF9AE}" pid="7" name="TemplateLastEdited">
    <vt:lpwstr>2024-05-30 01:34 PM</vt:lpwstr>
  </property>
  <property fmtid="{D5CDD505-2E9C-101B-9397-08002B2CF9AE}" pid="8" name="TemplateCreated">
    <vt:lpwstr>2019-02-27 01:18 PM</vt:lpwstr>
  </property>
  <property fmtid="{D5CDD505-2E9C-101B-9397-08002B2CF9AE}" pid="9" name="ContentTypeId">
    <vt:lpwstr>0x010100F2B347756AEE8344BB28CD44EC2B7328</vt:lpwstr>
  </property>
  <property fmtid="{D5CDD505-2E9C-101B-9397-08002B2CF9AE}" pid="10" name="MSIP_Label_fec09dec-a9ce-4322-b578-b49052c992d8_Enabled">
    <vt:lpwstr>true</vt:lpwstr>
  </property>
  <property fmtid="{D5CDD505-2E9C-101B-9397-08002B2CF9AE}" pid="11" name="MSIP_Label_fec09dec-a9ce-4322-b578-b49052c992d8_SetDate">
    <vt:lpwstr>2026-06-01T18:59:52Z</vt:lpwstr>
  </property>
  <property fmtid="{D5CDD505-2E9C-101B-9397-08002B2CF9AE}" pid="12" name="MSIP_Label_fec09dec-a9ce-4322-b578-b49052c992d8_Method">
    <vt:lpwstr>Standard</vt:lpwstr>
  </property>
  <property fmtid="{D5CDD505-2E9C-101B-9397-08002B2CF9AE}" pid="13" name="MSIP_Label_fec09dec-a9ce-4322-b578-b49052c992d8_Name">
    <vt:lpwstr>Firm Confidential Information-SLV1</vt:lpwstr>
  </property>
  <property fmtid="{D5CDD505-2E9C-101B-9397-08002B2CF9AE}" pid="14" name="MSIP_Label_fec09dec-a9ce-4322-b578-b49052c992d8_SiteId">
    <vt:lpwstr>cc8936bc-9382-4fff-87cb-6f55999549e7</vt:lpwstr>
  </property>
  <property fmtid="{D5CDD505-2E9C-101B-9397-08002B2CF9AE}" pid="15" name="MSIP_Label_fec09dec-a9ce-4322-b578-b49052c992d8_ActionId">
    <vt:lpwstr>b2d4adc9-fc6a-437a-8263-96c4b9a66d0c</vt:lpwstr>
  </property>
  <property fmtid="{D5CDD505-2E9C-101B-9397-08002B2CF9AE}" pid="16" name="MSIP_Label_fec09dec-a9ce-4322-b578-b49052c992d8_ContentBits">
    <vt:lpwstr>0</vt:lpwstr>
  </property>
  <property fmtid="{D5CDD505-2E9C-101B-9397-08002B2CF9AE}" pid="17" name="MSIP_Label_fec09dec-a9ce-4322-b578-b49052c992d8_Tag">
    <vt:lpwstr>10, 3, 0, 1</vt:lpwstr>
  </property>
</Properties>
</file>