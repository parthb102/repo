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64" r:id="rId5"/>
  </p:sldMasterIdLst>
  <p:notesMasterIdLst>
    <p:notesMasterId r:id="rId14"/>
  </p:notesMasterIdLst>
  <p:handoutMasterIdLst>
    <p:handoutMasterId r:id="rId15"/>
  </p:handoutMasterIdLst>
  <p:sldIdLst>
    <p:sldId id="281" r:id="rId6"/>
    <p:sldId id="283" r:id="rId7"/>
    <p:sldId id="3936" r:id="rId8"/>
    <p:sldId id="3934" r:id="rId9"/>
    <p:sldId id="3935" r:id="rId10"/>
    <p:sldId id="261" r:id="rId11"/>
    <p:sldId id="3937" r:id="rId24"/>
    <p:sldId id="265" r:id="rId12"/>
    <p:sldId id="280" r:id="rId13"/>
  </p:sldIdLst>
  <p:sldSz cx="12192000" cy="6858000"/>
  <p:notesSz cx="7102475" cy="938847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A497640-9F12-D0D7-23C7-745A10EB2387}" name="Srikanth Jayarajan" initials="SJ" userId="dMYpSlfjzFcYPEDsXjVgLmU1LCIkAjLNCqtAilE+2dM="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ley Rich" initials="HR" lastIdx="1" clrIdx="0">
    <p:extLst>
      <p:ext uri="{19B8F6BF-5375-455C-9EA6-DF929625EA0E}">
        <p15:presenceInfo xmlns:p15="http://schemas.microsoft.com/office/powerpoint/2012/main" userId="S-1-5-21-1801674531-1788223648-725345543-1185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9C3"/>
    <a:srgbClr val="2251FF"/>
    <a:srgbClr val="D0D0D0"/>
    <a:srgbClr val="051C2C"/>
    <a:srgbClr val="000000"/>
    <a:srgbClr val="7F7F7F"/>
    <a:srgbClr val="AFC3FF"/>
    <a:srgbClr val="0D3171"/>
    <a:srgbClr val="E6E6E6"/>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57" autoAdjust="0"/>
  </p:normalViewPr>
  <p:slideViewPr>
    <p:cSldViewPr snapToGrid="0" snapToObjects="1">
      <p:cViewPr>
        <p:scale>
          <a:sx n="64" d="100"/>
          <a:sy n="64" d="100"/>
        </p:scale>
        <p:origin x="712" y="62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p:scale>
          <a:sx n="75" d="100"/>
          <a:sy n="75" d="100"/>
        </p:scale>
        <p:origin x="3954" y="2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 Id="rId24" Type="http://schemas.openxmlformats.org/officeDocument/2006/relationships/slide" Target="slides/slide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th Bahl" userId="48e5a92e-1617-4ce2-9905-5cd7b6f06b36" providerId="ADAL" clId="{5F74A7CC-EE10-4A3B-900B-A893A2B36FDF}"/>
    <pc:docChg chg="modSld">
      <pc:chgData name="Parth Bahl" userId="48e5a92e-1617-4ce2-9905-5cd7b6f06b36" providerId="ADAL" clId="{5F74A7CC-EE10-4A3B-900B-A893A2B36FDF}" dt="2026-07-23T19:57:11.839" v="8" actId="1076"/>
      <pc:docMkLst>
        <pc:docMk/>
      </pc:docMkLst>
      <pc:sldChg chg="modSp mod">
        <pc:chgData name="Parth Bahl" userId="48e5a92e-1617-4ce2-9905-5cd7b6f06b36" providerId="ADAL" clId="{5F74A7CC-EE10-4A3B-900B-A893A2B36FDF}" dt="2026-07-23T19:56:07.373" v="0" actId="1076"/>
        <pc:sldMkLst>
          <pc:docMk/>
          <pc:sldMk cId="2966855924" sldId="283"/>
        </pc:sldMkLst>
        <pc:spChg chg="mod">
          <ac:chgData name="Parth Bahl" userId="48e5a92e-1617-4ce2-9905-5cd7b6f06b36" providerId="ADAL" clId="{5F74A7CC-EE10-4A3B-900B-A893A2B36FDF}" dt="2026-07-23T19:56:07.373" v="0" actId="1076"/>
          <ac:spMkLst>
            <pc:docMk/>
            <pc:sldMk cId="2966855924" sldId="283"/>
            <ac:spMk id="4" creationId="{8166B219-3946-4B47-8326-FA646736D209}"/>
          </ac:spMkLst>
        </pc:spChg>
      </pc:sldChg>
      <pc:sldChg chg="modSp mod">
        <pc:chgData name="Parth Bahl" userId="48e5a92e-1617-4ce2-9905-5cd7b6f06b36" providerId="ADAL" clId="{5F74A7CC-EE10-4A3B-900B-A893A2B36FDF}" dt="2026-07-23T19:57:11.839" v="8" actId="1076"/>
        <pc:sldMkLst>
          <pc:docMk/>
          <pc:sldMk cId="2659384629" sldId="3935"/>
        </pc:sldMkLst>
        <pc:spChg chg="mod">
          <ac:chgData name="Parth Bahl" userId="48e5a92e-1617-4ce2-9905-5cd7b6f06b36" providerId="ADAL" clId="{5F74A7CC-EE10-4A3B-900B-A893A2B36FDF}" dt="2026-07-23T19:57:11.839" v="8" actId="1076"/>
          <ac:spMkLst>
            <pc:docMk/>
            <pc:sldMk cId="2659384629" sldId="3935"/>
            <ac:spMk id="7" creationId="{99C87104-5DB6-FC10-4F31-5CAFADB41645}"/>
          </ac:spMkLst>
        </pc:spChg>
        <pc:spChg chg="mod">
          <ac:chgData name="Parth Bahl" userId="48e5a92e-1617-4ce2-9905-5cd7b6f06b36" providerId="ADAL" clId="{5F74A7CC-EE10-4A3B-900B-A893A2B36FDF}" dt="2026-07-23T19:57:01.693" v="4" actId="1076"/>
          <ac:spMkLst>
            <pc:docMk/>
            <pc:sldMk cId="2659384629" sldId="3935"/>
            <ac:spMk id="8" creationId="{D998B4FB-EB71-E498-3BE1-E710D790D414}"/>
          </ac:spMkLst>
        </pc:spChg>
      </pc:sldChg>
      <pc:sldChg chg="modSp mod">
        <pc:chgData name="Parth Bahl" userId="48e5a92e-1617-4ce2-9905-5cd7b6f06b36" providerId="ADAL" clId="{5F74A7CC-EE10-4A3B-900B-A893A2B36FDF}" dt="2026-07-23T19:56:44.785" v="1" actId="1076"/>
        <pc:sldMkLst>
          <pc:docMk/>
          <pc:sldMk cId="324714189" sldId="3936"/>
        </pc:sldMkLst>
        <pc:spChg chg="mod">
          <ac:chgData name="Parth Bahl" userId="48e5a92e-1617-4ce2-9905-5cd7b6f06b36" providerId="ADAL" clId="{5F74A7CC-EE10-4A3B-900B-A893A2B36FDF}" dt="2026-07-23T19:56:44.785" v="1" actId="1076"/>
          <ac:spMkLst>
            <pc:docMk/>
            <pc:sldMk cId="324714189" sldId="3936"/>
            <ac:spMk id="10" creationId="{E3736570-A7A2-B89F-3149-F5E83EF2BFF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4BC41E-EAC0-4D88-BA59-21A53C68F870}"/>
              </a:ext>
            </a:extLst>
          </p:cNvPr>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0B5C4BB-B13C-4942-8E14-023ED14A3DB8}"/>
              </a:ext>
            </a:extLst>
          </p:cNvPr>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A6BD5B6C-20AF-4F0F-889A-7AADC7535123}" type="datetime3">
              <a:rPr lang="en-US" smtClean="0"/>
              <a:t>23 July 2026</a:t>
            </a:fld>
            <a:endParaRPr lang="en-US" dirty="0"/>
          </a:p>
        </p:txBody>
      </p:sp>
      <p:sp>
        <p:nvSpPr>
          <p:cNvPr id="4" name="Footer Placeholder 3">
            <a:extLst>
              <a:ext uri="{FF2B5EF4-FFF2-40B4-BE49-F238E27FC236}">
                <a16:creationId xmlns:a16="http://schemas.microsoft.com/office/drawing/2014/main" id="{78221145-1027-4A39-B15A-DD84A26C2039}"/>
              </a:ext>
            </a:extLst>
          </p:cNvPr>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A147719-50F5-4089-8123-86F5AF9C8847}"/>
              </a:ext>
            </a:extLst>
          </p:cNvPr>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D2610F73-99D1-48E7-A408-B5EB5C8393F8}" type="slidenum">
              <a:rPr lang="en-US" smtClean="0"/>
              <a:t>‹#›</a:t>
            </a:fld>
            <a:endParaRPr lang="en-US" dirty="0"/>
          </a:p>
        </p:txBody>
      </p:sp>
    </p:spTree>
    <p:extLst>
      <p:ext uri="{BB962C8B-B14F-4D97-AF65-F5344CB8AC3E}">
        <p14:creationId xmlns:p14="http://schemas.microsoft.com/office/powerpoint/2010/main" val="247319651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14400" tIns="47114" rIns="94229" bIns="47114" rtlCol="0"/>
          <a:lstStyle>
            <a:lvl1pPr algn="l">
              <a:defRPr sz="900">
                <a:latin typeface="+mn-lt"/>
                <a:cs typeface="Arial" panose="020B0604020202020204" pitchFamily="34" charset="0"/>
              </a:defRPr>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14400" bIns="47114" rtlCol="0"/>
          <a:lstStyle>
            <a:lvl1pPr algn="r">
              <a:defRPr sz="900">
                <a:latin typeface="+mn-lt"/>
                <a:cs typeface="Arial" panose="020B0604020202020204" pitchFamily="34" charset="0"/>
              </a:defRPr>
            </a:lvl1pPr>
          </a:lstStyle>
          <a:p>
            <a:fld id="{1DF34805-1F01-4BDA-A8CA-FCEA2B4BC8D0}" type="datetime3">
              <a:rPr lang="en-US" smtClean="0"/>
              <a:pPr/>
              <a:t>23 July 2026</a:t>
            </a:fld>
            <a:endParaRPr lang="en-US"/>
          </a:p>
        </p:txBody>
      </p:sp>
      <p:sp>
        <p:nvSpPr>
          <p:cNvPr id="4" name="Slide Image Placeholder 3"/>
          <p:cNvSpPr>
            <a:spLocks noGrp="1" noRot="1" noChangeAspect="1"/>
          </p:cNvSpPr>
          <p:nvPr>
            <p:ph type="sldImg" idx="2"/>
          </p:nvPr>
        </p:nvSpPr>
        <p:spPr>
          <a:xfrm>
            <a:off x="735013" y="563563"/>
            <a:ext cx="5632450" cy="3168650"/>
          </a:xfrm>
          <a:prstGeom prst="rect">
            <a:avLst/>
          </a:prstGeom>
          <a:noFill/>
          <a:ln w="6350">
            <a:solidFill>
              <a:prstClr val="black"/>
            </a:solidFill>
          </a:ln>
        </p:spPr>
        <p:txBody>
          <a:bodyPr vert="horz" lIns="94229" tIns="47114" rIns="94229" bIns="47114" rtlCol="0" anchor="ctr"/>
          <a:lstStyle/>
          <a:p>
            <a:endParaRPr lang="en-US"/>
          </a:p>
        </p:txBody>
      </p:sp>
      <p:sp>
        <p:nvSpPr>
          <p:cNvPr id="6" name="Footer Placeholder 5"/>
          <p:cNvSpPr>
            <a:spLocks noGrp="1"/>
          </p:cNvSpPr>
          <p:nvPr>
            <p:ph type="ftr" sz="quarter" idx="4"/>
          </p:nvPr>
        </p:nvSpPr>
        <p:spPr>
          <a:xfrm>
            <a:off x="0" y="8917422"/>
            <a:ext cx="3077739" cy="471053"/>
          </a:xfrm>
          <a:prstGeom prst="rect">
            <a:avLst/>
          </a:prstGeom>
        </p:spPr>
        <p:txBody>
          <a:bodyPr vert="horz" lIns="914400" tIns="47114" rIns="94229" bIns="47114" rtlCol="0" anchor="b"/>
          <a:lstStyle>
            <a:lvl1pPr algn="l">
              <a:defRPr sz="900">
                <a:latin typeface="+mn-lt"/>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14400" bIns="47114" rtlCol="0" anchor="b"/>
          <a:lstStyle>
            <a:lvl1pPr algn="r">
              <a:defRPr sz="900">
                <a:latin typeface="+mn-lt"/>
                <a:cs typeface="Arial" panose="020B0604020202020204" pitchFamily="34" charset="0"/>
              </a:defRPr>
            </a:lvl1pPr>
          </a:lstStyle>
          <a:p>
            <a:fld id="{CF5EBCF4-26FC-4F76-8DA1-52FDDC328D44}" type="slidenum">
              <a:rPr lang="en-US" smtClean="0"/>
              <a:pPr/>
              <a:t>‹#›</a:t>
            </a:fld>
            <a:endParaRPr lang="en-US"/>
          </a:p>
        </p:txBody>
      </p:sp>
      <p:sp>
        <p:nvSpPr>
          <p:cNvPr id="9" name="Notes Placeholder 8">
            <a:extLst>
              <a:ext uri="{FF2B5EF4-FFF2-40B4-BE49-F238E27FC236}">
                <a16:creationId xmlns:a16="http://schemas.microsoft.com/office/drawing/2014/main" id="{0CB7C52D-12F1-4B27-95B4-DB01358D59B9}"/>
              </a:ext>
            </a:extLst>
          </p:cNvPr>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066646"/>
      </p:ext>
    </p:extLst>
  </p:cSld>
  <p:clrMap bg1="lt1" tx1="dk1" bg2="lt2" tx2="dk2" accent1="accent1" accent2="accent2" accent3="accent3" accent4="accent4" accent5="accent5" accent6="accent6" hlink="hlink" folHlink="folHlink"/>
  <p:hf hdr="0" ftr="0"/>
  <p:notesStyle>
    <a:lvl1pPr marL="0" algn="l" defTabSz="914400" rtl="0" eaLnBrk="1" latinLnBrk="0" hangingPunct="1">
      <a:lnSpc>
        <a:spcPct val="100000"/>
      </a:lnSpc>
      <a:spcBef>
        <a:spcPts val="400"/>
      </a:spcBef>
      <a:spcAft>
        <a:spcPts val="400"/>
      </a:spcAft>
      <a:defRPr lang="en-US" sz="1100" kern="1200">
        <a:solidFill>
          <a:schemeClr val="tx1"/>
        </a:solidFill>
        <a:latin typeface="+mn-lt"/>
        <a:ea typeface="+mn-ea"/>
        <a:cs typeface="Arial" panose="020B0604020202020204" pitchFamily="34" charset="0"/>
      </a:defRPr>
    </a:lvl1pPr>
    <a:lvl2pPr marL="171450" indent="-171450" algn="l" defTabSz="914400" rtl="0" eaLnBrk="1" latinLnBrk="0" hangingPunct="1">
      <a:buFont typeface="Wingdings" panose="05000000000000000000" pitchFamily="2" charset="2"/>
      <a:buChar char=""/>
      <a:defRPr lang="en-US" sz="1100" kern="1200">
        <a:solidFill>
          <a:schemeClr val="tx1"/>
        </a:solidFill>
        <a:latin typeface="+mn-lt"/>
        <a:ea typeface="+mn-ea"/>
        <a:cs typeface="+mn-cs"/>
      </a:defRPr>
    </a:lvl2pPr>
    <a:lvl3pPr marL="400050"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3pPr>
    <a:lvl4pPr marL="57943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4pPr>
    <a:lvl5pPr marL="75088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
          </p:nvPr>
        </p:nvSpPr>
        <p:spPr/>
        <p:txBody>
          <a:bodyPr/>
          <a:lstStyle/>
          <a:p>
            <a:fld id="{1DF34805-1F01-4BDA-A8CA-FCEA2B4BC8D0}" type="datetime3">
              <a:rPr lang="en-US" smtClean="0"/>
              <a:pPr/>
              <a:t>23 July 2026</a:t>
            </a:fld>
            <a:endParaRPr lang="en-US"/>
          </a:p>
        </p:txBody>
      </p:sp>
      <p:sp>
        <p:nvSpPr>
          <p:cNvPr id="5" name="Slide Number Placeholder 4"/>
          <p:cNvSpPr>
            <a:spLocks noGrp="1"/>
          </p:cNvSpPr>
          <p:nvPr>
            <p:ph type="sldNum" sz="quarter" idx="5"/>
          </p:nvPr>
        </p:nvSpPr>
        <p:spPr/>
        <p:txBody>
          <a:bodyPr/>
          <a:lstStyle/>
          <a:p>
            <a:fld id="{CF5EBCF4-26FC-4F76-8DA1-52FDDC328D44}" type="slidenum">
              <a:rPr lang="en-US" smtClean="0"/>
              <a:pPr/>
              <a:t>1</a:t>
            </a:fld>
            <a:endParaRPr lang="en-US"/>
          </a:p>
        </p:txBody>
      </p:sp>
    </p:spTree>
    <p:extLst>
      <p:ext uri="{BB962C8B-B14F-4D97-AF65-F5344CB8AC3E}">
        <p14:creationId xmlns:p14="http://schemas.microsoft.com/office/powerpoint/2010/main" val="3174106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F53B-E3C3-335B-E2D7-5C01DA9A9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64EA0-EDF3-981B-721D-EA327CC7FCB7}"/>
              </a:ext>
            </a:extLst>
          </p:cNvPr>
          <p:cNvSpPr>
            <a:spLocks noGrp="1" noRot="1" noChangeAspect="1"/>
          </p:cNvSpPr>
          <p:nvPr>
            <p:ph type="sldImg"/>
          </p:nvPr>
        </p:nvSpPr>
        <p:spPr>
          <a:xfrm>
            <a:off x="735013" y="563563"/>
            <a:ext cx="5632450" cy="3168650"/>
          </a:xfrm>
        </p:spPr>
      </p:sp>
      <p:sp>
        <p:nvSpPr>
          <p:cNvPr id="3" name="Notes Placeholder 2">
            <a:extLst>
              <a:ext uri="{FF2B5EF4-FFF2-40B4-BE49-F238E27FC236}">
                <a16:creationId xmlns:a16="http://schemas.microsoft.com/office/drawing/2014/main" id="{ED51936B-F4B7-E5D0-2815-A9D6A196EA1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BD7688AB-190F-5FF8-2CC0-8AC7B7D71B48}"/>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F34805-1F01-4BDA-A8CA-FCEA2B4BC8D0}" type="datetime3">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 July, 2026</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5" name="Slide Number Placeholder 4">
            <a:extLst>
              <a:ext uri="{FF2B5EF4-FFF2-40B4-BE49-F238E27FC236}">
                <a16:creationId xmlns:a16="http://schemas.microsoft.com/office/drawing/2014/main" id="{DFE19172-5AC6-BBB5-CC5B-7924998CFC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5EBCF4-26FC-4F76-8DA1-52FDDC328D44}" type="slidenum">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Tree>
    <p:extLst>
      <p:ext uri="{BB962C8B-B14F-4D97-AF65-F5344CB8AC3E}">
        <p14:creationId xmlns:p14="http://schemas.microsoft.com/office/powerpoint/2010/main" val="1462996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slideMaster" Target="../slideMasters/slideMaster1.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2.bin"/><Relationship Id="rId1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slideMaster" Target="../slideMasters/slideMaster1.xml"/><Relationship Id="rId9" Type="http://schemas.openxmlformats.org/officeDocument/2006/relationships/oleObject" Target="../embeddings/oleObject3.bin"/><Relationship Id="rId10"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tags" Target="../tags/tag40.xml"/><Relationship Id="rId3" Type="http://schemas.openxmlformats.org/officeDocument/2006/relationships/tags" Target="../tags/tag41.xml"/><Relationship Id="rId4" Type="http://schemas.openxmlformats.org/officeDocument/2006/relationships/tags" Target="../tags/tag42.xml"/><Relationship Id="rI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1.xml"/><Relationship Id="rId8" Type="http://schemas.openxmlformats.org/officeDocument/2006/relationships/oleObject" Target="../embeddings/oleObject4.bin"/><Relationship Id="rId9"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tags" Target="../tags/tag59.xml"/><Relationship Id="rId8" Type="http://schemas.openxmlformats.org/officeDocument/2006/relationships/slideMaster" Target="../slideMasters/slideMaster1.xml"/><Relationship Id="rId9" Type="http://schemas.openxmlformats.org/officeDocument/2006/relationships/oleObject" Target="../embeddings/oleObject5.bin"/><Relationship Id="rId10"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tags" Target="../tags/tag62.xml"/><Relationship Id="rId4" Type="http://schemas.openxmlformats.org/officeDocument/2006/relationships/tags" Target="../tags/tag63.xml"/><Relationship Id="rId5" Type="http://schemas.openxmlformats.org/officeDocument/2006/relationships/tags" Target="../tags/tag64.xml"/><Relationship Id="rId6" Type="http://schemas.openxmlformats.org/officeDocument/2006/relationships/tags" Target="../tags/tag65.xml"/><Relationship Id="rId7" Type="http://schemas.openxmlformats.org/officeDocument/2006/relationships/tags" Target="../tags/tag66.xml"/><Relationship Id="rId8" Type="http://schemas.openxmlformats.org/officeDocument/2006/relationships/tags" Target="../tags/tag67.xml"/><Relationship Id="rId9" Type="http://schemas.openxmlformats.org/officeDocument/2006/relationships/tags" Target="../tags/tag68.xml"/><Relationship Id="rId10" Type="http://schemas.openxmlformats.org/officeDocument/2006/relationships/slideMaster" Target="../slideMasters/slideMaster1.xml"/><Relationship Id="rId11" Type="http://schemas.openxmlformats.org/officeDocument/2006/relationships/oleObject" Target="../embeddings/oleObject6.bin"/><Relationship Id="rId1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tags" Target="../tags/tag74.xml"/><Relationship Id="rId7" Type="http://schemas.openxmlformats.org/officeDocument/2006/relationships/tags" Target="../tags/tag75.xml"/><Relationship Id="rId8" Type="http://schemas.openxmlformats.org/officeDocument/2006/relationships/tags" Target="../tags/tag76.xml"/><Relationship Id="rId9" Type="http://schemas.openxmlformats.org/officeDocument/2006/relationships/tags" Target="../tags/tag77.xml"/><Relationship Id="rId10" Type="http://schemas.openxmlformats.org/officeDocument/2006/relationships/slideMaster" Target="../slideMasters/slideMaster1.xml"/><Relationship Id="rId11" Type="http://schemas.openxmlformats.org/officeDocument/2006/relationships/oleObject" Target="../embeddings/oleObject7.bin"/><Relationship Id="rId1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tags" Target="../tags/tag79.xml"/><Relationship Id="rId3" Type="http://schemas.openxmlformats.org/officeDocument/2006/relationships/tags" Target="../tags/tag80.xml"/><Relationship Id="rId4" Type="http://schemas.openxmlformats.org/officeDocument/2006/relationships/tags" Target="../tags/tag81.xml"/><Relationship Id="rId5" Type="http://schemas.openxmlformats.org/officeDocument/2006/relationships/tags" Target="../tags/tag82.xml"/><Relationship Id="rId6" Type="http://schemas.openxmlformats.org/officeDocument/2006/relationships/tags" Target="../tags/tag83.xml"/><Relationship Id="rId7" Type="http://schemas.openxmlformats.org/officeDocument/2006/relationships/tags" Target="../tags/tag84.xml"/><Relationship Id="rId8" Type="http://schemas.openxmlformats.org/officeDocument/2006/relationships/tags" Target="../tags/tag85.xml"/><Relationship Id="rId9" Type="http://schemas.openxmlformats.org/officeDocument/2006/relationships/tags" Target="../tags/tag86.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tags" Target="../tags/tag94.xml"/><Relationship Id="rId9" Type="http://schemas.openxmlformats.org/officeDocument/2006/relationships/tags" Target="../tags/tag95.xml"/><Relationship Id="rId10" Type="http://schemas.openxmlformats.org/officeDocument/2006/relationships/slideMaster" Target="../slideMasters/slideMaster1.xml"/><Relationship Id="rId11" Type="http://schemas.openxmlformats.org/officeDocument/2006/relationships/oleObject" Target="../embeddings/oleObject9.bin"/><Relationship Id="rId12"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6.xml"/><Relationship Id="rId2" Type="http://schemas.openxmlformats.org/officeDocument/2006/relationships/tags" Target="../tags/tag97.xml"/><Relationship Id="rId3" Type="http://schemas.openxmlformats.org/officeDocument/2006/relationships/tags" Target="../tags/tag98.xml"/><Relationship Id="rId4" Type="http://schemas.openxmlformats.org/officeDocument/2006/relationships/tags" Target="../tags/tag99.xml"/><Relationship Id="rId5" Type="http://schemas.openxmlformats.org/officeDocument/2006/relationships/tags" Target="../tags/tag100.xml"/><Relationship Id="rId6" Type="http://schemas.openxmlformats.org/officeDocument/2006/relationships/tags" Target="../tags/tag101.xml"/><Relationship Id="rId7" Type="http://schemas.openxmlformats.org/officeDocument/2006/relationships/tags" Target="../tags/tag102.xml"/><Relationship Id="rId8" Type="http://schemas.openxmlformats.org/officeDocument/2006/relationships/tags" Target="../tags/tag103.xml"/><Relationship Id="rId9" Type="http://schemas.openxmlformats.org/officeDocument/2006/relationships/tags" Target="../tags/tag104.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5.xml"/><Relationship Id="rId2" Type="http://schemas.openxmlformats.org/officeDocument/2006/relationships/tags" Target="../tags/tag106.xml"/><Relationship Id="rId3" Type="http://schemas.openxmlformats.org/officeDocument/2006/relationships/tags" Target="../tags/tag107.xml"/><Relationship Id="rId4" Type="http://schemas.openxmlformats.org/officeDocument/2006/relationships/tags" Target="../tags/tag108.xml"/><Relationship Id="rId5" Type="http://schemas.openxmlformats.org/officeDocument/2006/relationships/tags" Target="../tags/tag109.xml"/><Relationship Id="rId6"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0.xml"/><Relationship Id="rId2" Type="http://schemas.openxmlformats.org/officeDocument/2006/relationships/tags" Target="../tags/tag111.xml"/><Relationship Id="rId3" Type="http://schemas.openxmlformats.org/officeDocument/2006/relationships/tags" Target="../tags/tag112.xml"/><Relationship Id="rId4" Type="http://schemas.openxmlformats.org/officeDocument/2006/relationships/tags" Target="../tags/tag113.xml"/><Relationship Id="rId5"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14.xml"/><Relationship Id="rId2" Type="http://schemas.openxmlformats.org/officeDocument/2006/relationships/tags" Target="../tags/tag115.xml"/><Relationship Id="rId3" Type="http://schemas.openxmlformats.org/officeDocument/2006/relationships/tags" Target="../tags/tag116.xml"/><Relationship Id="rId4" Type="http://schemas.openxmlformats.org/officeDocument/2006/relationships/tags" Target="../tags/tag117.xml"/><Relationship Id="rId5" Type="http://schemas.openxmlformats.org/officeDocument/2006/relationships/slideMaster" Target="../slideMasters/slideMaster1.xml"/><Relationship Id="rId6" Type="http://schemas.openxmlformats.org/officeDocument/2006/relationships/image" Target="../media/image3.jpg"/><Relationship Id="rId7" Type="http://schemas.openxmlformats.org/officeDocument/2006/relationships/oleObject" Target="../embeddings/oleObject10.bin"/><Relationship Id="rId8" Type="http://schemas.openxmlformats.org/officeDocument/2006/relationships/image" Target="../media/image5.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tags" Target="../tags/tag140.xml"/><Relationship Id="rId3" Type="http://schemas.openxmlformats.org/officeDocument/2006/relationships/tags" Target="../tags/tag141.xml"/><Relationship Id="rId4" Type="http://schemas.openxmlformats.org/officeDocument/2006/relationships/tags" Target="../tags/tag142.xml"/><Relationship Id="rId5" Type="http://schemas.openxmlformats.org/officeDocument/2006/relationships/tags" Target="../tags/tag143.xml"/><Relationship Id="rId6" Type="http://schemas.openxmlformats.org/officeDocument/2006/relationships/tags" Target="../tags/tag144.xml"/><Relationship Id="rId7" Type="http://schemas.openxmlformats.org/officeDocument/2006/relationships/tags" Target="../tags/tag145.xml"/><Relationship Id="rId8" Type="http://schemas.openxmlformats.org/officeDocument/2006/relationships/tags" Target="../tags/tag146.xml"/><Relationship Id="rId9" Type="http://schemas.openxmlformats.org/officeDocument/2006/relationships/tags" Target="../tags/tag147.xml"/><Relationship Id="rId10" Type="http://schemas.openxmlformats.org/officeDocument/2006/relationships/slideMaster" Target="../slideMasters/slideMaster2.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12.bin"/><Relationship Id="rId1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48.xml"/><Relationship Id="rId2" Type="http://schemas.openxmlformats.org/officeDocument/2006/relationships/tags" Target="../tags/tag149.xml"/><Relationship Id="rId3" Type="http://schemas.openxmlformats.org/officeDocument/2006/relationships/tags" Target="../tags/tag150.xml"/><Relationship Id="rId4" Type="http://schemas.openxmlformats.org/officeDocument/2006/relationships/tags" Target="../tags/tag151.xml"/><Relationship Id="rId5" Type="http://schemas.openxmlformats.org/officeDocument/2006/relationships/tags" Target="../tags/tag152.xml"/><Relationship Id="rId6" Type="http://schemas.openxmlformats.org/officeDocument/2006/relationships/tags" Target="../tags/tag153.xml"/><Relationship Id="rId7" Type="http://schemas.openxmlformats.org/officeDocument/2006/relationships/tags" Target="../tags/tag154.xml"/><Relationship Id="rId8" Type="http://schemas.openxmlformats.org/officeDocument/2006/relationships/slideMaster" Target="../slideMasters/slideMaster2.xml"/><Relationship Id="rId9" Type="http://schemas.openxmlformats.org/officeDocument/2006/relationships/oleObject" Target="../embeddings/oleObject13.bin"/><Relationship Id="rId10"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tags" Target="../tags/tag156.xml"/><Relationship Id="rId3" Type="http://schemas.openxmlformats.org/officeDocument/2006/relationships/tags" Target="../tags/tag157.xml"/><Relationship Id="rId4" Type="http://schemas.openxmlformats.org/officeDocument/2006/relationships/tags" Target="../tags/tag158.xml"/><Relationship Id="rId5"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9.xml"/><Relationship Id="rId2" Type="http://schemas.openxmlformats.org/officeDocument/2006/relationships/tags" Target="../tags/tag160.xml"/><Relationship Id="rId3" Type="http://schemas.openxmlformats.org/officeDocument/2006/relationships/tags" Target="../tags/tag161.xml"/><Relationship Id="rId4" Type="http://schemas.openxmlformats.org/officeDocument/2006/relationships/tags" Target="../tags/tag162.xml"/><Relationship Id="rId5"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3.xml"/><Relationship Id="rId2" Type="http://schemas.openxmlformats.org/officeDocument/2006/relationships/tags" Target="../tags/tag164.xml"/><Relationship Id="rId3" Type="http://schemas.openxmlformats.org/officeDocument/2006/relationships/tags" Target="../tags/tag165.xml"/><Relationship Id="rId4" Type="http://schemas.openxmlformats.org/officeDocument/2006/relationships/tags" Target="../tags/tag166.xml"/><Relationship Id="rId5" Type="http://schemas.openxmlformats.org/officeDocument/2006/relationships/tags" Target="../tags/tag167.xml"/><Relationship Id="rId6" Type="http://schemas.openxmlformats.org/officeDocument/2006/relationships/tags" Target="../tags/tag168.xml"/><Relationship Id="rId7" Type="http://schemas.openxmlformats.org/officeDocument/2006/relationships/slideMaster" Target="../slideMasters/slideMaster2.xml"/><Relationship Id="rId8" Type="http://schemas.openxmlformats.org/officeDocument/2006/relationships/oleObject" Target="../embeddings/oleObject14.bin"/><Relationship Id="rId9"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69.xml"/><Relationship Id="rId2" Type="http://schemas.openxmlformats.org/officeDocument/2006/relationships/tags" Target="../tags/tag170.xml"/><Relationship Id="rId3" Type="http://schemas.openxmlformats.org/officeDocument/2006/relationships/tags" Target="../tags/tag171.xml"/><Relationship Id="rId4" Type="http://schemas.openxmlformats.org/officeDocument/2006/relationships/tags" Target="../tags/tag172.xml"/><Relationship Id="rId5" Type="http://schemas.openxmlformats.org/officeDocument/2006/relationships/tags" Target="../tags/tag173.xml"/><Relationship Id="rId6" Type="http://schemas.openxmlformats.org/officeDocument/2006/relationships/tags" Target="../tags/tag174.xml"/><Relationship Id="rId7" Type="http://schemas.openxmlformats.org/officeDocument/2006/relationships/tags" Target="../tags/tag175.xml"/><Relationship Id="rId8" Type="http://schemas.openxmlformats.org/officeDocument/2006/relationships/slideMaster" Target="../slideMasters/slideMaster2.xml"/><Relationship Id="rId9" Type="http://schemas.openxmlformats.org/officeDocument/2006/relationships/oleObject" Target="../embeddings/oleObject15.bin"/><Relationship Id="rId10"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76.xml"/><Relationship Id="rId2" Type="http://schemas.openxmlformats.org/officeDocument/2006/relationships/tags" Target="../tags/tag177.xml"/><Relationship Id="rId3" Type="http://schemas.openxmlformats.org/officeDocument/2006/relationships/tags" Target="../tags/tag178.xml"/><Relationship Id="rId4" Type="http://schemas.openxmlformats.org/officeDocument/2006/relationships/tags" Target="../tags/tag179.xml"/><Relationship Id="rId5" Type="http://schemas.openxmlformats.org/officeDocument/2006/relationships/tags" Target="../tags/tag180.xml"/><Relationship Id="rId6" Type="http://schemas.openxmlformats.org/officeDocument/2006/relationships/tags" Target="../tags/tag181.xml"/><Relationship Id="rId7" Type="http://schemas.openxmlformats.org/officeDocument/2006/relationships/tags" Target="../tags/tag182.xml"/><Relationship Id="rId8" Type="http://schemas.openxmlformats.org/officeDocument/2006/relationships/tags" Target="../tags/tag183.xml"/><Relationship Id="rId9" Type="http://schemas.openxmlformats.org/officeDocument/2006/relationships/tags" Target="../tags/tag184.xml"/><Relationship Id="rId10" Type="http://schemas.openxmlformats.org/officeDocument/2006/relationships/slideMaster" Target="../slideMasters/slideMaster2.xml"/><Relationship Id="rId11" Type="http://schemas.openxmlformats.org/officeDocument/2006/relationships/oleObject" Target="../embeddings/oleObject16.bin"/><Relationship Id="rId1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85.xml"/><Relationship Id="rId2" Type="http://schemas.openxmlformats.org/officeDocument/2006/relationships/tags" Target="../tags/tag186.xml"/><Relationship Id="rId3" Type="http://schemas.openxmlformats.org/officeDocument/2006/relationships/tags" Target="../tags/tag187.xml"/><Relationship Id="rId4" Type="http://schemas.openxmlformats.org/officeDocument/2006/relationships/tags" Target="../tags/tag188.xml"/><Relationship Id="rId5" Type="http://schemas.openxmlformats.org/officeDocument/2006/relationships/tags" Target="../tags/tag189.xml"/><Relationship Id="rId6" Type="http://schemas.openxmlformats.org/officeDocument/2006/relationships/tags" Target="../tags/tag190.xml"/><Relationship Id="rId7" Type="http://schemas.openxmlformats.org/officeDocument/2006/relationships/tags" Target="../tags/tag191.xml"/><Relationship Id="rId8" Type="http://schemas.openxmlformats.org/officeDocument/2006/relationships/tags" Target="../tags/tag192.xml"/><Relationship Id="rId9" Type="http://schemas.openxmlformats.org/officeDocument/2006/relationships/tags" Target="../tags/tag193.xml"/><Relationship Id="rId10" Type="http://schemas.openxmlformats.org/officeDocument/2006/relationships/slideMaster" Target="../slideMasters/slideMaster2.xml"/><Relationship Id="rId11" Type="http://schemas.openxmlformats.org/officeDocument/2006/relationships/oleObject" Target="../embeddings/oleObject17.bin"/><Relationship Id="rId1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94.xml"/><Relationship Id="rId2" Type="http://schemas.openxmlformats.org/officeDocument/2006/relationships/tags" Target="../tags/tag195.xml"/><Relationship Id="rId3" Type="http://schemas.openxmlformats.org/officeDocument/2006/relationships/tags" Target="../tags/tag196.xml"/><Relationship Id="rId4" Type="http://schemas.openxmlformats.org/officeDocument/2006/relationships/tags" Target="../tags/tag197.xml"/><Relationship Id="rId5" Type="http://schemas.openxmlformats.org/officeDocument/2006/relationships/tags" Target="../tags/tag198.xml"/><Relationship Id="rId6" Type="http://schemas.openxmlformats.org/officeDocument/2006/relationships/tags" Target="../tags/tag199.xml"/><Relationship Id="rId7" Type="http://schemas.openxmlformats.org/officeDocument/2006/relationships/tags" Target="../tags/tag200.xml"/><Relationship Id="rId8" Type="http://schemas.openxmlformats.org/officeDocument/2006/relationships/tags" Target="../tags/tag201.xml"/><Relationship Id="rId9" Type="http://schemas.openxmlformats.org/officeDocument/2006/relationships/tags" Target="../tags/tag202.xml"/><Relationship Id="rId10" Type="http://schemas.openxmlformats.org/officeDocument/2006/relationships/slideMaster" Target="../slideMasters/slideMaster2.xml"/><Relationship Id="rId11" Type="http://schemas.openxmlformats.org/officeDocument/2006/relationships/oleObject" Target="../embeddings/oleObject18.bin"/><Relationship Id="rId12"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03.xml"/><Relationship Id="rId2" Type="http://schemas.openxmlformats.org/officeDocument/2006/relationships/tags" Target="../tags/tag204.xml"/><Relationship Id="rId3" Type="http://schemas.openxmlformats.org/officeDocument/2006/relationships/tags" Target="../tags/tag205.xml"/><Relationship Id="rId4" Type="http://schemas.openxmlformats.org/officeDocument/2006/relationships/tags" Target="../tags/tag206.xml"/><Relationship Id="rId5" Type="http://schemas.openxmlformats.org/officeDocument/2006/relationships/tags" Target="../tags/tag207.xml"/><Relationship Id="rId6" Type="http://schemas.openxmlformats.org/officeDocument/2006/relationships/tags" Target="../tags/tag208.xml"/><Relationship Id="rId7" Type="http://schemas.openxmlformats.org/officeDocument/2006/relationships/tags" Target="../tags/tag209.xml"/><Relationship Id="rId8" Type="http://schemas.openxmlformats.org/officeDocument/2006/relationships/tags" Target="../tags/tag210.xml"/><Relationship Id="rId9" Type="http://schemas.openxmlformats.org/officeDocument/2006/relationships/tags" Target="../tags/tag211.xml"/><Relationship Id="rId10" Type="http://schemas.openxmlformats.org/officeDocument/2006/relationships/slideMaster" Target="../slideMasters/slideMaster2.xml"/><Relationship Id="rId11" Type="http://schemas.openxmlformats.org/officeDocument/2006/relationships/oleObject" Target="../embeddings/oleObject19.bin"/><Relationship Id="rId12"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12.xml"/><Relationship Id="rId2" Type="http://schemas.openxmlformats.org/officeDocument/2006/relationships/tags" Target="../tags/tag213.xml"/><Relationship Id="rId3" Type="http://schemas.openxmlformats.org/officeDocument/2006/relationships/tags" Target="../tags/tag214.xml"/><Relationship Id="rId4" Type="http://schemas.openxmlformats.org/officeDocument/2006/relationships/tags" Target="../tags/tag215.xml"/><Relationship Id="rId5" Type="http://schemas.openxmlformats.org/officeDocument/2006/relationships/tags" Target="../tags/tag216.xml"/><Relationship Id="rId6" Type="http://schemas.openxmlformats.org/officeDocument/2006/relationships/tags" Target="../tags/tag217.xml"/><Relationship Id="rId7" Type="http://schemas.openxmlformats.org/officeDocument/2006/relationships/tags" Target="../tags/tag218.xml"/><Relationship Id="rId8" Type="http://schemas.openxmlformats.org/officeDocument/2006/relationships/tags" Target="../tags/tag219.xml"/><Relationship Id="rId9" Type="http://schemas.openxmlformats.org/officeDocument/2006/relationships/tags" Target="../tags/tag220.xml"/><Relationship Id="rId10" Type="http://schemas.openxmlformats.org/officeDocument/2006/relationships/slideMaster" Target="../slideMasters/slideMaster2.xml"/><Relationship Id="rId11" Type="http://schemas.openxmlformats.org/officeDocument/2006/relationships/oleObject" Target="../embeddings/oleObject20.bin"/><Relationship Id="rId12"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tags" Target="../tags/tag222.xml"/><Relationship Id="rId3" Type="http://schemas.openxmlformats.org/officeDocument/2006/relationships/tags" Target="../tags/tag223.xml"/><Relationship Id="rId4" Type="http://schemas.openxmlformats.org/officeDocument/2006/relationships/tags" Target="../tags/tag224.xml"/><Relationship Id="rId5" Type="http://schemas.openxmlformats.org/officeDocument/2006/relationships/tags" Target="../tags/tag225.xml"/><Relationship Id="rId6" Type="http://schemas.openxmlformats.org/officeDocument/2006/relationships/tags" Target="../tags/tag226.xml"/><Relationship Id="rId7" Type="http://schemas.openxmlformats.org/officeDocument/2006/relationships/tags" Target="../tags/tag227.xml"/><Relationship Id="rId8" Type="http://schemas.openxmlformats.org/officeDocument/2006/relationships/tags" Target="../tags/tag228.xml"/><Relationship Id="rId9" Type="http://schemas.openxmlformats.org/officeDocument/2006/relationships/tags" Target="../tags/tag229.xml"/><Relationship Id="rId10" Type="http://schemas.openxmlformats.org/officeDocument/2006/relationships/slideMaster" Target="../slideMasters/slideMaster2.xml"/><Relationship Id="rId11" Type="http://schemas.openxmlformats.org/officeDocument/2006/relationships/oleObject" Target="../embeddings/oleObject21.bin"/><Relationship Id="rId12" Type="http://schemas.openxmlformats.org/officeDocument/2006/relationships/image" Target="../media/image9.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30.xml"/><Relationship Id="rId2" Type="http://schemas.openxmlformats.org/officeDocument/2006/relationships/tags" Target="../tags/tag231.xml"/><Relationship Id="rId3" Type="http://schemas.openxmlformats.org/officeDocument/2006/relationships/tags" Target="../tags/tag232.xml"/><Relationship Id="rId4" Type="http://schemas.openxmlformats.org/officeDocument/2006/relationships/tags" Target="../tags/tag233.xml"/><Relationship Id="rId5" Type="http://schemas.openxmlformats.org/officeDocument/2006/relationships/tags" Target="../tags/tag234.xml"/><Relationship Id="rId6" Type="http://schemas.openxmlformats.org/officeDocument/2006/relationships/tags" Target="../tags/tag235.xml"/><Relationship Id="rId7" Type="http://schemas.openxmlformats.org/officeDocument/2006/relationships/tags" Target="../tags/tag236.xml"/><Relationship Id="rId8" Type="http://schemas.openxmlformats.org/officeDocument/2006/relationships/tags" Target="../tags/tag237.xml"/><Relationship Id="rId9" Type="http://schemas.openxmlformats.org/officeDocument/2006/relationships/tags" Target="../tags/tag238.xml"/><Relationship Id="rId10" Type="http://schemas.openxmlformats.org/officeDocument/2006/relationships/slideMaster" Target="../slideMasters/slideMaster2.xml"/><Relationship Id="rId11" Type="http://schemas.openxmlformats.org/officeDocument/2006/relationships/oleObject" Target="../embeddings/oleObject22.bin"/><Relationship Id="rId12"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39.xml"/><Relationship Id="rId2" Type="http://schemas.openxmlformats.org/officeDocument/2006/relationships/tags" Target="../tags/tag240.xml"/><Relationship Id="rId3" Type="http://schemas.openxmlformats.org/officeDocument/2006/relationships/tags" Target="../tags/tag241.xml"/><Relationship Id="rId4" Type="http://schemas.openxmlformats.org/officeDocument/2006/relationships/tags" Target="../tags/tag242.xml"/><Relationship Id="rId5" Type="http://schemas.openxmlformats.org/officeDocument/2006/relationships/tags" Target="../tags/tag243.xml"/><Relationship Id="rId6" Type="http://schemas.openxmlformats.org/officeDocument/2006/relationships/tags" Target="../tags/tag244.xml"/><Relationship Id="rId7" Type="http://schemas.openxmlformats.org/officeDocument/2006/relationships/tags" Target="../tags/tag245.xml"/><Relationship Id="rId8" Type="http://schemas.openxmlformats.org/officeDocument/2006/relationships/tags" Target="../tags/tag246.xml"/><Relationship Id="rId9" Type="http://schemas.openxmlformats.org/officeDocument/2006/relationships/tags" Target="../tags/tag247.xml"/><Relationship Id="rId10" Type="http://schemas.openxmlformats.org/officeDocument/2006/relationships/slideMaster" Target="../slideMasters/slideMaster2.xml"/><Relationship Id="rId11" Type="http://schemas.openxmlformats.org/officeDocument/2006/relationships/oleObject" Target="../embeddings/oleObject23.bin"/><Relationship Id="rId1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48.xml"/><Relationship Id="rId2" Type="http://schemas.openxmlformats.org/officeDocument/2006/relationships/tags" Target="../tags/tag249.xml"/><Relationship Id="rId3" Type="http://schemas.openxmlformats.org/officeDocument/2006/relationships/tags" Target="../tags/tag250.xml"/><Relationship Id="rId4" Type="http://schemas.openxmlformats.org/officeDocument/2006/relationships/tags" Target="../tags/tag251.xml"/><Relationship Id="rId5" Type="http://schemas.openxmlformats.org/officeDocument/2006/relationships/tags" Target="../tags/tag252.xml"/><Relationship Id="rId6"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53.xml"/><Relationship Id="rId2" Type="http://schemas.openxmlformats.org/officeDocument/2006/relationships/tags" Target="../tags/tag254.xml"/><Relationship Id="rId3" Type="http://schemas.openxmlformats.org/officeDocument/2006/relationships/tags" Target="../tags/tag255.xml"/><Relationship Id="rId4" Type="http://schemas.openxmlformats.org/officeDocument/2006/relationships/tags" Target="../tags/tag256.xml"/><Relationship Id="rId5"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57.xml"/><Relationship Id="rId2" Type="http://schemas.openxmlformats.org/officeDocument/2006/relationships/tags" Target="../tags/tag258.xml"/><Relationship Id="rId3" Type="http://schemas.openxmlformats.org/officeDocument/2006/relationships/tags" Target="../tags/tag259.xml"/><Relationship Id="rId4" Type="http://schemas.openxmlformats.org/officeDocument/2006/relationships/tags" Target="../tags/tag260.xml"/><Relationship Id="rId5" Type="http://schemas.openxmlformats.org/officeDocument/2006/relationships/slideMaster" Target="../slideMasters/slideMaster2.xml"/><Relationship Id="rId6" Type="http://schemas.openxmlformats.org/officeDocument/2006/relationships/image" Target="../media/image3.jpg"/><Relationship Id="rId7" Type="http://schemas.openxmlformats.org/officeDocument/2006/relationships/oleObject" Target="../embeddings/oleObject24.bin"/><Relationship Id="rId8"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rgbClr val="FFFFFF"/>
        </a:solidFill>
        <a:effectLst/>
      </p:bgPr>
    </p:bg>
    <p:spTree>
      <p:nvGrpSpPr>
        <p:cNvPr id="1" name=""/>
        <p:cNvGrpSpPr/>
        <p:nvPr/>
      </p:nvGrpSpPr>
      <p:grpSpPr>
        <a:xfrm>
          <a:off x="0" y="0"/>
          <a:ext cx="0" cy="0"/>
          <a:chOff x="0" y="0"/>
          <a:chExt cx="0" cy="0"/>
        </a:xfrm>
      </p:grpSpPr>
      <p:pic>
        <p:nvPicPr>
          <p:cNvPr id="16" name="Background">
            <a:extLst>
              <a:ext uri="{FF2B5EF4-FFF2-40B4-BE49-F238E27FC236}">
                <a16:creationId xmlns:a16="http://schemas.microsoft.com/office/drawing/2014/main" id="{BCFEF986-9186-F0C0-29CC-344333767E31}"/>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2" name="Partnership">
            <a:extLst>
              <a:ext uri="{FF2B5EF4-FFF2-40B4-BE49-F238E27FC236}">
                <a16:creationId xmlns:a16="http://schemas.microsoft.com/office/drawing/2014/main" id="{52B89695-D141-85AB-BEF2-DAF58FD754EA}"/>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9" name="Object 8" hidden="1">
            <a:extLst>
              <a:ext uri="{FF2B5EF4-FFF2-40B4-BE49-F238E27FC236}">
                <a16:creationId xmlns:a16="http://schemas.microsoft.com/office/drawing/2014/main" id="{16EA533F-94AF-4D02-A54D-267AD6DA2E6D}"/>
              </a:ext>
            </a:extLst>
          </p:cNvPr>
          <p:cNvGraphicFramePr>
            <a:graphicFrameLocks noChangeAspect="1"/>
          </p:cNvGraphicFramePr>
          <p:nvPr userDrawn="1">
            <p:custDataLst>
              <p:tags r:id="rId2"/>
            </p:custDataLst>
            <p:extLst>
              <p:ext uri="{D42A27DB-BD31-4B8C-83A1-F6EECF244321}">
                <p14:modId xmlns:p14="http://schemas.microsoft.com/office/powerpoint/2010/main" val="11034748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9" name="Object 8" hidden="1">
                        <a:extLst>
                          <a:ext uri="{FF2B5EF4-FFF2-40B4-BE49-F238E27FC236}">
                            <a16:creationId xmlns:a16="http://schemas.microsoft.com/office/drawing/2014/main" id="{16EA533F-94AF-4D02-A54D-267AD6DA2E6D}"/>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8" name="Rectangle 7" hidden="1">
            <a:extLst>
              <a:ext uri="{FF2B5EF4-FFF2-40B4-BE49-F238E27FC236}">
                <a16:creationId xmlns:a16="http://schemas.microsoft.com/office/drawing/2014/main" id="{C54CE3BD-55D7-42CB-8D9D-17E2A0D7458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grpSp>
        <p:nvGrpSpPr>
          <p:cNvPr id="17" name="logoimage">
            <a:extLst>
              <a:ext uri="{FF2B5EF4-FFF2-40B4-BE49-F238E27FC236}">
                <a16:creationId xmlns:a16="http://schemas.microsoft.com/office/drawing/2014/main" id="{949772D7-BAE9-BB95-C2D5-92588AD0D7EC}"/>
              </a:ext>
            </a:extLst>
          </p:cNvPr>
          <p:cNvGrpSpPr/>
          <p:nvPr userDrawn="1">
            <p:custDataLst>
              <p:tags r:id="rId4"/>
            </p:custDataLst>
          </p:nvPr>
        </p:nvGrpSpPr>
        <p:grpSpPr>
          <a:xfrm>
            <a:off x="551942" y="481160"/>
            <a:ext cx="1893201" cy="585216"/>
            <a:chOff x="551942" y="481160"/>
            <a:chExt cx="1893201" cy="585216"/>
          </a:xfrm>
        </p:grpSpPr>
        <p:sp>
          <p:nvSpPr>
            <p:cNvPr id="5" name="AutoShape 3">
              <a:extLst>
                <a:ext uri="{FF2B5EF4-FFF2-40B4-BE49-F238E27FC236}">
                  <a16:creationId xmlns:a16="http://schemas.microsoft.com/office/drawing/2014/main" id="{1F430752-9F46-430E-93A8-58E8FAF85299}"/>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20C9A1A2-5968-4C0E-9E0B-C061BA0E7F39}"/>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3" name="ClientLogo">
            <a:extLst>
              <a:ext uri="{FF2B5EF4-FFF2-40B4-BE49-F238E27FC236}">
                <a16:creationId xmlns:a16="http://schemas.microsoft.com/office/drawing/2014/main" id="{0D1A260D-45D1-4D8D-ACC4-246C7DD9AFAD}"/>
              </a:ext>
            </a:extLst>
          </p:cNvPr>
          <p:cNvSpPr>
            <a:spLocks noGrp="1"/>
          </p:cNvSpPr>
          <p:nvPr userDrawn="1">
            <p:ph type="pic" sz="quarter" idx="14" hasCustomPrompt="1"/>
            <p:custDataLst>
              <p:tags r:id="rId5"/>
            </p:custDataLst>
          </p:nvPr>
        </p:nvSpPr>
        <p:spPr>
          <a:xfrm>
            <a:off x="551942" y="4984025"/>
            <a:ext cx="1901952" cy="969264"/>
          </a:xfrm>
          <a:prstGeom prst="rect">
            <a:avLst/>
          </a:prstGeom>
        </p:spPr>
        <p:txBody>
          <a:bodyPr>
            <a:noAutofit/>
          </a:bodyPr>
          <a:lstStyle>
            <a:lvl1pPr algn="ctr">
              <a:defRPr sz="1200">
                <a:solidFill>
                  <a:schemeClr val="tx2"/>
                </a:solidFill>
              </a:defRPr>
            </a:lvl1pPr>
          </a:lstStyle>
          <a:p>
            <a:r>
              <a:rPr lang="en-US" dirty="0"/>
              <a:t>Client logo goes here.</a:t>
            </a:r>
          </a:p>
        </p:txBody>
      </p:sp>
      <p:sp>
        <p:nvSpPr>
          <p:cNvPr id="15" name="Documenttype">
            <a:extLst>
              <a:ext uri="{FF2B5EF4-FFF2-40B4-BE49-F238E27FC236}">
                <a16:creationId xmlns:a16="http://schemas.microsoft.com/office/drawing/2014/main" id="{CB5FF56E-DA90-4199-AF9A-359BE08E9A15}"/>
              </a:ext>
            </a:extLst>
          </p:cNvPr>
          <p:cNvSpPr>
            <a:spLocks noGrp="1"/>
          </p:cNvSpPr>
          <p:nvPr userDrawn="1">
            <p:ph type="body" sz="quarter" idx="13" hasCustomPrompt="1"/>
            <p:custDataLst>
              <p:tags r:id="rId6"/>
            </p:custDataLst>
          </p:nvPr>
        </p:nvSpPr>
        <p:spPr>
          <a:xfrm>
            <a:off x="554736" y="4510168"/>
            <a:ext cx="6016752" cy="215444"/>
          </a:xfrm>
          <a:prstGeom prst="rect">
            <a:avLst/>
          </a:prstGeom>
        </p:spPr>
        <p:txBody>
          <a:bodyPr wrap="square">
            <a:noAutofit/>
          </a:bodyPr>
          <a:lstStyle>
            <a:lvl1pPr>
              <a:buNone/>
              <a:defRPr sz="1400">
                <a:solidFill>
                  <a:schemeClr val="tx2"/>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BFC960F1-3A46-4C93-83F3-47AB2EB0D15E}"/>
              </a:ext>
            </a:extLst>
          </p:cNvPr>
          <p:cNvSpPr>
            <a:spLocks noGrp="1"/>
          </p:cNvSpPr>
          <p:nvPr userDrawn="1">
            <p:ph type="subTitle" idx="1"/>
            <p:custDataLst>
              <p:tags r:id="rId7"/>
            </p:custDataLst>
          </p:nvPr>
        </p:nvSpPr>
        <p:spPr>
          <a:xfrm>
            <a:off x="551942" y="4092559"/>
            <a:ext cx="6016752" cy="307777"/>
          </a:xfrm>
          <a:prstGeom prst="rect">
            <a:avLst/>
          </a:prstGeom>
        </p:spPr>
        <p:txBody>
          <a:bodyPr wrap="square">
            <a:spAutoFit/>
          </a:bodyPr>
          <a:lstStyle>
            <a:lvl1pPr marL="0" indent="0" algn="l">
              <a:buNone/>
              <a:defRPr sz="20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3" name="Title">
            <a:extLst>
              <a:ext uri="{FF2B5EF4-FFF2-40B4-BE49-F238E27FC236}">
                <a16:creationId xmlns:a16="http://schemas.microsoft.com/office/drawing/2014/main" id="{14DBF1FD-6C25-4E00-ACAB-F60F35C9625C}"/>
              </a:ext>
            </a:extLst>
          </p:cNvPr>
          <p:cNvSpPr>
            <a:spLocks noGrp="1"/>
          </p:cNvSpPr>
          <p:nvPr userDrawn="1">
            <p:ph type="title"/>
            <p:custDataLst>
              <p:tags r:id="rId8"/>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2"/>
                </a:solidFill>
              </a:defRPr>
            </a:lvl1pPr>
          </a:lstStyle>
          <a:p>
            <a:r>
              <a:rPr lang="en-US"/>
              <a:t>Click to edit Master title style</a:t>
            </a:r>
            <a:endParaRPr lang="en-US" dirty="0"/>
          </a:p>
        </p:txBody>
      </p:sp>
      <p:sp>
        <p:nvSpPr>
          <p:cNvPr id="19" name="Disclaimer-English (United States)">
            <a:extLst>
              <a:ext uri="{FF2B5EF4-FFF2-40B4-BE49-F238E27FC236}">
                <a16:creationId xmlns:a16="http://schemas.microsoft.com/office/drawing/2014/main" id="{FB7A54AC-E14F-4BA1-B48F-5284B039668B}"/>
              </a:ext>
            </a:extLst>
          </p:cNvPr>
          <p:cNvSpPr>
            <a:spLocks noChangeArrowheads="1"/>
          </p:cNvSpPr>
          <p:nvPr userDrawn="1">
            <p:custDataLst>
              <p:tags r:id="rId9"/>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2"/>
                </a:solidFill>
                <a:latin typeface="+mn-lt"/>
              </a:rPr>
              <a:t>CONFIDENTIAL AND PROPRIETARY | © 2026 McKinsey &amp; Company. </a:t>
            </a:r>
          </a:p>
          <a:p>
            <a:pPr defTabSz="804863" eaLnBrk="0" hangingPunct="0"/>
            <a:r>
              <a:rPr lang="en-US" sz="750">
                <a:solidFill>
                  <a:schemeClr val="tx2"/>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2"/>
              </a:solidFill>
              <a:latin typeface="+mn-lt"/>
            </a:endParaRPr>
          </a:p>
        </p:txBody>
      </p:sp>
    </p:spTree>
    <p:extLst>
      <p:ext uri="{BB962C8B-B14F-4D97-AF65-F5344CB8AC3E}">
        <p14:creationId xmlns:p14="http://schemas.microsoft.com/office/powerpoint/2010/main" val="3543058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92742848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182372"/>
            <a:ext cx="11082528" cy="731520"/>
          </a:xfrm>
        </p:spPr>
        <p:txBody>
          <a:bodyPr/>
          <a:lstStyle/>
          <a:p>
            <a:r>
              <a:rPr lang="en-US"/>
              <a:t>Click to edit Master title style</a:t>
            </a:r>
            <a:endParaRPr lang="en-US" dirty="0"/>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4736" y="903861"/>
            <a:ext cx="11082528"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1608224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694944"/>
          </a:xfrm>
          <a:prstGeom prst="rect">
            <a:avLst/>
          </a:prstGeom>
        </p:spPr>
        <p:txBody>
          <a:bodyPr anchor="t">
            <a:noAutofit/>
          </a:bodyPr>
          <a:lstStyle>
            <a:lvl1pPr>
              <a:lnSpc>
                <a:spcPct val="9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2382874E-5BAC-44EB-9C53-2930F0FC66DC}"/>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2498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a:t>Click to edit Master title style</a:t>
            </a:r>
            <a:endParaRPr lang="en-US" dirty="0"/>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2A77292F-0F7C-43B4-9782-AB706C93BD64}"/>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079707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A608D4BB-56F5-4BF1-8C9C-8799BAA8CEEB}"/>
              </a:ext>
            </a:extLst>
          </p:cNvPr>
          <p:cNvGraphicFramePr>
            <a:graphicFrameLocks noChangeAspect="1"/>
          </p:cNvGraphicFramePr>
          <p:nvPr userDrawn="1">
            <p:custDataLst>
              <p:tags r:id="rId1"/>
            </p:custDataLst>
            <p:extLst>
              <p:ext uri="{D42A27DB-BD31-4B8C-83A1-F6EECF244321}">
                <p14:modId xmlns:p14="http://schemas.microsoft.com/office/powerpoint/2010/main" val="27037000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A608D4BB-56F5-4BF1-8C9C-8799BAA8CEEB}"/>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288743A-B5B4-4D5C-9D2C-F17D5A50E4BE}"/>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a:t>Click to edit Master title style</a:t>
            </a:r>
            <a:endParaRPr lang="en-US" dirty="0"/>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07CA98DC-1A07-45D0-A835-AD1606EE7BAE}"/>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9706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CD01A5A-D383-4F62-8841-DD0172530759}"/>
              </a:ext>
            </a:extLst>
          </p:cNvPr>
          <p:cNvGraphicFramePr>
            <a:graphicFrameLocks noChangeAspect="1"/>
          </p:cNvGraphicFramePr>
          <p:nvPr userDrawn="1">
            <p:custDataLst>
              <p:tags r:id="rId1"/>
            </p:custDataLst>
            <p:extLst>
              <p:ext uri="{D42A27DB-BD31-4B8C-83A1-F6EECF244321}">
                <p14:modId xmlns:p14="http://schemas.microsoft.com/office/powerpoint/2010/main" val="3137211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2CD01A5A-D383-4F62-8841-DD0172530759}"/>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AC2F000-47EB-4070-866B-EF082C9E102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469A753E-961A-4AC3-B6E0-4407B9A4AF36}"/>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1169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3707799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6FAC554-F995-4246-BE36-413D2200D983}"/>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anchor="b">
            <a:noAutofit/>
          </a:bodyPr>
          <a:lstStyle>
            <a:lvl1pPr>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2C7757ED-5357-4B01-BB59-15D4406B0FDF}"/>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4189478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23155183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2D2E0F6-5BB5-47A0-8E4A-CD4E6673B19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wrap="square" anchor="b">
            <a:noAutofit/>
          </a:bodyPr>
          <a:lstStyle>
            <a:lvl1pPr algn="l">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1ADFA379-EDDB-4C62-A3BB-AC227312C68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108990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149784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0" name="1. On-page tracker">
            <a:extLst>
              <a:ext uri="{FF2B5EF4-FFF2-40B4-BE49-F238E27FC236}">
                <a16:creationId xmlns:a16="http://schemas.microsoft.com/office/drawing/2014/main" id="{0E1A178A-6BDC-4A0A-9F92-72F6EB95AD8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24" name="2. Slide Title">
            <a:extLst>
              <a:ext uri="{FF2B5EF4-FFF2-40B4-BE49-F238E27FC236}">
                <a16:creationId xmlns:a16="http://schemas.microsoft.com/office/drawing/2014/main" id="{06A9E224-CFBD-42B8-A4C0-EFE2C017E523}"/>
              </a:ext>
            </a:extLst>
          </p:cNvPr>
          <p:cNvSpPr>
            <a:spLocks noGrp="1"/>
          </p:cNvSpPr>
          <p:nvPr>
            <p:ph type="title"/>
            <p:custDataLst>
              <p:tags r:id="rId8"/>
            </p:custDataLst>
          </p:nvPr>
        </p:nvSpPr>
        <p:spPr>
          <a:xfrm>
            <a:off x="554736" y="182372"/>
            <a:ext cx="5065776" cy="731520"/>
          </a:xfrm>
        </p:spPr>
        <p:txBody>
          <a:bodyPr/>
          <a:lstStyle/>
          <a:p>
            <a:r>
              <a:rPr lang="en-US"/>
              <a:t>Click to edit Master title style</a:t>
            </a:r>
            <a:endParaRPr lang="en-US" dirty="0"/>
          </a:p>
        </p:txBody>
      </p:sp>
      <p:sp>
        <p:nvSpPr>
          <p:cNvPr id="25" name="3. Subtitle">
            <a:extLst>
              <a:ext uri="{FF2B5EF4-FFF2-40B4-BE49-F238E27FC236}">
                <a16:creationId xmlns:a16="http://schemas.microsoft.com/office/drawing/2014/main" id="{F7FC2EC4-28A5-4B24-B46C-79BCB0964344}"/>
              </a:ext>
            </a:extLst>
          </p:cNvPr>
          <p:cNvSpPr>
            <a:spLocks noGrp="1"/>
          </p:cNvSpPr>
          <p:nvPr>
            <p:ph type="subTitle" idx="1"/>
            <p:custDataLst>
              <p:tags r:id="rId9"/>
            </p:custDataLst>
          </p:nvPr>
        </p:nvSpPr>
        <p:spPr>
          <a:xfrm>
            <a:off x="554736" y="903861"/>
            <a:ext cx="5065776"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598664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1931244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8ABD0-305F-4DFC-AC60-1FB7BB16830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5" name="2. Slide Title">
            <a:extLst>
              <a:ext uri="{FF2B5EF4-FFF2-40B4-BE49-F238E27FC236}">
                <a16:creationId xmlns:a16="http://schemas.microsoft.com/office/drawing/2014/main" id="{AA4BE143-5F32-4F04-B536-5DD597732824}"/>
              </a:ext>
            </a:extLst>
          </p:cNvPr>
          <p:cNvSpPr>
            <a:spLocks noGrp="1"/>
          </p:cNvSpPr>
          <p:nvPr>
            <p:ph type="title"/>
            <p:custDataLst>
              <p:tags r:id="rId7"/>
            </p:custDataLst>
          </p:nvPr>
        </p:nvSpPr>
        <p:spPr>
          <a:xfrm>
            <a:off x="554736" y="182372"/>
            <a:ext cx="6967728"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97E30C8F-A677-42C7-A072-4ACC7DC3D698}"/>
              </a:ext>
            </a:extLst>
          </p:cNvPr>
          <p:cNvSpPr>
            <a:spLocks noGrp="1"/>
          </p:cNvSpPr>
          <p:nvPr>
            <p:ph type="subTitle" idx="1"/>
            <p:custDataLst>
              <p:tags r:id="rId8"/>
            </p:custDataLst>
          </p:nvPr>
        </p:nvSpPr>
        <p:spPr>
          <a:xfrm>
            <a:off x="554736" y="903861"/>
            <a:ext cx="6967728" cy="246221"/>
          </a:xfrm>
        </p:spPr>
        <p:txBody>
          <a:bodyPr anchor="t" anchorCtr="0">
            <a:spAutoFit/>
          </a:bodyPr>
          <a:lstStyle/>
          <a:p>
            <a:r>
              <a:rPr lang="en-US" sz="1600"/>
              <a:t>Click to edit Master subtitle style</a:t>
            </a:r>
            <a:endParaRPr lang="en-US" sz="1600" dirty="0"/>
          </a:p>
        </p:txBody>
      </p:sp>
      <p:sp>
        <p:nvSpPr>
          <p:cNvPr id="19" name="1. On-page tracker">
            <a:extLst>
              <a:ext uri="{FF2B5EF4-FFF2-40B4-BE49-F238E27FC236}">
                <a16:creationId xmlns:a16="http://schemas.microsoft.com/office/drawing/2014/main" id="{288125BB-6CB4-4B7C-8E2B-CB1912430A39}"/>
              </a:ext>
            </a:extLst>
          </p:cNvPr>
          <p:cNvSpPr>
            <a:spLocks noGrp="1"/>
          </p:cNvSpPr>
          <p:nvPr>
            <p:ph type="body" sz="quarter" idx="18" hasCustomPrompt="1"/>
            <p:custDataLst>
              <p:tags r:id="rId9"/>
            </p:custDataLst>
          </p:nvPr>
        </p:nvSpPr>
        <p:spPr>
          <a:xfrm>
            <a:off x="8170323" y="78768"/>
            <a:ext cx="346694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257985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1602346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500" b="1" i="0" u="none" strike="noStrike" kern="1200" cap="none" spc="0" normalizeH="0" baseline="0" noProof="0" dirty="0" err="1">
              <a:ln>
                <a:noFill/>
              </a:ln>
              <a:solidFill>
                <a:srgbClr val="FFFFFF"/>
              </a:solidFill>
              <a:effectLst/>
              <a:uLnTx/>
              <a:uFillTx/>
              <a:latin typeface="Georgia" panose="02040502050405020303" pitchFamily="18" charset="0"/>
              <a:ea typeface="+mj-ea"/>
              <a:cs typeface="+mj-cs"/>
              <a:sym typeface="Georgia" panose="02040502050405020303" pitchFamily="18"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0" name="1. On-page tracker">
            <a:extLst>
              <a:ext uri="{FF2B5EF4-FFF2-40B4-BE49-F238E27FC236}">
                <a16:creationId xmlns:a16="http://schemas.microsoft.com/office/drawing/2014/main" id="{CA286AFC-8B29-4E70-86B3-6C866D5BEC95}"/>
              </a:ext>
            </a:extLst>
          </p:cNvPr>
          <p:cNvSpPr>
            <a:spLocks noGrp="1"/>
          </p:cNvSpPr>
          <p:nvPr>
            <p:ph type="body" sz="quarter" idx="17" hasCustomPrompt="1"/>
            <p:custDataLst>
              <p:tags r:id="rId7"/>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
        <p:nvSpPr>
          <p:cNvPr id="21" name="2. Slide Title">
            <a:extLst>
              <a:ext uri="{FF2B5EF4-FFF2-40B4-BE49-F238E27FC236}">
                <a16:creationId xmlns:a16="http://schemas.microsoft.com/office/drawing/2014/main" id="{37073CF3-4B2B-440D-B24E-174E36B7892F}"/>
              </a:ext>
            </a:extLst>
          </p:cNvPr>
          <p:cNvSpPr>
            <a:spLocks noGrp="1"/>
          </p:cNvSpPr>
          <p:nvPr>
            <p:ph type="title"/>
            <p:custDataLst>
              <p:tags r:id="rId8"/>
            </p:custDataLst>
          </p:nvPr>
        </p:nvSpPr>
        <p:spPr>
          <a:xfrm>
            <a:off x="554736" y="182372"/>
            <a:ext cx="7918704"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61C78DC4-4C20-4AA3-93C4-00442F85A83B}"/>
              </a:ext>
            </a:extLst>
          </p:cNvPr>
          <p:cNvSpPr>
            <a:spLocks noGrp="1"/>
          </p:cNvSpPr>
          <p:nvPr>
            <p:ph type="subTitle" idx="1"/>
            <p:custDataLst>
              <p:tags r:id="rId9"/>
            </p:custDataLst>
          </p:nvPr>
        </p:nvSpPr>
        <p:spPr>
          <a:xfrm>
            <a:off x="554736" y="903861"/>
            <a:ext cx="7918704"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083795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a:t>Click to edit Master title style</a:t>
            </a:r>
            <a:endParaRPr lang="en-US" dirty="0"/>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A91FB312-B423-41B9-AEAA-2BE53183470B}"/>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9774993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sp>
        <p:nvSpPr>
          <p:cNvPr id="8" name="SlideLogoText">
            <a:extLst>
              <a:ext uri="{FF2B5EF4-FFF2-40B4-BE49-F238E27FC236}">
                <a16:creationId xmlns:a16="http://schemas.microsoft.com/office/drawing/2014/main" id="{92A63429-03F1-4595-BAE1-A5F5E74A0DF2}"/>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9AEB01CB-E358-4EC5-960A-ABFC66CD5A21}"/>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6300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7F09DF09-7587-AE72-141E-A41B41F94451}"/>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4" name="Object 3" hidden="1">
            <a:extLst>
              <a:ext uri="{FF2B5EF4-FFF2-40B4-BE49-F238E27FC236}">
                <a16:creationId xmlns:a16="http://schemas.microsoft.com/office/drawing/2014/main" id="{832E4BA7-205B-4431-879A-B60A0FD6D20C}"/>
              </a:ext>
            </a:extLst>
          </p:cNvPr>
          <p:cNvGraphicFramePr>
            <a:graphicFrameLocks noChangeAspect="1"/>
          </p:cNvGraphicFramePr>
          <p:nvPr userDrawn="1">
            <p:custDataLst>
              <p:tags r:id="rId2"/>
            </p:custDataLst>
            <p:extLst>
              <p:ext uri="{D42A27DB-BD31-4B8C-83A1-F6EECF244321}">
                <p14:modId xmlns:p14="http://schemas.microsoft.com/office/powerpoint/2010/main" val="38778887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4" name="Object 3" hidden="1">
                        <a:extLst>
                          <a:ext uri="{FF2B5EF4-FFF2-40B4-BE49-F238E27FC236}">
                            <a16:creationId xmlns:a16="http://schemas.microsoft.com/office/drawing/2014/main" id="{832E4BA7-205B-4431-879A-B60A0FD6D20C}"/>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1" name="logoimage">
            <a:extLst>
              <a:ext uri="{FF2B5EF4-FFF2-40B4-BE49-F238E27FC236}">
                <a16:creationId xmlns:a16="http://schemas.microsoft.com/office/drawing/2014/main" id="{732728C7-2C89-08A1-41A9-162BDB8C5CB9}"/>
              </a:ext>
            </a:extLst>
          </p:cNvPr>
          <p:cNvGrpSpPr/>
          <p:nvPr userDrawn="1">
            <p:custDataLst>
              <p:tags r:id="rId3"/>
            </p:custDataLst>
          </p:nvPr>
        </p:nvGrpSpPr>
        <p:grpSpPr>
          <a:xfrm>
            <a:off x="549271" y="481160"/>
            <a:ext cx="1893201" cy="585216"/>
            <a:chOff x="549271" y="481160"/>
            <a:chExt cx="1893201" cy="585216"/>
          </a:xfrm>
        </p:grpSpPr>
        <p:sp>
          <p:nvSpPr>
            <p:cNvPr id="14" name="AutoShape 3">
              <a:extLst>
                <a:ext uri="{FF2B5EF4-FFF2-40B4-BE49-F238E27FC236}">
                  <a16:creationId xmlns:a16="http://schemas.microsoft.com/office/drawing/2014/main" id="{DD51008E-BD46-4558-BF00-CDD9F0CE18C6}"/>
                </a:ext>
              </a:extLst>
            </p:cNvPr>
            <p:cNvSpPr>
              <a:spLocks noChangeAspect="1" noChangeArrowheads="1" noTextEdit="1"/>
            </p:cNvSpPr>
            <p:nvPr userDrawn="1"/>
          </p:nvSpPr>
          <p:spPr bwMode="black">
            <a:xfrm>
              <a:off x="549271"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15" name="Freeform 5">
              <a:extLst>
                <a:ext uri="{FF2B5EF4-FFF2-40B4-BE49-F238E27FC236}">
                  <a16:creationId xmlns:a16="http://schemas.microsoft.com/office/drawing/2014/main" id="{FC37904A-905D-4FD7-8DD4-604C419D9AB5}"/>
                </a:ext>
              </a:extLst>
            </p:cNvPr>
            <p:cNvSpPr>
              <a:spLocks noEditPoints="1"/>
            </p:cNvSpPr>
            <p:nvPr userDrawn="1"/>
          </p:nvSpPr>
          <p:spPr bwMode="black">
            <a:xfrm>
              <a:off x="549271"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8" name="5. Source" hidden="1">
            <a:extLst>
              <a:ext uri="{FF2B5EF4-FFF2-40B4-BE49-F238E27FC236}">
                <a16:creationId xmlns:a16="http://schemas.microsoft.com/office/drawing/2014/main" id="{330AE89A-7771-4A6E-A02D-893DCB66C876}"/>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46647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ntrast Title">
    <p:bg>
      <p:bgPr>
        <a:solidFill>
          <a:srgbClr val="FFFFFF"/>
        </a:solidFill>
        <a:effectLst/>
      </p:bgPr>
    </p:bg>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0E1AA1CA-B589-A148-3F5A-385105B9B6B6}"/>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4" name="Partnership">
            <a:extLst>
              <a:ext uri="{FF2B5EF4-FFF2-40B4-BE49-F238E27FC236}">
                <a16:creationId xmlns:a16="http://schemas.microsoft.com/office/drawing/2014/main" id="{CBBFD578-F950-EA3D-3920-76D96A09AA53}"/>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3" name="Object 2" hidden="1">
            <a:extLst>
              <a:ext uri="{FF2B5EF4-FFF2-40B4-BE49-F238E27FC236}">
                <a16:creationId xmlns:a16="http://schemas.microsoft.com/office/drawing/2014/main" id="{7BEFF58C-83CF-420F-BF45-F188AE9E7308}"/>
              </a:ext>
            </a:extLst>
          </p:cNvPr>
          <p:cNvGraphicFramePr>
            <a:graphicFrameLocks noChangeAspect="1"/>
          </p:cNvGraphicFramePr>
          <p:nvPr userDrawn="1">
            <p:custDataLst>
              <p:tags r:id="rId2"/>
            </p:custDataLst>
            <p:extLst>
              <p:ext uri="{D42A27DB-BD31-4B8C-83A1-F6EECF244321}">
                <p14:modId xmlns:p14="http://schemas.microsoft.com/office/powerpoint/2010/main" val="1340021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3" name="Object 2" hidden="1">
                        <a:extLst>
                          <a:ext uri="{FF2B5EF4-FFF2-40B4-BE49-F238E27FC236}">
                            <a16:creationId xmlns:a16="http://schemas.microsoft.com/office/drawing/2014/main" id="{7BEFF58C-83CF-420F-BF45-F188AE9E7308}"/>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BEC3B16-0840-4135-8BED-D45704C3559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2" name="ClientLogo">
            <a:extLst>
              <a:ext uri="{FF2B5EF4-FFF2-40B4-BE49-F238E27FC236}">
                <a16:creationId xmlns:a16="http://schemas.microsoft.com/office/drawing/2014/main" id="{5A541723-8353-4CC2-AFDA-19C8B3B786BF}"/>
              </a:ext>
            </a:extLst>
          </p:cNvPr>
          <p:cNvSpPr>
            <a:spLocks noGrp="1"/>
          </p:cNvSpPr>
          <p:nvPr>
            <p:ph type="pic" sz="quarter" idx="14" hasCustomPrompt="1"/>
            <p:custDataLst>
              <p:tags r:id="rId4"/>
            </p:custDataLst>
          </p:nvPr>
        </p:nvSpPr>
        <p:spPr>
          <a:xfrm>
            <a:off x="551942" y="4984025"/>
            <a:ext cx="1901952" cy="969264"/>
          </a:xfrm>
          <a:prstGeom prst="rect">
            <a:avLst/>
          </a:prstGeom>
        </p:spPr>
        <p:txBody>
          <a:bodyPr>
            <a:noAutofit/>
          </a:bodyPr>
          <a:lstStyle>
            <a:lvl1pPr algn="ctr">
              <a:defRPr sz="1200">
                <a:solidFill>
                  <a:schemeClr val="tx1"/>
                </a:solidFill>
              </a:defRPr>
            </a:lvl1pPr>
          </a:lstStyle>
          <a:p>
            <a:r>
              <a:rPr lang="en-US" dirty="0"/>
              <a:t>Client logo goes here.</a:t>
            </a:r>
          </a:p>
        </p:txBody>
      </p:sp>
      <p:sp>
        <p:nvSpPr>
          <p:cNvPr id="13" name="Documenttype">
            <a:extLst>
              <a:ext uri="{FF2B5EF4-FFF2-40B4-BE49-F238E27FC236}">
                <a16:creationId xmlns:a16="http://schemas.microsoft.com/office/drawing/2014/main" id="{A8F38EAB-8863-4F94-ACD0-B6D27373BCC1}"/>
              </a:ext>
            </a:extLst>
          </p:cNvPr>
          <p:cNvSpPr>
            <a:spLocks noGrp="1"/>
          </p:cNvSpPr>
          <p:nvPr>
            <p:ph type="body" sz="quarter" idx="13" hasCustomPrompt="1"/>
            <p:custDataLst>
              <p:tags r:id="rId5"/>
            </p:custDataLst>
          </p:nvPr>
        </p:nvSpPr>
        <p:spPr>
          <a:xfrm>
            <a:off x="551942" y="4510168"/>
            <a:ext cx="6016752" cy="215444"/>
          </a:xfrm>
          <a:prstGeom prst="rect">
            <a:avLst/>
          </a:prstGeom>
        </p:spPr>
        <p:txBody>
          <a:bodyPr wrap="square">
            <a:noAutofit/>
          </a:bodyPr>
          <a:lstStyle>
            <a:lvl1pPr>
              <a:buNone/>
              <a:defRPr sz="1400">
                <a:solidFill>
                  <a:schemeClr val="tx1"/>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6C219131-971A-4BF6-8DFB-186691126F2C}"/>
              </a:ext>
            </a:extLst>
          </p:cNvPr>
          <p:cNvSpPr>
            <a:spLocks noGrp="1"/>
          </p:cNvSpPr>
          <p:nvPr>
            <p:ph type="subTitle" idx="1"/>
            <p:custDataLst>
              <p:tags r:id="rId6"/>
            </p:custDataLst>
          </p:nvPr>
        </p:nvSpPr>
        <p:spPr>
          <a:xfrm>
            <a:off x="551942" y="4092559"/>
            <a:ext cx="6016752" cy="307777"/>
          </a:xfrm>
          <a:prstGeom prst="rect">
            <a:avLst/>
          </a:prstGeom>
        </p:spPr>
        <p:txBody>
          <a:bodyPr wrap="square">
            <a:sp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1" name="Title">
            <a:extLst>
              <a:ext uri="{FF2B5EF4-FFF2-40B4-BE49-F238E27FC236}">
                <a16:creationId xmlns:a16="http://schemas.microsoft.com/office/drawing/2014/main" id="{B280F3D7-8B5E-4751-907E-C1D9BEBFDCB8}"/>
              </a:ext>
            </a:extLst>
          </p:cNvPr>
          <p:cNvSpPr>
            <a:spLocks noGrp="1"/>
          </p:cNvSpPr>
          <p:nvPr>
            <p:ph type="title"/>
            <p:custDataLst>
              <p:tags r:id="rId7"/>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1"/>
                </a:solidFill>
              </a:defRPr>
            </a:lvl1pPr>
          </a:lstStyle>
          <a:p>
            <a:r>
              <a:rPr lang="en-US" dirty="0"/>
              <a:t>Click to edit Master title style</a:t>
            </a:r>
          </a:p>
        </p:txBody>
      </p:sp>
      <p:sp>
        <p:nvSpPr>
          <p:cNvPr id="25" name="Disclaimer-English (United States)">
            <a:extLst>
              <a:ext uri="{FF2B5EF4-FFF2-40B4-BE49-F238E27FC236}">
                <a16:creationId xmlns:a16="http://schemas.microsoft.com/office/drawing/2014/main" id="{365FDE2E-B4AC-48A0-8D5A-94F648AEA896}"/>
              </a:ext>
            </a:extLst>
          </p:cNvPr>
          <p:cNvSpPr>
            <a:spLocks noChangeArrowheads="1"/>
          </p:cNvSpPr>
          <p:nvPr userDrawn="1">
            <p:custDataLst>
              <p:tags r:id="rId8"/>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1"/>
                </a:solidFill>
                <a:latin typeface="+mn-lt"/>
              </a:rPr>
              <a:t>CONFIDENTIAL AND PROPRIETARY | © 2026 McKinsey &amp; Company. </a:t>
            </a:r>
          </a:p>
          <a:p>
            <a:pPr defTabSz="804863" eaLnBrk="0" hangingPunct="0"/>
            <a:r>
              <a:rPr lang="en-US" sz="750">
                <a:solidFill>
                  <a:schemeClr val="tx1"/>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1"/>
              </a:solidFill>
              <a:latin typeface="+mn-lt"/>
            </a:endParaRPr>
          </a:p>
        </p:txBody>
      </p:sp>
      <p:grpSp>
        <p:nvGrpSpPr>
          <p:cNvPr id="11" name="logoimage">
            <a:extLst>
              <a:ext uri="{FF2B5EF4-FFF2-40B4-BE49-F238E27FC236}">
                <a16:creationId xmlns:a16="http://schemas.microsoft.com/office/drawing/2014/main" id="{1CF91F61-1A9C-80E4-FFA2-69DB20BBACC3}"/>
              </a:ext>
            </a:extLst>
          </p:cNvPr>
          <p:cNvGrpSpPr/>
          <p:nvPr userDrawn="1">
            <p:custDataLst>
              <p:tags r:id="rId9"/>
            </p:custDataLst>
          </p:nvPr>
        </p:nvGrpSpPr>
        <p:grpSpPr>
          <a:xfrm>
            <a:off x="551942" y="481160"/>
            <a:ext cx="1893201" cy="585216"/>
            <a:chOff x="551942" y="481160"/>
            <a:chExt cx="1893201" cy="585216"/>
          </a:xfrm>
        </p:grpSpPr>
        <p:sp>
          <p:nvSpPr>
            <p:cNvPr id="18" name="AutoShape 3">
              <a:extLst>
                <a:ext uri="{FF2B5EF4-FFF2-40B4-BE49-F238E27FC236}">
                  <a16:creationId xmlns:a16="http://schemas.microsoft.com/office/drawing/2014/main" id="{E8A472B5-EC20-41F1-91D8-281D2B5D8D1E}"/>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22" name="Freeform 5">
              <a:extLst>
                <a:ext uri="{FF2B5EF4-FFF2-40B4-BE49-F238E27FC236}">
                  <a16:creationId xmlns:a16="http://schemas.microsoft.com/office/drawing/2014/main" id="{B5153A5B-4B89-4D4A-96F0-F9AFF4E7D0F5}"/>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Tree>
    <p:extLst>
      <p:ext uri="{BB962C8B-B14F-4D97-AF65-F5344CB8AC3E}">
        <p14:creationId xmlns:p14="http://schemas.microsoft.com/office/powerpoint/2010/main" val="2688593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3530856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4736" y="182372"/>
            <a:ext cx="11082528" cy="731520"/>
          </a:xfrm>
        </p:spPr>
        <p:txBody>
          <a:bodyPr/>
          <a:lstStyle/>
          <a:p>
            <a:r>
              <a:rPr lang="en-US"/>
              <a:t>Click to edit Master title style</a:t>
            </a:r>
            <a:endParaRPr lang="en-US" dirty="0"/>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4736" y="903861"/>
            <a:ext cx="11082528" cy="246221"/>
          </a:xfrm>
        </p:spPr>
        <p:txBody>
          <a:bodyPr anchor="t" anchorCtr="0">
            <a:spAutoFit/>
          </a:bodyPr>
          <a:lstStyle/>
          <a:p>
            <a:r>
              <a:rPr lang="en-US" sz="1600" dirty="0"/>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45150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rast 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861774"/>
          </a:xfrm>
          <a:prstGeom prst="rect">
            <a:avLst/>
          </a:prstGeom>
        </p:spPr>
        <p:txBody>
          <a:bodyPr anchor="t">
            <a:noAutofit/>
          </a:bodyPr>
          <a:lstStyle>
            <a:lvl1pPr>
              <a:defRPr>
                <a:ln w="6350" cap="flat">
                  <a:noFill/>
                  <a:miter lim="800000"/>
                </a:ln>
              </a:defRPr>
            </a:lvl1pPr>
          </a:lstStyle>
          <a:p>
            <a:r>
              <a:rPr lang="en-US" dirty="0"/>
              <a:t>Click to edit Master title style</a:t>
            </a:r>
          </a:p>
        </p:txBody>
      </p:sp>
      <p:sp>
        <p:nvSpPr>
          <p:cNvPr id="4" name="Slide Number">
            <a:extLst>
              <a:ext uri="{FF2B5EF4-FFF2-40B4-BE49-F238E27FC236}">
                <a16:creationId xmlns:a16="http://schemas.microsoft.com/office/drawing/2014/main" id="{E74A6D15-9D93-480F-A207-CA245151AE2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33F722E2-991C-4728-97C9-8D281DB3C59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86FA29AF-027A-4D55-B276-E2DD256DB988}"/>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921966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rast 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dirty="0"/>
              <a:t>Click to edit Master title style</a:t>
            </a:r>
          </a:p>
        </p:txBody>
      </p:sp>
      <p:sp>
        <p:nvSpPr>
          <p:cNvPr id="9" name="Slide Number">
            <a:extLst>
              <a:ext uri="{FF2B5EF4-FFF2-40B4-BE49-F238E27FC236}">
                <a16:creationId xmlns:a16="http://schemas.microsoft.com/office/drawing/2014/main" id="{8CFBA6B2-A084-4532-80C0-2629A5553A7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677DA9EB-F148-4622-AB71-9F38D348578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93728AF3-A71A-4C7A-97DE-605BB9E1802D}"/>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28294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rast 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70A466E0-AD73-4F3A-9B78-5C1BB1238B16}"/>
              </a:ext>
            </a:extLst>
          </p:cNvPr>
          <p:cNvGraphicFramePr>
            <a:graphicFrameLocks noChangeAspect="1"/>
          </p:cNvGraphicFramePr>
          <p:nvPr userDrawn="1">
            <p:custDataLst>
              <p:tags r:id="rId1"/>
            </p:custDataLst>
            <p:extLst>
              <p:ext uri="{D42A27DB-BD31-4B8C-83A1-F6EECF244321}">
                <p14:modId xmlns:p14="http://schemas.microsoft.com/office/powerpoint/2010/main" val="181429864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70A466E0-AD73-4F3A-9B78-5C1BB1238B1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52DFA4F-F49F-468D-B19A-F0D9ACACF90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E222DC4C-FD9F-4495-B0EA-3E6F1E35596A}"/>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dirty="0"/>
              <a:t>Click to edit Master title style</a:t>
            </a:r>
          </a:p>
        </p:txBody>
      </p:sp>
      <p:sp>
        <p:nvSpPr>
          <p:cNvPr id="8" name="Slide Number">
            <a:extLst>
              <a:ext uri="{FF2B5EF4-FFF2-40B4-BE49-F238E27FC236}">
                <a16:creationId xmlns:a16="http://schemas.microsoft.com/office/drawing/2014/main" id="{9AC4B822-CA6B-4F05-8715-F74C6D5D34B1}"/>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376B40D-309A-4442-81B2-638CDEBB2F7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54D7CBA4-82F6-465D-A903-99498223AB1A}"/>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7750153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rast 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65A42E5-8A95-48CC-91A7-EC09BEF8D283}"/>
              </a:ext>
            </a:extLst>
          </p:cNvPr>
          <p:cNvGraphicFramePr>
            <a:graphicFrameLocks noChangeAspect="1"/>
          </p:cNvGraphicFramePr>
          <p:nvPr userDrawn="1">
            <p:custDataLst>
              <p:tags r:id="rId1"/>
            </p:custDataLst>
            <p:extLst>
              <p:ext uri="{D42A27DB-BD31-4B8C-83A1-F6EECF244321}">
                <p14:modId xmlns:p14="http://schemas.microsoft.com/office/powerpoint/2010/main" val="41813966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965A42E5-8A95-48CC-91A7-EC09BEF8D2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96343A1-B4C8-41A2-9540-F666771DD09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FB296734-15F7-4BDF-BF7F-AD560B3E09D7}"/>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9" name="3. Subtitle">
            <a:extLst>
              <a:ext uri="{FF2B5EF4-FFF2-40B4-BE49-F238E27FC236}">
                <a16:creationId xmlns:a16="http://schemas.microsoft.com/office/drawing/2014/main" id="{F91EA195-0A6B-4141-BE0A-C29B8632D98B}"/>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8" name="Slide Number">
            <a:extLst>
              <a:ext uri="{FF2B5EF4-FFF2-40B4-BE49-F238E27FC236}">
                <a16:creationId xmlns:a16="http://schemas.microsoft.com/office/drawing/2014/main" id="{9A085514-D1F6-4D77-A23F-C5C66C21AB2E}"/>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11" name="5. Source" hidden="1">
            <a:extLst>
              <a:ext uri="{FF2B5EF4-FFF2-40B4-BE49-F238E27FC236}">
                <a16:creationId xmlns:a16="http://schemas.microsoft.com/office/drawing/2014/main" id="{C5FBD0AF-1EDD-41EB-9A6E-173435ADFFE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3" name="1. On-page tracker">
            <a:extLst>
              <a:ext uri="{FF2B5EF4-FFF2-40B4-BE49-F238E27FC236}">
                <a16:creationId xmlns:a16="http://schemas.microsoft.com/office/drawing/2014/main" id="{F4C99502-105F-4A25-9FB4-3478945E9EF7}"/>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312678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ntrast 1/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3A3BA4A-22A3-4843-892F-E42C155B4288}"/>
              </a:ext>
            </a:extLst>
          </p:cNvPr>
          <p:cNvGraphicFramePr>
            <a:graphicFrameLocks noChangeAspect="1"/>
          </p:cNvGraphicFramePr>
          <p:nvPr userDrawn="1">
            <p:custDataLst>
              <p:tags r:id="rId1"/>
            </p:custDataLst>
            <p:extLst>
              <p:ext uri="{D42A27DB-BD31-4B8C-83A1-F6EECF244321}">
                <p14:modId xmlns:p14="http://schemas.microsoft.com/office/powerpoint/2010/main" val="4259948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3A3BA4A-22A3-4843-892F-E42C155B4288}"/>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BF2AED7-361B-4221-9AF6-77A108DA0C2B}"/>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7C125983-42A9-42F7-AA00-F56CD87B285E}"/>
              </a:ext>
            </a:extLst>
          </p:cNvPr>
          <p:cNvSpPr>
            <a:spLocks noGrp="1"/>
          </p:cNvSpPr>
          <p:nvPr>
            <p:ph type="title"/>
            <p:custDataLst>
              <p:tags r:id="rId6"/>
            </p:custDataLst>
          </p:nvPr>
        </p:nvSpPr>
        <p:spPr>
          <a:xfrm>
            <a:off x="554736" y="2744369"/>
            <a:ext cx="2514600" cy="769441"/>
          </a:xfrm>
        </p:spPr>
        <p:txBody>
          <a:bodyPr vert="horz" anchor="b">
            <a:noAutofit/>
          </a:bodyPr>
          <a:lstStyle>
            <a:lvl1pPr>
              <a:defRPr>
                <a:solidFill>
                  <a:schemeClr val="bg2"/>
                </a:solidFill>
              </a:defRPr>
            </a:lvl1pPr>
          </a:lstStyle>
          <a:p>
            <a:r>
              <a:rPr lang="en-US" dirty="0"/>
              <a:t>Click to edit Master title</a:t>
            </a:r>
          </a:p>
        </p:txBody>
      </p:sp>
      <p:sp>
        <p:nvSpPr>
          <p:cNvPr id="20" name="3. Subtitle">
            <a:extLst>
              <a:ext uri="{FF2B5EF4-FFF2-40B4-BE49-F238E27FC236}">
                <a16:creationId xmlns:a16="http://schemas.microsoft.com/office/drawing/2014/main" id="{9D41FF9F-DFB7-4DFF-B338-08A2CA649393}"/>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21" name="5. Source" hidden="1">
            <a:extLst>
              <a:ext uri="{FF2B5EF4-FFF2-40B4-BE49-F238E27FC236}">
                <a16:creationId xmlns:a16="http://schemas.microsoft.com/office/drawing/2014/main" id="{064AC035-5239-45FF-8383-33CBCD30D33E}"/>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5" name="1. On-page tracker">
            <a:extLst>
              <a:ext uri="{FF2B5EF4-FFF2-40B4-BE49-F238E27FC236}">
                <a16:creationId xmlns:a16="http://schemas.microsoft.com/office/drawing/2014/main" id="{3DF66089-C2CC-4E6A-A7ED-0B333FCF2C47}"/>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9896470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ntrast 1/3">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6AD2A36-39D2-411F-97A0-A924098965AA}"/>
              </a:ext>
            </a:extLst>
          </p:cNvPr>
          <p:cNvGraphicFramePr>
            <a:graphicFrameLocks noChangeAspect="1"/>
          </p:cNvGraphicFramePr>
          <p:nvPr userDrawn="1">
            <p:custDataLst>
              <p:tags r:id="rId1"/>
            </p:custDataLst>
            <p:extLst>
              <p:ext uri="{D42A27DB-BD31-4B8C-83A1-F6EECF244321}">
                <p14:modId xmlns:p14="http://schemas.microsoft.com/office/powerpoint/2010/main" val="4210378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4" name="Object 3" hidden="1">
                        <a:extLst>
                          <a:ext uri="{FF2B5EF4-FFF2-40B4-BE49-F238E27FC236}">
                            <a16:creationId xmlns:a16="http://schemas.microsoft.com/office/drawing/2014/main" id="{D6AD2A36-39D2-411F-97A0-A924098965AA}"/>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4E67A342-8C8E-4A76-A2F2-1541645630AD}"/>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0" name="2. Slide Title">
            <a:extLst>
              <a:ext uri="{FF2B5EF4-FFF2-40B4-BE49-F238E27FC236}">
                <a16:creationId xmlns:a16="http://schemas.microsoft.com/office/drawing/2014/main" id="{F2EA5A09-84EC-4368-8C76-0BEA141A4333}"/>
              </a:ext>
            </a:extLst>
          </p:cNvPr>
          <p:cNvSpPr>
            <a:spLocks noGrp="1"/>
          </p:cNvSpPr>
          <p:nvPr>
            <p:ph type="title"/>
            <p:custDataLst>
              <p:tags r:id="rId6"/>
            </p:custDataLst>
          </p:nvPr>
        </p:nvSpPr>
        <p:spPr>
          <a:xfrm>
            <a:off x="554736" y="2744369"/>
            <a:ext cx="3465576" cy="769441"/>
          </a:xfrm>
          <a:prstGeom prst="rect">
            <a:avLst/>
          </a:prstGeom>
        </p:spPr>
        <p:txBody>
          <a:bodyPr vert="horz" wrap="square" anchor="b">
            <a:noAutofit/>
          </a:bodyPr>
          <a:lstStyle>
            <a:lvl1pPr algn="l">
              <a:defRPr>
                <a:solidFill>
                  <a:schemeClr val="bg2"/>
                </a:solidFill>
              </a:defRPr>
            </a:lvl1pPr>
          </a:lstStyle>
          <a:p>
            <a:r>
              <a:rPr lang="en-US" dirty="0"/>
              <a:t>Click to edit Master title style</a:t>
            </a:r>
          </a:p>
        </p:txBody>
      </p:sp>
      <p:sp>
        <p:nvSpPr>
          <p:cNvPr id="21" name="3. Subtitle">
            <a:extLst>
              <a:ext uri="{FF2B5EF4-FFF2-40B4-BE49-F238E27FC236}">
                <a16:creationId xmlns:a16="http://schemas.microsoft.com/office/drawing/2014/main" id="{4BAE0A91-D3D3-4C9A-9F81-3C13D960A341}"/>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15" name="5. Source" hidden="1">
            <a:extLst>
              <a:ext uri="{FF2B5EF4-FFF2-40B4-BE49-F238E27FC236}">
                <a16:creationId xmlns:a16="http://schemas.microsoft.com/office/drawing/2014/main" id="{6BA86AD8-0ECF-4EA8-B346-D8EA2716E80C}"/>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9" name="1. On-page tracker">
            <a:extLst>
              <a:ext uri="{FF2B5EF4-FFF2-40B4-BE49-F238E27FC236}">
                <a16:creationId xmlns:a16="http://schemas.microsoft.com/office/drawing/2014/main" id="{EDC5E9D8-BFBA-409D-B6E5-65A580E73B6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017294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5793B5E-3475-4FCD-8164-7A168B5C1B4B}"/>
              </a:ext>
            </a:extLst>
          </p:cNvPr>
          <p:cNvGraphicFramePr>
            <a:graphicFrameLocks noChangeAspect="1"/>
          </p:cNvGraphicFramePr>
          <p:nvPr userDrawn="1">
            <p:custDataLst>
              <p:tags r:id="rId1"/>
            </p:custDataLst>
            <p:extLst>
              <p:ext uri="{D42A27DB-BD31-4B8C-83A1-F6EECF244321}">
                <p14:modId xmlns:p14="http://schemas.microsoft.com/office/powerpoint/2010/main" val="20305355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65793B5E-3475-4FCD-8164-7A168B5C1B4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89D8F9-1075-4B52-8375-8D4A2673D845}"/>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DF67D7DC-1A5A-4301-93C0-59BCC9FE6A85}"/>
              </a:ext>
            </a:extLst>
          </p:cNvPr>
          <p:cNvSpPr>
            <a:spLocks noGrp="1"/>
          </p:cNvSpPr>
          <p:nvPr>
            <p:ph type="title"/>
            <p:custDataLst>
              <p:tags r:id="rId7"/>
            </p:custDataLst>
          </p:nvPr>
        </p:nvSpPr>
        <p:spPr>
          <a:xfrm>
            <a:off x="554736" y="182372"/>
            <a:ext cx="5065776" cy="731520"/>
          </a:xfrm>
        </p:spPr>
        <p:txBody>
          <a:bodyPr vert="horz"/>
          <a:lstStyle>
            <a:lvl1pPr>
              <a:defRPr>
                <a:solidFill>
                  <a:schemeClr val="tx2"/>
                </a:solidFill>
              </a:defRPr>
            </a:lvl1pPr>
          </a:lstStyle>
          <a:p>
            <a:r>
              <a:rPr lang="en-US" dirty="0"/>
              <a:t>Click to edit Master title style</a:t>
            </a:r>
          </a:p>
        </p:txBody>
      </p:sp>
      <p:sp>
        <p:nvSpPr>
          <p:cNvPr id="23" name="3. Subtitle">
            <a:extLst>
              <a:ext uri="{FF2B5EF4-FFF2-40B4-BE49-F238E27FC236}">
                <a16:creationId xmlns:a16="http://schemas.microsoft.com/office/drawing/2014/main" id="{08590DB3-FFB4-489D-B120-ADFDC12014DE}"/>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CC3A7643-6C17-4DEC-88AD-F79B0F2E7A1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185615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652140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4A5E485D-7560-4AEC-8D55-C1425B9D1F47}"/>
              </a:ext>
            </a:extLst>
          </p:cNvPr>
          <p:cNvSpPr>
            <a:spLocks noGrp="1"/>
          </p:cNvSpPr>
          <p:nvPr>
            <p:ph type="title"/>
            <p:custDataLst>
              <p:tags r:id="rId7"/>
            </p:custDataLst>
          </p:nvPr>
        </p:nvSpPr>
        <p:spPr>
          <a:xfrm>
            <a:off x="554736" y="182372"/>
            <a:ext cx="6967728" cy="731520"/>
          </a:xfrm>
        </p:spPr>
        <p:txBody>
          <a:bodyPr vert="horz"/>
          <a:lstStyle>
            <a:lvl1pPr>
              <a:defRPr>
                <a:solidFill>
                  <a:schemeClr val="tx2"/>
                </a:solidFill>
              </a:defRPr>
            </a:lvl1pPr>
          </a:lstStyle>
          <a:p>
            <a:r>
              <a:rPr lang="en-US"/>
              <a:t>Click to edit Master title style</a:t>
            </a:r>
            <a:endParaRPr lang="en-US" dirty="0"/>
          </a:p>
        </p:txBody>
      </p:sp>
      <p:sp>
        <p:nvSpPr>
          <p:cNvPr id="22" name="3. Subtitle">
            <a:extLst>
              <a:ext uri="{FF2B5EF4-FFF2-40B4-BE49-F238E27FC236}">
                <a16:creationId xmlns:a16="http://schemas.microsoft.com/office/drawing/2014/main" id="{F1301516-07B7-4BE0-9669-E93BD5C22D18}"/>
              </a:ext>
            </a:extLst>
          </p:cNvPr>
          <p:cNvSpPr>
            <a:spLocks noGrp="1"/>
          </p:cNvSpPr>
          <p:nvPr>
            <p:ph type="subTitle" idx="1"/>
            <p:custDataLst>
              <p:tags r:id="rId8"/>
            </p:custDataLst>
          </p:nvPr>
        </p:nvSpPr>
        <p:spPr>
          <a:xfrm>
            <a:off x="554736" y="903861"/>
            <a:ext cx="6967728"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15" name="1. On-page tracker">
            <a:extLst>
              <a:ext uri="{FF2B5EF4-FFF2-40B4-BE49-F238E27FC236}">
                <a16:creationId xmlns:a16="http://schemas.microsoft.com/office/drawing/2014/main" id="{D374A786-7E98-4488-A29B-98B4E357E7B8}"/>
              </a:ext>
            </a:extLst>
          </p:cNvPr>
          <p:cNvSpPr>
            <a:spLocks noGrp="1"/>
          </p:cNvSpPr>
          <p:nvPr>
            <p:ph type="body" sz="quarter" idx="18" hasCustomPrompt="1"/>
            <p:custDataLst>
              <p:tags r:id="rId9"/>
            </p:custDataLst>
          </p:nvPr>
        </p:nvSpPr>
        <p:spPr>
          <a:xfrm>
            <a:off x="8170322" y="78768"/>
            <a:ext cx="3466942"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4385532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1"/>
            </p:custDataLst>
            <p:extLst>
              <p:ext uri="{D42A27DB-BD31-4B8C-83A1-F6EECF244321}">
                <p14:modId xmlns:p14="http://schemas.microsoft.com/office/powerpoint/2010/main" val="10170600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8F94EA0-F844-4358-BAB1-09AA056D6AC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dirty="0" err="1">
              <a:ln>
                <a:noFill/>
              </a:ln>
              <a:solidFill>
                <a:srgbClr val="051C2C"/>
              </a:solidFill>
              <a:effectLst/>
              <a:uLnTx/>
              <a:uFillTx/>
              <a:latin typeface="Georgia" panose="02040502050405020303" pitchFamily="18" charset="0"/>
              <a:ea typeface="+mj-ea"/>
              <a:cs typeface="+mj-cs"/>
              <a:sym typeface="Georgia" panose="02040502050405020303" pitchFamily="18"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3"/>
            </p:custDataLst>
          </p:nvPr>
        </p:nvSpPr>
        <p:spPr bwMode="ltGray">
          <a:xfrm>
            <a:off x="8781416"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1" name="2. Slide Title">
            <a:extLst>
              <a:ext uri="{FF2B5EF4-FFF2-40B4-BE49-F238E27FC236}">
                <a16:creationId xmlns:a16="http://schemas.microsoft.com/office/drawing/2014/main" id="{7387EF73-467A-4B89-B365-A62C8CF7BE39}"/>
              </a:ext>
            </a:extLst>
          </p:cNvPr>
          <p:cNvSpPr>
            <a:spLocks noGrp="1"/>
          </p:cNvSpPr>
          <p:nvPr>
            <p:ph type="title"/>
            <p:custDataLst>
              <p:tags r:id="rId7"/>
            </p:custDataLst>
          </p:nvPr>
        </p:nvSpPr>
        <p:spPr>
          <a:xfrm>
            <a:off x="554736" y="182372"/>
            <a:ext cx="7918704" cy="731520"/>
          </a:xfrm>
        </p:spPr>
        <p:txBody>
          <a:bodyPr vert="horz"/>
          <a:lstStyle>
            <a:lvl1pPr>
              <a:defRPr>
                <a:solidFill>
                  <a:schemeClr val="tx2"/>
                </a:solidFill>
              </a:defRPr>
            </a:lvl1pPr>
          </a:lstStyle>
          <a:p>
            <a:r>
              <a:rPr lang="en-US"/>
              <a:t>Click to edit Master title style</a:t>
            </a:r>
            <a:endParaRPr lang="en-US" dirty="0"/>
          </a:p>
        </p:txBody>
      </p:sp>
      <p:sp>
        <p:nvSpPr>
          <p:cNvPr id="27" name="3. Subtitle">
            <a:extLst>
              <a:ext uri="{FF2B5EF4-FFF2-40B4-BE49-F238E27FC236}">
                <a16:creationId xmlns:a16="http://schemas.microsoft.com/office/drawing/2014/main" id="{274629CD-1AB4-49FA-9F53-76F3C2EB06BF}"/>
              </a:ext>
            </a:extLst>
          </p:cNvPr>
          <p:cNvSpPr>
            <a:spLocks noGrp="1"/>
          </p:cNvSpPr>
          <p:nvPr>
            <p:ph type="subTitle" idx="1"/>
            <p:custDataLst>
              <p:tags r:id="rId8"/>
            </p:custDataLst>
          </p:nvPr>
        </p:nvSpPr>
        <p:spPr>
          <a:xfrm>
            <a:off x="554736" y="903861"/>
            <a:ext cx="7918704"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8" name="1. On-page tracker">
            <a:extLst>
              <a:ext uri="{FF2B5EF4-FFF2-40B4-BE49-F238E27FC236}">
                <a16:creationId xmlns:a16="http://schemas.microsoft.com/office/drawing/2014/main" id="{DF5FDB83-729E-495E-B061-EB75DD93AD7B}"/>
              </a:ext>
            </a:extLst>
          </p:cNvPr>
          <p:cNvSpPr>
            <a:spLocks noGrp="1"/>
          </p:cNvSpPr>
          <p:nvPr>
            <p:ph type="body" sz="quarter" idx="17" hasCustomPrompt="1"/>
            <p:custDataLst>
              <p:tags r:id="rId9"/>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8687019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Reverse Contrast 1/2">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B8ACA33-401E-43F4-A170-DD6C5D984D07}"/>
              </a:ext>
            </a:extLst>
          </p:cNvPr>
          <p:cNvGraphicFramePr>
            <a:graphicFrameLocks noChangeAspect="1"/>
          </p:cNvGraphicFramePr>
          <p:nvPr userDrawn="1">
            <p:custDataLst>
              <p:tags r:id="rId1"/>
            </p:custDataLst>
            <p:extLst>
              <p:ext uri="{D42A27DB-BD31-4B8C-83A1-F6EECF244321}">
                <p14:modId xmlns:p14="http://schemas.microsoft.com/office/powerpoint/2010/main" val="1891802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4" name="Object 3" hidden="1">
                        <a:extLst>
                          <a:ext uri="{FF2B5EF4-FFF2-40B4-BE49-F238E27FC236}">
                            <a16:creationId xmlns:a16="http://schemas.microsoft.com/office/drawing/2014/main" id="{DB8ACA33-401E-43F4-A170-DD6C5D984D0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4231008-BBCB-47D1-91D5-881CAE172F7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0"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2"/>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16" name="2. Slide Title">
            <a:extLst>
              <a:ext uri="{FF2B5EF4-FFF2-40B4-BE49-F238E27FC236}">
                <a16:creationId xmlns:a16="http://schemas.microsoft.com/office/drawing/2014/main" id="{A6572372-0AB1-4E81-BB71-21DAADA26CB0}"/>
              </a:ext>
            </a:extLst>
          </p:cNvPr>
          <p:cNvSpPr>
            <a:spLocks noGrp="1"/>
          </p:cNvSpPr>
          <p:nvPr>
            <p:ph type="title"/>
            <p:custDataLst>
              <p:tags r:id="rId7"/>
            </p:custDataLst>
          </p:nvPr>
        </p:nvSpPr>
        <p:spPr>
          <a:xfrm>
            <a:off x="554736" y="182372"/>
            <a:ext cx="5065776" cy="731520"/>
          </a:xfrm>
        </p:spPr>
        <p:txBody>
          <a:bodyPr vert="horz"/>
          <a:lstStyle>
            <a:lvl1pPr>
              <a:defRPr>
                <a:solidFill>
                  <a:schemeClr val="tx1"/>
                </a:solidFill>
              </a:defRPr>
            </a:lvl1pPr>
          </a:lstStyle>
          <a:p>
            <a:r>
              <a:rPr lang="en-US"/>
              <a:t>Click to edit Master title style</a:t>
            </a:r>
            <a:endParaRPr lang="en-US" dirty="0"/>
          </a:p>
        </p:txBody>
      </p:sp>
      <p:sp>
        <p:nvSpPr>
          <p:cNvPr id="21" name="3. Subtitle">
            <a:extLst>
              <a:ext uri="{FF2B5EF4-FFF2-40B4-BE49-F238E27FC236}">
                <a16:creationId xmlns:a16="http://schemas.microsoft.com/office/drawing/2014/main" id="{ECA9DF7A-E368-4E06-81DB-9573DB7F92EA}"/>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1"/>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0343DE71-74EF-4CF3-AB14-F26D4241805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783792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Reverse 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5277506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1" name="2. Slide Title">
            <a:extLst>
              <a:ext uri="{FF2B5EF4-FFF2-40B4-BE49-F238E27FC236}">
                <a16:creationId xmlns:a16="http://schemas.microsoft.com/office/drawing/2014/main" id="{61BAB226-116B-4061-AAA6-FA0B19E0A17E}"/>
              </a:ext>
            </a:extLst>
          </p:cNvPr>
          <p:cNvSpPr>
            <a:spLocks noGrp="1"/>
          </p:cNvSpPr>
          <p:nvPr>
            <p:ph type="title"/>
            <p:custDataLst>
              <p:tags r:id="rId7"/>
            </p:custDataLst>
          </p:nvPr>
        </p:nvSpPr>
        <p:spPr>
          <a:xfrm>
            <a:off x="554736" y="2743200"/>
            <a:ext cx="3465576" cy="770400"/>
          </a:xfrm>
        </p:spPr>
        <p:txBody>
          <a:bodyPr vert="horz"/>
          <a:lstStyle>
            <a:lvl1pPr>
              <a:defRPr>
                <a:solidFill>
                  <a:schemeClr val="tx1"/>
                </a:solidFill>
              </a:defRPr>
            </a:lvl1pPr>
          </a:lstStyle>
          <a:p>
            <a:r>
              <a:rPr lang="en-US" dirty="0"/>
              <a:t>Click to edit Master title style</a:t>
            </a:r>
          </a:p>
        </p:txBody>
      </p:sp>
      <p:sp>
        <p:nvSpPr>
          <p:cNvPr id="22" name="3. Subtitle">
            <a:extLst>
              <a:ext uri="{FF2B5EF4-FFF2-40B4-BE49-F238E27FC236}">
                <a16:creationId xmlns:a16="http://schemas.microsoft.com/office/drawing/2014/main" id="{901EC9FA-65C7-4AC6-A9AC-B43BD4264291}"/>
              </a:ext>
            </a:extLst>
          </p:cNvPr>
          <p:cNvSpPr>
            <a:spLocks noGrp="1"/>
          </p:cNvSpPr>
          <p:nvPr>
            <p:ph type="subTitle" idx="1"/>
            <p:custDataLst>
              <p:tags r:id="rId8"/>
            </p:custDataLst>
          </p:nvPr>
        </p:nvSpPr>
        <p:spPr>
          <a:xfrm>
            <a:off x="554736" y="3661200"/>
            <a:ext cx="3465576" cy="244800"/>
          </a:xfrm>
        </p:spPr>
        <p:txBody>
          <a:bodyPr anchor="t" anchorCtr="0">
            <a:spAutoFit/>
          </a:bodyPr>
          <a:lstStyle>
            <a:lvl1pPr>
              <a:defRPr>
                <a:solidFill>
                  <a:schemeClr val="tx1"/>
                </a:solidFill>
              </a:defRPr>
            </a:lvl1pPr>
          </a:lstStyle>
          <a:p>
            <a:r>
              <a:rPr lang="en-US" sz="1600" dirty="0"/>
              <a:t>Click to edit Master subtitle style</a:t>
            </a:r>
          </a:p>
        </p:txBody>
      </p:sp>
      <p:sp>
        <p:nvSpPr>
          <p:cNvPr id="23" name="1. On-page tracker">
            <a:extLst>
              <a:ext uri="{FF2B5EF4-FFF2-40B4-BE49-F238E27FC236}">
                <a16:creationId xmlns:a16="http://schemas.microsoft.com/office/drawing/2014/main" id="{A75CDD39-93AC-4160-B69B-06F75E5A85A6}"/>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8794959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34713505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4" name="2. Slide Title">
            <a:extLst>
              <a:ext uri="{FF2B5EF4-FFF2-40B4-BE49-F238E27FC236}">
                <a16:creationId xmlns:a16="http://schemas.microsoft.com/office/drawing/2014/main" id="{931FDB32-E5DC-4F7F-A1B1-FB3CC830903E}"/>
              </a:ext>
            </a:extLst>
          </p:cNvPr>
          <p:cNvSpPr>
            <a:spLocks noGrp="1"/>
          </p:cNvSpPr>
          <p:nvPr>
            <p:ph type="title" hasCustomPrompt="1"/>
            <p:custDataLst>
              <p:tags r:id="rId7"/>
            </p:custDataLst>
          </p:nvPr>
        </p:nvSpPr>
        <p:spPr>
          <a:xfrm>
            <a:off x="554736" y="2743200"/>
            <a:ext cx="2514600" cy="770400"/>
          </a:xfrm>
        </p:spPr>
        <p:txBody>
          <a:bodyPr vert="horz"/>
          <a:lstStyle>
            <a:lvl1pPr>
              <a:defRPr>
                <a:solidFill>
                  <a:schemeClr val="tx1"/>
                </a:solidFill>
              </a:defRPr>
            </a:lvl1pPr>
          </a:lstStyle>
          <a:p>
            <a:r>
              <a:rPr lang="en-US" dirty="0"/>
              <a:t>Click to edit title style</a:t>
            </a:r>
          </a:p>
        </p:txBody>
      </p:sp>
      <p:sp>
        <p:nvSpPr>
          <p:cNvPr id="25" name="3. Subtitle">
            <a:extLst>
              <a:ext uri="{FF2B5EF4-FFF2-40B4-BE49-F238E27FC236}">
                <a16:creationId xmlns:a16="http://schemas.microsoft.com/office/drawing/2014/main" id="{04057707-3F89-441E-A13E-6FCB40A78D50}"/>
              </a:ext>
            </a:extLst>
          </p:cNvPr>
          <p:cNvSpPr>
            <a:spLocks noGrp="1"/>
          </p:cNvSpPr>
          <p:nvPr>
            <p:ph type="subTitle" idx="1" hasCustomPrompt="1"/>
            <p:custDataLst>
              <p:tags r:id="rId8"/>
            </p:custDataLst>
          </p:nvPr>
        </p:nvSpPr>
        <p:spPr>
          <a:xfrm>
            <a:off x="554736" y="3661200"/>
            <a:ext cx="2514600" cy="246221"/>
          </a:xfrm>
        </p:spPr>
        <p:txBody>
          <a:bodyPr anchor="t" anchorCtr="0">
            <a:spAutoFit/>
          </a:bodyPr>
          <a:lstStyle>
            <a:lvl1pPr>
              <a:defRPr>
                <a:solidFill>
                  <a:schemeClr val="tx1"/>
                </a:solidFill>
              </a:defRPr>
            </a:lvl1pPr>
          </a:lstStyle>
          <a:p>
            <a:r>
              <a:rPr lang="en-US" sz="1600" dirty="0"/>
              <a:t>Click to edit subtitle style</a:t>
            </a:r>
          </a:p>
        </p:txBody>
      </p:sp>
      <p:sp>
        <p:nvSpPr>
          <p:cNvPr id="26" name="1. On-page tracker">
            <a:extLst>
              <a:ext uri="{FF2B5EF4-FFF2-40B4-BE49-F238E27FC236}">
                <a16:creationId xmlns:a16="http://schemas.microsoft.com/office/drawing/2014/main" id="{95F50EB6-435E-4A8C-B188-9BE2198DB2B9}"/>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13798855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ntrast 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dirty="0"/>
              <a:t>Click to edit Master title style</a:t>
            </a:r>
          </a:p>
        </p:txBody>
      </p:sp>
      <p:sp>
        <p:nvSpPr>
          <p:cNvPr id="10" name="5. Source" hidden="1">
            <a:extLst>
              <a:ext uri="{FF2B5EF4-FFF2-40B4-BE49-F238E27FC236}">
                <a16:creationId xmlns:a16="http://schemas.microsoft.com/office/drawing/2014/main" id="{67B1A162-B59D-4B89-B39B-FBDD9E751175}"/>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4511BB28-C86B-4C18-B1A3-EF33CF458B8E}"/>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15464079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rast Custom">
    <p:spTree>
      <p:nvGrpSpPr>
        <p:cNvPr id="1" name=""/>
        <p:cNvGrpSpPr/>
        <p:nvPr/>
      </p:nvGrpSpPr>
      <p:grpSpPr>
        <a:xfrm>
          <a:off x="0" y="0"/>
          <a:ext cx="0" cy="0"/>
          <a:chOff x="0" y="0"/>
          <a:chExt cx="0" cy="0"/>
        </a:xfrm>
      </p:grpSpPr>
      <p:sp>
        <p:nvSpPr>
          <p:cNvPr id="4" name="SlideLogoText">
            <a:extLst>
              <a:ext uri="{FF2B5EF4-FFF2-40B4-BE49-F238E27FC236}">
                <a16:creationId xmlns:a16="http://schemas.microsoft.com/office/drawing/2014/main" id="{2F705A80-1DB0-43C3-A71A-9587E6BCC3AD}"/>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5" name="Slide Number">
            <a:extLst>
              <a:ext uri="{FF2B5EF4-FFF2-40B4-BE49-F238E27FC236}">
                <a16:creationId xmlns:a16="http://schemas.microsoft.com/office/drawing/2014/main" id="{4833D5AF-2A75-4978-AA54-00BA594BBA72}"/>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8684DB6-320C-4E95-A29C-791B412C816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AD9436C5-E5F5-42BD-9013-D04449180E92}"/>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3196490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rast End">
    <p:bg>
      <p:bgPr>
        <a:solidFill>
          <a:srgbClr val="FFFFFF"/>
        </a:solidFill>
        <a:effectLst/>
      </p:bgPr>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CA123D5B-74B8-F064-78F4-0D9EDB033343}"/>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D491B0EE-37B4-4A8C-9C8F-48909747EA09}"/>
              </a:ext>
            </a:extLst>
          </p:cNvPr>
          <p:cNvGraphicFramePr>
            <a:graphicFrameLocks noChangeAspect="1"/>
          </p:cNvGraphicFramePr>
          <p:nvPr userDrawn="1">
            <p:custDataLst>
              <p:tags r:id="rId2"/>
            </p:custDataLst>
            <p:extLst>
              <p:ext uri="{D42A27DB-BD31-4B8C-83A1-F6EECF244321}">
                <p14:modId xmlns:p14="http://schemas.microsoft.com/office/powerpoint/2010/main" val="1842263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2" name="Object 1" hidden="1">
                        <a:extLst>
                          <a:ext uri="{FF2B5EF4-FFF2-40B4-BE49-F238E27FC236}">
                            <a16:creationId xmlns:a16="http://schemas.microsoft.com/office/drawing/2014/main" id="{D491B0EE-37B4-4A8C-9C8F-48909747EA09}"/>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3" name="logoimage">
            <a:extLst>
              <a:ext uri="{FF2B5EF4-FFF2-40B4-BE49-F238E27FC236}">
                <a16:creationId xmlns:a16="http://schemas.microsoft.com/office/drawing/2014/main" id="{AD0997EF-FD61-992F-A8FF-31AE0FC310F2}"/>
              </a:ext>
            </a:extLst>
          </p:cNvPr>
          <p:cNvGrpSpPr/>
          <p:nvPr userDrawn="1">
            <p:custDataLst>
              <p:tags r:id="rId3"/>
            </p:custDataLst>
          </p:nvPr>
        </p:nvGrpSpPr>
        <p:grpSpPr>
          <a:xfrm>
            <a:off x="549271" y="481161"/>
            <a:ext cx="1893202" cy="585216"/>
            <a:chOff x="549271" y="481161"/>
            <a:chExt cx="1893202" cy="585216"/>
          </a:xfrm>
        </p:grpSpPr>
        <p:sp>
          <p:nvSpPr>
            <p:cNvPr id="8" name="AutoShape 3">
              <a:extLst>
                <a:ext uri="{FF2B5EF4-FFF2-40B4-BE49-F238E27FC236}">
                  <a16:creationId xmlns:a16="http://schemas.microsoft.com/office/drawing/2014/main" id="{FD120780-E7D0-42EA-AB5A-363335299EBE}"/>
                </a:ext>
              </a:extLst>
            </p:cNvPr>
            <p:cNvSpPr>
              <a:spLocks noChangeAspect="1" noChangeArrowheads="1" noTextEdit="1"/>
            </p:cNvSpPr>
            <p:nvPr userDrawn="1"/>
          </p:nvSpPr>
          <p:spPr bwMode="black">
            <a:xfrm>
              <a:off x="549271" y="481161"/>
              <a:ext cx="1893202"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9" name="Freeform 5">
              <a:extLst>
                <a:ext uri="{FF2B5EF4-FFF2-40B4-BE49-F238E27FC236}">
                  <a16:creationId xmlns:a16="http://schemas.microsoft.com/office/drawing/2014/main" id="{A9C60168-96E8-4CC3-91EC-B2F7F57959D9}"/>
                </a:ext>
              </a:extLst>
            </p:cNvPr>
            <p:cNvSpPr>
              <a:spLocks noEditPoints="1"/>
            </p:cNvSpPr>
            <p:nvPr userDrawn="1"/>
          </p:nvSpPr>
          <p:spPr bwMode="black">
            <a:xfrm>
              <a:off x="549271" y="481408"/>
              <a:ext cx="1893202"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10" name="5. Source" hidden="1">
            <a:extLst>
              <a:ext uri="{FF2B5EF4-FFF2-40B4-BE49-F238E27FC236}">
                <a16:creationId xmlns:a16="http://schemas.microsoft.com/office/drawing/2014/main" id="{EED9D83D-9CC3-45F3-876D-CC42BC0B70E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1389705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 Id="rId17" Type="http://schemas.openxmlformats.org/officeDocument/2006/relationships/tags" Target="../tags/tag3.xml"/><Relationship Id="rId18" Type="http://schemas.openxmlformats.org/officeDocument/2006/relationships/tags" Target="../tags/tag4.xml"/><Relationship Id="rId19" Type="http://schemas.openxmlformats.org/officeDocument/2006/relationships/tags" Target="../tags/tag5.xml"/><Relationship Id="rId20" Type="http://schemas.openxmlformats.org/officeDocument/2006/relationships/tags" Target="../tags/tag6.xml"/><Relationship Id="rId21" Type="http://schemas.openxmlformats.org/officeDocument/2006/relationships/tags" Target="../tags/tag7.xml"/><Relationship Id="rId22" Type="http://schemas.openxmlformats.org/officeDocument/2006/relationships/tags" Target="../tags/tag8.xml"/><Relationship Id="rId23" Type="http://schemas.openxmlformats.org/officeDocument/2006/relationships/tags" Target="../tags/tag9.xml"/><Relationship Id="rId24" Type="http://schemas.openxmlformats.org/officeDocument/2006/relationships/tags" Target="../tags/tag10.xml"/><Relationship Id="rId25" Type="http://schemas.openxmlformats.org/officeDocument/2006/relationships/tags" Target="../tags/tag11.xml"/><Relationship Id="rId26" Type="http://schemas.openxmlformats.org/officeDocument/2006/relationships/tags" Target="../tags/tag12.xml"/><Relationship Id="rId27" Type="http://schemas.openxmlformats.org/officeDocument/2006/relationships/tags" Target="../tags/tag13.xml"/><Relationship Id="rId28" Type="http://schemas.openxmlformats.org/officeDocument/2006/relationships/tags" Target="../tags/tag14.xml"/><Relationship Id="rId29" Type="http://schemas.openxmlformats.org/officeDocument/2006/relationships/tags" Target="../tags/tag15.xml"/><Relationship Id="rId30" Type="http://schemas.openxmlformats.org/officeDocument/2006/relationships/tags" Target="../tags/tag16.xml"/><Relationship Id="rId31" Type="http://schemas.openxmlformats.org/officeDocument/2006/relationships/tags" Target="../tags/tag17.xml"/><Relationship Id="rId32" Type="http://schemas.openxmlformats.org/officeDocument/2006/relationships/tags" Target="../tags/tag18.xml"/><Relationship Id="rId33" Type="http://schemas.openxmlformats.org/officeDocument/2006/relationships/tags" Target="../tags/tag19.xml"/><Relationship Id="rId34" Type="http://schemas.openxmlformats.org/officeDocument/2006/relationships/tags" Target="../tags/tag20.xml"/><Relationship Id="rId35" Type="http://schemas.openxmlformats.org/officeDocument/2006/relationships/tags" Target="../tags/tag21.xml"/><Relationship Id="rId36" Type="http://schemas.openxmlformats.org/officeDocument/2006/relationships/tags" Target="../tags/tag22.xml"/><Relationship Id="rId37" Type="http://schemas.openxmlformats.org/officeDocument/2006/relationships/oleObject" Target="../embeddings/oleObject1.bin"/><Relationship Id="rId38" Type="http://schemas.openxmlformats.org/officeDocument/2006/relationships/image" Target="../media/image1.emf"/><Relationship Id="rId3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slideLayout" Target="../slideLayouts/slideLayout29.xml"/><Relationship Id="rId16" Type="http://schemas.openxmlformats.org/officeDocument/2006/relationships/slideLayout" Target="../slideLayouts/slideLayout30.xml"/><Relationship Id="rId17" Type="http://schemas.openxmlformats.org/officeDocument/2006/relationships/slideLayout" Target="../slideLayouts/slideLayout31.xml"/><Relationship Id="rId18" Type="http://schemas.openxmlformats.org/officeDocument/2006/relationships/theme" Target="../theme/theme2.xml"/><Relationship Id="rId19" Type="http://schemas.openxmlformats.org/officeDocument/2006/relationships/tags" Target="../tags/tag118.xml"/><Relationship Id="rId20" Type="http://schemas.openxmlformats.org/officeDocument/2006/relationships/tags" Target="../tags/tag119.xml"/><Relationship Id="rId21" Type="http://schemas.openxmlformats.org/officeDocument/2006/relationships/tags" Target="../tags/tag120.xml"/><Relationship Id="rId22" Type="http://schemas.openxmlformats.org/officeDocument/2006/relationships/tags" Target="../tags/tag121.xml"/><Relationship Id="rId23" Type="http://schemas.openxmlformats.org/officeDocument/2006/relationships/tags" Target="../tags/tag122.xml"/><Relationship Id="rId24" Type="http://schemas.openxmlformats.org/officeDocument/2006/relationships/tags" Target="../tags/tag123.xml"/><Relationship Id="rId25" Type="http://schemas.openxmlformats.org/officeDocument/2006/relationships/tags" Target="../tags/tag124.xml"/><Relationship Id="rId26" Type="http://schemas.openxmlformats.org/officeDocument/2006/relationships/tags" Target="../tags/tag125.xml"/><Relationship Id="rId27" Type="http://schemas.openxmlformats.org/officeDocument/2006/relationships/tags" Target="../tags/tag126.xml"/><Relationship Id="rId28" Type="http://schemas.openxmlformats.org/officeDocument/2006/relationships/tags" Target="../tags/tag127.xml"/><Relationship Id="rId29" Type="http://schemas.openxmlformats.org/officeDocument/2006/relationships/tags" Target="../tags/tag128.xml"/><Relationship Id="rId30" Type="http://schemas.openxmlformats.org/officeDocument/2006/relationships/tags" Target="../tags/tag129.xml"/><Relationship Id="rId31" Type="http://schemas.openxmlformats.org/officeDocument/2006/relationships/tags" Target="../tags/tag130.xml"/><Relationship Id="rId32" Type="http://schemas.openxmlformats.org/officeDocument/2006/relationships/tags" Target="../tags/tag131.xml"/><Relationship Id="rId33" Type="http://schemas.openxmlformats.org/officeDocument/2006/relationships/tags" Target="../tags/tag132.xml"/><Relationship Id="rId34" Type="http://schemas.openxmlformats.org/officeDocument/2006/relationships/tags" Target="../tags/tag133.xml"/><Relationship Id="rId35" Type="http://schemas.openxmlformats.org/officeDocument/2006/relationships/tags" Target="../tags/tag134.xml"/><Relationship Id="rId36" Type="http://schemas.openxmlformats.org/officeDocument/2006/relationships/tags" Target="../tags/tag135.xml"/><Relationship Id="rId37" Type="http://schemas.openxmlformats.org/officeDocument/2006/relationships/tags" Target="../tags/tag136.xml"/><Relationship Id="rId38" Type="http://schemas.openxmlformats.org/officeDocument/2006/relationships/tags" Target="../tags/tag137.xml"/><Relationship Id="rId39" Type="http://schemas.openxmlformats.org/officeDocument/2006/relationships/tags" Target="../tags/tag138.xml"/><Relationship Id="rId40" Type="http://schemas.openxmlformats.org/officeDocument/2006/relationships/oleObject" Target="../embeddings/oleObject11.bin"/><Relationship Id="rId41" Type="http://schemas.openxmlformats.org/officeDocument/2006/relationships/image" Target="../media/image5.emf"/><Relationship Id="rId42" Type="http://schemas.openxmlformats.org/officeDocument/2006/relationships/image" Target="../media/image8.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16"/>
            </p:custDataLst>
            <p:extLst>
              <p:ext uri="{D42A27DB-BD31-4B8C-83A1-F6EECF244321}">
                <p14:modId xmlns:p14="http://schemas.microsoft.com/office/powerpoint/2010/main" val="15842838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7" imgW="413" imgH="416" progId="TCLayout.ActiveDocument.1">
                  <p:embed/>
                </p:oleObj>
              </mc:Choice>
              <mc:Fallback>
                <p:oleObj name="think-cell Slide" r:id="rId37" imgW="413" imgH="416" progId="TCLayout.ActiveDocument.1">
                  <p:embed/>
                  <p:pic>
                    <p:nvPicPr>
                      <p:cNvPr id="3" name="Object 2" hidden="1">
                        <a:extLst>
                          <a:ext uri="{FF2B5EF4-FFF2-40B4-BE49-F238E27FC236}">
                            <a16:creationId xmlns:a16="http://schemas.microsoft.com/office/drawing/2014/main" id="{4BC40847-AF8B-4097-9A07-2349A751A051}"/>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194173E-7BB3-47F4-8EAD-18BFC563F97A}"/>
              </a:ext>
            </a:extLst>
          </p:cNvPr>
          <p:cNvSpPr/>
          <p:nvPr userDrawn="1">
            <p:custDataLst>
              <p:tags r:id="rId17"/>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18"/>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19"/>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0"/>
            </p:custDataLst>
          </p:nvPr>
        </p:nvSpPr>
        <p:spPr>
          <a:xfrm>
            <a:off x="554736" y="172212"/>
            <a:ext cx="11082528" cy="731520"/>
          </a:xfrm>
          <a:prstGeom prst="rect">
            <a:avLst/>
          </a:prstGeom>
        </p:spPr>
        <p:txBody>
          <a:bodyPr vert="horz" wrap="square" lIns="0" tIns="0" rIns="0" bIns="0" rtlCol="0" anchor="b" anchorCtr="0">
            <a:noAutofit/>
          </a:bodyPr>
          <a:lstStyle/>
          <a:p>
            <a:r>
              <a:rPr lang="en-US"/>
              <a:t>Click to edit Master title style</a:t>
            </a:r>
            <a:endParaRPr lang="en-US" dirty="0"/>
          </a:p>
        </p:txBody>
      </p:sp>
      <p:sp>
        <p:nvSpPr>
          <p:cNvPr id="58" name="Text Placeholder 2">
            <a:extLst>
              <a:ext uri="{FF2B5EF4-FFF2-40B4-BE49-F238E27FC236}">
                <a16:creationId xmlns:a16="http://schemas.microsoft.com/office/drawing/2014/main" id="{192DB789-515B-4504-BE53-6445F2427687}"/>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6" name="Grid" hidden="1">
            <a:extLst>
              <a:ext uri="{FF2B5EF4-FFF2-40B4-BE49-F238E27FC236}">
                <a16:creationId xmlns:a16="http://schemas.microsoft.com/office/drawing/2014/main" id="{6579EC00-B6CE-6B6A-27BD-68A33477E9F1}"/>
              </a:ext>
            </a:extLst>
          </p:cNvPr>
          <p:cNvPicPr>
            <a:picLocks noChangeAspect="1"/>
          </p:cNvPicPr>
          <p:nvPr userDrawn="1">
            <p:custDataLst>
              <p:tags r:id="rId21"/>
            </p:custDataLst>
          </p:nvPr>
        </p:nvPicPr>
        <p:blipFill>
          <a:blip>
            <a:extLst>
              <a:ext uri="{96DAC541-7B7A-43D3-8B79-37D633B846F1}">
                <asvg:svgBlip xmlns:asvg="http://schemas.microsoft.com/office/drawing/2016/SVG/main" r:embed="rId39"/>
              </a:ext>
            </a:extLst>
          </a:blip>
          <a:stretch>
            <a:fillRect/>
          </a:stretch>
        </p:blipFill>
        <p:spPr>
          <a:xfrm>
            <a:off x="3699" y="0"/>
            <a:ext cx="12184602" cy="6858000"/>
          </a:xfrm>
          <a:prstGeom prst="rect">
            <a:avLst/>
          </a:prstGeom>
        </p:spPr>
      </p:pic>
      <p:grpSp>
        <p:nvGrpSpPr>
          <p:cNvPr id="187" name="LegendBoxes" hidden="1">
            <a:extLst>
              <a:ext uri="{FF2B5EF4-FFF2-40B4-BE49-F238E27FC236}">
                <a16:creationId xmlns:a16="http://schemas.microsoft.com/office/drawing/2014/main" id="{5048A9C9-0655-49B2-A283-6A54678F321B}"/>
              </a:ext>
            </a:extLst>
          </p:cNvPr>
          <p:cNvGrpSpPr/>
          <p:nvPr userDrawn="1"/>
        </p:nvGrpSpPr>
        <p:grpSpPr>
          <a:xfrm>
            <a:off x="10728000" y="4323600"/>
            <a:ext cx="984864" cy="1717282"/>
            <a:chOff x="9585951" y="2980105"/>
            <a:chExt cx="984864" cy="1717282"/>
          </a:xfrm>
        </p:grpSpPr>
        <p:sp>
          <p:nvSpPr>
            <p:cNvPr id="188" name="RectangleLegend1">
              <a:extLst>
                <a:ext uri="{FF2B5EF4-FFF2-40B4-BE49-F238E27FC236}">
                  <a16:creationId xmlns:a16="http://schemas.microsoft.com/office/drawing/2014/main" id="{8F219674-AEDF-41A7-B3C3-07BD8D165776}"/>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2">
              <a:extLst>
                <a:ext uri="{FF2B5EF4-FFF2-40B4-BE49-F238E27FC236}">
                  <a16:creationId xmlns:a16="http://schemas.microsoft.com/office/drawing/2014/main" id="{76884974-3CCD-4F11-B109-02708F18B04E}"/>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3">
              <a:extLst>
                <a:ext uri="{FF2B5EF4-FFF2-40B4-BE49-F238E27FC236}">
                  <a16:creationId xmlns:a16="http://schemas.microsoft.com/office/drawing/2014/main" id="{D440B2EC-6FE5-4259-BA11-DC2E3B68E637}"/>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RectangleLegend4">
              <a:extLst>
                <a:ext uri="{FF2B5EF4-FFF2-40B4-BE49-F238E27FC236}">
                  <a16:creationId xmlns:a16="http://schemas.microsoft.com/office/drawing/2014/main" id="{52FE9D34-332E-47CD-94B8-12A069181C03}"/>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2" name="RectangleLegend5">
              <a:extLst>
                <a:ext uri="{FF2B5EF4-FFF2-40B4-BE49-F238E27FC236}">
                  <a16:creationId xmlns:a16="http://schemas.microsoft.com/office/drawing/2014/main" id="{1D6EA8D9-42BE-4743-876B-1050D1436021}"/>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3" name="Legend1">
              <a:extLst>
                <a:ext uri="{FF2B5EF4-FFF2-40B4-BE49-F238E27FC236}">
                  <a16:creationId xmlns:a16="http://schemas.microsoft.com/office/drawing/2014/main" id="{50F3208A-D1A9-4DEE-B968-1381D0DE88E8}"/>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2">
              <a:extLst>
                <a:ext uri="{FF2B5EF4-FFF2-40B4-BE49-F238E27FC236}">
                  <a16:creationId xmlns:a16="http://schemas.microsoft.com/office/drawing/2014/main" id="{69AC8C80-52E4-4497-A147-009E23FB42A5}"/>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3">
              <a:extLst>
                <a:ext uri="{FF2B5EF4-FFF2-40B4-BE49-F238E27FC236}">
                  <a16:creationId xmlns:a16="http://schemas.microsoft.com/office/drawing/2014/main" id="{218BEB5C-C19E-451D-B538-56A492CF74C6}"/>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6" name="Legend4">
              <a:extLst>
                <a:ext uri="{FF2B5EF4-FFF2-40B4-BE49-F238E27FC236}">
                  <a16:creationId xmlns:a16="http://schemas.microsoft.com/office/drawing/2014/main" id="{B77C1590-32D9-4A52-8AF0-454D06E80BF2}"/>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7" name="Legend5">
              <a:extLst>
                <a:ext uri="{FF2B5EF4-FFF2-40B4-BE49-F238E27FC236}">
                  <a16:creationId xmlns:a16="http://schemas.microsoft.com/office/drawing/2014/main" id="{A40A9DB6-E1B2-47A6-8B66-4FCDC31DD60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A74D0957-B8E1-0203-5942-B3CDCECEFC07}"/>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A579D789-E781-7373-9902-2ED2044F84A0}"/>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AE219666-526F-9C6F-0799-DEDE1ED7C6B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22CE313E-44F3-0F57-9118-789F5A7E4BE2}"/>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D0B5E1D7-1CD7-D84F-3620-B4FA0EF324DB}"/>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F40C396B-7721-8A80-0BC4-C8F93B6E54CA}"/>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D19BD4EA-9682-50D3-B979-152445E49E10}"/>
                </a:ext>
              </a:extLst>
            </p:cNvPr>
            <p:cNvGrpSpPr>
              <a:grpSpLocks noChangeAspect="1"/>
            </p:cNvGrpSpPr>
            <p:nvPr>
              <p:custDataLst>
                <p:tags r:id="rId22"/>
              </p:custDataLst>
            </p:nvPr>
          </p:nvGrpSpPr>
          <p:grpSpPr>
            <a:xfrm>
              <a:off x="7723680" y="1702457"/>
              <a:ext cx="228600" cy="228600"/>
              <a:chOff x="762000" y="1270000"/>
              <a:chExt cx="254000" cy="254000"/>
            </a:xfrm>
          </p:grpSpPr>
          <p:sp>
            <p:nvSpPr>
              <p:cNvPr id="24" name="Oval 23">
                <a:extLst>
                  <a:ext uri="{FF2B5EF4-FFF2-40B4-BE49-F238E27FC236}">
                    <a16:creationId xmlns:a16="http://schemas.microsoft.com/office/drawing/2014/main" id="{4A0B6C31-1F56-F41C-44CD-9D5FBF4D0344}"/>
                  </a:ext>
                </a:extLst>
              </p:cNvPr>
              <p:cNvSpPr/>
              <p:nvPr>
                <p:custDataLst>
                  <p:tags r:id="rId35"/>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5" name="Arc 24" hidden="1">
                <a:extLst>
                  <a:ext uri="{FF2B5EF4-FFF2-40B4-BE49-F238E27FC236}">
                    <a16:creationId xmlns:a16="http://schemas.microsoft.com/office/drawing/2014/main" id="{B50CF1FE-8D31-700D-F0C2-ACB607372AE4}"/>
                  </a:ext>
                </a:extLst>
              </p:cNvPr>
              <p:cNvSpPr/>
              <p:nvPr>
                <p:custDataLst>
                  <p:tags r:id="rId36"/>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E34FB525-F2A2-061A-A353-799809BF5FC7}"/>
                </a:ext>
              </a:extLst>
            </p:cNvPr>
            <p:cNvGrpSpPr>
              <a:grpSpLocks noChangeAspect="1"/>
            </p:cNvGrpSpPr>
            <p:nvPr>
              <p:custDataLst>
                <p:tags r:id="rId23"/>
              </p:custDataLst>
            </p:nvPr>
          </p:nvGrpSpPr>
          <p:grpSpPr>
            <a:xfrm>
              <a:off x="7723680" y="2078270"/>
              <a:ext cx="228600" cy="228600"/>
              <a:chOff x="762000" y="1270000"/>
              <a:chExt cx="254000" cy="254000"/>
            </a:xfrm>
          </p:grpSpPr>
          <p:sp>
            <p:nvSpPr>
              <p:cNvPr id="22" name="Oval 21">
                <a:extLst>
                  <a:ext uri="{FF2B5EF4-FFF2-40B4-BE49-F238E27FC236}">
                    <a16:creationId xmlns:a16="http://schemas.microsoft.com/office/drawing/2014/main" id="{0DC6EA1B-42E3-0F8A-87FD-05CAF1FDA5FA}"/>
                  </a:ext>
                </a:extLst>
              </p:cNvPr>
              <p:cNvSpPr/>
              <p:nvPr>
                <p:custDataLst>
                  <p:tags r:id="rId33"/>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3" name="Arc 22">
                <a:extLst>
                  <a:ext uri="{FF2B5EF4-FFF2-40B4-BE49-F238E27FC236}">
                    <a16:creationId xmlns:a16="http://schemas.microsoft.com/office/drawing/2014/main" id="{349961EB-4044-DDFA-0CF7-F5D66FDD64FA}"/>
                  </a:ext>
                </a:extLst>
              </p:cNvPr>
              <p:cNvSpPr/>
              <p:nvPr>
                <p:custDataLst>
                  <p:tags r:id="rId34"/>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81D58525-2DB4-58E3-4841-2B88C4F9BBE1}"/>
                </a:ext>
              </a:extLst>
            </p:cNvPr>
            <p:cNvGrpSpPr>
              <a:grpSpLocks noChangeAspect="1"/>
            </p:cNvGrpSpPr>
            <p:nvPr>
              <p:custDataLst>
                <p:tags r:id="rId24"/>
              </p:custDataLst>
            </p:nvPr>
          </p:nvGrpSpPr>
          <p:grpSpPr>
            <a:xfrm>
              <a:off x="7723680" y="2454085"/>
              <a:ext cx="228600" cy="228600"/>
              <a:chOff x="762000" y="1270000"/>
              <a:chExt cx="254000" cy="254000"/>
            </a:xfrm>
          </p:grpSpPr>
          <p:sp>
            <p:nvSpPr>
              <p:cNvPr id="20" name="Oval 19">
                <a:extLst>
                  <a:ext uri="{FF2B5EF4-FFF2-40B4-BE49-F238E27FC236}">
                    <a16:creationId xmlns:a16="http://schemas.microsoft.com/office/drawing/2014/main" id="{6D052903-9CD8-AB5E-E69F-03405F848828}"/>
                  </a:ext>
                </a:extLst>
              </p:cNvPr>
              <p:cNvSpPr/>
              <p:nvPr>
                <p:custDataLst>
                  <p:tags r:id="rId31"/>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1" name="Arc 20">
                <a:extLst>
                  <a:ext uri="{FF2B5EF4-FFF2-40B4-BE49-F238E27FC236}">
                    <a16:creationId xmlns:a16="http://schemas.microsoft.com/office/drawing/2014/main" id="{BB370F7E-886E-6962-667A-24DD8C636B1C}"/>
                  </a:ext>
                </a:extLst>
              </p:cNvPr>
              <p:cNvSpPr/>
              <p:nvPr>
                <p:custDataLst>
                  <p:tags r:id="rId32"/>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12DC2918-BD74-B2EB-0BB2-D46E7084496E}"/>
                </a:ext>
              </a:extLst>
            </p:cNvPr>
            <p:cNvGrpSpPr>
              <a:grpSpLocks noChangeAspect="1"/>
            </p:cNvGrpSpPr>
            <p:nvPr>
              <p:custDataLst>
                <p:tags r:id="rId25"/>
              </p:custDataLst>
            </p:nvPr>
          </p:nvGrpSpPr>
          <p:grpSpPr>
            <a:xfrm>
              <a:off x="7723680" y="2829900"/>
              <a:ext cx="228600" cy="228600"/>
              <a:chOff x="762000" y="1270000"/>
              <a:chExt cx="254000" cy="254000"/>
            </a:xfrm>
          </p:grpSpPr>
          <p:sp>
            <p:nvSpPr>
              <p:cNvPr id="18" name="Oval 17">
                <a:extLst>
                  <a:ext uri="{FF2B5EF4-FFF2-40B4-BE49-F238E27FC236}">
                    <a16:creationId xmlns:a16="http://schemas.microsoft.com/office/drawing/2014/main" id="{78309338-2E0C-8EAB-278B-36BB84E8955A}"/>
                  </a:ext>
                </a:extLst>
              </p:cNvPr>
              <p:cNvSpPr/>
              <p:nvPr>
                <p:custDataLst>
                  <p:tags r:id="rId29"/>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9" name="Arc 18">
                <a:extLst>
                  <a:ext uri="{FF2B5EF4-FFF2-40B4-BE49-F238E27FC236}">
                    <a16:creationId xmlns:a16="http://schemas.microsoft.com/office/drawing/2014/main" id="{28AA2C47-9903-4C18-8098-1106BE8B1977}"/>
                  </a:ext>
                </a:extLst>
              </p:cNvPr>
              <p:cNvSpPr/>
              <p:nvPr>
                <p:custDataLst>
                  <p:tags r:id="rId30"/>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85016F10-0401-6973-A0D0-23D227FF8FED}"/>
                </a:ext>
              </a:extLst>
            </p:cNvPr>
            <p:cNvGrpSpPr>
              <a:grpSpLocks noChangeAspect="1"/>
            </p:cNvGrpSpPr>
            <p:nvPr>
              <p:custDataLst>
                <p:tags r:id="rId26"/>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88041A10-C91C-7EF2-F7EA-D1D0412188C6}"/>
                  </a:ext>
                </a:extLst>
              </p:cNvPr>
              <p:cNvSpPr/>
              <p:nvPr>
                <p:custDataLst>
                  <p:tags r:id="rId27"/>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7" name="Arc 16">
                <a:extLst>
                  <a:ext uri="{FF2B5EF4-FFF2-40B4-BE49-F238E27FC236}">
                    <a16:creationId xmlns:a16="http://schemas.microsoft.com/office/drawing/2014/main" id="{B1A7ADC8-55DF-963B-3C8A-AAB44F2EF672}"/>
                  </a:ext>
                </a:extLst>
              </p:cNvPr>
              <p:cNvSpPr/>
              <p:nvPr>
                <p:custDataLst>
                  <p:tags r:id="rId28"/>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9" name="Sticker" hidden="1">
            <a:extLst>
              <a:ext uri="{FF2B5EF4-FFF2-40B4-BE49-F238E27FC236}">
                <a16:creationId xmlns:a16="http://schemas.microsoft.com/office/drawing/2014/main" id="{2FA9271D-5EE0-4D66-9FDF-E4D1535949E8}"/>
              </a:ext>
            </a:extLst>
          </p:cNvPr>
          <p:cNvGrpSpPr>
            <a:grpSpLocks noChangeAspect="1"/>
          </p:cNvGrpSpPr>
          <p:nvPr userDrawn="1"/>
        </p:nvGrpSpPr>
        <p:grpSpPr bwMode="gray">
          <a:xfrm>
            <a:off x="558192" y="1289273"/>
            <a:ext cx="429605" cy="156997"/>
            <a:chOff x="8456447" y="272180"/>
            <a:chExt cx="322188" cy="156966"/>
          </a:xfrm>
        </p:grpSpPr>
        <p:sp>
          <p:nvSpPr>
            <p:cNvPr id="170" name="StickerRectangle">
              <a:extLst>
                <a:ext uri="{FF2B5EF4-FFF2-40B4-BE49-F238E27FC236}">
                  <a16:creationId xmlns:a16="http://schemas.microsoft.com/office/drawing/2014/main" id="{27342EFB-A6AF-4379-A9C9-4F8DD97D160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71" name="StickerUnderline">
              <a:extLst>
                <a:ext uri="{FF2B5EF4-FFF2-40B4-BE49-F238E27FC236}">
                  <a16:creationId xmlns:a16="http://schemas.microsoft.com/office/drawing/2014/main" id="{AC518518-EC41-445B-B558-9DBD24A778EA}"/>
                </a:ext>
              </a:extLst>
            </p:cNvPr>
            <p:cNvCxnSpPr>
              <a:cxnSpLocks noChangeShapeType="1"/>
              <a:stCxn id="170" idx="4"/>
              <a:endCxn id="170"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79" name="LegendLines" hidden="1">
            <a:extLst>
              <a:ext uri="{FF2B5EF4-FFF2-40B4-BE49-F238E27FC236}">
                <a16:creationId xmlns:a16="http://schemas.microsoft.com/office/drawing/2014/main" id="{BA3F11B7-574B-46B5-AA05-051B7C0195CA}"/>
              </a:ext>
            </a:extLst>
          </p:cNvPr>
          <p:cNvGrpSpPr/>
          <p:nvPr userDrawn="1"/>
        </p:nvGrpSpPr>
        <p:grpSpPr>
          <a:xfrm>
            <a:off x="10440000" y="3243600"/>
            <a:ext cx="1269335" cy="958286"/>
            <a:chOff x="4372690" y="3739101"/>
            <a:chExt cx="1269335" cy="958286"/>
          </a:xfrm>
        </p:grpSpPr>
        <p:sp>
          <p:nvSpPr>
            <p:cNvPr id="180" name="Legend1">
              <a:extLst>
                <a:ext uri="{FF2B5EF4-FFF2-40B4-BE49-F238E27FC236}">
                  <a16:creationId xmlns:a16="http://schemas.microsoft.com/office/drawing/2014/main" id="{A89F3277-B9B0-4605-94B5-1A0F3CF3FD94}"/>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1" name="Legend2">
              <a:extLst>
                <a:ext uri="{FF2B5EF4-FFF2-40B4-BE49-F238E27FC236}">
                  <a16:creationId xmlns:a16="http://schemas.microsoft.com/office/drawing/2014/main" id="{728FD0F6-6F17-4DBC-A433-275600325C11}"/>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2" name="Legend3">
              <a:extLst>
                <a:ext uri="{FF2B5EF4-FFF2-40B4-BE49-F238E27FC236}">
                  <a16:creationId xmlns:a16="http://schemas.microsoft.com/office/drawing/2014/main" id="{824D0AAE-0E8B-4539-A5E0-724A7C2C5FB7}"/>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3" name="LineLegend3">
              <a:extLst>
                <a:ext uri="{FF2B5EF4-FFF2-40B4-BE49-F238E27FC236}">
                  <a16:creationId xmlns:a16="http://schemas.microsoft.com/office/drawing/2014/main" id="{15B966CE-74A4-42D7-84D1-50EE1BD807B7}"/>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4" name="LineLegend2">
              <a:extLst>
                <a:ext uri="{FF2B5EF4-FFF2-40B4-BE49-F238E27FC236}">
                  <a16:creationId xmlns:a16="http://schemas.microsoft.com/office/drawing/2014/main" id="{4AD11E2E-205C-4B89-BD31-DA18921C3385}"/>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5" name="LineLegend1">
              <a:extLst>
                <a:ext uri="{FF2B5EF4-FFF2-40B4-BE49-F238E27FC236}">
                  <a16:creationId xmlns:a16="http://schemas.microsoft.com/office/drawing/2014/main" id="{393D5D55-EAFF-4EBE-B2CF-AF057C324E68}"/>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2969229741"/>
      </p:ext>
    </p:extLst>
  </p:cSld>
  <p:clrMap bg1="lt1" tx1="dk1" bg2="lt2" tx2="dk2" accent1="accent1" accent2="accent2" accent3="accent3" accent4="accent4" accent5="accent5" accent6="accent6" hlink="hlink" folHlink="folHlink"/>
  <p:sldLayoutIdLst>
    <p:sldLayoutId id="2147483794" r:id="rId1"/>
    <p:sldLayoutId id="2147483654" r:id="rId2"/>
    <p:sldLayoutId id="2147483807" r:id="rId3"/>
    <p:sldLayoutId id="2147483800" r:id="rId4"/>
    <p:sldLayoutId id="2147483659" r:id="rId5"/>
    <p:sldLayoutId id="2147483804" r:id="rId6"/>
    <p:sldLayoutId id="2147483886" r:id="rId7"/>
    <p:sldLayoutId id="2147483887" r:id="rId8"/>
    <p:sldLayoutId id="2147483888" r:id="rId9"/>
    <p:sldLayoutId id="2147483889" r:id="rId10"/>
    <p:sldLayoutId id="2147483890" r:id="rId11"/>
    <p:sldLayoutId id="2147483879" r:id="rId12"/>
    <p:sldLayoutId id="2147483706" r:id="rId13"/>
    <p:sldLayoutId id="2147483718" r:id="rId14"/>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800E62-ECD5-472D-995B-013B57BB4C07}"/>
              </a:ext>
            </a:extLst>
          </p:cNvPr>
          <p:cNvGraphicFramePr>
            <a:graphicFrameLocks noChangeAspect="1"/>
          </p:cNvGraphicFramePr>
          <p:nvPr userDrawn="1">
            <p:custDataLst>
              <p:tags r:id="rId19"/>
            </p:custDataLst>
            <p:extLst>
              <p:ext uri="{D42A27DB-BD31-4B8C-83A1-F6EECF244321}">
                <p14:modId xmlns:p14="http://schemas.microsoft.com/office/powerpoint/2010/main" val="2364437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44" imgH="344" progId="TCLayout.ActiveDocument.1">
                  <p:embed/>
                </p:oleObj>
              </mc:Choice>
              <mc:Fallback>
                <p:oleObj name="think-cell Slide" r:id="rId40" imgW="344" imgH="344" progId="TCLayout.ActiveDocument.1">
                  <p:embed/>
                  <p:pic>
                    <p:nvPicPr>
                      <p:cNvPr id="3" name="Object 2" hidden="1">
                        <a:extLst>
                          <a:ext uri="{FF2B5EF4-FFF2-40B4-BE49-F238E27FC236}">
                            <a16:creationId xmlns:a16="http://schemas.microsoft.com/office/drawing/2014/main" id="{08800E62-ECD5-472D-995B-013B57BB4C07}"/>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1744EB-7E76-4AE2-88F6-C0D4CE03B5BB}"/>
              </a:ext>
            </a:extLst>
          </p:cNvPr>
          <p:cNvSpPr/>
          <p:nvPr userDrawn="1">
            <p:custDataLst>
              <p:tags r:id="rId20"/>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2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53" name="2. Slide Title">
            <a:extLst>
              <a:ext uri="{FF2B5EF4-FFF2-40B4-BE49-F238E27FC236}">
                <a16:creationId xmlns:a16="http://schemas.microsoft.com/office/drawing/2014/main" id="{7C8D601E-A2E1-4979-AE83-B694B9829662}"/>
              </a:ext>
            </a:extLst>
          </p:cNvPr>
          <p:cNvSpPr>
            <a:spLocks noGrp="1"/>
          </p:cNvSpPr>
          <p:nvPr>
            <p:ph type="title"/>
            <p:custDataLst>
              <p:tags r:id="rId22"/>
            </p:custDataLst>
          </p:nvPr>
        </p:nvSpPr>
        <p:spPr>
          <a:xfrm>
            <a:off x="554736" y="172212"/>
            <a:ext cx="11082528" cy="731520"/>
          </a:xfrm>
          <a:prstGeom prst="rect">
            <a:avLst/>
          </a:prstGeom>
        </p:spPr>
        <p:txBody>
          <a:bodyPr vert="horz" wrap="square" lIns="0" tIns="0" rIns="0" bIns="0" rtlCol="0" anchor="b" anchorCtr="0">
            <a:noAutofit/>
          </a:bodyPr>
          <a:lstStyle/>
          <a:p>
            <a:r>
              <a:rPr lang="en-US" dirty="0"/>
              <a:t>Click to edit Master title style</a:t>
            </a:r>
          </a:p>
        </p:txBody>
      </p:sp>
      <p:sp>
        <p:nvSpPr>
          <p:cNvPr id="54" name="Text Placeholder 2">
            <a:extLst>
              <a:ext uri="{FF2B5EF4-FFF2-40B4-BE49-F238E27FC236}">
                <a16:creationId xmlns:a16="http://schemas.microsoft.com/office/drawing/2014/main" id="{6A9C4AD8-E579-4AD3-9B92-5A31AC8DDA01}"/>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5" name="Grid" hidden="1">
            <a:extLst>
              <a:ext uri="{FF2B5EF4-FFF2-40B4-BE49-F238E27FC236}">
                <a16:creationId xmlns:a16="http://schemas.microsoft.com/office/drawing/2014/main" id="{4ADF17BC-6AB0-D905-BDC8-DB658360EB6C}"/>
              </a:ext>
            </a:extLst>
          </p:cNvPr>
          <p:cNvPicPr>
            <a:picLocks noChangeAspect="1"/>
          </p:cNvPicPr>
          <p:nvPr userDrawn="1">
            <p:custDataLst>
              <p:tags r:id="rId23"/>
            </p:custDataLst>
          </p:nvPr>
        </p:nvPicPr>
        <p:blipFill>
          <a:blip>
            <a:extLst>
              <a:ext uri="{96DAC541-7B7A-43D3-8B79-37D633B846F1}">
                <asvg:svgBlip xmlns:asvg="http://schemas.microsoft.com/office/drawing/2016/SVG/main" r:embed="rId42"/>
              </a:ext>
            </a:extLst>
          </a:blip>
          <a:stretch>
            <a:fillRect/>
          </a:stretch>
        </p:blipFill>
        <p:spPr>
          <a:xfrm>
            <a:off x="3699" y="0"/>
            <a:ext cx="12184602" cy="6858000"/>
          </a:xfrm>
          <a:prstGeom prst="rect">
            <a:avLst/>
          </a:prstGeom>
        </p:spPr>
      </p:pic>
      <p:sp>
        <p:nvSpPr>
          <p:cNvPr id="145" name="4. Footnote" hidden="1">
            <a:extLst>
              <a:ext uri="{FF2B5EF4-FFF2-40B4-BE49-F238E27FC236}">
                <a16:creationId xmlns:a16="http://schemas.microsoft.com/office/drawing/2014/main" id="{56E3DC21-21DB-42FE-8721-1BC0E89F13AE}"/>
              </a:ext>
            </a:extLst>
          </p:cNvPr>
          <p:cNvSpPr txBox="1"/>
          <p:nvPr userDrawn="1">
            <p:custDataLst>
              <p:tags r:id="rId24"/>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grpSp>
        <p:nvGrpSpPr>
          <p:cNvPr id="185" name="LegendBoxes" hidden="1">
            <a:extLst>
              <a:ext uri="{FF2B5EF4-FFF2-40B4-BE49-F238E27FC236}">
                <a16:creationId xmlns:a16="http://schemas.microsoft.com/office/drawing/2014/main" id="{28785628-9685-42DD-85C6-4A7FDEAEB9E4}"/>
              </a:ext>
            </a:extLst>
          </p:cNvPr>
          <p:cNvGrpSpPr/>
          <p:nvPr userDrawn="1"/>
        </p:nvGrpSpPr>
        <p:grpSpPr>
          <a:xfrm>
            <a:off x="10722394" y="4323600"/>
            <a:ext cx="984864" cy="1717282"/>
            <a:chOff x="9585951" y="2980105"/>
            <a:chExt cx="984864" cy="1717282"/>
          </a:xfrm>
        </p:grpSpPr>
        <p:sp>
          <p:nvSpPr>
            <p:cNvPr id="186" name="RectangleLegend1">
              <a:extLst>
                <a:ext uri="{FF2B5EF4-FFF2-40B4-BE49-F238E27FC236}">
                  <a16:creationId xmlns:a16="http://schemas.microsoft.com/office/drawing/2014/main" id="{F6C915EA-5130-4DA7-8B9A-5E522A1DBE2F}"/>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7" name="RectangleLegend2">
              <a:extLst>
                <a:ext uri="{FF2B5EF4-FFF2-40B4-BE49-F238E27FC236}">
                  <a16:creationId xmlns:a16="http://schemas.microsoft.com/office/drawing/2014/main" id="{056BAC0D-94D9-4BAA-A238-909A42CD485B}"/>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8" name="RectangleLegend3">
              <a:extLst>
                <a:ext uri="{FF2B5EF4-FFF2-40B4-BE49-F238E27FC236}">
                  <a16:creationId xmlns:a16="http://schemas.microsoft.com/office/drawing/2014/main" id="{BC7BB400-0474-421B-B1C4-D9D83F8D7025}"/>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4">
              <a:extLst>
                <a:ext uri="{FF2B5EF4-FFF2-40B4-BE49-F238E27FC236}">
                  <a16:creationId xmlns:a16="http://schemas.microsoft.com/office/drawing/2014/main" id="{5D84FBCC-8195-429D-ADA2-ADF26D0822E2}"/>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5">
              <a:extLst>
                <a:ext uri="{FF2B5EF4-FFF2-40B4-BE49-F238E27FC236}">
                  <a16:creationId xmlns:a16="http://schemas.microsoft.com/office/drawing/2014/main" id="{655825D0-671B-44EC-90C5-7913A4E7BAB9}"/>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Legend1">
              <a:extLst>
                <a:ext uri="{FF2B5EF4-FFF2-40B4-BE49-F238E27FC236}">
                  <a16:creationId xmlns:a16="http://schemas.microsoft.com/office/drawing/2014/main" id="{CD018A8B-4FD0-4C99-AA47-D684D1049136}"/>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2" name="Legend2">
              <a:extLst>
                <a:ext uri="{FF2B5EF4-FFF2-40B4-BE49-F238E27FC236}">
                  <a16:creationId xmlns:a16="http://schemas.microsoft.com/office/drawing/2014/main" id="{24E194E3-38A9-4A3A-AEBA-D1DCF1935051}"/>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3" name="Legend3">
              <a:extLst>
                <a:ext uri="{FF2B5EF4-FFF2-40B4-BE49-F238E27FC236}">
                  <a16:creationId xmlns:a16="http://schemas.microsoft.com/office/drawing/2014/main" id="{DCCF084D-A8B2-46B3-BE03-CFDA8E58B2B9}"/>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4">
              <a:extLst>
                <a:ext uri="{FF2B5EF4-FFF2-40B4-BE49-F238E27FC236}">
                  <a16:creationId xmlns:a16="http://schemas.microsoft.com/office/drawing/2014/main" id="{0E49468C-EFEE-4C9A-BECB-CC10BE34BF4B}"/>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5">
              <a:extLst>
                <a:ext uri="{FF2B5EF4-FFF2-40B4-BE49-F238E27FC236}">
                  <a16:creationId xmlns:a16="http://schemas.microsoft.com/office/drawing/2014/main" id="{443480AB-89E7-497E-A131-91869590BDB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78CA310D-6D76-F64D-43BD-A9F8058D0B83}"/>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5EB4C1BD-D02B-BD12-5727-6F58C39BD4CB}"/>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760D5CA7-F2EA-45CF-81C8-C3EDA5FA395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EB43A491-1FC0-C08D-DC0F-9312F78D3BB5}"/>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41DC0170-C64F-96F4-DD57-F6BBE781B8CA}"/>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7E1C2B9C-8B0A-AC6B-B386-E28E8F253128}"/>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C1E862B0-BA6B-93BC-31CC-9EDF1CA824BB}"/>
                </a:ext>
              </a:extLst>
            </p:cNvPr>
            <p:cNvGrpSpPr>
              <a:grpSpLocks noChangeAspect="1"/>
            </p:cNvGrpSpPr>
            <p:nvPr>
              <p:custDataLst>
                <p:tags r:id="rId25"/>
              </p:custDataLst>
            </p:nvPr>
          </p:nvGrpSpPr>
          <p:grpSpPr>
            <a:xfrm>
              <a:off x="7723680" y="1702457"/>
              <a:ext cx="228600" cy="228600"/>
              <a:chOff x="762000" y="1270000"/>
              <a:chExt cx="254000" cy="254000"/>
            </a:xfrm>
          </p:grpSpPr>
          <p:sp>
            <p:nvSpPr>
              <p:cNvPr id="23" name="Oval 22">
                <a:extLst>
                  <a:ext uri="{FF2B5EF4-FFF2-40B4-BE49-F238E27FC236}">
                    <a16:creationId xmlns:a16="http://schemas.microsoft.com/office/drawing/2014/main" id="{34A84F48-2944-98CC-156D-EC5FA62990B9}"/>
                  </a:ext>
                </a:extLst>
              </p:cNvPr>
              <p:cNvSpPr/>
              <p:nvPr>
                <p:custDataLst>
                  <p:tags r:id="rId38"/>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4" name="Arc 23" hidden="1">
                <a:extLst>
                  <a:ext uri="{FF2B5EF4-FFF2-40B4-BE49-F238E27FC236}">
                    <a16:creationId xmlns:a16="http://schemas.microsoft.com/office/drawing/2014/main" id="{49AE9D7C-3BC5-C5DD-0AFA-71D915D9D8D1}"/>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3623EFE0-7A55-35A0-763D-A7CCEABC5767}"/>
                </a:ext>
              </a:extLst>
            </p:cNvPr>
            <p:cNvGrpSpPr>
              <a:grpSpLocks noChangeAspect="1"/>
            </p:cNvGrpSpPr>
            <p:nvPr>
              <p:custDataLst>
                <p:tags r:id="rId26"/>
              </p:custDataLst>
            </p:nvPr>
          </p:nvGrpSpPr>
          <p:grpSpPr>
            <a:xfrm>
              <a:off x="7723680" y="2078270"/>
              <a:ext cx="228600" cy="228600"/>
              <a:chOff x="762000" y="1270000"/>
              <a:chExt cx="254000" cy="254000"/>
            </a:xfrm>
          </p:grpSpPr>
          <p:sp>
            <p:nvSpPr>
              <p:cNvPr id="21" name="Oval 20">
                <a:extLst>
                  <a:ext uri="{FF2B5EF4-FFF2-40B4-BE49-F238E27FC236}">
                    <a16:creationId xmlns:a16="http://schemas.microsoft.com/office/drawing/2014/main" id="{FA3B4311-025C-426B-9E06-BDDA476EF4AE}"/>
                  </a:ext>
                </a:extLst>
              </p:cNvPr>
              <p:cNvSpPr/>
              <p:nvPr>
                <p:custDataLst>
                  <p:tags r:id="rId36"/>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2" name="Arc 21">
                <a:extLst>
                  <a:ext uri="{FF2B5EF4-FFF2-40B4-BE49-F238E27FC236}">
                    <a16:creationId xmlns:a16="http://schemas.microsoft.com/office/drawing/2014/main" id="{9ABB8959-417A-20E2-3BFB-820D653F8B1E}"/>
                  </a:ext>
                </a:extLst>
              </p:cNvPr>
              <p:cNvSpPr/>
              <p:nvPr>
                <p:custDataLst>
                  <p:tags r:id="rId37"/>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7A7E4CBF-9B94-C8D7-EF8F-9662FD33055A}"/>
                </a:ext>
              </a:extLst>
            </p:cNvPr>
            <p:cNvGrpSpPr>
              <a:grpSpLocks noChangeAspect="1"/>
            </p:cNvGrpSpPr>
            <p:nvPr>
              <p:custDataLst>
                <p:tags r:id="rId27"/>
              </p:custDataLst>
            </p:nvPr>
          </p:nvGrpSpPr>
          <p:grpSpPr>
            <a:xfrm>
              <a:off x="7723680" y="2454085"/>
              <a:ext cx="228600" cy="228600"/>
              <a:chOff x="762000" y="1270000"/>
              <a:chExt cx="254000" cy="254000"/>
            </a:xfrm>
          </p:grpSpPr>
          <p:sp>
            <p:nvSpPr>
              <p:cNvPr id="19" name="Oval 18">
                <a:extLst>
                  <a:ext uri="{FF2B5EF4-FFF2-40B4-BE49-F238E27FC236}">
                    <a16:creationId xmlns:a16="http://schemas.microsoft.com/office/drawing/2014/main" id="{25A66490-5468-AC46-5ED5-E8212992AFCC}"/>
                  </a:ext>
                </a:extLst>
              </p:cNvPr>
              <p:cNvSpPr/>
              <p:nvPr>
                <p:custDataLst>
                  <p:tags r:id="rId34"/>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0" name="Arc 19">
                <a:extLst>
                  <a:ext uri="{FF2B5EF4-FFF2-40B4-BE49-F238E27FC236}">
                    <a16:creationId xmlns:a16="http://schemas.microsoft.com/office/drawing/2014/main" id="{2164DC02-AF00-DEB2-344B-46D05BDC2865}"/>
                  </a:ext>
                </a:extLst>
              </p:cNvPr>
              <p:cNvSpPr/>
              <p:nvPr>
                <p:custDataLst>
                  <p:tags r:id="rId35"/>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37ACCC41-9C6B-7C20-5C62-B34B467FA718}"/>
                </a:ext>
              </a:extLst>
            </p:cNvPr>
            <p:cNvGrpSpPr>
              <a:grpSpLocks noChangeAspect="1"/>
            </p:cNvGrpSpPr>
            <p:nvPr>
              <p:custDataLst>
                <p:tags r:id="rId28"/>
              </p:custDataLst>
            </p:nvPr>
          </p:nvGrpSpPr>
          <p:grpSpPr>
            <a:xfrm>
              <a:off x="7723680" y="2829900"/>
              <a:ext cx="228600" cy="228600"/>
              <a:chOff x="762000" y="1270000"/>
              <a:chExt cx="254000" cy="254000"/>
            </a:xfrm>
          </p:grpSpPr>
          <p:sp>
            <p:nvSpPr>
              <p:cNvPr id="17" name="Oval 16">
                <a:extLst>
                  <a:ext uri="{FF2B5EF4-FFF2-40B4-BE49-F238E27FC236}">
                    <a16:creationId xmlns:a16="http://schemas.microsoft.com/office/drawing/2014/main" id="{14731651-049D-FD74-10A9-3B77CDA9C266}"/>
                  </a:ext>
                </a:extLst>
              </p:cNvPr>
              <p:cNvSpPr/>
              <p:nvPr>
                <p:custDataLst>
                  <p:tags r:id="rId32"/>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8" name="Arc 17">
                <a:extLst>
                  <a:ext uri="{FF2B5EF4-FFF2-40B4-BE49-F238E27FC236}">
                    <a16:creationId xmlns:a16="http://schemas.microsoft.com/office/drawing/2014/main" id="{5AADA01A-6C4E-7E32-6930-9C7BE1CCCDFC}"/>
                  </a:ext>
                </a:extLst>
              </p:cNvPr>
              <p:cNvSpPr/>
              <p:nvPr>
                <p:custDataLst>
                  <p:tags r:id="rId33"/>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E9C1FE7B-027B-2A18-4D77-A6B6DC1EDC9F}"/>
                </a:ext>
              </a:extLst>
            </p:cNvPr>
            <p:cNvGrpSpPr>
              <a:grpSpLocks noChangeAspect="1"/>
            </p:cNvGrpSpPr>
            <p:nvPr>
              <p:custDataLst>
                <p:tags r:id="rId29"/>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25520F20-D7D9-7F64-BF4E-B26721F00ED8}"/>
                  </a:ext>
                </a:extLst>
              </p:cNvPr>
              <p:cNvSpPr/>
              <p:nvPr>
                <p:custDataLst>
                  <p:tags r:id="rId30"/>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6" name="Arc 15">
                <a:extLst>
                  <a:ext uri="{FF2B5EF4-FFF2-40B4-BE49-F238E27FC236}">
                    <a16:creationId xmlns:a16="http://schemas.microsoft.com/office/drawing/2014/main" id="{1AC3D5E5-FFBA-7695-4382-807739B76632}"/>
                  </a:ext>
                </a:extLst>
              </p:cNvPr>
              <p:cNvSpPr/>
              <p:nvPr>
                <p:custDataLst>
                  <p:tags r:id="rId31"/>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7" name="Sticker" hidden="1">
            <a:extLst>
              <a:ext uri="{FF2B5EF4-FFF2-40B4-BE49-F238E27FC236}">
                <a16:creationId xmlns:a16="http://schemas.microsoft.com/office/drawing/2014/main" id="{174FA759-1A16-45E2-B8DB-6AC61DFC92D4}"/>
              </a:ext>
            </a:extLst>
          </p:cNvPr>
          <p:cNvGrpSpPr>
            <a:grpSpLocks noChangeAspect="1"/>
          </p:cNvGrpSpPr>
          <p:nvPr userDrawn="1"/>
        </p:nvGrpSpPr>
        <p:grpSpPr bwMode="gray">
          <a:xfrm>
            <a:off x="559460" y="1289273"/>
            <a:ext cx="428337" cy="156997"/>
            <a:chOff x="8456447" y="272180"/>
            <a:chExt cx="322188" cy="156966"/>
          </a:xfrm>
        </p:grpSpPr>
        <p:sp>
          <p:nvSpPr>
            <p:cNvPr id="168" name="StickerRectangle">
              <a:extLst>
                <a:ext uri="{FF2B5EF4-FFF2-40B4-BE49-F238E27FC236}">
                  <a16:creationId xmlns:a16="http://schemas.microsoft.com/office/drawing/2014/main" id="{99FB5892-A9FF-4D0E-8661-19A39D5E096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69" name="StickerUnderline">
              <a:extLst>
                <a:ext uri="{FF2B5EF4-FFF2-40B4-BE49-F238E27FC236}">
                  <a16:creationId xmlns:a16="http://schemas.microsoft.com/office/drawing/2014/main" id="{B821CB31-49E5-49E7-966F-3C5449557168}"/>
                </a:ext>
              </a:extLst>
            </p:cNvPr>
            <p:cNvCxnSpPr>
              <a:cxnSpLocks noChangeShapeType="1"/>
              <a:stCxn id="168" idx="4"/>
              <a:endCxn id="168"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44" name="LegendLines" hidden="1">
            <a:extLst>
              <a:ext uri="{FF2B5EF4-FFF2-40B4-BE49-F238E27FC236}">
                <a16:creationId xmlns:a16="http://schemas.microsoft.com/office/drawing/2014/main" id="{96520A0D-E8D0-48B5-8162-BA1976A5C3E1}"/>
              </a:ext>
            </a:extLst>
          </p:cNvPr>
          <p:cNvGrpSpPr/>
          <p:nvPr userDrawn="1"/>
        </p:nvGrpSpPr>
        <p:grpSpPr>
          <a:xfrm>
            <a:off x="10440000" y="3243600"/>
            <a:ext cx="1269335" cy="958286"/>
            <a:chOff x="4372690" y="3739101"/>
            <a:chExt cx="1269335" cy="958286"/>
          </a:xfrm>
        </p:grpSpPr>
        <p:sp>
          <p:nvSpPr>
            <p:cNvPr id="170" name="Legend1">
              <a:extLst>
                <a:ext uri="{FF2B5EF4-FFF2-40B4-BE49-F238E27FC236}">
                  <a16:creationId xmlns:a16="http://schemas.microsoft.com/office/drawing/2014/main" id="{D5E27233-7661-43E0-8C1B-859EBE562598}"/>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1" name="Legend2">
              <a:extLst>
                <a:ext uri="{FF2B5EF4-FFF2-40B4-BE49-F238E27FC236}">
                  <a16:creationId xmlns:a16="http://schemas.microsoft.com/office/drawing/2014/main" id="{215BA769-FC3A-4971-81E8-16C8E7138029}"/>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2" name="Legend3">
              <a:extLst>
                <a:ext uri="{FF2B5EF4-FFF2-40B4-BE49-F238E27FC236}">
                  <a16:creationId xmlns:a16="http://schemas.microsoft.com/office/drawing/2014/main" id="{75880242-A8D7-441D-805E-B817DF5CA854}"/>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3" name="LineLegend3">
              <a:extLst>
                <a:ext uri="{FF2B5EF4-FFF2-40B4-BE49-F238E27FC236}">
                  <a16:creationId xmlns:a16="http://schemas.microsoft.com/office/drawing/2014/main" id="{5C3089E9-5649-4103-BA5F-72175F24BEF8}"/>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4" name="LineLegend2">
              <a:extLst>
                <a:ext uri="{FF2B5EF4-FFF2-40B4-BE49-F238E27FC236}">
                  <a16:creationId xmlns:a16="http://schemas.microsoft.com/office/drawing/2014/main" id="{70A7CFCE-D526-433E-9FBC-6DEF2F5E9EB4}"/>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5" name="LineLegend1">
              <a:extLst>
                <a:ext uri="{FF2B5EF4-FFF2-40B4-BE49-F238E27FC236}">
                  <a16:creationId xmlns:a16="http://schemas.microsoft.com/office/drawing/2014/main" id="{4AD9EC0A-8F45-49FA-BB0F-195682A6F6BE}"/>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3386525249"/>
      </p:ext>
    </p:extLst>
  </p:cSld>
  <p:clrMap bg1="lt1" tx1="dk1" bg2="lt2" tx2="dk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70" r:id="rId5"/>
    <p:sldLayoutId id="2147483871"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80" r:id="rId15"/>
    <p:sldLayoutId id="2147483877" r:id="rId16"/>
    <p:sldLayoutId id="2147483899" r:id="rId17"/>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Clr>
          <a:schemeClr val="tx1"/>
        </a:buClr>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6pPr>
      <a:lvl7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7pPr>
      <a:lvl8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8pPr>
      <a:lvl9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261.xml"/><Relationship Id="rId2" Type="http://schemas.openxmlformats.org/officeDocument/2006/relationships/tags" Target="../tags/tag262.xml"/><Relationship Id="rId3" Type="http://schemas.openxmlformats.org/officeDocument/2006/relationships/tags" Target="../tags/tag263.xml"/><Relationship Id="rId4" Type="http://schemas.openxmlformats.org/officeDocument/2006/relationships/tags" Target="../tags/tag264.xml"/><Relationship Id="rId5" Type="http://schemas.openxmlformats.org/officeDocument/2006/relationships/tags" Target="../tags/tag265.xml"/><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oleObject" Target="../embeddings/oleObject25.bin"/><Relationship Id="rId9" Type="http://schemas.openxmlformats.org/officeDocument/2006/relationships/image" Target="../media/image7.emf"/><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tags" Target="../tags/tag266.xml"/><Relationship Id="rId2" Type="http://schemas.openxmlformats.org/officeDocument/2006/relationships/tags" Target="../tags/tag267.xml"/><Relationship Id="rId3" Type="http://schemas.openxmlformats.org/officeDocument/2006/relationships/tags" Target="../tags/tag268.xml"/><Relationship Id="rId4" Type="http://schemas.openxmlformats.org/officeDocument/2006/relationships/tags" Target="../tags/tag269.xml"/><Relationship Id="rId5" Type="http://schemas.openxmlformats.org/officeDocument/2006/relationships/tags" Target="../tags/tag270.xml"/><Relationship Id="rId6" Type="http://schemas.openxmlformats.org/officeDocument/2006/relationships/tags" Target="../tags/tag271.xml"/><Relationship Id="rId7" Type="http://schemas.openxmlformats.org/officeDocument/2006/relationships/tags" Target="../tags/tag272.xml"/><Relationship Id="rId8" Type="http://schemas.openxmlformats.org/officeDocument/2006/relationships/slideLayout" Target="../slideLayouts/slideLayout2.xml"/><Relationship Id="rId9" Type="http://schemas.openxmlformats.org/officeDocument/2006/relationships/oleObject" Target="../embeddings/oleObject26.bin"/><Relationship Id="rId10" Type="http://schemas.openxmlformats.org/officeDocument/2006/relationships/image" Target="../media/image11.emf"/><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4.svg"/><Relationship Id="rId14" Type="http://schemas.openxmlformats.org/officeDocument/2006/relationships/image" Target="../media/image15.svg"/><Relationship Id="rId15"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tags" Target="../tags/tag273.xml"/><Relationship Id="rId2" Type="http://schemas.openxmlformats.org/officeDocument/2006/relationships/tags" Target="../tags/tag274.xml"/><Relationship Id="rId3" Type="http://schemas.openxmlformats.org/officeDocument/2006/relationships/tags" Target="../tags/tag275.xml"/><Relationship Id="rId4" Type="http://schemas.openxmlformats.org/officeDocument/2006/relationships/tags" Target="../tags/tag276.xml"/><Relationship Id="rId5" Type="http://schemas.openxmlformats.org/officeDocument/2006/relationships/tags" Target="../tags/tag277.xml"/><Relationship Id="rId6" Type="http://schemas.openxmlformats.org/officeDocument/2006/relationships/tags" Target="../tags/tag278.xml"/><Relationship Id="rId7" Type="http://schemas.openxmlformats.org/officeDocument/2006/relationships/tags" Target="../tags/tag279.xml"/><Relationship Id="rId8" Type="http://schemas.openxmlformats.org/officeDocument/2006/relationships/tags" Target="../tags/tag280.xml"/><Relationship Id="rId9" Type="http://schemas.openxmlformats.org/officeDocument/2006/relationships/tags" Target="../tags/tag281.xml"/><Relationship Id="rId10" Type="http://schemas.openxmlformats.org/officeDocument/2006/relationships/tags" Target="../tags/tag282.xml"/><Relationship Id="rId11" Type="http://schemas.openxmlformats.org/officeDocument/2006/relationships/tags" Target="../tags/tag283.xml"/><Relationship Id="rId12" Type="http://schemas.openxmlformats.org/officeDocument/2006/relationships/tags" Target="../tags/tag284.xml"/><Relationship Id="rId13" Type="http://schemas.openxmlformats.org/officeDocument/2006/relationships/tags" Target="../tags/tag285.xml"/><Relationship Id="rId14" Type="http://schemas.openxmlformats.org/officeDocument/2006/relationships/tags" Target="../tags/tag286.xml"/><Relationship Id="rId15" Type="http://schemas.openxmlformats.org/officeDocument/2006/relationships/tags" Target="../tags/tag287.xml"/><Relationship Id="rId16" Type="http://schemas.openxmlformats.org/officeDocument/2006/relationships/tags" Target="../tags/tag288.xml"/><Relationship Id="rId17" Type="http://schemas.openxmlformats.org/officeDocument/2006/relationships/tags" Target="../tags/tag289.xml"/><Relationship Id="rId18" Type="http://schemas.openxmlformats.org/officeDocument/2006/relationships/tags" Target="../tags/tag290.xml"/><Relationship Id="rId19" Type="http://schemas.openxmlformats.org/officeDocument/2006/relationships/slideLayout" Target="../slideLayouts/slideLayout2.xml"/><Relationship Id="rId20" Type="http://schemas.openxmlformats.org/officeDocument/2006/relationships/oleObject" Target="../embeddings/oleObject27.bin"/><Relationship Id="rId21" Type="http://schemas.openxmlformats.org/officeDocument/2006/relationships/image" Target="../media/image11.emf"/></Relationships>
</file>

<file path=ppt/slides/_rels/slide4.xml.rels><?xml version='1.0' encoding='UTF-8' standalone='yes'?>
<Relationships xmlns="http://schemas.openxmlformats.org/package/2006/relationships"><Relationship Id="rId1" Type="http://schemas.openxmlformats.org/officeDocument/2006/relationships/tags" Target="../tags/tag291.xml"/><Relationship Id="rId2" Type="http://schemas.openxmlformats.org/officeDocument/2006/relationships/tags" Target="../tags/tag292.xml"/><Relationship Id="rId3" Type="http://schemas.openxmlformats.org/officeDocument/2006/relationships/tags" Target="../tags/tag293.xml"/><Relationship Id="rId4" Type="http://schemas.openxmlformats.org/officeDocument/2006/relationships/tags" Target="../tags/tag294.xml"/><Relationship Id="rId5" Type="http://schemas.openxmlformats.org/officeDocument/2006/relationships/tags" Target="../tags/tag295.xml"/><Relationship Id="rId6" Type="http://schemas.openxmlformats.org/officeDocument/2006/relationships/tags" Target="../tags/tag296.xml"/><Relationship Id="rId7" Type="http://schemas.openxmlformats.org/officeDocument/2006/relationships/slideLayout" Target="../slideLayouts/slideLayout8.xml"/><Relationship Id="rId8" Type="http://schemas.openxmlformats.org/officeDocument/2006/relationships/oleObject" Target="../embeddings/oleObject28.bin"/><Relationship Id="rId9" Type="http://schemas.openxmlformats.org/officeDocument/2006/relationships/image" Target="../media/image9.emf"/></Relationships>
</file>

<file path=ppt/slides/_rels/slide5.xml.rels><?xml version='1.0' encoding='UTF-8' standalone='yes'?>
<Relationships xmlns="http://schemas.openxmlformats.org/package/2006/relationships"><Relationship Id="rId1" Type="http://schemas.openxmlformats.org/officeDocument/2006/relationships/tags" Target="../tags/tag297.xml"/><Relationship Id="rId2" Type="http://schemas.openxmlformats.org/officeDocument/2006/relationships/tags" Target="../tags/tag298.xml"/><Relationship Id="rId3" Type="http://schemas.openxmlformats.org/officeDocument/2006/relationships/tags" Target="../tags/tag299.xml"/><Relationship Id="rId4" Type="http://schemas.openxmlformats.org/officeDocument/2006/relationships/tags" Target="../tags/tag300.xml"/><Relationship Id="rId5" Type="http://schemas.openxmlformats.org/officeDocument/2006/relationships/tags" Target="../tags/tag301.xml"/><Relationship Id="rId6" Type="http://schemas.openxmlformats.org/officeDocument/2006/relationships/tags" Target="../tags/tag302.xml"/><Relationship Id="rId7" Type="http://schemas.openxmlformats.org/officeDocument/2006/relationships/tags" Target="../tags/tag303.xml"/><Relationship Id="rId8" Type="http://schemas.openxmlformats.org/officeDocument/2006/relationships/tags" Target="../tags/tag304.xml"/><Relationship Id="rId9" Type="http://schemas.openxmlformats.org/officeDocument/2006/relationships/tags" Target="../tags/tag305.xml"/><Relationship Id="rId10" Type="http://schemas.openxmlformats.org/officeDocument/2006/relationships/tags" Target="../tags/tag306.xml"/><Relationship Id="rId11" Type="http://schemas.openxmlformats.org/officeDocument/2006/relationships/tags" Target="../tags/tag307.xml"/><Relationship Id="rId12" Type="http://schemas.openxmlformats.org/officeDocument/2006/relationships/tags" Target="../tags/tag308.xml"/><Relationship Id="rId13" Type="http://schemas.openxmlformats.org/officeDocument/2006/relationships/tags" Target="../tags/tag309.xml"/><Relationship Id="rId14" Type="http://schemas.openxmlformats.org/officeDocument/2006/relationships/tags" Target="../tags/tag310.xml"/><Relationship Id="rId15" Type="http://schemas.openxmlformats.org/officeDocument/2006/relationships/tags" Target="../tags/tag311.xml"/><Relationship Id="rId16" Type="http://schemas.openxmlformats.org/officeDocument/2006/relationships/tags" Target="../tags/tag312.xml"/><Relationship Id="rId17" Type="http://schemas.openxmlformats.org/officeDocument/2006/relationships/slideLayout" Target="../slideLayouts/slideLayout2.xml"/><Relationship Id="rId18" Type="http://schemas.openxmlformats.org/officeDocument/2006/relationships/oleObject" Target="../embeddings/oleObject29.bin"/><Relationship Id="rId19" Type="http://schemas.openxmlformats.org/officeDocument/2006/relationships/image" Target="../media/image9.emf"/><Relationship Id="rId20" Type="http://schemas.openxmlformats.org/officeDocument/2006/relationships/image" Target="../media/image13.svg"/><Relationship Id="rId21" Type="http://schemas.openxmlformats.org/officeDocument/2006/relationships/image" Target="../media/image17.svg"/><Relationship Id="rId22" Type="http://schemas.openxmlformats.org/officeDocument/2006/relationships/image" Target="../media/image18.svg"/><Relationship Id="rId23" Type="http://schemas.openxmlformats.org/officeDocument/2006/relationships/image" Target="../media/image19.svg"/><Relationship Id="rId24" Type="http://schemas.openxmlformats.org/officeDocument/2006/relationships/image" Target="../media/image20.svg"/></Relationships>
</file>

<file path=ppt/slides/_rels/slide6.xml.rels><?xml version='1.0' encoding='UTF-8' standalone='yes'?>
<Relationships xmlns="http://schemas.openxmlformats.org/package/2006/relationships"><Relationship Id="rId1" Type="http://schemas.openxmlformats.org/officeDocument/2006/relationships/tags" Target="../tags/tag313.xml"/><Relationship Id="rId2" Type="http://schemas.openxmlformats.org/officeDocument/2006/relationships/tags" Target="../tags/tag314.xml"/><Relationship Id="rId3" Type="http://schemas.openxmlformats.org/officeDocument/2006/relationships/tags" Target="../tags/tag315.xml"/><Relationship Id="rId4" Type="http://schemas.openxmlformats.org/officeDocument/2006/relationships/tags" Target="../tags/tag316.xml"/><Relationship Id="rId5" Type="http://schemas.openxmlformats.org/officeDocument/2006/relationships/tags" Target="../tags/tag317.xml"/><Relationship Id="rId6" Type="http://schemas.openxmlformats.org/officeDocument/2006/relationships/slideLayout" Target="../slideLayouts/slideLayout2.xml"/><Relationship Id="rId7" Type="http://schemas.openxmlformats.org/officeDocument/2006/relationships/oleObject" Target="../embeddings/oleObject30.bin"/><Relationship Id="rId8" Type="http://schemas.openxmlformats.org/officeDocument/2006/relationships/image" Target="../media/image11.emf"/><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tags" Target="../tags/tag318.xml"/><Relationship Id="rId2" Type="http://schemas.openxmlformats.org/officeDocument/2006/relationships/tags" Target="../tags/tag319.xml"/><Relationship Id="rId3" Type="http://schemas.openxmlformats.org/officeDocument/2006/relationships/tags" Target="../tags/tag320.xml"/><Relationship Id="rId4" Type="http://schemas.openxmlformats.org/officeDocument/2006/relationships/tags" Target="../tags/tag321.xml"/><Relationship Id="rId5" Type="http://schemas.openxmlformats.org/officeDocument/2006/relationships/slideLayout" Target="../slideLayouts/slideLayout2.xml"/><Relationship Id="rId6" Type="http://schemas.openxmlformats.org/officeDocument/2006/relationships/oleObject" Target="../embeddings/oleObject31.bin"/><Relationship Id="rId7" Type="http://schemas.openxmlformats.org/officeDocument/2006/relationships/image" Target="../media/image24.emf"/></Relationships>
</file>

<file path=ppt/slides/_rels/slide8.xml.rels><?xml version='1.0' encoding='UTF-8' standalone='yes'?>
<Relationships xmlns="http://schemas.openxmlformats.org/package/2006/relationships"><Relationship Id="rId1" Type="http://schemas.openxmlformats.org/officeDocument/2006/relationships/tags" Target="../tags/tag322.xml"/><Relationship Id="rId2" Type="http://schemas.openxmlformats.org/officeDocument/2006/relationships/tags" Target="../tags/tag323.xml"/><Relationship Id="rId3" Type="http://schemas.openxmlformats.org/officeDocument/2006/relationships/tags" Target="../tags/tag324.xml"/><Relationship Id="rId4" Type="http://schemas.openxmlformats.org/officeDocument/2006/relationships/tags" Target="../tags/tag325.xml"/><Relationship Id="rId5" Type="http://schemas.openxmlformats.org/officeDocument/2006/relationships/tags" Target="../tags/tag326.xml"/><Relationship Id="rId6" Type="http://schemas.openxmlformats.org/officeDocument/2006/relationships/tags" Target="../tags/tag327.xml"/><Relationship Id="rId7" Type="http://schemas.openxmlformats.org/officeDocument/2006/relationships/tags" Target="../tags/tag328.xml"/><Relationship Id="rId8" Type="http://schemas.openxmlformats.org/officeDocument/2006/relationships/tags" Target="../tags/tag329.xml"/><Relationship Id="rId9" Type="http://schemas.openxmlformats.org/officeDocument/2006/relationships/tags" Target="../tags/tag330.xml"/><Relationship Id="rId10" Type="http://schemas.openxmlformats.org/officeDocument/2006/relationships/tags" Target="../tags/tag331.xml"/><Relationship Id="rId11" Type="http://schemas.openxmlformats.org/officeDocument/2006/relationships/tags" Target="../tags/tag332.xml"/><Relationship Id="rId12" Type="http://schemas.openxmlformats.org/officeDocument/2006/relationships/tags" Target="../tags/tag333.xml"/><Relationship Id="rId13" Type="http://schemas.openxmlformats.org/officeDocument/2006/relationships/tags" Target="../tags/tag334.xml"/><Relationship Id="rId14" Type="http://schemas.openxmlformats.org/officeDocument/2006/relationships/tags" Target="../tags/tag335.xml"/><Relationship Id="rId15" Type="http://schemas.openxmlformats.org/officeDocument/2006/relationships/tags" Target="../tags/tag336.xml"/><Relationship Id="rId16" Type="http://schemas.openxmlformats.org/officeDocument/2006/relationships/tags" Target="../tags/tag337.xml"/><Relationship Id="rId17" Type="http://schemas.openxmlformats.org/officeDocument/2006/relationships/tags" Target="../tags/tag338.xml"/><Relationship Id="rId18" Type="http://schemas.openxmlformats.org/officeDocument/2006/relationships/tags" Target="../tags/tag339.xml"/><Relationship Id="rId19" Type="http://schemas.openxmlformats.org/officeDocument/2006/relationships/tags" Target="../tags/tag340.xml"/><Relationship Id="rId20" Type="http://schemas.openxmlformats.org/officeDocument/2006/relationships/tags" Target="../tags/tag341.xml"/><Relationship Id="rId21" Type="http://schemas.openxmlformats.org/officeDocument/2006/relationships/slideLayout" Target="../slideLayouts/slideLayout2.xml"/><Relationship Id="rId22" Type="http://schemas.openxmlformats.org/officeDocument/2006/relationships/notesSlide" Target="../notesSlides/notesSlide2.xml"/><Relationship Id="rId23" Type="http://schemas.openxmlformats.org/officeDocument/2006/relationships/oleObject" Target="../embeddings/oleObject32.bin"/><Relationship Id="rId24" Type="http://schemas.openxmlformats.org/officeDocument/2006/relationships/image" Target="../media/image6.emf"/><Relationship Id="rId25" Type="http://schemas.openxmlformats.org/officeDocument/2006/relationships/image" Target="../media/image2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8" hidden="1">
            <a:extLst>
              <a:ext uri="{FF2B5EF4-FFF2-40B4-BE49-F238E27FC236}">
                <a16:creationId xmlns:a16="http://schemas.microsoft.com/office/drawing/2014/main" id="{DFC82A3A-0A2D-4C91-9164-E53833C359F6}"/>
              </a:ext>
            </a:extLst>
          </p:cNvPr>
          <p:cNvGraphicFramePr>
            <a:graphicFrameLocks noChangeAspect="1"/>
          </p:cNvGraphicFramePr>
          <p:nvPr>
            <p:custDataLst>
              <p:tags r:id="rId1"/>
            </p:custDataLst>
            <p:extLst>
              <p:ext uri="{D42A27DB-BD31-4B8C-83A1-F6EECF244321}">
                <p14:modId xmlns:p14="http://schemas.microsoft.com/office/powerpoint/2010/main" val="30240798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72" imgH="588" progId="TCLayout.ActiveDocument.1">
                  <p:embed/>
                </p:oleObj>
              </mc:Choice>
              <mc:Fallback>
                <p:oleObj name="think-cell Slide" r:id="rId8" imgW="572" imgH="588" progId="TCLayout.ActiveDocument.1">
                  <p:embed/>
                  <p:pic>
                    <p:nvPicPr>
                      <p:cNvPr id="3" name="Object 8" hidden="1">
                        <a:extLst>
                          <a:ext uri="{FF2B5EF4-FFF2-40B4-BE49-F238E27FC236}">
                            <a16:creationId xmlns:a16="http://schemas.microsoft.com/office/drawing/2014/main" id="{DFC82A3A-0A2D-4C91-9164-E53833C359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Background" hidden="1">
            <a:extLst>
              <a:ext uri="{FF2B5EF4-FFF2-40B4-BE49-F238E27FC236}">
                <a16:creationId xmlns:a16="http://schemas.microsoft.com/office/drawing/2014/main" id="{108DE052-9238-470A-B7A3-D8EB461E3CEB}"/>
              </a:ext>
            </a:extLst>
          </p:cNvPr>
          <p:cNvSpPr/>
          <p:nvPr>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4400" b="1" err="1">
              <a:solidFill>
                <a:schemeClr val="bg1"/>
              </a:solidFill>
              <a:latin typeface="Georgia" panose="02040502050405020303" pitchFamily="18" charset="0"/>
              <a:ea typeface="+mj-ea"/>
              <a:cs typeface="+mj-cs"/>
              <a:sym typeface="Georgia" panose="02040502050405020303" pitchFamily="18" charset="0"/>
            </a:endParaRPr>
          </a:p>
        </p:txBody>
      </p:sp>
      <p:sp>
        <p:nvSpPr>
          <p:cNvPr id="14" name="Documenttype">
            <a:extLst>
              <a:ext uri="{FF2B5EF4-FFF2-40B4-BE49-F238E27FC236}">
                <a16:creationId xmlns:a16="http://schemas.microsoft.com/office/drawing/2014/main" id="{7835DA42-CBF3-4299-9CD7-2662B8C52E8E}"/>
              </a:ext>
            </a:extLst>
          </p:cNvPr>
          <p:cNvSpPr>
            <a:spLocks noGrp="1"/>
          </p:cNvSpPr>
          <p:nvPr>
            <p:ph type="body" sz="quarter" idx="13"/>
            <p:custDataLst>
              <p:tags r:id="rId3"/>
            </p:custDataLst>
          </p:nvPr>
        </p:nvSpPr>
        <p:spPr/>
        <p:txBody>
          <a:bodyPr/>
          <a:lstStyle/>
          <a:p>
            <a:r>
              <a:rPr lang="en-US" dirty="0"/>
              <a:t>July 22, 2026</a:t>
            </a:r>
          </a:p>
        </p:txBody>
      </p:sp>
      <p:sp>
        <p:nvSpPr>
          <p:cNvPr id="13" name="Subtitle">
            <a:extLst>
              <a:ext uri="{FF2B5EF4-FFF2-40B4-BE49-F238E27FC236}">
                <a16:creationId xmlns:a16="http://schemas.microsoft.com/office/drawing/2014/main" id="{507EE703-C870-469C-8AF6-3299EC835F50}"/>
              </a:ext>
            </a:extLst>
          </p:cNvPr>
          <p:cNvSpPr>
            <a:spLocks noGrp="1"/>
          </p:cNvSpPr>
          <p:nvPr>
            <p:ph type="subTitle" idx="1"/>
            <p:custDataLst>
              <p:tags r:id="rId4"/>
            </p:custDataLst>
          </p:nvPr>
        </p:nvSpPr>
        <p:spPr/>
        <p:txBody>
          <a:bodyPr/>
          <a:lstStyle/>
          <a:p>
            <a:r>
              <a:rPr lang="en-US"/>
              <a:t>Discussion document</a:t>
            </a:r>
          </a:p>
        </p:txBody>
      </p:sp>
      <p:sp>
        <p:nvSpPr>
          <p:cNvPr id="4" name="Title">
            <a:extLst>
              <a:ext uri="{FF2B5EF4-FFF2-40B4-BE49-F238E27FC236}">
                <a16:creationId xmlns:a16="http://schemas.microsoft.com/office/drawing/2014/main" id="{FA5D4630-F7DD-45DE-8B28-13C4C3DDAD21}"/>
              </a:ext>
            </a:extLst>
          </p:cNvPr>
          <p:cNvSpPr>
            <a:spLocks noGrp="1"/>
          </p:cNvSpPr>
          <p:nvPr>
            <p:ph type="title"/>
            <p:custDataLst>
              <p:tags r:id="rId5"/>
            </p:custDataLst>
          </p:nvPr>
        </p:nvSpPr>
        <p:spPr/>
        <p:txBody>
          <a:bodyPr vert="horz">
            <a:normAutofit/>
          </a:bodyPr>
          <a:lstStyle/>
          <a:p>
            <a:r>
              <a:rPr lang="en-US" dirty="0"/>
              <a:t>AI domain prioritization and org blueprint </a:t>
            </a:r>
          </a:p>
        </p:txBody>
      </p:sp>
      <p:pic>
        <p:nvPicPr>
          <p:cNvPr id="26" name="Picture 2">
            <a:extLst>
              <a:ext uri="{FF2B5EF4-FFF2-40B4-BE49-F238E27FC236}">
                <a16:creationId xmlns:a16="http://schemas.microsoft.com/office/drawing/2014/main" id="{8D51E193-B1E8-2A25-BE1D-03596C9C851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1942" y="4895850"/>
            <a:ext cx="1862908" cy="493380"/>
          </a:xfrm>
          <a:prstGeom prst="rect">
            <a:avLst/>
          </a:prstGeom>
          <a:noFill/>
          <a:extLst>
            <a:ext uri="{909E8E84-426E-40DD-AFC4-6F175D3DCCD1}">
              <a14:hiddenFill xmlns:a14="http://schemas.microsoft.com/office/drawing/2010/main">
                <a:solidFill>
                  <a:srgbClr val="FFFFFF"/>
                </a:solidFill>
              </a14:hiddenFill>
            </a:ext>
          </a:extLst>
        </p:spPr>
      </p:pic>
      <p:sp>
        <p:nvSpPr>
          <p:cNvPr id="27"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3015190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28F5-1095-0135-8943-AE2E6911147B}"/>
            </a:ext>
          </a:extLst>
        </p:cNvPr>
        <p:cNvGrpSpPr/>
        <p:nvPr/>
      </p:nvGrpSpPr>
      <p:grpSpPr>
        <a:xfrm>
          <a:off x="0" y="0"/>
          <a:ext cx="0" cy="0"/>
          <a:chOff x="0" y="0"/>
          <a:chExt cx="0" cy="0"/>
        </a:xfrm>
      </p:grpSpPr>
      <p:graphicFrame>
        <p:nvGraphicFramePr>
          <p:cNvPr id="31" name="Object 2" hidden="1">
            <a:extLst>
              <a:ext uri="{FF2B5EF4-FFF2-40B4-BE49-F238E27FC236}">
                <a16:creationId xmlns:a16="http://schemas.microsoft.com/office/drawing/2014/main" id="{015E0E99-84EE-5540-B7A6-C42D47C89E70}"/>
              </a:ext>
            </a:extLst>
          </p:cNvPr>
          <p:cNvGraphicFramePr>
            <a:graphicFrameLocks noChangeAspect="1"/>
          </p:cNvGraphicFramePr>
          <p:nvPr>
            <p:custDataLst>
              <p:tags r:id="rId1"/>
            </p:custDataLst>
            <p:extLst>
              <p:ext uri="{D42A27DB-BD31-4B8C-83A1-F6EECF244321}">
                <p14:modId xmlns:p14="http://schemas.microsoft.com/office/powerpoint/2010/main" val="2123632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28" imgH="428" progId="TCLayout.ActiveDocument.1">
                  <p:embed/>
                </p:oleObj>
              </mc:Choice>
              <mc:Fallback>
                <p:oleObj name="think-cell Slide" r:id="rId9" imgW="428" imgH="428" progId="TCLayout.ActiveDocument.1">
                  <p:embed/>
                  <p:pic>
                    <p:nvPicPr>
                      <p:cNvPr id="31" name="Object 2" hidden="1">
                        <a:extLst>
                          <a:ext uri="{FF2B5EF4-FFF2-40B4-BE49-F238E27FC236}">
                            <a16:creationId xmlns:a16="http://schemas.microsoft.com/office/drawing/2014/main" id="{015E0E99-84EE-5540-B7A6-C42D47C89E7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4941565-BFF6-527C-DB0D-6F65E38AE702}"/>
              </a:ext>
            </a:extLst>
          </p:cNvPr>
          <p:cNvSpPr>
            <a:spLocks noGrp="1"/>
          </p:cNvSpPr>
          <p:nvPr>
            <p:ph type="title"/>
            <p:custDataLst>
              <p:tags r:id="rId2"/>
            </p:custDataLst>
          </p:nvPr>
        </p:nvSpPr>
        <p:spPr/>
        <p:txBody>
          <a:bodyPr vert="horz"/>
          <a:lstStyle/>
          <a:p>
            <a:r>
              <a:rPr lang="en-US" dirty="0"/>
              <a:t>TU is at an inflection point to identify </a:t>
            </a:r>
            <a:r>
              <a:rPr lang="en-US" dirty="0">
                <a:solidFill>
                  <a:srgbClr val="000000"/>
                </a:solidFill>
              </a:rPr>
              <a:t>and focus where AI creates value and build the organization to deliver it</a:t>
            </a:r>
            <a:endParaRPr b="1" dirty="0">
              <a:solidFill>
                <a:srgbClr val="000000"/>
              </a:solidFill>
            </a:endParaRPr>
          </a:p>
        </p:txBody>
      </p:sp>
      <p:sp>
        <p:nvSpPr>
          <p:cNvPr id="3" name="TextBox 2">
            <a:extLst>
              <a:ext uri="{FF2B5EF4-FFF2-40B4-BE49-F238E27FC236}">
                <a16:creationId xmlns:a16="http://schemas.microsoft.com/office/drawing/2014/main" id="{559F8C83-C6EA-1407-195E-64F51419E49B}"/>
              </a:ext>
            </a:extLst>
          </p:cNvPr>
          <p:cNvSpPr txBox="1">
            <a:spLocks/>
          </p:cNvSpPr>
          <p:nvPr/>
        </p:nvSpPr>
        <p:spPr>
          <a:xfrm>
            <a:off x="557784" y="1093088"/>
            <a:ext cx="11082528" cy="512063"/>
          </a:xfrm>
          <a:prstGeom prst="rect">
            <a:avLst/>
          </a:prstGeom>
          <a:noFill/>
        </p:spPr>
        <p:txBody>
          <a:bodyPr wrap="square" lIns="0" tIns="0" rIns="0" bIns="0" anchor="t">
            <a:noAutofit/>
          </a:bodyPr>
          <a:lstStyle/>
          <a:p>
            <a:pPr>
              <a:lnSpc>
                <a:spcPct val="108000"/>
              </a:lnSpc>
              <a:spcBef>
                <a:spcPts val="600"/>
              </a:spcBef>
              <a:spcAft>
                <a:spcPts val="300"/>
              </a:spcAft>
            </a:pPr>
            <a:r>
              <a:rPr lang="en-US" sz="1600" dirty="0">
                <a:solidFill>
                  <a:srgbClr val="000000"/>
                </a:solidFill>
              </a:rPr>
              <a:t>TU has evolved from a credit bureau, to a product company, and now to a </a:t>
            </a:r>
            <a:r>
              <a:rPr lang="en-US" sz="1600" b="1" dirty="0">
                <a:solidFill>
                  <a:srgbClr val="000000"/>
                </a:solidFill>
              </a:rPr>
              <a:t>platform organization with “thin products on thick platforms“. It has also embarked on its AI journey</a:t>
            </a:r>
            <a:r>
              <a:rPr lang="en-US" sz="1600" dirty="0">
                <a:solidFill>
                  <a:srgbClr val="000000"/>
                </a:solidFill>
              </a:rPr>
              <a:t>, albeit still early in pockets. Two </a:t>
            </a:r>
            <a:r>
              <a:rPr lang="en-US" sz="1600" dirty="0"/>
              <a:t>tracks</a:t>
            </a:r>
            <a:r>
              <a:rPr lang="en-US" sz="1600" dirty="0">
                <a:solidFill>
                  <a:srgbClr val="E33B3B"/>
                </a:solidFill>
              </a:rPr>
              <a:t> </a:t>
            </a:r>
            <a:r>
              <a:rPr lang="en-US" sz="1600" dirty="0">
                <a:solidFill>
                  <a:srgbClr val="000000"/>
                </a:solidFill>
              </a:rPr>
              <a:t>follow from here: </a:t>
            </a:r>
          </a:p>
        </p:txBody>
      </p:sp>
      <p:sp>
        <p:nvSpPr>
          <p:cNvPr id="29" name="TextBox 28">
            <a:extLst>
              <a:ext uri="{FF2B5EF4-FFF2-40B4-BE49-F238E27FC236}">
                <a16:creationId xmlns:a16="http://schemas.microsoft.com/office/drawing/2014/main" id="{860E5D85-AEDE-FFFF-D5D9-DA30DB421FBB}"/>
              </a:ext>
            </a:extLst>
          </p:cNvPr>
          <p:cNvSpPr txBox="1"/>
          <p:nvPr/>
        </p:nvSpPr>
        <p:spPr>
          <a:xfrm>
            <a:off x="612957" y="6332543"/>
            <a:ext cx="11082528" cy="261610"/>
          </a:xfrm>
          <a:prstGeom prst="rect">
            <a:avLst/>
          </a:prstGeom>
          <a:noFill/>
        </p:spPr>
        <p:txBody>
          <a:bodyPr wrap="square" lIns="0" tIns="0" rIns="0" bIns="0" anchor="t">
            <a:spAutoFit/>
          </a:bodyPr>
          <a:lstStyle/>
          <a:p>
            <a:pPr algn="l"/>
            <a:r>
              <a:rPr sz="850" b="0" i="0" dirty="0">
                <a:solidFill>
                  <a:srgbClr val="63666A"/>
                </a:solidFill>
                <a:latin typeface="Arial"/>
              </a:rPr>
              <a:t>1. </a:t>
            </a:r>
            <a:r>
              <a:rPr lang="en-US" sz="850" b="0" i="0" dirty="0">
                <a:solidFill>
                  <a:srgbClr val="63666A"/>
                </a:solidFill>
                <a:latin typeface="Arial"/>
              </a:rPr>
              <a:t>A domain is one unit of transformation (an end-to-end journey, workflow, or function reimagined as a whole, not use case by use case) that (i) holds a meaningful value pool, with material upside in revenue, cost, risk, or customer experience, and (ii) is big enough to matter and specific enough to own, with one accountable owner, a measurable baseline, and a sequenced roadmap.</a:t>
            </a:r>
            <a:endParaRPr sz="850" b="0" i="0" dirty="0">
              <a:solidFill>
                <a:srgbClr val="63666A"/>
              </a:solidFill>
              <a:latin typeface="Arial"/>
            </a:endParaRPr>
          </a:p>
        </p:txBody>
      </p:sp>
      <p:sp>
        <p:nvSpPr>
          <p:cNvPr id="105" name="TextBox 104">
            <a:extLst>
              <a:ext uri="{FF2B5EF4-FFF2-40B4-BE49-F238E27FC236}">
                <a16:creationId xmlns:a16="http://schemas.microsoft.com/office/drawing/2014/main" id="{0BD6BC06-DC88-41F1-910B-B848E5DD50F4}"/>
              </a:ext>
            </a:extLst>
          </p:cNvPr>
          <p:cNvSpPr txBox="1"/>
          <p:nvPr/>
        </p:nvSpPr>
        <p:spPr>
          <a:xfrm>
            <a:off x="832104" y="1880921"/>
            <a:ext cx="11082528" cy="1425198"/>
          </a:xfrm>
          <a:prstGeom prst="rect">
            <a:avLst/>
          </a:prstGeom>
          <a:noFill/>
        </p:spPr>
        <p:txBody>
          <a:bodyPr wrap="square" lIns="0" tIns="0" rIns="0" bIns="0" anchor="t">
            <a:spAutoFit/>
          </a:bodyPr>
          <a:lstStyle/>
          <a:p>
            <a:pPr marL="342900" indent="-342900">
              <a:lnSpc>
                <a:spcPct val="108000"/>
              </a:lnSpc>
              <a:spcBef>
                <a:spcPts val="600"/>
              </a:spcBef>
              <a:spcAft>
                <a:spcPts val="300"/>
              </a:spcAft>
              <a:buFont typeface="+mj-lt"/>
              <a:buAutoNum type="arabicPeriod"/>
            </a:pPr>
            <a:r>
              <a:rPr lang="en-US" sz="1600" b="1" dirty="0">
                <a:solidFill>
                  <a:srgbClr val="000000"/>
                </a:solidFill>
              </a:rPr>
              <a:t>Top-down identification and prioritization of key domains</a:t>
            </a:r>
            <a:r>
              <a:rPr lang="en-US" sz="1600" b="1" baseline="30000" dirty="0">
                <a:solidFill>
                  <a:srgbClr val="000000"/>
                </a:solidFill>
              </a:rPr>
              <a:t>1</a:t>
            </a:r>
            <a:r>
              <a:rPr lang="en-US" sz="1600" b="1" dirty="0">
                <a:solidFill>
                  <a:srgbClr val="000000"/>
                </a:solidFill>
              </a:rPr>
              <a:t> for AI-led reimagination</a:t>
            </a:r>
            <a:r>
              <a:rPr lang="en-US" sz="1600" dirty="0">
                <a:solidFill>
                  <a:srgbClr val="000000"/>
                </a:solidFill>
              </a:rPr>
              <a:t> that typically hold 40–50% of the enterprise value at stake. TU leadership has begun an inventory of AI initiatives; the next step is to cluster them into E2E domains and to assess, size, and prioritize where to focus</a:t>
            </a:r>
          </a:p>
          <a:p>
            <a:pPr marL="342900" indent="-342900">
              <a:lnSpc>
                <a:spcPct val="108000"/>
              </a:lnSpc>
              <a:spcBef>
                <a:spcPts val="600"/>
              </a:spcBef>
              <a:spcAft>
                <a:spcPts val="300"/>
              </a:spcAft>
              <a:buFont typeface="+mj-lt"/>
              <a:buAutoNum type="arabicPeriod"/>
            </a:pPr>
            <a:r>
              <a:rPr lang="en-US" sz="1600" b="1" dirty="0">
                <a:solidFill>
                  <a:srgbClr val="000000"/>
                </a:solidFill>
              </a:rPr>
              <a:t>Designing the organization of the future </a:t>
            </a:r>
            <a:r>
              <a:rPr lang="en-US" sz="1600" dirty="0">
                <a:solidFill>
                  <a:srgbClr val="000000"/>
                </a:solidFill>
              </a:rPr>
              <a:t>to solidify the new ways of working and keep pace with what it is becoming, a global-platforms company. </a:t>
            </a:r>
          </a:p>
        </p:txBody>
      </p:sp>
      <p:sp>
        <p:nvSpPr>
          <p:cNvPr id="106" name="TextBox 105">
            <a:extLst>
              <a:ext uri="{FF2B5EF4-FFF2-40B4-BE49-F238E27FC236}">
                <a16:creationId xmlns:a16="http://schemas.microsoft.com/office/drawing/2014/main" id="{E8CF6BE3-29A2-26B3-4313-66C66D94BB94}"/>
              </a:ext>
            </a:extLst>
          </p:cNvPr>
          <p:cNvSpPr txBox="1">
            <a:spLocks/>
          </p:cNvSpPr>
          <p:nvPr/>
        </p:nvSpPr>
        <p:spPr>
          <a:xfrm>
            <a:off x="557784" y="3566160"/>
            <a:ext cx="11082528" cy="854080"/>
          </a:xfrm>
          <a:prstGeom prst="rect">
            <a:avLst/>
          </a:prstGeom>
          <a:noFill/>
        </p:spPr>
        <p:txBody>
          <a:bodyPr wrap="square" lIns="0" tIns="0" rIns="0" bIns="0" anchor="t">
            <a:noAutofit/>
          </a:bodyPr>
          <a:lstStyle/>
          <a:p>
            <a:pPr>
              <a:spcBef>
                <a:spcPts val="600"/>
              </a:spcBef>
              <a:spcAft>
                <a:spcPts val="300"/>
              </a:spcAft>
            </a:pPr>
            <a:r>
              <a:rPr lang="en-US" sz="1600" b="1" dirty="0"/>
              <a:t>These are two mutually reinforcing tracks </a:t>
            </a:r>
            <a:r>
              <a:rPr lang="en-US" sz="1600" dirty="0"/>
              <a:t>- transform the highest value AI domains, reconfigure workforce (roles and skills) within those domains, and use this learning to continuously refine and evolve the future-ready workforce view</a:t>
            </a:r>
          </a:p>
          <a:p>
            <a:pPr>
              <a:spcBef>
                <a:spcPts val="600"/>
              </a:spcBef>
              <a:spcAft>
                <a:spcPts val="300"/>
              </a:spcAft>
            </a:pPr>
            <a:r>
              <a:rPr lang="en-US" sz="1600" b="1" dirty="0"/>
              <a:t>Today we’ll align on the questions each track must answer </a:t>
            </a:r>
            <a:r>
              <a:rPr lang="en-US" sz="1600" dirty="0"/>
              <a:t>and the journey ahead for the next quarter (~3 months)  </a:t>
            </a:r>
          </a:p>
        </p:txBody>
      </p:sp>
      <p:sp>
        <p:nvSpPr>
          <p:cNvPr id="107" name="ReviewSticky"/>
          <p:cNvSpPr/>
          <p:nvPr/>
        </p:nvSpPr>
        <p:spPr>
          <a:xfrm>
            <a:off x="9555480" y="36576"/>
            <a:ext cx="2606040" cy="7772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CHANGED: killed the five-front chips per your note; Track 2 sentence no longer says 'spans five fronts' (structure now lives on the new p3 placemat); interlock text moved up.</a:t>
            </a:r>
          </a:p>
        </p:txBody>
      </p:sp>
    </p:spTree>
    <p:extLst>
      <p:ext uri="{BB962C8B-B14F-4D97-AF65-F5344CB8AC3E}">
        <p14:creationId xmlns:p14="http://schemas.microsoft.com/office/powerpoint/2010/main" val="2966855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51A58C7-FD5D-B888-8A0F-7C280A0B8CEC}"/>
              </a:ext>
            </a:extLst>
          </p:cNvPr>
          <p:cNvGraphicFramePr>
            <a:graphicFrameLocks noChangeAspect="1"/>
          </p:cNvGraphicFramePr>
          <p:nvPr>
            <p:custDataLst>
              <p:tags r:id="rId1"/>
            </p:custDataLst>
            <p:extLst>
              <p:ext uri="{D42A27DB-BD31-4B8C-83A1-F6EECF244321}">
                <p14:modId xmlns:p14="http://schemas.microsoft.com/office/powerpoint/2010/main" val="18878900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428" imgH="428" progId="TCLayout.ActiveDocument.1">
                  <p:embed/>
                </p:oleObj>
              </mc:Choice>
              <mc:Fallback>
                <p:oleObj name="think-cell Slide" r:id="rId20" imgW="428" imgH="428" progId="TCLayout.ActiveDocument.1">
                  <p:embed/>
                  <p:pic>
                    <p:nvPicPr>
                      <p:cNvPr id="5" name="think-cell data - do not delete" hidden="1">
                        <a:extLst>
                          <a:ext uri="{FF2B5EF4-FFF2-40B4-BE49-F238E27FC236}">
                            <a16:creationId xmlns:a16="http://schemas.microsoft.com/office/drawing/2014/main" id="{851A58C7-FD5D-B888-8A0F-7C280A0B8CEC}"/>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B50F98EA-8C01-2A67-5B77-C6DF5130314C}"/>
              </a:ext>
            </a:extLst>
          </p:cNvPr>
          <p:cNvSpPr>
            <a:spLocks noGrp="1"/>
          </p:cNvSpPr>
          <p:nvPr>
            <p:ph type="title"/>
            <p:custDataLst>
              <p:tags r:id="rId2"/>
            </p:custDataLst>
          </p:nvPr>
        </p:nvSpPr>
        <p:spPr/>
        <p:txBody>
          <a:bodyPr/>
          <a:lstStyle/>
          <a:p>
            <a:r>
              <a:t>One journey, two connected tracks: prioritize the AI domains and build the organization to deliver them</a:t>
            </a:r>
            <a:endParaRPr lang="en-US"/>
          </a:p>
        </p:txBody>
      </p:sp>
      <p:sp>
        <p:nvSpPr>
          <p:cNvPr id="6" name="TextBox 5"/>
          <p:cNvSpPr txBox="1"/>
          <p:nvPr/>
        </p:nvSpPr>
        <p:spPr>
          <a:xfrm>
            <a:off x="557784" y="1298448"/>
            <a:ext cx="1417320" cy="914400"/>
          </a:xfrm>
          <a:prstGeom prst="rect">
            <a:avLst/>
          </a:prstGeom>
          <a:noFill/>
        </p:spPr>
        <p:txBody>
          <a:bodyPr wrap="square" lIns="0" rIns="0" tIns="0" bIns="0">
            <a:spAutoFit/>
          </a:bodyPr>
          <a:lstStyle/>
          <a:p>
            <a:pPr>
              <a:lnSpc>
                <a:spcPct val="100000"/>
              </a:lnSpc>
            </a:pPr>
            <a:r>
              <a:rPr sz="1200" b="1" i="0">
                <a:solidFill>
                  <a:srgbClr val="061F79"/>
                </a:solidFill>
                <a:latin typeface="Arial"/>
              </a:rPr>
              <a:t>Track 1</a:t>
            </a:r>
          </a:p>
          <a:p>
            <a:pPr>
              <a:lnSpc>
                <a:spcPct val="100000"/>
              </a:lnSpc>
            </a:pPr>
            <a:r>
              <a:rPr sz="900" b="0" i="0">
                <a:solidFill>
                  <a:srgbClr val="63666A"/>
                </a:solidFill>
                <a:latin typeface="Arial"/>
              </a:rPr>
              <a:t>AI domain prioritization and value roadmap</a:t>
            </a:r>
          </a:p>
        </p:txBody>
      </p:sp>
      <p:sp>
        <p:nvSpPr>
          <p:cNvPr id="7" name="Rounded Rectangle 6"/>
          <p:cNvSpPr/>
          <p:nvPr/>
        </p:nvSpPr>
        <p:spPr>
          <a:xfrm>
            <a:off x="2103120"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Inventory AI initiatives and ideas bottom-up; cluster into E2E domains</a:t>
            </a:r>
          </a:p>
        </p:txBody>
      </p:sp>
      <p:sp>
        <p:nvSpPr>
          <p:cNvPr id="8" name="Oval 7"/>
          <p:cNvSpPr/>
          <p:nvPr/>
        </p:nvSpPr>
        <p:spPr>
          <a:xfrm>
            <a:off x="205740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1</a:t>
            </a:r>
          </a:p>
        </p:txBody>
      </p:sp>
      <p:sp>
        <p:nvSpPr>
          <p:cNvPr id="9" name="Rounded Rectangle 8"/>
          <p:cNvSpPr/>
          <p:nvPr/>
        </p:nvSpPr>
        <p:spPr>
          <a:xfrm>
            <a:off x="3694176"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Establish detailed baselines for each domain</a:t>
            </a:r>
          </a:p>
        </p:txBody>
      </p:sp>
      <p:sp>
        <p:nvSpPr>
          <p:cNvPr id="10" name="Oval 9"/>
          <p:cNvSpPr/>
          <p:nvPr/>
        </p:nvSpPr>
        <p:spPr>
          <a:xfrm>
            <a:off x="3648456"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2</a:t>
            </a:r>
          </a:p>
        </p:txBody>
      </p:sp>
      <p:sp>
        <p:nvSpPr>
          <p:cNvPr id="11" name="Rounded Rectangle 10"/>
          <p:cNvSpPr/>
          <p:nvPr/>
        </p:nvSpPr>
        <p:spPr>
          <a:xfrm>
            <a:off x="5285232"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Align on the prioritization framework</a:t>
            </a:r>
          </a:p>
        </p:txBody>
      </p:sp>
      <p:sp>
        <p:nvSpPr>
          <p:cNvPr id="12" name="Oval 11"/>
          <p:cNvSpPr/>
          <p:nvPr/>
        </p:nvSpPr>
        <p:spPr>
          <a:xfrm>
            <a:off x="5239512"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3</a:t>
            </a:r>
          </a:p>
        </p:txBody>
      </p:sp>
      <p:sp>
        <p:nvSpPr>
          <p:cNvPr id="13" name="Rounded Rectangle 12"/>
          <p:cNvSpPr/>
          <p:nvPr/>
        </p:nvSpPr>
        <p:spPr>
          <a:xfrm>
            <a:off x="6876288"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Assess domains; prioritize 5–6 big bets</a:t>
            </a:r>
          </a:p>
        </p:txBody>
      </p:sp>
      <p:sp>
        <p:nvSpPr>
          <p:cNvPr id="14" name="Oval 13"/>
          <p:cNvSpPr/>
          <p:nvPr/>
        </p:nvSpPr>
        <p:spPr>
          <a:xfrm>
            <a:off x="6830568"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4</a:t>
            </a:r>
          </a:p>
        </p:txBody>
      </p:sp>
      <p:sp>
        <p:nvSpPr>
          <p:cNvPr id="15" name="Rounded Rectangle 14"/>
          <p:cNvSpPr/>
          <p:nvPr/>
        </p:nvSpPr>
        <p:spPr>
          <a:xfrm>
            <a:off x="8467344"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Build the value-backed roadmap: reimagine, prove, scale</a:t>
            </a:r>
          </a:p>
        </p:txBody>
      </p:sp>
      <p:sp>
        <p:nvSpPr>
          <p:cNvPr id="16" name="Oval 15"/>
          <p:cNvSpPr/>
          <p:nvPr/>
        </p:nvSpPr>
        <p:spPr>
          <a:xfrm>
            <a:off x="8421624"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5</a:t>
            </a:r>
          </a:p>
        </p:txBody>
      </p:sp>
      <p:sp>
        <p:nvSpPr>
          <p:cNvPr id="17" name="Rounded Rectangle 16"/>
          <p:cNvSpPr/>
          <p:nvPr/>
        </p:nvSpPr>
        <p:spPr>
          <a:xfrm>
            <a:off x="10058400" y="1298448"/>
            <a:ext cx="1481328" cy="96012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Develop top-down view of workforce and org shifts in priority domains</a:t>
            </a:r>
          </a:p>
        </p:txBody>
      </p:sp>
      <p:sp>
        <p:nvSpPr>
          <p:cNvPr id="18" name="Oval 17"/>
          <p:cNvSpPr/>
          <p:nvPr/>
        </p:nvSpPr>
        <p:spPr>
          <a:xfrm>
            <a:off x="1001268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6</a:t>
            </a:r>
          </a:p>
        </p:txBody>
      </p:sp>
      <p:sp>
        <p:nvSpPr>
          <p:cNvPr id="19" name="Down Arrow 18"/>
          <p:cNvSpPr/>
          <p:nvPr/>
        </p:nvSpPr>
        <p:spPr>
          <a:xfrm>
            <a:off x="10561320" y="2331720"/>
            <a:ext cx="502920" cy="685800"/>
          </a:xfrm>
          <a:prstGeom prst="downArrow">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2450592"/>
            <a:ext cx="4526280" cy="502920"/>
          </a:xfrm>
          <a:prstGeom prst="rect">
            <a:avLst/>
          </a:prstGeom>
          <a:noFill/>
        </p:spPr>
        <p:txBody>
          <a:bodyPr wrap="square" lIns="0" rIns="0" tIns="0" bIns="0">
            <a:spAutoFit/>
          </a:bodyPr>
          <a:lstStyle/>
          <a:p>
            <a:pPr>
              <a:lnSpc>
                <a:spcPct val="100000"/>
              </a:lnSpc>
            </a:pPr>
            <a:r>
              <a:rPr sz="1000" b="1" i="1">
                <a:solidFill>
                  <a:srgbClr val="061F79"/>
                </a:solidFill>
                <a:latin typeface="Arial"/>
              </a:rPr>
              <a:t>The priority domains span the bulk of TU's people (~60%), </a:t>
            </a:r>
            <a:r>
              <a:rPr sz="1000" b="0" i="1">
                <a:solidFill>
                  <a:srgbClr val="000000"/>
                </a:solidFill>
                <a:latin typeface="Arial"/>
              </a:rPr>
              <a:t>seeding a first top-down view of the future workforce</a:t>
            </a:r>
          </a:p>
        </p:txBody>
      </p:sp>
      <p:sp>
        <p:nvSpPr>
          <p:cNvPr id="21" name="TextBox 20"/>
          <p:cNvSpPr txBox="1"/>
          <p:nvPr/>
        </p:nvSpPr>
        <p:spPr>
          <a:xfrm>
            <a:off x="557784" y="3246120"/>
            <a:ext cx="1417320" cy="1097280"/>
          </a:xfrm>
          <a:prstGeom prst="rect">
            <a:avLst/>
          </a:prstGeom>
          <a:noFill/>
        </p:spPr>
        <p:txBody>
          <a:bodyPr wrap="square" lIns="0" rIns="0" tIns="0" bIns="0">
            <a:spAutoFit/>
          </a:bodyPr>
          <a:lstStyle/>
          <a:p>
            <a:pPr>
              <a:lnSpc>
                <a:spcPct val="100000"/>
              </a:lnSpc>
            </a:pPr>
            <a:r>
              <a:rPr sz="1200" b="1" i="0">
                <a:solidFill>
                  <a:srgbClr val="2251FF"/>
                </a:solidFill>
                <a:latin typeface="Arial"/>
              </a:rPr>
              <a:t>Track 2</a:t>
            </a:r>
          </a:p>
          <a:p>
            <a:pPr>
              <a:lnSpc>
                <a:spcPct val="100000"/>
              </a:lnSpc>
            </a:pPr>
            <a:r>
              <a:rPr sz="900" b="0" i="0">
                <a:solidFill>
                  <a:srgbClr val="63666A"/>
                </a:solidFill>
                <a:latin typeface="Arial"/>
              </a:rPr>
              <a:t>Organization of the future</a:t>
            </a:r>
          </a:p>
        </p:txBody>
      </p:sp>
      <p:sp>
        <p:nvSpPr>
          <p:cNvPr id="22" name="Rounded Rectangle 21"/>
          <p:cNvSpPr/>
          <p:nvPr/>
        </p:nvSpPr>
        <p:spPr>
          <a:xfrm>
            <a:off x="2103120" y="3246120"/>
            <a:ext cx="5989320" cy="1783080"/>
          </a:xfrm>
          <a:prstGeom prst="roundRect">
            <a:avLst>
              <a:gd name="adj" fmla="val 5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67712" y="3319272"/>
            <a:ext cx="3200400" cy="219456"/>
          </a:xfrm>
          <a:prstGeom prst="rect">
            <a:avLst/>
          </a:prstGeom>
          <a:noFill/>
        </p:spPr>
        <p:txBody>
          <a:bodyPr wrap="square" lIns="0" rIns="0" tIns="0" bIns="0">
            <a:spAutoFit/>
          </a:bodyPr>
          <a:lstStyle/>
          <a:p>
            <a:pPr>
              <a:lnSpc>
                <a:spcPct val="100000"/>
              </a:lnSpc>
            </a:pPr>
            <a:r>
              <a:rPr sz="1000" b="1" i="0">
                <a:solidFill>
                  <a:srgbClr val="2251FF"/>
                </a:solidFill>
                <a:latin typeface="Arial"/>
              </a:rPr>
              <a:t>ORG DESIGN</a:t>
            </a:r>
          </a:p>
        </p:txBody>
      </p:sp>
      <p:sp>
        <p:nvSpPr>
          <p:cNvPr id="24" name="Rounded Rectangle 23"/>
          <p:cNvSpPr/>
          <p:nvPr/>
        </p:nvSpPr>
        <p:spPr>
          <a:xfrm>
            <a:off x="2267712"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Org hygiene</a:t>
            </a:r>
          </a:p>
        </p:txBody>
      </p:sp>
      <p:sp>
        <p:nvSpPr>
          <p:cNvPr id="25" name="Rounded Rectangle 24"/>
          <p:cNvSpPr/>
          <p:nvPr/>
        </p:nvSpPr>
        <p:spPr>
          <a:xfrm>
            <a:off x="5175504"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Platform org of the future</a:t>
            </a:r>
          </a:p>
        </p:txBody>
      </p:sp>
      <p:sp>
        <p:nvSpPr>
          <p:cNvPr id="26" name="Rounded Rectangle 25"/>
          <p:cNvSpPr/>
          <p:nvPr/>
        </p:nvSpPr>
        <p:spPr>
          <a:xfrm>
            <a:off x="2267712"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Future-ready workforce</a:t>
            </a:r>
          </a:p>
        </p:txBody>
      </p:sp>
      <p:sp>
        <p:nvSpPr>
          <p:cNvPr id="27" name="Rounded Rectangle 26"/>
          <p:cNvSpPr/>
          <p:nvPr/>
        </p:nvSpPr>
        <p:spPr>
          <a:xfrm>
            <a:off x="5175504"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Global location strategy</a:t>
            </a:r>
          </a:p>
        </p:txBody>
      </p:sp>
      <p:sp>
        <p:nvSpPr>
          <p:cNvPr id="28" name="Plus 27"/>
          <p:cNvSpPr/>
          <p:nvPr/>
        </p:nvSpPr>
        <p:spPr>
          <a:xfrm>
            <a:off x="8183879" y="4005072"/>
            <a:ext cx="274320" cy="274320"/>
          </a:xfrm>
          <a:prstGeom prst="mathPlus">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549640" y="324612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Skills</a:t>
            </a:r>
          </a:p>
        </p:txBody>
      </p:sp>
      <p:sp>
        <p:nvSpPr>
          <p:cNvPr id="30" name="Rounded Rectangle 29"/>
          <p:cNvSpPr/>
          <p:nvPr/>
        </p:nvSpPr>
        <p:spPr>
          <a:xfrm>
            <a:off x="8549640" y="420624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Culture</a:t>
            </a:r>
          </a:p>
        </p:txBody>
      </p:sp>
      <p:sp>
        <p:nvSpPr>
          <p:cNvPr id="31" name="Right Arrow 30"/>
          <p:cNvSpPr/>
          <p:nvPr/>
        </p:nvSpPr>
        <p:spPr>
          <a:xfrm>
            <a:off x="9921240" y="3840480"/>
            <a:ext cx="384048" cy="502920"/>
          </a:xfrm>
          <a:prstGeom prst="rightArrow">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51008" y="3246120"/>
            <a:ext cx="1289304" cy="1783080"/>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pPr>
            <a:r>
              <a:rPr sz="1050" b="1" i="0">
                <a:solidFill>
                  <a:srgbClr val="FFFFFF"/>
                </a:solidFill>
                <a:latin typeface="Arial"/>
              </a:rPr>
              <a:t>Integrated org of the future</a:t>
            </a:r>
          </a:p>
        </p:txBody>
      </p:sp>
      <p:sp>
        <p:nvSpPr>
          <p:cNvPr id="33" name="TextBox 32"/>
          <p:cNvSpPr txBox="1"/>
          <p:nvPr/>
        </p:nvSpPr>
        <p:spPr>
          <a:xfrm>
            <a:off x="557784" y="5349240"/>
            <a:ext cx="11082528" cy="365760"/>
          </a:xfrm>
          <a:prstGeom prst="rect">
            <a:avLst/>
          </a:prstGeom>
          <a:noFill/>
        </p:spPr>
        <p:txBody>
          <a:bodyPr wrap="square" lIns="0" rIns="0" tIns="0" bIns="0">
            <a:spAutoFit/>
          </a:bodyPr>
          <a:lstStyle/>
          <a:p>
            <a:pPr>
              <a:lnSpc>
                <a:spcPct val="105000"/>
              </a:lnSpc>
            </a:pPr>
            <a:r>
              <a:rPr sz="950" b="1" i="0">
                <a:solidFill>
                  <a:srgbClr val="061F79"/>
                </a:solidFill>
                <a:latin typeface="Arial"/>
              </a:rPr>
              <a:t>The integrated org answer covers:  </a:t>
            </a:r>
            <a:r>
              <a:rPr sz="950" b="0" i="0">
                <a:solidFill>
                  <a:srgbClr val="000000"/>
                </a:solidFill>
                <a:latin typeface="Arial"/>
              </a:rPr>
              <a:t>the org chassis (boxes and lines)  ·  optimal spans and layers  ·  size and shape  ·  future roles and skills (e.g., product definers, product builders)  ·  global footprint and talent sourcing</a:t>
            </a:r>
          </a:p>
        </p:txBody>
      </p:sp>
      <p:sp>
        <p:nvSpPr>
          <p:cNvPr id="34" name="TextBox 33"/>
          <p:cNvSpPr txBox="1"/>
          <p:nvPr/>
        </p:nvSpPr>
        <p:spPr>
          <a:xfrm>
            <a:off x="557784" y="5897880"/>
            <a:ext cx="11082528" cy="274320"/>
          </a:xfrm>
          <a:prstGeom prst="rect">
            <a:avLst/>
          </a:prstGeom>
          <a:noFill/>
        </p:spPr>
        <p:txBody>
          <a:bodyPr wrap="square" lIns="0" rIns="0" tIns="0" bIns="0">
            <a:spAutoFit/>
          </a:bodyPr>
          <a:lstStyle/>
          <a:p>
            <a:pPr>
              <a:lnSpc>
                <a:spcPct val="100000"/>
              </a:lnSpc>
            </a:pPr>
            <a:r>
              <a:rPr sz="950" b="1" i="1">
                <a:solidFill>
                  <a:srgbClr val="63666A"/>
                </a:solidFill>
                <a:latin typeface="Arial"/>
              </a:rPr>
              <a:t>Guiding principle: </a:t>
            </a:r>
            <a:r>
              <a:rPr sz="950" b="0" i="1">
                <a:solidFill>
                  <a:srgbClr val="63666A"/>
                </a:solidFill>
                <a:latin typeface="Arial"/>
              </a:rPr>
              <a:t>workforce planning takes an integrated approach across structural, AI/automation, and location levers</a:t>
            </a:r>
          </a:p>
        </p:txBody>
      </p:sp>
      <p:sp>
        <p:nvSpPr>
          <p:cNvPr id="35" name="ReviewSticky"/>
          <p:cNvSpPr/>
          <p:nvPr/>
        </p:nvSpPr>
        <p:spPr>
          <a:xfrm>
            <a:off x="9555480" y="36576"/>
            <a:ext cx="2606040" cy="9601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NEW PAGE per PSS: placemat. T1 six steps (bottom-up intake first, top-down workforce-shift last, per Amit) feeding T2 = Org design (4 levers) + Skills + Culture into Integrated org. ~60% link shown. Guiding principle from your org proposal.</a:t>
            </a:r>
          </a:p>
        </p:txBody>
      </p:sp>
    </p:spTree>
    <p:extLst>
      <p:ext uri="{BB962C8B-B14F-4D97-AF65-F5344CB8AC3E}">
        <p14:creationId xmlns:p14="http://schemas.microsoft.com/office/powerpoint/2010/main" val="32471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CFFC8DC5-AC4B-4049-9085-CEA8848B29C8}"/>
              </a:ext>
            </a:extLst>
          </p:cNvPr>
          <p:cNvGraphicFramePr>
            <a:graphicFrameLocks noChangeAspect="1"/>
          </p:cNvGraphicFramePr>
          <p:nvPr>
            <p:custDataLst>
              <p:tags r:id="rId1"/>
            </p:custDataLst>
            <p:extLst>
              <p:ext uri="{D42A27DB-BD31-4B8C-83A1-F6EECF244321}">
                <p14:modId xmlns:p14="http://schemas.microsoft.com/office/powerpoint/2010/main" val="11208777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395" imgH="394" progId="TCLayout.ActiveDocument.1">
                  <p:embed/>
                </p:oleObj>
              </mc:Choice>
              <mc:Fallback>
                <p:oleObj name="think-cell Slide" r:id="rId8" imgW="395" imgH="394" progId="TCLayout.ActiveDocument.1">
                  <p:embed/>
                  <p:pic>
                    <p:nvPicPr>
                      <p:cNvPr id="5" name="Object 2" hidden="1">
                        <a:extLst>
                          <a:ext uri="{FF2B5EF4-FFF2-40B4-BE49-F238E27FC236}">
                            <a16:creationId xmlns:a16="http://schemas.microsoft.com/office/drawing/2014/main" id="{CFFC8DC5-AC4B-4049-9085-CEA8848B29C8}"/>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63BA0316-0D9C-4C75-A626-731C8CFBB6B0}"/>
              </a:ext>
            </a:extLst>
          </p:cNvPr>
          <p:cNvSpPr>
            <a:spLocks noGrp="1"/>
          </p:cNvSpPr>
          <p:nvPr>
            <p:ph type="title"/>
            <p:custDataLst>
              <p:tags r:id="rId2"/>
            </p:custDataLst>
          </p:nvPr>
        </p:nvSpPr>
        <p:spPr>
          <a:xfrm>
            <a:off x="554736" y="1411564"/>
            <a:ext cx="3465576" cy="1788951"/>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1: AI Domain prioritization and value roadmap -        </a:t>
            </a:r>
            <a:r>
              <a:rPr lang="en-US" dirty="0">
                <a:solidFill>
                  <a:srgbClr val="000000"/>
                </a:solidFill>
              </a:rPr>
              <a:t>Key questions to be answered</a:t>
            </a:r>
            <a:endParaRPr lang="en-US" dirty="0"/>
          </a:p>
        </p:txBody>
      </p:sp>
      <p:sp>
        <p:nvSpPr>
          <p:cNvPr id="53" name="TextBox 52"/>
          <p:cNvSpPr txBox="1"/>
          <p:nvPr/>
        </p:nvSpPr>
        <p:spPr>
          <a:xfrm>
            <a:off x="4160520" y="457200"/>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1. Identify and cluster domains bottom-up</a:t>
            </a:r>
          </a:p>
        </p:txBody>
      </p:sp>
      <p:sp>
        <p:nvSpPr>
          <p:cNvPr id="54" name="TextBox 53"/>
          <p:cNvSpPr txBox="1"/>
          <p:nvPr/>
        </p:nvSpPr>
        <p:spPr>
          <a:xfrm>
            <a:off x="4361688" y="694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AI initiatives and ideas are in flight or planned across every function (from the AI immersion and an org-wide intake), and how do they cluster into end-to-end domains?</a:t>
            </a:r>
          </a:p>
        </p:txBody>
      </p:sp>
      <p:sp>
        <p:nvSpPr>
          <p:cNvPr id="55" name="TextBox 54"/>
          <p:cNvSpPr txBox="1"/>
          <p:nvPr/>
        </p:nvSpPr>
        <p:spPr>
          <a:xfrm>
            <a:off x="4361688" y="1051560"/>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Which 10–15 candidate domains, anchored in strategic priorities and value pools, hold material value at stake?</a:t>
            </a:r>
          </a:p>
        </p:txBody>
      </p:sp>
      <p:sp>
        <p:nvSpPr>
          <p:cNvPr id="56" name="TextBox 55"/>
          <p:cNvSpPr txBox="1"/>
          <p:nvPr/>
        </p:nvSpPr>
        <p:spPr>
          <a:xfrm>
            <a:off x="4160520" y="1481328"/>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2. Establish detailed baselines</a:t>
            </a:r>
          </a:p>
        </p:txBody>
      </p:sp>
      <p:sp>
        <p:nvSpPr>
          <p:cNvPr id="57" name="TextBox 56"/>
          <p:cNvSpPr txBox="1"/>
          <p:nvPr/>
        </p:nvSpPr>
        <p:spPr>
          <a:xfrm>
            <a:off x="4361688" y="1719072"/>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does each domain run today across people, process, and technology (process flows, headcount, FTE utilization, SLA attainment)?</a:t>
            </a:r>
          </a:p>
        </p:txBody>
      </p:sp>
      <p:sp>
        <p:nvSpPr>
          <p:cNvPr id="58" name="TextBox 57"/>
          <p:cNvSpPr txBox="1"/>
          <p:nvPr/>
        </p:nvSpPr>
        <p:spPr>
          <a:xfrm>
            <a:off x="4361688" y="207568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Where are the highest-impact bottlenecks and value levers, and what future-state improvement is quantifiable?</a:t>
            </a:r>
          </a:p>
        </p:txBody>
      </p:sp>
      <p:sp>
        <p:nvSpPr>
          <p:cNvPr id="59" name="TextBox 58"/>
          <p:cNvSpPr txBox="1"/>
          <p:nvPr/>
        </p:nvSpPr>
        <p:spPr>
          <a:xfrm>
            <a:off x="4160520" y="2505456"/>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3. Develop the prioritization framework</a:t>
            </a:r>
          </a:p>
        </p:txBody>
      </p:sp>
      <p:sp>
        <p:nvSpPr>
          <p:cNvPr id="60" name="TextBox 59"/>
          <p:cNvSpPr txBox="1"/>
          <p:nvPr/>
        </p:nvSpPr>
        <p:spPr>
          <a:xfrm>
            <a:off x="4361688" y="2743200"/>
            <a:ext cx="7251192" cy="173736"/>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criteria and weightings should leadership agree before any domain is scored?</a:t>
            </a:r>
          </a:p>
        </p:txBody>
      </p:sp>
      <p:sp>
        <p:nvSpPr>
          <p:cNvPr id="61" name="TextBox 60"/>
          <p:cNvSpPr txBox="1"/>
          <p:nvPr/>
        </p:nvSpPr>
        <p:spPr>
          <a:xfrm>
            <a:off x="4361688" y="2944368"/>
            <a:ext cx="7251192" cy="484632"/>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TU define value potential (revenue growth, cost reduction), strategic readiness (ways of working, foundational data), and feasibility (decision complexity, regulatory scrutiny, data input readiness, solution simplicity)?</a:t>
            </a:r>
          </a:p>
        </p:txBody>
      </p:sp>
      <p:sp>
        <p:nvSpPr>
          <p:cNvPr id="62" name="TextBox 61"/>
          <p:cNvSpPr txBox="1"/>
          <p:nvPr/>
        </p:nvSpPr>
        <p:spPr>
          <a:xfrm>
            <a:off x="4160520" y="3529584"/>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4. Assess impact and prioritize</a:t>
            </a:r>
          </a:p>
        </p:txBody>
      </p:sp>
      <p:sp>
        <p:nvSpPr>
          <p:cNvPr id="63" name="TextBox 62"/>
          <p:cNvSpPr txBox="1"/>
          <p:nvPr/>
        </p:nvSpPr>
        <p:spPr>
          <a:xfrm>
            <a:off x="4361688" y="376732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share of each domain’s work can AI power (estimated against benchmarks), and what impact does that imply?</a:t>
            </a:r>
          </a:p>
        </p:txBody>
      </p:sp>
      <p:sp>
        <p:nvSpPr>
          <p:cNvPr id="64" name="TextBox 63"/>
          <p:cNvSpPr txBox="1"/>
          <p:nvPr/>
        </p:nvSpPr>
        <p:spPr>
          <a:xfrm>
            <a:off x="4361688" y="4123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 the domains rank-order on the heatmap scorecard, and which 5–6 big bets should TU pursue first?</a:t>
            </a:r>
          </a:p>
        </p:txBody>
      </p:sp>
      <p:sp>
        <p:nvSpPr>
          <p:cNvPr id="65" name="TextBox 64"/>
          <p:cNvSpPr txBox="1"/>
          <p:nvPr/>
        </p:nvSpPr>
        <p:spPr>
          <a:xfrm>
            <a:off x="4160520" y="4553712"/>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5. Build the value-backed roadmap</a:t>
            </a:r>
          </a:p>
        </p:txBody>
      </p:sp>
      <p:sp>
        <p:nvSpPr>
          <p:cNvPr id="66" name="TextBox 65"/>
          <p:cNvSpPr txBox="1"/>
          <p:nvPr/>
        </p:nvSpPr>
        <p:spPr>
          <a:xfrm>
            <a:off x="4361688" y="4791455"/>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In what sequence should TU execute the priority domains (reimagine, prove value, then scale), and with what owners, milestones (e.g., MVP launch), and enabling investments?</a:t>
            </a:r>
          </a:p>
        </p:txBody>
      </p:sp>
      <p:sp>
        <p:nvSpPr>
          <p:cNvPr id="67" name="TextBox 66"/>
          <p:cNvSpPr txBox="1"/>
          <p:nvPr/>
        </p:nvSpPr>
        <p:spPr>
          <a:xfrm>
            <a:off x="4160520" y="5221223"/>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6. Top-down workforce and org shifts</a:t>
            </a:r>
          </a:p>
        </p:txBody>
      </p:sp>
      <p:sp>
        <p:nvSpPr>
          <p:cNvPr id="68" name="TextBox 67"/>
          <p:cNvSpPr txBox="1"/>
          <p:nvPr/>
        </p:nvSpPr>
        <p:spPr>
          <a:xfrm>
            <a:off x="4361688" y="5458967"/>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the priority domains reshape the organization: which roles change or phase out, what skills are needed, and how do size and shape shift?</a:t>
            </a:r>
          </a:p>
        </p:txBody>
      </p:sp>
      <p:sp>
        <p:nvSpPr>
          <p:cNvPr id="69" name="TextBox 68"/>
          <p:cNvSpPr txBox="1"/>
          <p:nvPr/>
        </p:nvSpPr>
        <p:spPr>
          <a:xfrm>
            <a:off x="4361688" y="5815583"/>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workforce value do the shifts unlock, and how do they seed the future-ready workforce view (Track 2)?</a:t>
            </a:r>
          </a:p>
        </p:txBody>
      </p:sp>
      <p:sp>
        <p:nvSpPr>
          <p:cNvPr id="7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ENRICHED from the Jul 17 domain deck per Megha: value pools, people/process/tech baselines with SLA attainment, bottlenecks and value levers, criteria and weightings agreed before scoring, heatmap scorecard, share of work AI can power, reimagine-prove-scale roadmap with owners, milestones, enabling investments.</a:t>
            </a:r>
          </a:p>
        </p:txBody>
      </p:sp>
    </p:spTree>
    <p:extLst>
      <p:ext uri="{BB962C8B-B14F-4D97-AF65-F5344CB8AC3E}">
        <p14:creationId xmlns:p14="http://schemas.microsoft.com/office/powerpoint/2010/main" val="1305269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C70F-8FDD-0AB6-63CC-2014BE989B5E}"/>
            </a:ext>
          </a:extLst>
        </p:cNvPr>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DD3955BB-E040-C3F3-6F15-8CA9502C6A76}"/>
              </a:ext>
            </a:extLst>
          </p:cNvPr>
          <p:cNvGraphicFramePr>
            <a:graphicFrameLocks noChangeAspect="1"/>
          </p:cNvGraphicFramePr>
          <p:nvPr>
            <p:custDataLst>
              <p:tags r:id="rId1"/>
            </p:custDataLst>
            <p:extLst>
              <p:ext uri="{D42A27DB-BD31-4B8C-83A1-F6EECF244321}">
                <p14:modId xmlns:p14="http://schemas.microsoft.com/office/powerpoint/2010/main" val="14815369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8" imgW="395" imgH="394" progId="TCLayout.ActiveDocument.1">
                  <p:embed/>
                </p:oleObj>
              </mc:Choice>
              <mc:Fallback>
                <p:oleObj name="think-cell Slide" r:id="rId18" imgW="395" imgH="394" progId="TCLayout.ActiveDocument.1">
                  <p:embed/>
                  <p:pic>
                    <p:nvPicPr>
                      <p:cNvPr id="5" name="Object 2" hidden="1">
                        <a:extLst>
                          <a:ext uri="{FF2B5EF4-FFF2-40B4-BE49-F238E27FC236}">
                            <a16:creationId xmlns:a16="http://schemas.microsoft.com/office/drawing/2014/main" id="{DD3955BB-E040-C3F3-6F15-8CA9502C6A76}"/>
                          </a:ext>
                        </a:extLst>
                      </p:cNvPr>
                      <p:cNvPicPr/>
                      <p:nvPr/>
                    </p:nvPicPr>
                    <p:blipFill>
                      <a:blip r:embed="rId1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816D9AEF-20B7-74DF-8611-E28BD67D3AB3}"/>
              </a:ext>
            </a:extLst>
          </p:cNvPr>
          <p:cNvSpPr>
            <a:spLocks noGrp="1"/>
          </p:cNvSpPr>
          <p:nvPr>
            <p:ph type="title"/>
            <p:custDataLst>
              <p:tags r:id="rId2"/>
            </p:custDataLst>
          </p:nvPr>
        </p:nvSpPr>
        <p:spPr>
          <a:xfrm>
            <a:off x="554736" y="263141"/>
            <a:ext cx="11082528" cy="357790"/>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2: Org of the future - </a:t>
            </a:r>
            <a:r>
              <a:rPr lang="en-US" dirty="0">
                <a:solidFill>
                  <a:srgbClr val="000000"/>
                </a:solidFill>
              </a:rPr>
              <a:t>Key questions to be answered</a:t>
            </a:r>
            <a:endParaRPr lang="en-US" dirty="0"/>
          </a:p>
        </p:txBody>
      </p:sp>
      <p:sp>
        <p:nvSpPr>
          <p:cNvPr id="53" name="Rounded Rectangle 52"/>
          <p:cNvSpPr/>
          <p:nvPr/>
        </p:nvSpPr>
        <p:spPr>
          <a:xfrm>
            <a:off x="557784" y="749808"/>
            <a:ext cx="11082528" cy="3438144"/>
          </a:xfrm>
          <a:prstGeom prst="roundRect">
            <a:avLst>
              <a:gd name="adj" fmla="val 4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841248"/>
            <a:ext cx="4572000" cy="219456"/>
          </a:xfrm>
          <a:prstGeom prst="rect">
            <a:avLst/>
          </a:prstGeom>
          <a:noFill/>
        </p:spPr>
        <p:txBody>
          <a:bodyPr wrap="square" lIns="0" rIns="0" tIns="0" bIns="0">
            <a:spAutoFit/>
          </a:bodyPr>
          <a:lstStyle/>
          <a:p>
            <a:pPr>
              <a:lnSpc>
                <a:spcPct val="100000"/>
              </a:lnSpc>
            </a:pPr>
            <a:r>
              <a:rPr sz="1100" b="1" i="0">
                <a:solidFill>
                  <a:srgbClr val="061F79"/>
                </a:solidFill>
                <a:latin typeface="Arial"/>
              </a:rPr>
              <a:t>ORG DESIGN</a:t>
            </a:r>
            <a:r>
              <a:rPr sz="950" b="0" i="1">
                <a:solidFill>
                  <a:srgbClr val="63666A"/>
                </a:solidFill>
                <a:latin typeface="Arial"/>
              </a:rPr>
              <a:t>   one macro, four levers designed together</a:t>
            </a:r>
          </a:p>
        </p:txBody>
      </p:sp>
      <p:sp>
        <p:nvSpPr>
          <p:cNvPr id="55" name="TextBox 54"/>
          <p:cNvSpPr txBox="1"/>
          <p:nvPr/>
        </p:nvSpPr>
        <p:spPr>
          <a:xfrm>
            <a:off x="731520" y="11521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Org hygiene</a:t>
            </a:r>
          </a:p>
        </p:txBody>
      </p:sp>
      <p:sp>
        <p:nvSpPr>
          <p:cNvPr id="56" name="TextBox 55"/>
          <p:cNvSpPr txBox="1"/>
          <p:nvPr/>
        </p:nvSpPr>
        <p:spPr>
          <a:xfrm>
            <a:off x="2606040" y="11521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would a right-sized TU org look like (i.e., optimal spans, layers, and leadership density), and what value would it unlock?</a:t>
            </a:r>
          </a:p>
        </p:txBody>
      </p:sp>
      <p:sp>
        <p:nvSpPr>
          <p:cNvPr id="57" name="TextBox 56"/>
          <p:cNvSpPr txBox="1"/>
          <p:nvPr/>
        </p:nvSpPr>
        <p:spPr>
          <a:xfrm>
            <a:off x="731520" y="16093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Platform org of the future</a:t>
            </a:r>
          </a:p>
        </p:txBody>
      </p:sp>
      <p:sp>
        <p:nvSpPr>
          <p:cNvPr id="58" name="TextBox 57"/>
          <p:cNvSpPr txBox="1"/>
          <p:nvPr/>
        </p:nvSpPr>
        <p:spPr>
          <a:xfrm>
            <a:off x="2606040" y="16093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org archetypes in platform companies (e.g., Adobe, Salesforce, Shopify), which should TU adopt, and what will TU have to believe to select one?</a:t>
            </a:r>
          </a:p>
        </p:txBody>
      </p:sp>
      <p:sp>
        <p:nvSpPr>
          <p:cNvPr id="59" name="TextBox 58"/>
          <p:cNvSpPr txBox="1"/>
          <p:nvPr/>
        </p:nvSpPr>
        <p:spPr>
          <a:xfrm>
            <a:off x="2606040" y="1993392"/>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should be the size and composition of product and platform teams, and where should key roles reside (e.g., PMs, Engineering, Data Science / Analytics, UI/UX)?</a:t>
            </a:r>
          </a:p>
        </p:txBody>
      </p:sp>
      <p:sp>
        <p:nvSpPr>
          <p:cNvPr id="60" name="TextBox 59"/>
          <p:cNvSpPr txBox="1"/>
          <p:nvPr/>
        </p:nvSpPr>
        <p:spPr>
          <a:xfrm>
            <a:off x="2606040" y="2377440"/>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operating-model implications of the chosen archetype (e.g., product and platform-centric P&amp;L vs. US/INTL P&amp;L, global vs. regional layers)?</a:t>
            </a:r>
          </a:p>
        </p:txBody>
      </p:sp>
      <p:sp>
        <p:nvSpPr>
          <p:cNvPr id="61" name="TextBox 60"/>
          <p:cNvSpPr txBox="1"/>
          <p:nvPr/>
        </p:nvSpPr>
        <p:spPr>
          <a:xfrm>
            <a:off x="731520" y="279806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Future-ready workforce</a:t>
            </a:r>
          </a:p>
        </p:txBody>
      </p:sp>
      <p:sp>
        <p:nvSpPr>
          <p:cNvPr id="62" name="TextBox 61"/>
          <p:cNvSpPr txBox="1"/>
          <p:nvPr/>
        </p:nvSpPr>
        <p:spPr>
          <a:xfrm>
            <a:off x="2606040" y="27980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3-year business plans and talent demand for each business and function?</a:t>
            </a:r>
          </a:p>
        </p:txBody>
      </p:sp>
      <p:sp>
        <p:nvSpPr>
          <p:cNvPr id="63" name="TextBox 62"/>
          <p:cNvSpPr txBox="1"/>
          <p:nvPr/>
        </p:nvSpPr>
        <p:spPr>
          <a:xfrm>
            <a:off x="2606040" y="30266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is the automation potential of key processes with AI, and how will it reshape talent demand?</a:t>
            </a:r>
          </a:p>
        </p:txBody>
      </p:sp>
      <p:sp>
        <p:nvSpPr>
          <p:cNvPr id="64" name="TextBox 63"/>
          <p:cNvSpPr txBox="1"/>
          <p:nvPr/>
        </p:nvSpPr>
        <p:spPr>
          <a:xfrm>
            <a:off x="2606040" y="32552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size, shape, and skills will the workforce need: the job family architecture, and which roles are reshaped, replaced, or net-new (built vs. bought)?</a:t>
            </a:r>
          </a:p>
        </p:txBody>
      </p:sp>
      <p:sp>
        <p:nvSpPr>
          <p:cNvPr id="65" name="TextBox 64"/>
          <p:cNvSpPr txBox="1"/>
          <p:nvPr/>
        </p:nvSpPr>
        <p:spPr>
          <a:xfrm>
            <a:off x="731520" y="3675887"/>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Global location strategy</a:t>
            </a:r>
          </a:p>
        </p:txBody>
      </p:sp>
      <p:sp>
        <p:nvSpPr>
          <p:cNvPr id="66" name="TextBox 65"/>
          <p:cNvSpPr txBox="1"/>
          <p:nvPr/>
        </p:nvSpPr>
        <p:spPr>
          <a:xfrm>
            <a:off x="2606040" y="36758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Which roles sit where, and what moves now vs. later?</a:t>
            </a:r>
          </a:p>
        </p:txBody>
      </p:sp>
      <p:sp>
        <p:nvSpPr>
          <p:cNvPr id="67" name="TextBox 66"/>
          <p:cNvSpPr txBox="1"/>
          <p:nvPr/>
        </p:nvSpPr>
        <p:spPr>
          <a:xfrm>
            <a:off x="2606040" y="39044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Where will TU access AI-era talent, and what must its global hubs become?</a:t>
            </a:r>
          </a:p>
        </p:txBody>
      </p:sp>
      <p:sp>
        <p:nvSpPr>
          <p:cNvPr id="68" name="Rounded Rectangle 67"/>
          <p:cNvSpPr/>
          <p:nvPr/>
        </p:nvSpPr>
        <p:spPr>
          <a:xfrm>
            <a:off x="557784"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SKILLS</a:t>
            </a:r>
          </a:p>
        </p:txBody>
      </p:sp>
      <p:sp>
        <p:nvSpPr>
          <p:cNvPr id="70" name="TextBox 69"/>
          <p:cNvSpPr txBox="1"/>
          <p:nvPr/>
        </p:nvSpPr>
        <p:spPr>
          <a:xfrm>
            <a:off x="731520"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skills will the agentic organization need, across leaders, builders, and users?</a:t>
            </a:r>
          </a:p>
        </p:txBody>
      </p:sp>
      <p:sp>
        <p:nvSpPr>
          <p:cNvPr id="71" name="TextBox 70"/>
          <p:cNvSpPr txBox="1"/>
          <p:nvPr/>
        </p:nvSpPr>
        <p:spPr>
          <a:xfrm>
            <a:off x="731520"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Where will TU source them: build, buy, or borrow?</a:t>
            </a:r>
          </a:p>
        </p:txBody>
      </p:sp>
      <p:sp>
        <p:nvSpPr>
          <p:cNvPr id="72" name="TextBox 71"/>
          <p:cNvSpPr txBox="1"/>
          <p:nvPr/>
        </p:nvSpPr>
        <p:spPr>
          <a:xfrm>
            <a:off x="731520" y="50840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does the capability-building plan look like for the whole organization?</a:t>
            </a:r>
          </a:p>
        </p:txBody>
      </p:sp>
      <p:sp>
        <p:nvSpPr>
          <p:cNvPr id="73" name="Rounded Rectangle 72"/>
          <p:cNvSpPr/>
          <p:nvPr/>
        </p:nvSpPr>
        <p:spPr>
          <a:xfrm>
            <a:off x="6172200"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45936"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CULTURE</a:t>
            </a:r>
          </a:p>
        </p:txBody>
      </p:sp>
      <p:sp>
        <p:nvSpPr>
          <p:cNvPr id="75" name="TextBox 74"/>
          <p:cNvSpPr txBox="1"/>
          <p:nvPr/>
        </p:nvSpPr>
        <p:spPr>
          <a:xfrm>
            <a:off x="6345936"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mindset and behavior shifts does the new organization demand?</a:t>
            </a:r>
          </a:p>
        </p:txBody>
      </p:sp>
      <p:sp>
        <p:nvSpPr>
          <p:cNvPr id="76" name="TextBox 75"/>
          <p:cNvSpPr txBox="1"/>
          <p:nvPr/>
        </p:nvSpPr>
        <p:spPr>
          <a:xfrm>
            <a:off x="6345936"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is TU’s capacity to absorb change, and how should the work be sequenced to sustain progress and productivity?</a:t>
            </a:r>
          </a:p>
        </p:txBody>
      </p:sp>
      <p:sp>
        <p:nvSpPr>
          <p:cNvPr id="77" name="Rounded Rectangle 76"/>
          <p:cNvSpPr/>
          <p:nvPr/>
        </p:nvSpPr>
        <p:spPr>
          <a:xfrm>
            <a:off x="557784" y="5541264"/>
            <a:ext cx="11082528" cy="67665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59536" y="5614416"/>
            <a:ext cx="10469880" cy="530352"/>
          </a:xfrm>
          <a:prstGeom prst="rect">
            <a:avLst/>
          </a:prstGeom>
          <a:noFill/>
        </p:spPr>
        <p:txBody>
          <a:bodyPr wrap="square" lIns="0" rIns="0" tIns="0" bIns="0">
            <a:spAutoFit/>
          </a:bodyPr>
          <a:lstStyle/>
          <a:p>
            <a:pPr>
              <a:lnSpc>
                <a:spcPct val="105000"/>
              </a:lnSpc>
            </a:pPr>
            <a:r>
              <a:rPr sz="1050" b="1" i="0">
                <a:solidFill>
                  <a:srgbClr val="FFFFFF"/>
                </a:solidFill>
                <a:latin typeface="Arial"/>
              </a:rPr>
              <a:t>The answers converge in one integrated org of the future: </a:t>
            </a:r>
            <a:r>
              <a:rPr sz="1050" b="0" i="0">
                <a:solidFill>
                  <a:srgbClr val="FFFFFF"/>
                </a:solidFill>
                <a:latin typeface="Arial"/>
              </a:rPr>
              <a:t>the org chassis (the big boxes and reporting lines), spans and layers, size and shape with future agentic roles (e.g., product definers and product builders), the skills to power them, and the global footprint and sourcing mix</a:t>
            </a:r>
          </a:p>
        </p:txBody>
      </p:sp>
      <p:sp>
        <p:nvSpPr>
          <p:cNvPr id="79" name="TextBox 78"/>
          <p:cNvSpPr txBox="1"/>
          <p:nvPr/>
        </p:nvSpPr>
        <p:spPr>
          <a:xfrm>
            <a:off x="557784" y="6309360"/>
            <a:ext cx="11082528" cy="182880"/>
          </a:xfrm>
          <a:prstGeom prst="rect">
            <a:avLst/>
          </a:prstGeom>
          <a:noFill/>
        </p:spPr>
        <p:txBody>
          <a:bodyPr wrap="square" lIns="0" rIns="0" tIns="0" bIns="0">
            <a:spAutoFit/>
          </a:bodyPr>
          <a:lstStyle/>
          <a:p>
            <a:pPr>
              <a:lnSpc>
                <a:spcPct val="100000"/>
              </a:lnSpc>
            </a:pPr>
            <a:r>
              <a:rPr sz="850" b="1" i="1">
                <a:solidFill>
                  <a:srgbClr val="63666A"/>
                </a:solidFill>
                <a:latin typeface="Arial"/>
              </a:rPr>
              <a:t>Guiding principle: </a:t>
            </a:r>
            <a:r>
              <a:rPr sz="850" b="0" i="1">
                <a:solidFill>
                  <a:srgbClr val="63666A"/>
                </a:solidFill>
                <a:latin typeface="Arial"/>
              </a:rPr>
              <a:t>workforce planning takes an integrated approach across structural, AI/automation, and location levers</a:t>
            </a:r>
          </a:p>
        </p:txBody>
      </p:sp>
      <p:sp>
        <p:nvSpPr>
          <p:cNvPr id="8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RESTRUCTURED per your stickies: Org design is now one macro holding the 4 levers; Skills and Culture pulled out as their own macros (agentic-org skills, sourcing, capability plan); job family architecture added to workforce; integrated org of the future added as the outcome band (chassis, spans/layers, agentic roles, footprint).</a:t>
            </a:r>
          </a:p>
        </p:txBody>
      </p:sp>
    </p:spTree>
    <p:extLst>
      <p:ext uri="{BB962C8B-B14F-4D97-AF65-F5344CB8AC3E}">
        <p14:creationId xmlns:p14="http://schemas.microsoft.com/office/powerpoint/2010/main" val="2659384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 name="Object 2" hidden="1">
            <a:extLst>
              <a:ext uri="{FF2B5EF4-FFF2-40B4-BE49-F238E27FC236}">
                <a16:creationId xmlns:a16="http://schemas.microsoft.com/office/drawing/2014/main" id="{8781AE29-C0AF-537A-2347-DA45C1358C18}"/>
              </a:ext>
            </a:extLst>
          </p:cNvPr>
          <p:cNvGraphicFramePr>
            <a:graphicFrameLocks noChangeAspect="1"/>
          </p:cNvGraphicFramePr>
          <p:nvPr>
            <p:custDataLst>
              <p:tags r:id="rId1"/>
            </p:custDataLst>
            <p:extLst>
              <p:ext uri="{D42A27DB-BD31-4B8C-83A1-F6EECF244321}">
                <p14:modId xmlns:p14="http://schemas.microsoft.com/office/powerpoint/2010/main" val="34285343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428" imgH="428" progId="TCLayout.ActiveDocument.1">
                  <p:embed/>
                </p:oleObj>
              </mc:Choice>
              <mc:Fallback>
                <p:oleObj name="think-cell Slide" r:id="rId7" imgW="428" imgH="428" progId="TCLayout.ActiveDocument.1">
                  <p:embed/>
                  <p:pic>
                    <p:nvPicPr>
                      <p:cNvPr id="63" name="Object 2" hidden="1">
                        <a:extLst>
                          <a:ext uri="{FF2B5EF4-FFF2-40B4-BE49-F238E27FC236}">
                            <a16:creationId xmlns:a16="http://schemas.microsoft.com/office/drawing/2014/main" id="{8781AE29-C0AF-537A-2347-DA45C1358C18}"/>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p:nvPr>
        </p:nvSpPr>
        <p:spPr>
          <a:xfrm>
            <a:off x="554736" y="201168"/>
            <a:ext cx="11082528" cy="357790"/>
          </a:xfrm>
        </p:spPr>
        <p:txBody>
          <a:bodyPr vert="horz">
            <a:spAutoFit/>
          </a:bodyPr>
          <a:lstStyle/>
          <a:p>
            <a:r>
              <a:rPr lang="en-US" b="1" dirty="0"/>
              <a:t>Journey ahead: a front-loaded 12-week plan across the two tracks</a:t>
            </a:r>
            <a:endParaRPr b="1" dirty="0">
              <a:solidFill>
                <a:srgbClr val="000000"/>
              </a:solidFill>
            </a:endParaRPr>
          </a:p>
        </p:txBody>
      </p:sp>
      <p:sp>
        <p:nvSpPr>
          <p:cNvPr id="5" name="TextBox 4"/>
          <p:cNvSpPr txBox="1"/>
          <p:nvPr/>
        </p:nvSpPr>
        <p:spPr>
          <a:xfrm>
            <a:off x="210312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a:t>
            </a:r>
          </a:p>
        </p:txBody>
      </p:sp>
      <p:sp>
        <p:nvSpPr>
          <p:cNvPr id="6" name="TextBox 5"/>
          <p:cNvSpPr txBox="1"/>
          <p:nvPr/>
        </p:nvSpPr>
        <p:spPr>
          <a:xfrm>
            <a:off x="289788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2</a:t>
            </a:r>
          </a:p>
        </p:txBody>
      </p:sp>
      <p:sp>
        <p:nvSpPr>
          <p:cNvPr id="7" name="TextBox 6"/>
          <p:cNvSpPr txBox="1"/>
          <p:nvPr/>
        </p:nvSpPr>
        <p:spPr>
          <a:xfrm>
            <a:off x="3692652"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3</a:t>
            </a:r>
          </a:p>
        </p:txBody>
      </p:sp>
      <p:sp>
        <p:nvSpPr>
          <p:cNvPr id="8" name="TextBox 7"/>
          <p:cNvSpPr txBox="1"/>
          <p:nvPr/>
        </p:nvSpPr>
        <p:spPr>
          <a:xfrm>
            <a:off x="448741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4</a:t>
            </a:r>
          </a:p>
        </p:txBody>
      </p:sp>
      <p:sp>
        <p:nvSpPr>
          <p:cNvPr id="9" name="TextBox 8"/>
          <p:cNvSpPr txBox="1"/>
          <p:nvPr/>
        </p:nvSpPr>
        <p:spPr>
          <a:xfrm>
            <a:off x="5282184"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5</a:t>
            </a:r>
          </a:p>
        </p:txBody>
      </p:sp>
      <p:sp>
        <p:nvSpPr>
          <p:cNvPr id="10" name="TextBox 9"/>
          <p:cNvSpPr txBox="1"/>
          <p:nvPr/>
        </p:nvSpPr>
        <p:spPr>
          <a:xfrm>
            <a:off x="607695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6</a:t>
            </a:r>
          </a:p>
        </p:txBody>
      </p:sp>
      <p:sp>
        <p:nvSpPr>
          <p:cNvPr id="11" name="TextBox 10"/>
          <p:cNvSpPr txBox="1"/>
          <p:nvPr/>
        </p:nvSpPr>
        <p:spPr>
          <a:xfrm>
            <a:off x="687171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7</a:t>
            </a:r>
          </a:p>
        </p:txBody>
      </p:sp>
      <p:sp>
        <p:nvSpPr>
          <p:cNvPr id="12" name="TextBox 11"/>
          <p:cNvSpPr txBox="1"/>
          <p:nvPr/>
        </p:nvSpPr>
        <p:spPr>
          <a:xfrm>
            <a:off x="7666481"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8</a:t>
            </a:r>
          </a:p>
        </p:txBody>
      </p:sp>
      <p:sp>
        <p:nvSpPr>
          <p:cNvPr id="13" name="TextBox 12"/>
          <p:cNvSpPr txBox="1"/>
          <p:nvPr/>
        </p:nvSpPr>
        <p:spPr>
          <a:xfrm>
            <a:off x="846124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9</a:t>
            </a:r>
          </a:p>
        </p:txBody>
      </p:sp>
      <p:sp>
        <p:nvSpPr>
          <p:cNvPr id="14" name="TextBox 13"/>
          <p:cNvSpPr txBox="1"/>
          <p:nvPr/>
        </p:nvSpPr>
        <p:spPr>
          <a:xfrm>
            <a:off x="9256013"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10</a:t>
            </a:r>
          </a:p>
        </p:txBody>
      </p:sp>
      <p:sp>
        <p:nvSpPr>
          <p:cNvPr id="15" name="TextBox 14"/>
          <p:cNvSpPr txBox="1"/>
          <p:nvPr/>
        </p:nvSpPr>
        <p:spPr>
          <a:xfrm>
            <a:off x="1005078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11</a:t>
            </a:r>
          </a:p>
        </p:txBody>
      </p:sp>
      <p:sp>
        <p:nvSpPr>
          <p:cNvPr id="16" name="TextBox 15"/>
          <p:cNvSpPr txBox="1"/>
          <p:nvPr/>
        </p:nvSpPr>
        <p:spPr>
          <a:xfrm>
            <a:off x="10845545"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12</a:t>
            </a:r>
          </a:p>
        </p:txBody>
      </p:sp>
      <p:cxnSp>
        <p:nvCxnSpPr>
          <p:cNvPr id="17" name="Connector 16"/>
          <p:cNvCxnSpPr/>
          <p:nvPr/>
        </p:nvCxnSpPr>
        <p:spPr>
          <a:xfrm>
            <a:off x="210312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9788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9265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741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82184"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695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171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66481"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6124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56013"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078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45545"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cxnSpLocks/>
          </p:cNvCxnSpPr>
          <p:nvPr/>
        </p:nvCxnSpPr>
        <p:spPr>
          <a:xfrm>
            <a:off x="1164031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7784" y="2139696"/>
            <a:ext cx="1417320" cy="769441"/>
          </a:xfrm>
          <a:prstGeom prst="rect">
            <a:avLst/>
          </a:prstGeom>
          <a:noFill/>
        </p:spPr>
        <p:txBody>
          <a:bodyPr wrap="square" lIns="0" tIns="0" rIns="0" bIns="0" anchor="ctr">
            <a:spAutoFit/>
          </a:bodyPr>
          <a:lstStyle>
            <a:defPPr>
              <a:defRPr lang="en-US"/>
            </a:defPPr>
            <a:lvl1pPr marR="0" lvl="0" indent="0" fontAlgn="auto">
              <a:lnSpc>
                <a:spcPct val="100000"/>
              </a:lnSpc>
              <a:spcBef>
                <a:spcPts val="0"/>
              </a:spcBef>
              <a:spcAft>
                <a:spcPts val="0"/>
              </a:spcAft>
              <a:buClrTx/>
              <a:buSzTx/>
              <a:buFontTx/>
              <a:buNone/>
              <a:tabLst/>
              <a:defRPr kumimoji="0" sz="1250" b="1" i="0" u="none" strike="noStrike" cap="none" spc="0" normalizeH="0" baseline="0">
                <a:ln>
                  <a:noFill/>
                </a:ln>
                <a:solidFill>
                  <a:srgbClr val="2251FF"/>
                </a:solidFill>
                <a:effectLst/>
                <a:uLnTx/>
                <a:uFillTx/>
                <a:latin typeface="Arial"/>
              </a:defRPr>
            </a:lvl1pPr>
          </a:lstStyle>
          <a:p>
            <a:r>
              <a:rPr lang="en-US" dirty="0"/>
              <a:t>Track 1:                        AI Domain prioritization and value roadmap</a:t>
            </a:r>
          </a:p>
        </p:txBody>
      </p:sp>
      <p:cxnSp>
        <p:nvCxnSpPr>
          <p:cNvPr id="46" name="Connector 45"/>
          <p:cNvCxnSpPr/>
          <p:nvPr/>
        </p:nvCxnSpPr>
        <p:spPr>
          <a:xfrm>
            <a:off x="557784" y="3858768"/>
            <a:ext cx="11082527" cy="0"/>
          </a:xfrm>
          <a:prstGeom prst="line">
            <a:avLst/>
          </a:prstGeom>
          <a:ln w="9525">
            <a:solidFill>
              <a:srgbClr val="D0D3D8"/>
            </a:solidFill>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4114800"/>
            <a:ext cx="1417320" cy="16093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48" name="TextBox 47"/>
          <p:cNvSpPr txBox="1"/>
          <p:nvPr/>
        </p:nvSpPr>
        <p:spPr>
          <a:xfrm>
            <a:off x="557784" y="4636008"/>
            <a:ext cx="1417320" cy="577081"/>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79C3"/>
                </a:solidFill>
                <a:effectLst/>
                <a:uLnTx/>
                <a:uFillTx/>
                <a:latin typeface="Arial"/>
                <a:ea typeface="+mn-ea"/>
                <a:cs typeface="+mn-cs"/>
              </a:rPr>
              <a:t>Track 2: Organization of the future</a:t>
            </a:r>
          </a:p>
        </p:txBody>
      </p:sp>
      <p:pic>
        <p:nvPicPr>
          <p:cNvPr id="71" name="CustomIcon">
            <a:extLst>
              <a:ext uri="{FF2B5EF4-FFF2-40B4-BE49-F238E27FC236}">
                <a16:creationId xmlns:a16="http://schemas.microsoft.com/office/drawing/2014/main" id="{9EAFEFED-4C80-0212-7BF4-A43FE813D858}"/>
              </a:ext>
            </a:extLst>
          </p:cNvPr>
          <p:cNvPicPr>
            <a:picLocks/>
          </p:cNvPicPr>
          <p:nvPr>
            <p:custDataLst>
              <p:tags r:id="rId2"/>
            </p:custDataLst>
          </p:nvPr>
        </p:nvPicPr>
        <p:blipFill>
          <a:blip>
            <a:extLst>
              <a:ext uri="{96DAC541-7B7A-43D3-8B79-37D633B846F1}">
                <asvg:svgBlip xmlns:asvg="http://schemas.microsoft.com/office/drawing/2016/SVG/main" r:embed="rId9"/>
              </a:ext>
            </a:extLst>
          </a:blip>
          <a:stretch>
            <a:fillRect/>
          </a:stretch>
        </p:blipFill>
        <p:spPr>
          <a:xfrm>
            <a:off x="618744" y="1700784"/>
            <a:ext cx="390144" cy="390144"/>
          </a:xfrm>
          <a:prstGeom prst="rect">
            <a:avLst/>
          </a:prstGeom>
        </p:spPr>
      </p:pic>
      <p:pic>
        <p:nvPicPr>
          <p:cNvPr id="72" name="CustomIcon">
            <a:extLst>
              <a:ext uri="{FF2B5EF4-FFF2-40B4-BE49-F238E27FC236}">
                <a16:creationId xmlns:a16="http://schemas.microsoft.com/office/drawing/2014/main" id="{D13D7905-DB86-B0FC-CE8E-2E44E76A472B}"/>
              </a:ext>
            </a:extLst>
          </p:cNvPr>
          <p:cNvPicPr>
            <a:picLocks/>
          </p:cNvPicPr>
          <p:nvPr>
            <p:custDataLst>
              <p:tags r:id="rId3"/>
            </p:custDataLst>
          </p:nvPr>
        </p:nvPicPr>
        <p:blipFill>
          <a:blip>
            <a:extLst>
              <a:ext uri="{96DAC541-7B7A-43D3-8B79-37D633B846F1}">
                <asvg:svgBlip xmlns:asvg="http://schemas.microsoft.com/office/drawing/2016/SVG/main" r:embed="rId10"/>
              </a:ext>
            </a:extLst>
          </a:blip>
          <a:stretch>
            <a:fillRect/>
          </a:stretch>
        </p:blipFill>
        <p:spPr>
          <a:xfrm>
            <a:off x="618744" y="4142232"/>
            <a:ext cx="390144" cy="390144"/>
          </a:xfrm>
          <a:prstGeom prst="rect">
            <a:avLst/>
          </a:prstGeom>
        </p:spPr>
      </p:pic>
      <p:sp>
        <p:nvSpPr>
          <p:cNvPr id="81" name="TextBox 80">
            <a:extLst>
              <a:ext uri="{FF2B5EF4-FFF2-40B4-BE49-F238E27FC236}">
                <a16:creationId xmlns:a16="http://schemas.microsoft.com/office/drawing/2014/main" id="{9EC0CA52-F181-0CDB-E8F3-2530A66AE750}"/>
              </a:ext>
            </a:extLst>
          </p:cNvPr>
          <p:cNvSpPr txBox="1"/>
          <p:nvPr/>
        </p:nvSpPr>
        <p:spPr>
          <a:xfrm>
            <a:off x="2103120" y="779106"/>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Aug ‘26</a:t>
            </a:r>
            <a:endParaRPr kumimoji="0" sz="1200" b="1" i="0" u="none" strike="noStrike" kern="1200" cap="none" spc="0" normalizeH="0" baseline="0" noProof="0" dirty="0">
              <a:ln>
                <a:noFill/>
              </a:ln>
              <a:effectLst/>
              <a:uLnTx/>
              <a:uFillTx/>
              <a:latin typeface="Arial"/>
              <a:ea typeface="+mn-ea"/>
              <a:cs typeface="+mn-cs"/>
            </a:endParaRPr>
          </a:p>
        </p:txBody>
      </p:sp>
      <p:sp>
        <p:nvSpPr>
          <p:cNvPr id="82" name="TextBox 81">
            <a:extLst>
              <a:ext uri="{FF2B5EF4-FFF2-40B4-BE49-F238E27FC236}">
                <a16:creationId xmlns:a16="http://schemas.microsoft.com/office/drawing/2014/main" id="{255759C6-0F59-0939-C090-960AA1697728}"/>
              </a:ext>
            </a:extLst>
          </p:cNvPr>
          <p:cNvSpPr txBox="1"/>
          <p:nvPr/>
        </p:nvSpPr>
        <p:spPr>
          <a:xfrm>
            <a:off x="10845546" y="779106"/>
            <a:ext cx="993862" cy="184666"/>
          </a:xfrm>
          <a:prstGeom prst="rect">
            <a:avLst/>
          </a:prstGeom>
          <a:noFill/>
        </p:spPr>
        <p:txBody>
          <a:bodyPr wrap="non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End of Oct’26</a:t>
            </a:r>
          </a:p>
        </p:txBody>
      </p:sp>
      <p:sp>
        <p:nvSpPr>
          <p:cNvPr id="83" name="Rounded Rectangle 82"/>
          <p:cNvSpPr/>
          <p:nvPr/>
        </p:nvSpPr>
        <p:spPr>
          <a:xfrm>
            <a:off x="2103120" y="1298448"/>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Inventory AI initiatives and ideas</a:t>
            </a:r>
          </a:p>
          <a:p>
            <a:pPr algn="l">
              <a:lnSpc>
                <a:spcPct val="95000"/>
              </a:lnSpc>
              <a:spcBef>
                <a:spcPts val="300"/>
              </a:spcBef>
            </a:pPr>
            <a:r>
              <a:rPr sz="800" b="0" i="0">
                <a:solidFill>
                  <a:srgbClr val="FFFFFF"/>
                </a:solidFill>
                <a:latin typeface="Arial"/>
              </a:rPr>
              <a:t>Working sessions with every function; cluster into E2E domains</a:t>
            </a:r>
          </a:p>
        </p:txBody>
      </p:sp>
      <p:sp>
        <p:nvSpPr>
          <p:cNvPr id="84" name="Rounded Rectangle 83"/>
          <p:cNvSpPr/>
          <p:nvPr/>
        </p:nvSpPr>
        <p:spPr>
          <a:xfrm>
            <a:off x="3694176" y="1298448"/>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Assess impact, readiness, feasibility</a:t>
            </a:r>
          </a:p>
          <a:p>
            <a:pPr algn="l">
              <a:lnSpc>
                <a:spcPct val="95000"/>
              </a:lnSpc>
              <a:spcBef>
                <a:spcPts val="300"/>
              </a:spcBef>
            </a:pPr>
            <a:r>
              <a:rPr sz="800" b="0" i="0">
                <a:solidFill>
                  <a:srgbClr val="FFFFFF"/>
                </a:solidFill>
                <a:latin typeface="Arial"/>
              </a:rPr>
              <a:t>Score each domain on the agreed criteria; size the share of work AI can power</a:t>
            </a:r>
          </a:p>
        </p:txBody>
      </p:sp>
      <p:sp>
        <p:nvSpPr>
          <p:cNvPr id="85" name="Rounded Rectangle 84"/>
          <p:cNvSpPr/>
          <p:nvPr/>
        </p:nvSpPr>
        <p:spPr>
          <a:xfrm>
            <a:off x="6080759" y="1298448"/>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Detail workforce and org shifts for priority domain #1</a:t>
            </a:r>
          </a:p>
          <a:p>
            <a:pPr algn="l">
              <a:lnSpc>
                <a:spcPct val="95000"/>
              </a:lnSpc>
              <a:spcBef>
                <a:spcPts val="300"/>
              </a:spcBef>
            </a:pPr>
            <a:r>
              <a:rPr sz="800" b="0" i="0">
                <a:solidFill>
                  <a:srgbClr val="FFFFFF"/>
                </a:solidFill>
                <a:latin typeface="Arial"/>
              </a:rPr>
              <a:t>Roles that change, skills needed, size and shape, value unlocked</a:t>
            </a:r>
          </a:p>
        </p:txBody>
      </p:sp>
      <p:sp>
        <p:nvSpPr>
          <p:cNvPr id="86" name="Rounded Rectangle 85"/>
          <p:cNvSpPr/>
          <p:nvPr/>
        </p:nvSpPr>
        <p:spPr>
          <a:xfrm>
            <a:off x="8467344" y="1298448"/>
            <a:ext cx="3172968" cy="768096"/>
          </a:xfrm>
          <a:prstGeom prst="roundRect">
            <a:avLst>
              <a:gd name="adj" fmla="val 10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061F79"/>
                </a:solidFill>
                <a:latin typeface="Arial"/>
              </a:rPr>
              <a:t>Teams, owners, milestones, value tracking; pilots run 12–14 weeks</a:t>
            </a:r>
          </a:p>
        </p:txBody>
      </p:sp>
      <p:sp>
        <p:nvSpPr>
          <p:cNvPr id="87" name="Rounded Rectangle 86"/>
          <p:cNvSpPr/>
          <p:nvPr/>
        </p:nvSpPr>
        <p:spPr>
          <a:xfrm>
            <a:off x="2103120" y="2139696"/>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Establish detailed baselines</a:t>
            </a:r>
          </a:p>
          <a:p>
            <a:pPr algn="l">
              <a:lnSpc>
                <a:spcPct val="95000"/>
              </a:lnSpc>
              <a:spcBef>
                <a:spcPts val="300"/>
              </a:spcBef>
            </a:pPr>
            <a:r>
              <a:rPr sz="800" b="0" i="0">
                <a:solidFill>
                  <a:srgbClr val="FFFFFF"/>
                </a:solidFill>
                <a:latin typeface="Arial"/>
              </a:rPr>
              <a:t>Process flows, headcount, FTE utilization, SLA attainment; bottlenecks and value levers</a:t>
            </a:r>
          </a:p>
        </p:txBody>
      </p:sp>
      <p:sp>
        <p:nvSpPr>
          <p:cNvPr id="88" name="Rounded Rectangle 87"/>
          <p:cNvSpPr/>
          <p:nvPr/>
        </p:nvSpPr>
        <p:spPr>
          <a:xfrm>
            <a:off x="4489704" y="2139696"/>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Rank domains on the heatmap scorecard</a:t>
            </a:r>
          </a:p>
          <a:p>
            <a:pPr algn="l">
              <a:lnSpc>
                <a:spcPct val="95000"/>
              </a:lnSpc>
              <a:spcBef>
                <a:spcPts val="300"/>
              </a:spcBef>
            </a:pPr>
            <a:r>
              <a:rPr sz="800" b="0" i="0">
                <a:solidFill>
                  <a:srgbClr val="FFFFFF"/>
                </a:solidFill>
                <a:latin typeface="Arial"/>
              </a:rPr>
              <a:t>Commit to the 5–6 big bets on value, readiness, feasibility</a:t>
            </a:r>
          </a:p>
        </p:txBody>
      </p:sp>
      <p:sp>
        <p:nvSpPr>
          <p:cNvPr id="89" name="Rounded Rectangle 88"/>
          <p:cNvSpPr/>
          <p:nvPr/>
        </p:nvSpPr>
        <p:spPr>
          <a:xfrm>
            <a:off x="2898648" y="2980944"/>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Align the prioritization framework</a:t>
            </a:r>
          </a:p>
          <a:p>
            <a:pPr algn="l">
              <a:lnSpc>
                <a:spcPct val="95000"/>
              </a:lnSpc>
              <a:spcBef>
                <a:spcPts val="300"/>
              </a:spcBef>
            </a:pPr>
            <a:r>
              <a:rPr sz="800" b="0" i="0">
                <a:solidFill>
                  <a:srgbClr val="FFFFFF"/>
                </a:solidFill>
                <a:latin typeface="Arial"/>
              </a:rPr>
              <a:t>Criteria and weightings agreed with leadership before scoring</a:t>
            </a:r>
          </a:p>
        </p:txBody>
      </p:sp>
      <p:sp>
        <p:nvSpPr>
          <p:cNvPr id="90" name="Rounded Rectangle 89"/>
          <p:cNvSpPr/>
          <p:nvPr/>
        </p:nvSpPr>
        <p:spPr>
          <a:xfrm>
            <a:off x="4489704" y="2980944"/>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value-backed roadmap</a:t>
            </a:r>
          </a:p>
          <a:p>
            <a:pPr algn="l">
              <a:lnSpc>
                <a:spcPct val="95000"/>
              </a:lnSpc>
              <a:spcBef>
                <a:spcPts val="300"/>
              </a:spcBef>
            </a:pPr>
            <a:r>
              <a:rPr sz="800" b="0" i="0">
                <a:solidFill>
                  <a:srgbClr val="FFFFFF"/>
                </a:solidFill>
                <a:latin typeface="Arial"/>
              </a:rPr>
              <a:t>Sequence: reimagine, prove, scale; owners and enabling investments</a:t>
            </a:r>
          </a:p>
        </p:txBody>
      </p:sp>
      <p:sp>
        <p:nvSpPr>
          <p:cNvPr id="91" name="TextBox 90"/>
          <p:cNvSpPr txBox="1"/>
          <p:nvPr/>
        </p:nvSpPr>
        <p:spPr>
          <a:xfrm>
            <a:off x="557784" y="376732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92" name="Diamond 91"/>
          <p:cNvSpPr/>
          <p:nvPr/>
        </p:nvSpPr>
        <p:spPr>
          <a:xfrm>
            <a:off x="3621024"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39312"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94" name="Diamond 93"/>
          <p:cNvSpPr/>
          <p:nvPr/>
        </p:nvSpPr>
        <p:spPr>
          <a:xfrm>
            <a:off x="6007607"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025896"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96" name="Diamond 95"/>
          <p:cNvSpPr/>
          <p:nvPr/>
        </p:nvSpPr>
        <p:spPr>
          <a:xfrm>
            <a:off x="8394192"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412480"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98" name="Diamond 97"/>
          <p:cNvSpPr/>
          <p:nvPr/>
        </p:nvSpPr>
        <p:spPr>
          <a:xfrm>
            <a:off x="11448288"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966960" y="3950208"/>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100" name="Rounded Rectangle 99"/>
          <p:cNvSpPr/>
          <p:nvPr/>
        </p:nvSpPr>
        <p:spPr>
          <a:xfrm>
            <a:off x="2103120" y="4114800"/>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Design the platform org of the future</a:t>
            </a:r>
          </a:p>
          <a:p>
            <a:pPr algn="l">
              <a:lnSpc>
                <a:spcPct val="95000"/>
              </a:lnSpc>
              <a:spcBef>
                <a:spcPts val="300"/>
              </a:spcBef>
            </a:pPr>
            <a:r>
              <a:rPr sz="800" b="0" i="0">
                <a:solidFill>
                  <a:srgbClr val="FFFFFF"/>
                </a:solidFill>
                <a:latin typeface="Arial"/>
              </a:rPr>
              <a:t>2–3 leadership workshops: archetypes, choices, what makes sense for TU; org chassis, spans and layers (hygiene baseline)</a:t>
            </a:r>
          </a:p>
        </p:txBody>
      </p:sp>
      <p:sp>
        <p:nvSpPr>
          <p:cNvPr id="101" name="Rounded Rectangle 100"/>
          <p:cNvSpPr/>
          <p:nvPr/>
        </p:nvSpPr>
        <p:spPr>
          <a:xfrm>
            <a:off x="6080759" y="4114800"/>
            <a:ext cx="5559552" cy="76809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102" name="Rounded Rectangle 101"/>
          <p:cNvSpPr/>
          <p:nvPr/>
        </p:nvSpPr>
        <p:spPr>
          <a:xfrm>
            <a:off x="2103120" y="4956048"/>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Launch strategic workforce planning</a:t>
            </a:r>
          </a:p>
          <a:p>
            <a:pPr algn="l">
              <a:lnSpc>
                <a:spcPct val="95000"/>
              </a:lnSpc>
              <a:spcBef>
                <a:spcPts val="300"/>
              </a:spcBef>
            </a:pPr>
            <a:r>
              <a:rPr sz="800" b="0" i="0">
                <a:solidFill>
                  <a:srgbClr val="FFFFFF"/>
                </a:solidFill>
                <a:latin typeface="Arial"/>
              </a:rPr>
              <a:t>3-year talent demand, AI automation potential, job family architecture</a:t>
            </a:r>
          </a:p>
        </p:txBody>
      </p:sp>
      <p:sp>
        <p:nvSpPr>
          <p:cNvPr id="103" name="Rounded Rectangle 102"/>
          <p:cNvSpPr/>
          <p:nvPr/>
        </p:nvSpPr>
        <p:spPr>
          <a:xfrm>
            <a:off x="6080759" y="4956048"/>
            <a:ext cx="3182111"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Refresh the global location strategy</a:t>
            </a:r>
          </a:p>
          <a:p>
            <a:pPr algn="l">
              <a:lnSpc>
                <a:spcPct val="95000"/>
              </a:lnSpc>
              <a:spcBef>
                <a:spcPts val="300"/>
              </a:spcBef>
            </a:pPr>
            <a:r>
              <a:rPr sz="800" b="0" i="0">
                <a:solidFill>
                  <a:srgbClr val="FFFFFF"/>
                </a:solidFill>
                <a:latin typeface="Arial"/>
              </a:rPr>
              <a:t>Which roles sit where; what moves first</a:t>
            </a:r>
          </a:p>
        </p:txBody>
      </p:sp>
      <p:sp>
        <p:nvSpPr>
          <p:cNvPr id="104" name="Rounded Rectangle 103"/>
          <p:cNvSpPr/>
          <p:nvPr/>
        </p:nvSpPr>
        <p:spPr>
          <a:xfrm>
            <a:off x="9262872" y="4956048"/>
            <a:ext cx="2377440"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skills and culture plan</a:t>
            </a:r>
          </a:p>
          <a:p>
            <a:pPr algn="l">
              <a:lnSpc>
                <a:spcPct val="95000"/>
              </a:lnSpc>
              <a:spcBef>
                <a:spcPts val="300"/>
              </a:spcBef>
            </a:pPr>
            <a:r>
              <a:rPr sz="800" b="0" i="0">
                <a:solidFill>
                  <a:srgbClr val="FFFFFF"/>
                </a:solidFill>
                <a:latin typeface="Arial"/>
              </a:rPr>
              <a:t>Sourcing and upskilling; mindset and behavior shifts</a:t>
            </a:r>
          </a:p>
        </p:txBody>
      </p:sp>
      <p:sp>
        <p:nvSpPr>
          <p:cNvPr id="105" name="Down Arrow 104"/>
          <p:cNvSpPr/>
          <p:nvPr/>
        </p:nvSpPr>
        <p:spPr>
          <a:xfrm>
            <a:off x="7818120" y="2103120"/>
            <a:ext cx="219456" cy="1975104"/>
          </a:xfrm>
          <a:prstGeom prst="downArrow">
            <a:avLst>
              <a:gd name="adj1" fmla="val 60000"/>
              <a:gd name="adj2" fmla="val 6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106" name="TextBox 105"/>
          <p:cNvSpPr txBox="1"/>
          <p:nvPr/>
        </p:nvSpPr>
        <p:spPr>
          <a:xfrm>
            <a:off x="8138160" y="2999232"/>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107"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A (workplan view). PER YOUR STEER: original box structure kept (not consolidated), front-loaded (domains wks 1–5, domain #1 workforce shifts wks 6–8, platform org + SWP wks 1–5); commentary now inside each box; workshops added as phase events (incl. CM1 prioritization); bottom outcomes row and band killed per Megha (covered on placemat and p5). Platform-org workshops (2–3, per Megha) now noted in-box within wks 1–5.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090FB3AC-E34B-30B9-F23B-7D759C927068}"/>
              </a:ext>
            </a:extLst>
          </p:cNvPr>
          <p:cNvGraphicFramePr>
            <a:graphicFrameLocks noChangeAspect="1"/>
          </p:cNvGraphicFramePr>
          <p:nvPr>
            <p:custDataLst>
              <p:tags r:id="rId1"/>
            </p:custDataLst>
            <p:extLst>
              <p:ext uri="{D42A27DB-BD31-4B8C-83A1-F6EECF244321}">
                <p14:modId xmlns:p14="http://schemas.microsoft.com/office/powerpoint/2010/main" val="40909327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404" imgH="405" progId="TCLayout.ActiveDocument.1">
                  <p:embed/>
                </p:oleObj>
              </mc:Choice>
              <mc:Fallback>
                <p:oleObj name="think-cell Slide" r:id="rId6" imgW="404" imgH="405" progId="TCLayout.ActiveDocument.1">
                  <p:embed/>
                  <p:pic>
                    <p:nvPicPr>
                      <p:cNvPr id="5" name="Object 2" hidden="1">
                        <a:extLst>
                          <a:ext uri="{FF2B5EF4-FFF2-40B4-BE49-F238E27FC236}">
                            <a16:creationId xmlns:a16="http://schemas.microsoft.com/office/drawing/2014/main" id="{090FB3AC-E34B-30B9-F23B-7D759C92706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AF50648-A519-BEC9-A0CD-8A8212027B92}"/>
              </a:ext>
            </a:extLst>
          </p:cNvPr>
          <p:cNvSpPr>
            <a:spLocks noGrp="1"/>
          </p:cNvSpPr>
          <p:nvPr>
            <p:ph type="title"/>
            <p:custDataLst>
              <p:tags r:id="rId2"/>
            </p:custDataLst>
          </p:nvPr>
        </p:nvSpPr>
        <p:spPr/>
        <p:txBody>
          <a:bodyPr vert="horz"/>
          <a:lstStyle/>
          <a:p>
            <a:r>
              <a:rPr lang="en-US" dirty="0"/>
              <a:t>Appendix</a:t>
            </a:r>
          </a:p>
        </p:txBody>
      </p:sp>
      <p:sp>
        <p:nvSpPr>
          <p:cNvPr id="3" name="1. On-page tracker">
            <a:extLst>
              <a:ext uri="{FF2B5EF4-FFF2-40B4-BE49-F238E27FC236}">
                <a16:creationId xmlns:a16="http://schemas.microsoft.com/office/drawing/2014/main" id="{2901DE5B-D6BC-8A32-7C00-B006A553D995}"/>
              </a:ext>
            </a:extLst>
          </p:cNvPr>
          <p:cNvSpPr>
            <a:spLocks noGrp="1"/>
          </p:cNvSpPr>
          <p:nvPr>
            <p:ph type="body" sz="quarter" idx="17"/>
            <p:custDataLst>
              <p:tags r:id="rId3"/>
            </p:custDataLst>
          </p:nvPr>
        </p:nvSpPr>
        <p:spPr/>
        <p:txBody>
          <a:bodyPr/>
          <a:lstStyle/>
          <a:p>
            <a:endParaRPr lang="en-US"/>
          </a:p>
        </p:txBody>
      </p:sp>
      <p:sp>
        <p:nvSpPr>
          <p:cNvPr id="4" name="3. Subtitle">
            <a:extLst>
              <a:ext uri="{FF2B5EF4-FFF2-40B4-BE49-F238E27FC236}">
                <a16:creationId xmlns:a16="http://schemas.microsoft.com/office/drawing/2014/main" id="{34777898-D986-99A7-29C2-A90E9DC584FE}"/>
              </a:ext>
            </a:extLst>
          </p:cNvPr>
          <p:cNvSpPr>
            <a:spLocks noGrp="1"/>
          </p:cNvSpPr>
          <p:nvPr>
            <p:ph type="subTitle" idx="1"/>
            <p:custDataLst>
              <p:tags r:id="rId4"/>
            </p:custDataLst>
          </p:nvPr>
        </p:nvSpPr>
        <p:spPr/>
        <p:txBody>
          <a:bodyPr/>
          <a:lstStyle/>
          <a:p>
            <a:endParaRPr lang="en-US"/>
          </a:p>
        </p:txBody>
      </p:sp>
      <p:sp>
        <p:nvSpPr>
          <p:cNvPr id="6"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1269890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3B75-E45E-72D6-D534-6281C167324C}"/>
            </a:ext>
          </a:extLst>
        </p:cNvPr>
        <p:cNvGrpSpPr/>
        <p:nvPr/>
      </p:nvGrpSpPr>
      <p:grpSpPr>
        <a:xfrm>
          <a:off x="0" y="0"/>
          <a:ext cx="0" cy="0"/>
          <a:chOff x="0" y="0"/>
          <a:chExt cx="0" cy="0"/>
        </a:xfrm>
      </p:grpSpPr>
      <p:graphicFrame>
        <p:nvGraphicFramePr>
          <p:cNvPr id="8" name="Object 2" hidden="1">
            <a:extLst>
              <a:ext uri="{FF2B5EF4-FFF2-40B4-BE49-F238E27FC236}">
                <a16:creationId xmlns:a16="http://schemas.microsoft.com/office/drawing/2014/main" id="{79B6A942-7E7E-5937-0B88-F0063CDA7094}"/>
              </a:ext>
            </a:extLst>
          </p:cNvPr>
          <p:cNvGraphicFramePr>
            <a:graphicFrameLocks noChangeAspect="1"/>
          </p:cNvGraphicFramePr>
          <p:nvPr>
            <p:custDataLst>
              <p:tags r:id="rId2"/>
            </p:custDataLst>
            <p:extLst>
              <p:ext uri="{D42A27DB-BD31-4B8C-83A1-F6EECF244321}">
                <p14:modId xmlns:p14="http://schemas.microsoft.com/office/powerpoint/2010/main" val="1898419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395" imgH="396" progId="TCLayout.ActiveDocument.1">
                  <p:embed/>
                </p:oleObj>
              </mc:Choice>
              <mc:Fallback>
                <p:oleObj name="think-cell Slide" r:id="rId23" imgW="395" imgH="396" progId="TCLayout.ActiveDocument.1">
                  <p:embed/>
                  <p:pic>
                    <p:nvPicPr>
                      <p:cNvPr id="8" name="Object 2" hidden="1">
                        <a:extLst>
                          <a:ext uri="{FF2B5EF4-FFF2-40B4-BE49-F238E27FC236}">
                            <a16:creationId xmlns:a16="http://schemas.microsoft.com/office/drawing/2014/main" id="{79B6A942-7E7E-5937-0B88-F0063CDA7094}"/>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7" name="Slide Number">
            <a:extLst>
              <a:ext uri="{FF2B5EF4-FFF2-40B4-BE49-F238E27FC236}">
                <a16:creationId xmlns:a16="http://schemas.microsoft.com/office/drawing/2014/main" id="{9675B713-DF89-E6FE-206C-43414202239A}"/>
              </a:ext>
            </a:extLst>
          </p:cNvPr>
          <p:cNvSpPr>
            <a:spLocks noChangeArrowheads="1"/>
          </p:cNvSpPr>
          <p:nvPr>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effectLst/>
              <a:uLnTx/>
              <a:uFillTx/>
              <a:latin typeface="Arial"/>
              <a:ea typeface="+mn-ea"/>
              <a:cs typeface="Arial" panose="020B0604020202020204" pitchFamily="34" charset="0"/>
            </a:endParaRPr>
          </a:p>
        </p:txBody>
      </p:sp>
      <p:sp>
        <p:nvSpPr>
          <p:cNvPr id="9" name="SlideLogoText">
            <a:extLst>
              <a:ext uri="{FF2B5EF4-FFF2-40B4-BE49-F238E27FC236}">
                <a16:creationId xmlns:a16="http://schemas.microsoft.com/office/drawing/2014/main" id="{1D1C1AB0-89EC-2EC4-05EC-7DB9AE6DA4A0}"/>
              </a:ext>
            </a:extLst>
          </p:cNvPr>
          <p:cNvSpPr txBox="1"/>
          <p:nvPr>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effectLst/>
                <a:uLnTx/>
                <a:uFillTx/>
                <a:latin typeface="Arial"/>
                <a:ea typeface="+mn-ea"/>
                <a:cs typeface="Arial" panose="020B0604020202020204" pitchFamily="34" charset="0"/>
              </a:rPr>
              <a:t>McKinsey &amp; Company</a:t>
            </a:r>
          </a:p>
        </p:txBody>
      </p:sp>
      <p:sp>
        <p:nvSpPr>
          <p:cNvPr id="363" name="2. Slide Title">
            <a:extLst>
              <a:ext uri="{FF2B5EF4-FFF2-40B4-BE49-F238E27FC236}">
                <a16:creationId xmlns:a16="http://schemas.microsoft.com/office/drawing/2014/main" id="{3DD49E0E-9840-01D2-98EB-8B3EED16995A}"/>
              </a:ext>
            </a:extLst>
          </p:cNvPr>
          <p:cNvSpPr>
            <a:spLocks noGrp="1"/>
          </p:cNvSpPr>
          <p:nvPr>
            <p:ph type="title"/>
            <p:custDataLst>
              <p:tags r:id="rId5"/>
            </p:custDataLst>
          </p:nvPr>
        </p:nvSpPr>
        <p:spPr/>
        <p:txBody>
          <a:bodyPr vert="horz"/>
          <a:lstStyle/>
          <a:p>
            <a:r>
              <a:rPr lang="en-US">
                <a:solidFill>
                  <a:schemeClr val="accent3"/>
                </a:solidFill>
              </a:rPr>
              <a:t>Identify high-value domains: </a:t>
            </a:r>
            <a:r>
              <a:rPr lang="en-US"/>
              <a:t>End-to-end workflows with clear potential to demonstrate impact</a:t>
            </a:r>
          </a:p>
        </p:txBody>
      </p:sp>
      <p:sp>
        <p:nvSpPr>
          <p:cNvPr id="248" name="TextBox 247">
            <a:extLst>
              <a:ext uri="{FF2B5EF4-FFF2-40B4-BE49-F238E27FC236}">
                <a16:creationId xmlns:a16="http://schemas.microsoft.com/office/drawing/2014/main" id="{B68C46C6-C93D-2091-091A-DD5B3E87A528}"/>
              </a:ext>
            </a:extLst>
          </p:cNvPr>
          <p:cNvSpPr txBox="1">
            <a:spLocks/>
          </p:cNvSpPr>
          <p:nvPr/>
        </p:nvSpPr>
        <p:spPr>
          <a:xfrm>
            <a:off x="6538430" y="3727699"/>
            <a:ext cx="2882397" cy="64633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Balance of E2E impact, leadership excitement, and achievable results in 6-12 m</a:t>
            </a:r>
            <a:r>
              <a:rPr lang="en-US" sz="1400" kern="0" dirty="0">
                <a:latin typeface="Arial"/>
              </a:rPr>
              <a:t>o.</a:t>
            </a:r>
            <a:endParaRPr kumimoji="0" lang="en-US" sz="1400" b="0" i="0" u="none" strike="noStrike" kern="0" cap="none" spc="0" normalizeH="0" baseline="0" noProof="0" dirty="0">
              <a:ln>
                <a:noFill/>
              </a:ln>
              <a:effectLst/>
              <a:uLnTx/>
              <a:uFillTx/>
              <a:latin typeface="Arial"/>
              <a:ea typeface="+mn-ea"/>
              <a:cs typeface="Arial" panose="020B0604020202020204" pitchFamily="34" charset="0"/>
            </a:endParaRPr>
          </a:p>
        </p:txBody>
      </p:sp>
      <p:sp>
        <p:nvSpPr>
          <p:cNvPr id="245" name="TextBox 244">
            <a:extLst>
              <a:ext uri="{FF2B5EF4-FFF2-40B4-BE49-F238E27FC236}">
                <a16:creationId xmlns:a16="http://schemas.microsoft.com/office/drawing/2014/main" id="{F3861F0F-384F-0E3D-4F6A-42F407AEA32C}"/>
              </a:ext>
            </a:extLst>
          </p:cNvPr>
          <p:cNvSpPr txBox="1">
            <a:spLocks/>
          </p:cNvSpPr>
          <p:nvPr/>
        </p:nvSpPr>
        <p:spPr>
          <a:xfrm>
            <a:off x="4049906" y="3727699"/>
            <a:ext cx="2125785" cy="86177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many domains, data sets, and stakeholders to be able to get to meaningful impact quickly</a:t>
            </a:r>
          </a:p>
        </p:txBody>
      </p:sp>
      <p:sp>
        <p:nvSpPr>
          <p:cNvPr id="250" name="TextBox 249">
            <a:extLst>
              <a:ext uri="{FF2B5EF4-FFF2-40B4-BE49-F238E27FC236}">
                <a16:creationId xmlns:a16="http://schemas.microsoft.com/office/drawing/2014/main" id="{0321CEA6-6BAC-7B3D-6C8C-C607E24C914D}"/>
              </a:ext>
            </a:extLst>
          </p:cNvPr>
          <p:cNvSpPr txBox="1">
            <a:spLocks/>
          </p:cNvSpPr>
          <p:nvPr/>
        </p:nvSpPr>
        <p:spPr>
          <a:xfrm>
            <a:off x="9909779" y="3727699"/>
            <a:ext cx="1932531" cy="86177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niche to demonstrate material impact and no data and technical synergies</a:t>
            </a:r>
          </a:p>
        </p:txBody>
      </p:sp>
      <p:sp>
        <p:nvSpPr>
          <p:cNvPr id="246" name="TextBox 245">
            <a:extLst>
              <a:ext uri="{FF2B5EF4-FFF2-40B4-BE49-F238E27FC236}">
                <a16:creationId xmlns:a16="http://schemas.microsoft.com/office/drawing/2014/main" id="{31019F75-2140-1449-912E-2D8E59FE4FF6}"/>
              </a:ext>
            </a:extLst>
          </p:cNvPr>
          <p:cNvSpPr txBox="1">
            <a:spLocks/>
          </p:cNvSpPr>
          <p:nvPr/>
        </p:nvSpPr>
        <p:spPr>
          <a:xfrm>
            <a:off x="4049906" y="2976164"/>
            <a:ext cx="2125785" cy="707886"/>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Entire enterprise </a:t>
            </a:r>
            <a:r>
              <a:rPr kumimoji="0" lang="en-US" sz="2200" b="1" i="0" u="none" strike="noStrike" kern="0" cap="none" spc="0" normalizeH="0" baseline="0" noProof="0" dirty="0">
                <a:ln>
                  <a:noFill/>
                </a:ln>
                <a:effectLst/>
                <a:uLnTx/>
                <a:uFillTx/>
                <a:latin typeface="Arial"/>
                <a:ea typeface="+mn-ea"/>
                <a:cs typeface="Arial" panose="020B0604020202020204" pitchFamily="34" charset="0"/>
              </a:rPr>
              <a:t>– </a:t>
            </a:r>
            <a:r>
              <a:rPr kumimoji="0" lang="en-US" sz="24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big</a:t>
            </a:r>
          </a:p>
        </p:txBody>
      </p:sp>
      <p:sp>
        <p:nvSpPr>
          <p:cNvPr id="249" name="TextBox 248">
            <a:extLst>
              <a:ext uri="{FF2B5EF4-FFF2-40B4-BE49-F238E27FC236}">
                <a16:creationId xmlns:a16="http://schemas.microsoft.com/office/drawing/2014/main" id="{EA096BE4-EA4A-2D68-9430-7C1467A75194}"/>
              </a:ext>
            </a:extLst>
          </p:cNvPr>
          <p:cNvSpPr txBox="1">
            <a:spLocks/>
          </p:cNvSpPr>
          <p:nvPr/>
        </p:nvSpPr>
        <p:spPr>
          <a:xfrm>
            <a:off x="6538430" y="3206997"/>
            <a:ext cx="2882397" cy="246221"/>
          </a:xfrm>
          <a:prstGeom prst="rect">
            <a:avLst/>
          </a:prstGeom>
        </p:spPr>
        <p:txBody>
          <a:bodyPr vert="horz" wrap="square" lIns="0" tIns="0" rIns="0" bIns="0" rtlCol="0" anchor="t" anchorCtr="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a:ln>
                  <a:noFill/>
                </a:ln>
                <a:effectLst/>
                <a:uLnTx/>
                <a:uFillTx/>
                <a:latin typeface="Arial"/>
                <a:ea typeface="+mn-ea"/>
                <a:cs typeface="Arial" panose="020B0604020202020204" pitchFamily="34" charset="0"/>
              </a:rPr>
              <a:t>E2E domain – </a:t>
            </a:r>
            <a:r>
              <a:rPr kumimoji="0" lang="en-US" sz="1600" b="1" i="0" u="none" strike="noStrike" kern="0" cap="none" spc="0" normalizeH="0" baseline="0" noProof="0">
                <a:ln>
                  <a:noFill/>
                </a:ln>
                <a:solidFill>
                  <a:schemeClr val="accent3"/>
                </a:solidFill>
                <a:effectLst/>
                <a:uLnTx/>
                <a:uFillTx/>
                <a:latin typeface="Arial"/>
                <a:ea typeface="+mn-ea"/>
                <a:cs typeface="Arial" panose="020B0604020202020204" pitchFamily="34" charset="0"/>
              </a:rPr>
              <a:t>Just right</a:t>
            </a:r>
          </a:p>
        </p:txBody>
      </p:sp>
      <p:sp>
        <p:nvSpPr>
          <p:cNvPr id="251" name="TextBox 250">
            <a:extLst>
              <a:ext uri="{FF2B5EF4-FFF2-40B4-BE49-F238E27FC236}">
                <a16:creationId xmlns:a16="http://schemas.microsoft.com/office/drawing/2014/main" id="{754506E4-B667-E3D0-A9DA-292B270AF832}"/>
              </a:ext>
            </a:extLst>
          </p:cNvPr>
          <p:cNvSpPr txBox="1">
            <a:spLocks/>
          </p:cNvSpPr>
          <p:nvPr/>
        </p:nvSpPr>
        <p:spPr>
          <a:xfrm>
            <a:off x="9909780" y="3114664"/>
            <a:ext cx="1756846" cy="430887"/>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Use case – </a:t>
            </a:r>
            <a:br>
              <a:rPr kumimoji="0" lang="en-US" sz="1600" b="1" i="0" u="none" strike="noStrike" kern="0" cap="none" spc="0" normalizeH="0" baseline="0" noProof="0" dirty="0">
                <a:ln>
                  <a:noFill/>
                </a:ln>
                <a:effectLst/>
                <a:uLnTx/>
                <a:uFillTx/>
                <a:latin typeface="Arial"/>
                <a:ea typeface="+mn-ea"/>
                <a:cs typeface="Arial" panose="020B0604020202020204" pitchFamily="34" charset="0"/>
              </a:rPr>
            </a:br>
            <a:r>
              <a:rPr kumimoji="0" lang="en-US" sz="12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small</a:t>
            </a:r>
          </a:p>
        </p:txBody>
      </p:sp>
      <p:sp>
        <p:nvSpPr>
          <p:cNvPr id="247" name="Rectangle 246">
            <a:extLst>
              <a:ext uri="{FF2B5EF4-FFF2-40B4-BE49-F238E27FC236}">
                <a16:creationId xmlns:a16="http://schemas.microsoft.com/office/drawing/2014/main" id="{C1E8CC98-7686-057A-F669-30516F6E951E}"/>
              </a:ext>
            </a:extLst>
          </p:cNvPr>
          <p:cNvSpPr>
            <a:spLocks/>
          </p:cNvSpPr>
          <p:nvPr/>
        </p:nvSpPr>
        <p:spPr>
          <a:xfrm>
            <a:off x="4049906" y="1301615"/>
            <a:ext cx="1756847" cy="1605629"/>
          </a:xfrm>
          <a:prstGeom prst="rect">
            <a:avLst/>
          </a:prstGeom>
          <a:solidFill>
            <a:schemeClr val="accent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3" name="Rectangle 252">
            <a:extLst>
              <a:ext uri="{FF2B5EF4-FFF2-40B4-BE49-F238E27FC236}">
                <a16:creationId xmlns:a16="http://schemas.microsoft.com/office/drawing/2014/main" id="{64137625-8984-8659-F295-4D8A056D8791}"/>
              </a:ext>
            </a:extLst>
          </p:cNvPr>
          <p:cNvSpPr/>
          <p:nvPr/>
        </p:nvSpPr>
        <p:spPr>
          <a:xfrm>
            <a:off x="7725607"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4" name="Rectangle 253">
            <a:extLst>
              <a:ext uri="{FF2B5EF4-FFF2-40B4-BE49-F238E27FC236}">
                <a16:creationId xmlns:a16="http://schemas.microsoft.com/office/drawing/2014/main" id="{A7A54794-7B45-DADF-441E-79AE4FA582C4}"/>
              </a:ext>
            </a:extLst>
          </p:cNvPr>
          <p:cNvSpPr/>
          <p:nvPr/>
        </p:nvSpPr>
        <p:spPr>
          <a:xfrm>
            <a:off x="7135843" y="18408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5" name="Rectangle 254">
            <a:extLst>
              <a:ext uri="{FF2B5EF4-FFF2-40B4-BE49-F238E27FC236}">
                <a16:creationId xmlns:a16="http://schemas.microsoft.com/office/drawing/2014/main" id="{8D63EADB-F1D0-951D-EE54-1C91E6177DDC}"/>
              </a:ext>
            </a:extLst>
          </p:cNvPr>
          <p:cNvSpPr/>
          <p:nvPr/>
        </p:nvSpPr>
        <p:spPr>
          <a:xfrm>
            <a:off x="7725892"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6" name="Rectangle 255">
            <a:extLst>
              <a:ext uri="{FF2B5EF4-FFF2-40B4-BE49-F238E27FC236}">
                <a16:creationId xmlns:a16="http://schemas.microsoft.com/office/drawing/2014/main" id="{3559C809-BC75-9628-92CD-E232FAF0F213}"/>
              </a:ext>
            </a:extLst>
          </p:cNvPr>
          <p:cNvSpPr/>
          <p:nvPr/>
        </p:nvSpPr>
        <p:spPr>
          <a:xfrm>
            <a:off x="7135843" y="1301616"/>
            <a:ext cx="577320" cy="527230"/>
          </a:xfrm>
          <a:prstGeom prst="rect">
            <a:avLst/>
          </a:prstGeom>
          <a:solidFill>
            <a:schemeClr val="accent3"/>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7" name="Rectangle 256">
            <a:extLst>
              <a:ext uri="{FF2B5EF4-FFF2-40B4-BE49-F238E27FC236}">
                <a16:creationId xmlns:a16="http://schemas.microsoft.com/office/drawing/2014/main" id="{CAB20E9F-B8B9-A653-3326-7C8AAFD6A0B1}"/>
              </a:ext>
            </a:extLst>
          </p:cNvPr>
          <p:cNvSpPr/>
          <p:nvPr/>
        </p:nvSpPr>
        <p:spPr>
          <a:xfrm>
            <a:off x="8315370"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8" name="Rectangle 257">
            <a:extLst>
              <a:ext uri="{FF2B5EF4-FFF2-40B4-BE49-F238E27FC236}">
                <a16:creationId xmlns:a16="http://schemas.microsoft.com/office/drawing/2014/main" id="{47045591-70E4-8FA6-7F6D-3FB9C7FBC10C}"/>
              </a:ext>
            </a:extLst>
          </p:cNvPr>
          <p:cNvSpPr/>
          <p:nvPr/>
        </p:nvSpPr>
        <p:spPr>
          <a:xfrm>
            <a:off x="8315370"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9" name="Rectangle 258">
            <a:extLst>
              <a:ext uri="{FF2B5EF4-FFF2-40B4-BE49-F238E27FC236}">
                <a16:creationId xmlns:a16="http://schemas.microsoft.com/office/drawing/2014/main" id="{3B8375C5-9538-E615-5ACD-0D8E5B4D16D9}"/>
              </a:ext>
            </a:extLst>
          </p:cNvPr>
          <p:cNvSpPr/>
          <p:nvPr/>
        </p:nvSpPr>
        <p:spPr>
          <a:xfrm>
            <a:off x="7135843"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0" name="Rectangle 259">
            <a:extLst>
              <a:ext uri="{FF2B5EF4-FFF2-40B4-BE49-F238E27FC236}">
                <a16:creationId xmlns:a16="http://schemas.microsoft.com/office/drawing/2014/main" id="{BD9AA7A0-4B0C-53C2-D4C1-E48D8A075D92}"/>
              </a:ext>
            </a:extLst>
          </p:cNvPr>
          <p:cNvSpPr/>
          <p:nvPr/>
        </p:nvSpPr>
        <p:spPr>
          <a:xfrm>
            <a:off x="7725892"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1" name="Rectangle 260">
            <a:extLst>
              <a:ext uri="{FF2B5EF4-FFF2-40B4-BE49-F238E27FC236}">
                <a16:creationId xmlns:a16="http://schemas.microsoft.com/office/drawing/2014/main" id="{B7BE9FD9-2844-386A-C2A6-4853BACF79DA}"/>
              </a:ext>
            </a:extLst>
          </p:cNvPr>
          <p:cNvSpPr/>
          <p:nvPr/>
        </p:nvSpPr>
        <p:spPr>
          <a:xfrm>
            <a:off x="8315370"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3" name="Rectangle 262">
            <a:extLst>
              <a:ext uri="{FF2B5EF4-FFF2-40B4-BE49-F238E27FC236}">
                <a16:creationId xmlns:a16="http://schemas.microsoft.com/office/drawing/2014/main" id="{05E524DA-56D7-0A19-A3F8-2E18ABBC2EF8}"/>
              </a:ext>
            </a:extLst>
          </p:cNvPr>
          <p:cNvSpPr/>
          <p:nvPr/>
        </p:nvSpPr>
        <p:spPr>
          <a:xfrm>
            <a:off x="1008593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4" name="Rectangle 263">
            <a:extLst>
              <a:ext uri="{FF2B5EF4-FFF2-40B4-BE49-F238E27FC236}">
                <a16:creationId xmlns:a16="http://schemas.microsoft.com/office/drawing/2014/main" id="{4822A042-1942-8983-0980-556760ADA929}"/>
              </a:ext>
            </a:extLst>
          </p:cNvPr>
          <p:cNvSpPr/>
          <p:nvPr/>
        </p:nvSpPr>
        <p:spPr>
          <a:xfrm>
            <a:off x="1008593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5" name="Rectangle 264">
            <a:extLst>
              <a:ext uri="{FF2B5EF4-FFF2-40B4-BE49-F238E27FC236}">
                <a16:creationId xmlns:a16="http://schemas.microsoft.com/office/drawing/2014/main" id="{4D338033-E942-3FF7-0E50-EFB775165B2B}"/>
              </a:ext>
            </a:extLst>
          </p:cNvPr>
          <p:cNvSpPr/>
          <p:nvPr/>
        </p:nvSpPr>
        <p:spPr>
          <a:xfrm>
            <a:off x="1008593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6" name="Rectangle 265">
            <a:extLst>
              <a:ext uri="{FF2B5EF4-FFF2-40B4-BE49-F238E27FC236}">
                <a16:creationId xmlns:a16="http://schemas.microsoft.com/office/drawing/2014/main" id="{6A77D376-D876-45B9-556D-3C89AE08C88A}"/>
              </a:ext>
            </a:extLst>
          </p:cNvPr>
          <p:cNvSpPr/>
          <p:nvPr/>
        </p:nvSpPr>
        <p:spPr>
          <a:xfrm>
            <a:off x="1008593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7" name="Rectangle 266">
            <a:extLst>
              <a:ext uri="{FF2B5EF4-FFF2-40B4-BE49-F238E27FC236}">
                <a16:creationId xmlns:a16="http://schemas.microsoft.com/office/drawing/2014/main" id="{1A2D6FB9-B37C-EF9A-AED2-34BC399A8F19}"/>
              </a:ext>
            </a:extLst>
          </p:cNvPr>
          <p:cNvSpPr/>
          <p:nvPr/>
        </p:nvSpPr>
        <p:spPr>
          <a:xfrm>
            <a:off x="1008593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8" name="Rectangle 267">
            <a:extLst>
              <a:ext uri="{FF2B5EF4-FFF2-40B4-BE49-F238E27FC236}">
                <a16:creationId xmlns:a16="http://schemas.microsoft.com/office/drawing/2014/main" id="{D4A2981F-CB12-792D-2142-39B6D4F754ED}"/>
              </a:ext>
            </a:extLst>
          </p:cNvPr>
          <p:cNvSpPr/>
          <p:nvPr/>
        </p:nvSpPr>
        <p:spPr>
          <a:xfrm>
            <a:off x="1008593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9" name="Rectangle 268">
            <a:extLst>
              <a:ext uri="{FF2B5EF4-FFF2-40B4-BE49-F238E27FC236}">
                <a16:creationId xmlns:a16="http://schemas.microsoft.com/office/drawing/2014/main" id="{7C4039AA-543F-63B7-673D-53DF92B219E1}"/>
              </a:ext>
            </a:extLst>
          </p:cNvPr>
          <p:cNvSpPr/>
          <p:nvPr/>
        </p:nvSpPr>
        <p:spPr>
          <a:xfrm>
            <a:off x="1008593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0" name="Rectangle 269">
            <a:extLst>
              <a:ext uri="{FF2B5EF4-FFF2-40B4-BE49-F238E27FC236}">
                <a16:creationId xmlns:a16="http://schemas.microsoft.com/office/drawing/2014/main" id="{7317E06E-E5B1-9A82-ECB9-38EC7E0E8DC2}"/>
              </a:ext>
            </a:extLst>
          </p:cNvPr>
          <p:cNvSpPr/>
          <p:nvPr/>
        </p:nvSpPr>
        <p:spPr>
          <a:xfrm>
            <a:off x="1008593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1" name="Rectangle 270">
            <a:extLst>
              <a:ext uri="{FF2B5EF4-FFF2-40B4-BE49-F238E27FC236}">
                <a16:creationId xmlns:a16="http://schemas.microsoft.com/office/drawing/2014/main" id="{57677F55-57CF-D0A4-9DA7-1782597D6FD1}"/>
              </a:ext>
            </a:extLst>
          </p:cNvPr>
          <p:cNvSpPr/>
          <p:nvPr/>
        </p:nvSpPr>
        <p:spPr>
          <a:xfrm>
            <a:off x="1008593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2" name="Rectangle 271">
            <a:extLst>
              <a:ext uri="{FF2B5EF4-FFF2-40B4-BE49-F238E27FC236}">
                <a16:creationId xmlns:a16="http://schemas.microsoft.com/office/drawing/2014/main" id="{B4E5287E-7FBD-4F5C-FD0F-00FEA8C442B3}"/>
              </a:ext>
            </a:extLst>
          </p:cNvPr>
          <p:cNvSpPr/>
          <p:nvPr/>
        </p:nvSpPr>
        <p:spPr>
          <a:xfrm>
            <a:off x="1008593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3" name="Rectangle 272">
            <a:extLst>
              <a:ext uri="{FF2B5EF4-FFF2-40B4-BE49-F238E27FC236}">
                <a16:creationId xmlns:a16="http://schemas.microsoft.com/office/drawing/2014/main" id="{FC168D1C-28FF-7823-9CC8-A00C84E89B95}"/>
              </a:ext>
            </a:extLst>
          </p:cNvPr>
          <p:cNvSpPr/>
          <p:nvPr/>
        </p:nvSpPr>
        <p:spPr>
          <a:xfrm>
            <a:off x="9909780"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4" name="Rectangle 273">
            <a:extLst>
              <a:ext uri="{FF2B5EF4-FFF2-40B4-BE49-F238E27FC236}">
                <a16:creationId xmlns:a16="http://schemas.microsoft.com/office/drawing/2014/main" id="{97BCB58D-128A-FC69-8193-3CF6FE448CD2}"/>
              </a:ext>
            </a:extLst>
          </p:cNvPr>
          <p:cNvSpPr/>
          <p:nvPr/>
        </p:nvSpPr>
        <p:spPr>
          <a:xfrm>
            <a:off x="9909780" y="1301615"/>
            <a:ext cx="171470" cy="154967"/>
          </a:xfrm>
          <a:prstGeom prst="rect">
            <a:avLst/>
          </a:prstGeom>
          <a:solidFill>
            <a:schemeClr val="accent2"/>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5" name="Rectangle 274">
            <a:extLst>
              <a:ext uri="{FF2B5EF4-FFF2-40B4-BE49-F238E27FC236}">
                <a16:creationId xmlns:a16="http://schemas.microsoft.com/office/drawing/2014/main" id="{5492F869-5800-492D-095C-4FFE66A6416F}"/>
              </a:ext>
            </a:extLst>
          </p:cNvPr>
          <p:cNvSpPr/>
          <p:nvPr/>
        </p:nvSpPr>
        <p:spPr>
          <a:xfrm>
            <a:off x="9909780"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6" name="Rectangle 275">
            <a:extLst>
              <a:ext uri="{FF2B5EF4-FFF2-40B4-BE49-F238E27FC236}">
                <a16:creationId xmlns:a16="http://schemas.microsoft.com/office/drawing/2014/main" id="{065BF2DE-486E-8BF8-6AE2-DB86E5D4248B}"/>
              </a:ext>
            </a:extLst>
          </p:cNvPr>
          <p:cNvSpPr/>
          <p:nvPr/>
        </p:nvSpPr>
        <p:spPr>
          <a:xfrm>
            <a:off x="9909780"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7" name="Rectangle 276">
            <a:extLst>
              <a:ext uri="{FF2B5EF4-FFF2-40B4-BE49-F238E27FC236}">
                <a16:creationId xmlns:a16="http://schemas.microsoft.com/office/drawing/2014/main" id="{5351A0E5-7111-DA1B-83B3-B41D58528198}"/>
              </a:ext>
            </a:extLst>
          </p:cNvPr>
          <p:cNvSpPr/>
          <p:nvPr/>
        </p:nvSpPr>
        <p:spPr>
          <a:xfrm>
            <a:off x="9909780"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8" name="Rectangle 277">
            <a:extLst>
              <a:ext uri="{FF2B5EF4-FFF2-40B4-BE49-F238E27FC236}">
                <a16:creationId xmlns:a16="http://schemas.microsoft.com/office/drawing/2014/main" id="{27350559-75D4-DDF6-2BDD-CEAD9B6094B3}"/>
              </a:ext>
            </a:extLst>
          </p:cNvPr>
          <p:cNvSpPr/>
          <p:nvPr/>
        </p:nvSpPr>
        <p:spPr>
          <a:xfrm>
            <a:off x="9909780"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9" name="Rectangle 278">
            <a:extLst>
              <a:ext uri="{FF2B5EF4-FFF2-40B4-BE49-F238E27FC236}">
                <a16:creationId xmlns:a16="http://schemas.microsoft.com/office/drawing/2014/main" id="{319CE67E-E214-6F1C-80CD-39B1530C6362}"/>
              </a:ext>
            </a:extLst>
          </p:cNvPr>
          <p:cNvSpPr/>
          <p:nvPr/>
        </p:nvSpPr>
        <p:spPr>
          <a:xfrm>
            <a:off x="9909780"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0" name="Rectangle 279">
            <a:extLst>
              <a:ext uri="{FF2B5EF4-FFF2-40B4-BE49-F238E27FC236}">
                <a16:creationId xmlns:a16="http://schemas.microsoft.com/office/drawing/2014/main" id="{825D0880-069B-A112-9D63-7579B840C889}"/>
              </a:ext>
            </a:extLst>
          </p:cNvPr>
          <p:cNvSpPr/>
          <p:nvPr/>
        </p:nvSpPr>
        <p:spPr>
          <a:xfrm>
            <a:off x="9909780"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1" name="Rectangle 280">
            <a:extLst>
              <a:ext uri="{FF2B5EF4-FFF2-40B4-BE49-F238E27FC236}">
                <a16:creationId xmlns:a16="http://schemas.microsoft.com/office/drawing/2014/main" id="{ABA18B62-88D2-3E25-EBCB-B7C571635A45}"/>
              </a:ext>
            </a:extLst>
          </p:cNvPr>
          <p:cNvSpPr/>
          <p:nvPr/>
        </p:nvSpPr>
        <p:spPr>
          <a:xfrm>
            <a:off x="9909780"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2" name="Rectangle 281">
            <a:extLst>
              <a:ext uri="{FF2B5EF4-FFF2-40B4-BE49-F238E27FC236}">
                <a16:creationId xmlns:a16="http://schemas.microsoft.com/office/drawing/2014/main" id="{69FCB4EE-D602-849B-A2D9-6849824C1F2D}"/>
              </a:ext>
            </a:extLst>
          </p:cNvPr>
          <p:cNvSpPr/>
          <p:nvPr/>
        </p:nvSpPr>
        <p:spPr>
          <a:xfrm>
            <a:off x="9909780"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3" name="Rectangle 282">
            <a:extLst>
              <a:ext uri="{FF2B5EF4-FFF2-40B4-BE49-F238E27FC236}">
                <a16:creationId xmlns:a16="http://schemas.microsoft.com/office/drawing/2014/main" id="{26C69276-6D28-0E36-4063-BA4ACD1AF8DE}"/>
              </a:ext>
            </a:extLst>
          </p:cNvPr>
          <p:cNvSpPr/>
          <p:nvPr/>
        </p:nvSpPr>
        <p:spPr>
          <a:xfrm>
            <a:off x="10438238"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4" name="Rectangle 283">
            <a:extLst>
              <a:ext uri="{FF2B5EF4-FFF2-40B4-BE49-F238E27FC236}">
                <a16:creationId xmlns:a16="http://schemas.microsoft.com/office/drawing/2014/main" id="{A5DE53D3-1635-EF13-C0A6-2C7C46619220}"/>
              </a:ext>
            </a:extLst>
          </p:cNvPr>
          <p:cNvSpPr/>
          <p:nvPr/>
        </p:nvSpPr>
        <p:spPr>
          <a:xfrm>
            <a:off x="10438238"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5" name="Rectangle 284">
            <a:extLst>
              <a:ext uri="{FF2B5EF4-FFF2-40B4-BE49-F238E27FC236}">
                <a16:creationId xmlns:a16="http://schemas.microsoft.com/office/drawing/2014/main" id="{4B44ECE7-3DE5-0526-7133-581945FC4CB5}"/>
              </a:ext>
            </a:extLst>
          </p:cNvPr>
          <p:cNvSpPr/>
          <p:nvPr/>
        </p:nvSpPr>
        <p:spPr>
          <a:xfrm>
            <a:off x="10438238"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6" name="Rectangle 285">
            <a:extLst>
              <a:ext uri="{FF2B5EF4-FFF2-40B4-BE49-F238E27FC236}">
                <a16:creationId xmlns:a16="http://schemas.microsoft.com/office/drawing/2014/main" id="{78288B84-1754-F5CD-B1B2-A6CF36AA861A}"/>
              </a:ext>
            </a:extLst>
          </p:cNvPr>
          <p:cNvSpPr/>
          <p:nvPr/>
        </p:nvSpPr>
        <p:spPr>
          <a:xfrm>
            <a:off x="10438238"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7" name="Rectangle 286">
            <a:extLst>
              <a:ext uri="{FF2B5EF4-FFF2-40B4-BE49-F238E27FC236}">
                <a16:creationId xmlns:a16="http://schemas.microsoft.com/office/drawing/2014/main" id="{8EE61FC3-4AA4-3765-AC20-4F9BFFF8218E}"/>
              </a:ext>
            </a:extLst>
          </p:cNvPr>
          <p:cNvSpPr/>
          <p:nvPr/>
        </p:nvSpPr>
        <p:spPr>
          <a:xfrm>
            <a:off x="10438238"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8" name="Rectangle 287">
            <a:extLst>
              <a:ext uri="{FF2B5EF4-FFF2-40B4-BE49-F238E27FC236}">
                <a16:creationId xmlns:a16="http://schemas.microsoft.com/office/drawing/2014/main" id="{3C1A75CF-25AB-BEB1-BE6E-CBDF77A466EB}"/>
              </a:ext>
            </a:extLst>
          </p:cNvPr>
          <p:cNvSpPr/>
          <p:nvPr/>
        </p:nvSpPr>
        <p:spPr>
          <a:xfrm>
            <a:off x="10438238"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9" name="Rectangle 288">
            <a:extLst>
              <a:ext uri="{FF2B5EF4-FFF2-40B4-BE49-F238E27FC236}">
                <a16:creationId xmlns:a16="http://schemas.microsoft.com/office/drawing/2014/main" id="{FFDF2E7D-DE7A-57A8-CDE2-20FF8D01459B}"/>
              </a:ext>
            </a:extLst>
          </p:cNvPr>
          <p:cNvSpPr/>
          <p:nvPr/>
        </p:nvSpPr>
        <p:spPr>
          <a:xfrm>
            <a:off x="10438238"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0" name="Rectangle 289">
            <a:extLst>
              <a:ext uri="{FF2B5EF4-FFF2-40B4-BE49-F238E27FC236}">
                <a16:creationId xmlns:a16="http://schemas.microsoft.com/office/drawing/2014/main" id="{CC9F75AE-7E83-F1F7-F2FD-850A1881A651}"/>
              </a:ext>
            </a:extLst>
          </p:cNvPr>
          <p:cNvSpPr/>
          <p:nvPr/>
        </p:nvSpPr>
        <p:spPr>
          <a:xfrm>
            <a:off x="10438238"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1" name="Rectangle 290">
            <a:extLst>
              <a:ext uri="{FF2B5EF4-FFF2-40B4-BE49-F238E27FC236}">
                <a16:creationId xmlns:a16="http://schemas.microsoft.com/office/drawing/2014/main" id="{B3E3B357-150E-CC7E-CFB6-987EC1F5B40E}"/>
              </a:ext>
            </a:extLst>
          </p:cNvPr>
          <p:cNvSpPr/>
          <p:nvPr/>
        </p:nvSpPr>
        <p:spPr>
          <a:xfrm>
            <a:off x="10438238"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2" name="Rectangle 291">
            <a:extLst>
              <a:ext uri="{FF2B5EF4-FFF2-40B4-BE49-F238E27FC236}">
                <a16:creationId xmlns:a16="http://schemas.microsoft.com/office/drawing/2014/main" id="{F9D56768-1159-E21C-7280-CABD238B88B8}"/>
              </a:ext>
            </a:extLst>
          </p:cNvPr>
          <p:cNvSpPr/>
          <p:nvPr/>
        </p:nvSpPr>
        <p:spPr>
          <a:xfrm>
            <a:off x="10438238"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3" name="Rectangle 292">
            <a:extLst>
              <a:ext uri="{FF2B5EF4-FFF2-40B4-BE49-F238E27FC236}">
                <a16:creationId xmlns:a16="http://schemas.microsoft.com/office/drawing/2014/main" id="{F7C19A52-E402-4989-D602-22A98955BE6E}"/>
              </a:ext>
            </a:extLst>
          </p:cNvPr>
          <p:cNvSpPr/>
          <p:nvPr/>
        </p:nvSpPr>
        <p:spPr>
          <a:xfrm>
            <a:off x="10262085"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4" name="Rectangle 293">
            <a:extLst>
              <a:ext uri="{FF2B5EF4-FFF2-40B4-BE49-F238E27FC236}">
                <a16:creationId xmlns:a16="http://schemas.microsoft.com/office/drawing/2014/main" id="{8DF1FEC8-9208-8A50-DD8D-63026BDB56D8}"/>
              </a:ext>
            </a:extLst>
          </p:cNvPr>
          <p:cNvSpPr/>
          <p:nvPr/>
        </p:nvSpPr>
        <p:spPr>
          <a:xfrm>
            <a:off x="10262085"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5" name="Rectangle 294">
            <a:extLst>
              <a:ext uri="{FF2B5EF4-FFF2-40B4-BE49-F238E27FC236}">
                <a16:creationId xmlns:a16="http://schemas.microsoft.com/office/drawing/2014/main" id="{4E9D3C0A-5E87-CBCE-1BFB-A1C0A9D4BF3F}"/>
              </a:ext>
            </a:extLst>
          </p:cNvPr>
          <p:cNvSpPr/>
          <p:nvPr/>
        </p:nvSpPr>
        <p:spPr>
          <a:xfrm>
            <a:off x="10262085"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6" name="Rectangle 295">
            <a:extLst>
              <a:ext uri="{FF2B5EF4-FFF2-40B4-BE49-F238E27FC236}">
                <a16:creationId xmlns:a16="http://schemas.microsoft.com/office/drawing/2014/main" id="{089E2BDB-8728-ED0E-E86F-4B0D67259464}"/>
              </a:ext>
            </a:extLst>
          </p:cNvPr>
          <p:cNvSpPr/>
          <p:nvPr/>
        </p:nvSpPr>
        <p:spPr>
          <a:xfrm>
            <a:off x="10262085"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7" name="Rectangle 296">
            <a:extLst>
              <a:ext uri="{FF2B5EF4-FFF2-40B4-BE49-F238E27FC236}">
                <a16:creationId xmlns:a16="http://schemas.microsoft.com/office/drawing/2014/main" id="{E6179D89-3EAE-5AA3-E4D1-B810416C8AA3}"/>
              </a:ext>
            </a:extLst>
          </p:cNvPr>
          <p:cNvSpPr/>
          <p:nvPr/>
        </p:nvSpPr>
        <p:spPr>
          <a:xfrm>
            <a:off x="10262085"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8" name="Rectangle 297">
            <a:extLst>
              <a:ext uri="{FF2B5EF4-FFF2-40B4-BE49-F238E27FC236}">
                <a16:creationId xmlns:a16="http://schemas.microsoft.com/office/drawing/2014/main" id="{6692ED7B-2092-7BA0-7927-9A3E2FFFA2BB}"/>
              </a:ext>
            </a:extLst>
          </p:cNvPr>
          <p:cNvSpPr/>
          <p:nvPr/>
        </p:nvSpPr>
        <p:spPr>
          <a:xfrm>
            <a:off x="10262085"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9" name="Rectangle 298">
            <a:extLst>
              <a:ext uri="{FF2B5EF4-FFF2-40B4-BE49-F238E27FC236}">
                <a16:creationId xmlns:a16="http://schemas.microsoft.com/office/drawing/2014/main" id="{3138200D-D3CE-5A61-A2D7-1442B1FB96D0}"/>
              </a:ext>
            </a:extLst>
          </p:cNvPr>
          <p:cNvSpPr/>
          <p:nvPr/>
        </p:nvSpPr>
        <p:spPr>
          <a:xfrm>
            <a:off x="10262085"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0" name="Rectangle 299">
            <a:extLst>
              <a:ext uri="{FF2B5EF4-FFF2-40B4-BE49-F238E27FC236}">
                <a16:creationId xmlns:a16="http://schemas.microsoft.com/office/drawing/2014/main" id="{7DD1331A-485A-967B-F646-1D9EDEE75187}"/>
              </a:ext>
            </a:extLst>
          </p:cNvPr>
          <p:cNvSpPr/>
          <p:nvPr/>
        </p:nvSpPr>
        <p:spPr>
          <a:xfrm>
            <a:off x="10262085"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1" name="Rectangle 300">
            <a:extLst>
              <a:ext uri="{FF2B5EF4-FFF2-40B4-BE49-F238E27FC236}">
                <a16:creationId xmlns:a16="http://schemas.microsoft.com/office/drawing/2014/main" id="{BA9A5F53-98C2-D63A-2454-C764AD0B66DB}"/>
              </a:ext>
            </a:extLst>
          </p:cNvPr>
          <p:cNvSpPr/>
          <p:nvPr/>
        </p:nvSpPr>
        <p:spPr>
          <a:xfrm>
            <a:off x="10262085"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2" name="Rectangle 301">
            <a:extLst>
              <a:ext uri="{FF2B5EF4-FFF2-40B4-BE49-F238E27FC236}">
                <a16:creationId xmlns:a16="http://schemas.microsoft.com/office/drawing/2014/main" id="{D47BE987-AC58-D8A3-BD19-FAA0FF0DD3E1}"/>
              </a:ext>
            </a:extLst>
          </p:cNvPr>
          <p:cNvSpPr/>
          <p:nvPr/>
        </p:nvSpPr>
        <p:spPr>
          <a:xfrm>
            <a:off x="10262085"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3" name="Rectangle 302">
            <a:extLst>
              <a:ext uri="{FF2B5EF4-FFF2-40B4-BE49-F238E27FC236}">
                <a16:creationId xmlns:a16="http://schemas.microsoft.com/office/drawing/2014/main" id="{FC8698D7-9C49-8ED9-E0D0-537737953994}"/>
              </a:ext>
            </a:extLst>
          </p:cNvPr>
          <p:cNvSpPr/>
          <p:nvPr/>
        </p:nvSpPr>
        <p:spPr>
          <a:xfrm>
            <a:off x="1079054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4" name="Rectangle 303">
            <a:extLst>
              <a:ext uri="{FF2B5EF4-FFF2-40B4-BE49-F238E27FC236}">
                <a16:creationId xmlns:a16="http://schemas.microsoft.com/office/drawing/2014/main" id="{A24711F0-67B7-E95E-4952-C64DC762221D}"/>
              </a:ext>
            </a:extLst>
          </p:cNvPr>
          <p:cNvSpPr/>
          <p:nvPr/>
        </p:nvSpPr>
        <p:spPr>
          <a:xfrm>
            <a:off x="1079054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5" name="Rectangle 304">
            <a:extLst>
              <a:ext uri="{FF2B5EF4-FFF2-40B4-BE49-F238E27FC236}">
                <a16:creationId xmlns:a16="http://schemas.microsoft.com/office/drawing/2014/main" id="{BDFDF3F4-7814-6C29-4C12-C42B85C67326}"/>
              </a:ext>
            </a:extLst>
          </p:cNvPr>
          <p:cNvSpPr/>
          <p:nvPr/>
        </p:nvSpPr>
        <p:spPr>
          <a:xfrm>
            <a:off x="1079054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6" name="Rectangle 305">
            <a:extLst>
              <a:ext uri="{FF2B5EF4-FFF2-40B4-BE49-F238E27FC236}">
                <a16:creationId xmlns:a16="http://schemas.microsoft.com/office/drawing/2014/main" id="{8819BFEF-B463-5ECA-4BF4-3F798A99B59D}"/>
              </a:ext>
            </a:extLst>
          </p:cNvPr>
          <p:cNvSpPr/>
          <p:nvPr/>
        </p:nvSpPr>
        <p:spPr>
          <a:xfrm>
            <a:off x="1079054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7" name="Rectangle 306">
            <a:extLst>
              <a:ext uri="{FF2B5EF4-FFF2-40B4-BE49-F238E27FC236}">
                <a16:creationId xmlns:a16="http://schemas.microsoft.com/office/drawing/2014/main" id="{138DADF2-A4E0-AEAF-2A58-1DEBD62AE51D}"/>
              </a:ext>
            </a:extLst>
          </p:cNvPr>
          <p:cNvSpPr/>
          <p:nvPr/>
        </p:nvSpPr>
        <p:spPr>
          <a:xfrm>
            <a:off x="1079054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8" name="Rectangle 307">
            <a:extLst>
              <a:ext uri="{FF2B5EF4-FFF2-40B4-BE49-F238E27FC236}">
                <a16:creationId xmlns:a16="http://schemas.microsoft.com/office/drawing/2014/main" id="{FEF41135-20B9-F72D-A069-E0090D919A14}"/>
              </a:ext>
            </a:extLst>
          </p:cNvPr>
          <p:cNvSpPr/>
          <p:nvPr/>
        </p:nvSpPr>
        <p:spPr>
          <a:xfrm>
            <a:off x="1079054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9" name="Rectangle 308">
            <a:extLst>
              <a:ext uri="{FF2B5EF4-FFF2-40B4-BE49-F238E27FC236}">
                <a16:creationId xmlns:a16="http://schemas.microsoft.com/office/drawing/2014/main" id="{4E36DCDE-BBC3-D6F4-C4C5-02F341F0D666}"/>
              </a:ext>
            </a:extLst>
          </p:cNvPr>
          <p:cNvSpPr/>
          <p:nvPr/>
        </p:nvSpPr>
        <p:spPr>
          <a:xfrm>
            <a:off x="1079054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0" name="Rectangle 309">
            <a:extLst>
              <a:ext uri="{FF2B5EF4-FFF2-40B4-BE49-F238E27FC236}">
                <a16:creationId xmlns:a16="http://schemas.microsoft.com/office/drawing/2014/main" id="{D0E92541-7852-1798-1CAD-625A2B16034B}"/>
              </a:ext>
            </a:extLst>
          </p:cNvPr>
          <p:cNvSpPr/>
          <p:nvPr/>
        </p:nvSpPr>
        <p:spPr>
          <a:xfrm>
            <a:off x="1079054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1" name="Rectangle 310">
            <a:extLst>
              <a:ext uri="{FF2B5EF4-FFF2-40B4-BE49-F238E27FC236}">
                <a16:creationId xmlns:a16="http://schemas.microsoft.com/office/drawing/2014/main" id="{B3D06AA5-1239-996C-27EB-65834C307611}"/>
              </a:ext>
            </a:extLst>
          </p:cNvPr>
          <p:cNvSpPr/>
          <p:nvPr/>
        </p:nvSpPr>
        <p:spPr>
          <a:xfrm>
            <a:off x="1079054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2" name="Rectangle 311">
            <a:extLst>
              <a:ext uri="{FF2B5EF4-FFF2-40B4-BE49-F238E27FC236}">
                <a16:creationId xmlns:a16="http://schemas.microsoft.com/office/drawing/2014/main" id="{261DBFE4-83FE-0C3A-AE04-65A38E10E48A}"/>
              </a:ext>
            </a:extLst>
          </p:cNvPr>
          <p:cNvSpPr/>
          <p:nvPr/>
        </p:nvSpPr>
        <p:spPr>
          <a:xfrm>
            <a:off x="1079054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3" name="Rectangle 312">
            <a:extLst>
              <a:ext uri="{FF2B5EF4-FFF2-40B4-BE49-F238E27FC236}">
                <a16:creationId xmlns:a16="http://schemas.microsoft.com/office/drawing/2014/main" id="{ACF9CDC7-037D-106F-4EBD-499E38F49371}"/>
              </a:ext>
            </a:extLst>
          </p:cNvPr>
          <p:cNvSpPr/>
          <p:nvPr/>
        </p:nvSpPr>
        <p:spPr>
          <a:xfrm>
            <a:off x="10614391"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4" name="Rectangle 313">
            <a:extLst>
              <a:ext uri="{FF2B5EF4-FFF2-40B4-BE49-F238E27FC236}">
                <a16:creationId xmlns:a16="http://schemas.microsoft.com/office/drawing/2014/main" id="{648ED808-0797-3663-523B-29F117191F2F}"/>
              </a:ext>
            </a:extLst>
          </p:cNvPr>
          <p:cNvSpPr/>
          <p:nvPr/>
        </p:nvSpPr>
        <p:spPr>
          <a:xfrm>
            <a:off x="10614391"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5" name="Rectangle 314">
            <a:extLst>
              <a:ext uri="{FF2B5EF4-FFF2-40B4-BE49-F238E27FC236}">
                <a16:creationId xmlns:a16="http://schemas.microsoft.com/office/drawing/2014/main" id="{9FA929AB-07BB-60B1-B61D-E5427A26161A}"/>
              </a:ext>
            </a:extLst>
          </p:cNvPr>
          <p:cNvSpPr/>
          <p:nvPr/>
        </p:nvSpPr>
        <p:spPr>
          <a:xfrm>
            <a:off x="10614391"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6" name="Rectangle 315">
            <a:extLst>
              <a:ext uri="{FF2B5EF4-FFF2-40B4-BE49-F238E27FC236}">
                <a16:creationId xmlns:a16="http://schemas.microsoft.com/office/drawing/2014/main" id="{8154E391-AECD-2A22-689C-60DFEAA999D7}"/>
              </a:ext>
            </a:extLst>
          </p:cNvPr>
          <p:cNvSpPr/>
          <p:nvPr/>
        </p:nvSpPr>
        <p:spPr>
          <a:xfrm>
            <a:off x="10614391"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7" name="Rectangle 316">
            <a:extLst>
              <a:ext uri="{FF2B5EF4-FFF2-40B4-BE49-F238E27FC236}">
                <a16:creationId xmlns:a16="http://schemas.microsoft.com/office/drawing/2014/main" id="{0A3E04FD-A2DA-48E4-C20C-2BB3D560C7EE}"/>
              </a:ext>
            </a:extLst>
          </p:cNvPr>
          <p:cNvSpPr/>
          <p:nvPr/>
        </p:nvSpPr>
        <p:spPr>
          <a:xfrm>
            <a:off x="10614391"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8" name="Rectangle 317">
            <a:extLst>
              <a:ext uri="{FF2B5EF4-FFF2-40B4-BE49-F238E27FC236}">
                <a16:creationId xmlns:a16="http://schemas.microsoft.com/office/drawing/2014/main" id="{1F6517F5-8A00-10D4-464F-80B8005D55BB}"/>
              </a:ext>
            </a:extLst>
          </p:cNvPr>
          <p:cNvSpPr/>
          <p:nvPr/>
        </p:nvSpPr>
        <p:spPr>
          <a:xfrm>
            <a:off x="10614391"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9" name="Rectangle 318">
            <a:extLst>
              <a:ext uri="{FF2B5EF4-FFF2-40B4-BE49-F238E27FC236}">
                <a16:creationId xmlns:a16="http://schemas.microsoft.com/office/drawing/2014/main" id="{9695F544-F067-2AE2-F998-CE6258CC9221}"/>
              </a:ext>
            </a:extLst>
          </p:cNvPr>
          <p:cNvSpPr/>
          <p:nvPr/>
        </p:nvSpPr>
        <p:spPr>
          <a:xfrm>
            <a:off x="10614391"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0" name="Rectangle 319">
            <a:extLst>
              <a:ext uri="{FF2B5EF4-FFF2-40B4-BE49-F238E27FC236}">
                <a16:creationId xmlns:a16="http://schemas.microsoft.com/office/drawing/2014/main" id="{889FAA1D-9C3B-2164-88BD-4737D570A1E4}"/>
              </a:ext>
            </a:extLst>
          </p:cNvPr>
          <p:cNvSpPr/>
          <p:nvPr/>
        </p:nvSpPr>
        <p:spPr>
          <a:xfrm>
            <a:off x="10614391"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1" name="Rectangle 320">
            <a:extLst>
              <a:ext uri="{FF2B5EF4-FFF2-40B4-BE49-F238E27FC236}">
                <a16:creationId xmlns:a16="http://schemas.microsoft.com/office/drawing/2014/main" id="{1734EED7-4BD9-A0E4-10DE-BC3476BB2708}"/>
              </a:ext>
            </a:extLst>
          </p:cNvPr>
          <p:cNvSpPr/>
          <p:nvPr/>
        </p:nvSpPr>
        <p:spPr>
          <a:xfrm>
            <a:off x="10614391"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2" name="Rectangle 321">
            <a:extLst>
              <a:ext uri="{FF2B5EF4-FFF2-40B4-BE49-F238E27FC236}">
                <a16:creationId xmlns:a16="http://schemas.microsoft.com/office/drawing/2014/main" id="{554576F1-25D0-7FD0-8518-41E259DF831C}"/>
              </a:ext>
            </a:extLst>
          </p:cNvPr>
          <p:cNvSpPr/>
          <p:nvPr/>
        </p:nvSpPr>
        <p:spPr>
          <a:xfrm>
            <a:off x="10614391"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3" name="Rectangle 322">
            <a:extLst>
              <a:ext uri="{FF2B5EF4-FFF2-40B4-BE49-F238E27FC236}">
                <a16:creationId xmlns:a16="http://schemas.microsoft.com/office/drawing/2014/main" id="{1F92386C-F03D-7DBD-3068-D7617786DA6F}"/>
              </a:ext>
            </a:extLst>
          </p:cNvPr>
          <p:cNvSpPr/>
          <p:nvPr/>
        </p:nvSpPr>
        <p:spPr>
          <a:xfrm>
            <a:off x="11142849"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4" name="Rectangle 323">
            <a:extLst>
              <a:ext uri="{FF2B5EF4-FFF2-40B4-BE49-F238E27FC236}">
                <a16:creationId xmlns:a16="http://schemas.microsoft.com/office/drawing/2014/main" id="{F98C0950-54CF-878A-688E-6BF1318BFB99}"/>
              </a:ext>
            </a:extLst>
          </p:cNvPr>
          <p:cNvSpPr/>
          <p:nvPr/>
        </p:nvSpPr>
        <p:spPr>
          <a:xfrm>
            <a:off x="11142849"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5" name="Rectangle 324">
            <a:extLst>
              <a:ext uri="{FF2B5EF4-FFF2-40B4-BE49-F238E27FC236}">
                <a16:creationId xmlns:a16="http://schemas.microsoft.com/office/drawing/2014/main" id="{C2BBF5F2-D40C-9E6C-2B8E-AC62F7C505C6}"/>
              </a:ext>
            </a:extLst>
          </p:cNvPr>
          <p:cNvSpPr/>
          <p:nvPr/>
        </p:nvSpPr>
        <p:spPr>
          <a:xfrm>
            <a:off x="11142849"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6" name="Rectangle 325">
            <a:extLst>
              <a:ext uri="{FF2B5EF4-FFF2-40B4-BE49-F238E27FC236}">
                <a16:creationId xmlns:a16="http://schemas.microsoft.com/office/drawing/2014/main" id="{DC696449-E78B-B79F-BAA4-74377D7FF848}"/>
              </a:ext>
            </a:extLst>
          </p:cNvPr>
          <p:cNvSpPr/>
          <p:nvPr/>
        </p:nvSpPr>
        <p:spPr>
          <a:xfrm>
            <a:off x="11142849"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7" name="Rectangle 326">
            <a:extLst>
              <a:ext uri="{FF2B5EF4-FFF2-40B4-BE49-F238E27FC236}">
                <a16:creationId xmlns:a16="http://schemas.microsoft.com/office/drawing/2014/main" id="{A9EFB562-7392-DFA6-52CB-74E6CB182E34}"/>
              </a:ext>
            </a:extLst>
          </p:cNvPr>
          <p:cNvSpPr/>
          <p:nvPr/>
        </p:nvSpPr>
        <p:spPr>
          <a:xfrm>
            <a:off x="11142849"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8" name="Rectangle 327">
            <a:extLst>
              <a:ext uri="{FF2B5EF4-FFF2-40B4-BE49-F238E27FC236}">
                <a16:creationId xmlns:a16="http://schemas.microsoft.com/office/drawing/2014/main" id="{9E659404-ECF1-AE86-3197-B94EF8A220C7}"/>
              </a:ext>
            </a:extLst>
          </p:cNvPr>
          <p:cNvSpPr/>
          <p:nvPr/>
        </p:nvSpPr>
        <p:spPr>
          <a:xfrm>
            <a:off x="11142849"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9" name="Rectangle 328">
            <a:extLst>
              <a:ext uri="{FF2B5EF4-FFF2-40B4-BE49-F238E27FC236}">
                <a16:creationId xmlns:a16="http://schemas.microsoft.com/office/drawing/2014/main" id="{DFAC1EDE-BB16-1D42-D628-8D67EDBFF9FB}"/>
              </a:ext>
            </a:extLst>
          </p:cNvPr>
          <p:cNvSpPr/>
          <p:nvPr/>
        </p:nvSpPr>
        <p:spPr>
          <a:xfrm>
            <a:off x="11142849"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0" name="Rectangle 329">
            <a:extLst>
              <a:ext uri="{FF2B5EF4-FFF2-40B4-BE49-F238E27FC236}">
                <a16:creationId xmlns:a16="http://schemas.microsoft.com/office/drawing/2014/main" id="{8A5D4BF4-29FF-FDD4-F0B3-7ED8D45A5631}"/>
              </a:ext>
            </a:extLst>
          </p:cNvPr>
          <p:cNvSpPr/>
          <p:nvPr/>
        </p:nvSpPr>
        <p:spPr>
          <a:xfrm>
            <a:off x="11142849"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1" name="Rectangle 330">
            <a:extLst>
              <a:ext uri="{FF2B5EF4-FFF2-40B4-BE49-F238E27FC236}">
                <a16:creationId xmlns:a16="http://schemas.microsoft.com/office/drawing/2014/main" id="{F49501A2-2882-808C-51F1-FCD2F79AE5D1}"/>
              </a:ext>
            </a:extLst>
          </p:cNvPr>
          <p:cNvSpPr/>
          <p:nvPr/>
        </p:nvSpPr>
        <p:spPr>
          <a:xfrm>
            <a:off x="11142849"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2" name="Rectangle 331">
            <a:extLst>
              <a:ext uri="{FF2B5EF4-FFF2-40B4-BE49-F238E27FC236}">
                <a16:creationId xmlns:a16="http://schemas.microsoft.com/office/drawing/2014/main" id="{ACABC2E5-71A5-89FE-02CC-DFC051782E84}"/>
              </a:ext>
            </a:extLst>
          </p:cNvPr>
          <p:cNvSpPr/>
          <p:nvPr/>
        </p:nvSpPr>
        <p:spPr>
          <a:xfrm>
            <a:off x="11142849"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3" name="Rectangle 332">
            <a:extLst>
              <a:ext uri="{FF2B5EF4-FFF2-40B4-BE49-F238E27FC236}">
                <a16:creationId xmlns:a16="http://schemas.microsoft.com/office/drawing/2014/main" id="{F1D26DE7-9195-0EE9-95F2-1CF5F409FB6D}"/>
              </a:ext>
            </a:extLst>
          </p:cNvPr>
          <p:cNvSpPr/>
          <p:nvPr/>
        </p:nvSpPr>
        <p:spPr>
          <a:xfrm>
            <a:off x="10966696"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4" name="Rectangle 333">
            <a:extLst>
              <a:ext uri="{FF2B5EF4-FFF2-40B4-BE49-F238E27FC236}">
                <a16:creationId xmlns:a16="http://schemas.microsoft.com/office/drawing/2014/main" id="{F52A440A-2692-EA74-F561-FEA9A44E267C}"/>
              </a:ext>
            </a:extLst>
          </p:cNvPr>
          <p:cNvSpPr/>
          <p:nvPr/>
        </p:nvSpPr>
        <p:spPr>
          <a:xfrm>
            <a:off x="10966696"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5" name="Rectangle 334">
            <a:extLst>
              <a:ext uri="{FF2B5EF4-FFF2-40B4-BE49-F238E27FC236}">
                <a16:creationId xmlns:a16="http://schemas.microsoft.com/office/drawing/2014/main" id="{861E08E1-D386-7F43-7CFF-6541D4781384}"/>
              </a:ext>
            </a:extLst>
          </p:cNvPr>
          <p:cNvSpPr/>
          <p:nvPr/>
        </p:nvSpPr>
        <p:spPr>
          <a:xfrm>
            <a:off x="10966696"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6" name="Rectangle 335">
            <a:extLst>
              <a:ext uri="{FF2B5EF4-FFF2-40B4-BE49-F238E27FC236}">
                <a16:creationId xmlns:a16="http://schemas.microsoft.com/office/drawing/2014/main" id="{80B2C2D5-53CA-B789-60DA-83FF5F9D8B4F}"/>
              </a:ext>
            </a:extLst>
          </p:cNvPr>
          <p:cNvSpPr/>
          <p:nvPr/>
        </p:nvSpPr>
        <p:spPr>
          <a:xfrm>
            <a:off x="10966696"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7" name="Rectangle 336">
            <a:extLst>
              <a:ext uri="{FF2B5EF4-FFF2-40B4-BE49-F238E27FC236}">
                <a16:creationId xmlns:a16="http://schemas.microsoft.com/office/drawing/2014/main" id="{306A3594-D812-CE95-3A87-8001E29B0A82}"/>
              </a:ext>
            </a:extLst>
          </p:cNvPr>
          <p:cNvSpPr/>
          <p:nvPr/>
        </p:nvSpPr>
        <p:spPr>
          <a:xfrm>
            <a:off x="10966696"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8" name="Rectangle 337">
            <a:extLst>
              <a:ext uri="{FF2B5EF4-FFF2-40B4-BE49-F238E27FC236}">
                <a16:creationId xmlns:a16="http://schemas.microsoft.com/office/drawing/2014/main" id="{FE94D71E-D7F3-AC51-2F30-AF67C5491669}"/>
              </a:ext>
            </a:extLst>
          </p:cNvPr>
          <p:cNvSpPr/>
          <p:nvPr/>
        </p:nvSpPr>
        <p:spPr>
          <a:xfrm>
            <a:off x="10966696"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9" name="Rectangle 338">
            <a:extLst>
              <a:ext uri="{FF2B5EF4-FFF2-40B4-BE49-F238E27FC236}">
                <a16:creationId xmlns:a16="http://schemas.microsoft.com/office/drawing/2014/main" id="{7A18C81B-4E83-0754-1BC8-7E9EDBFE1EF0}"/>
              </a:ext>
            </a:extLst>
          </p:cNvPr>
          <p:cNvSpPr/>
          <p:nvPr/>
        </p:nvSpPr>
        <p:spPr>
          <a:xfrm>
            <a:off x="10966696"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0" name="Rectangle 339">
            <a:extLst>
              <a:ext uri="{FF2B5EF4-FFF2-40B4-BE49-F238E27FC236}">
                <a16:creationId xmlns:a16="http://schemas.microsoft.com/office/drawing/2014/main" id="{B00A012C-EE44-4BCD-70AE-7D87BC3A9429}"/>
              </a:ext>
            </a:extLst>
          </p:cNvPr>
          <p:cNvSpPr/>
          <p:nvPr/>
        </p:nvSpPr>
        <p:spPr>
          <a:xfrm>
            <a:off x="10966696"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1" name="Rectangle 340">
            <a:extLst>
              <a:ext uri="{FF2B5EF4-FFF2-40B4-BE49-F238E27FC236}">
                <a16:creationId xmlns:a16="http://schemas.microsoft.com/office/drawing/2014/main" id="{09347E07-A740-2B4B-C39D-4905DF3CDEFD}"/>
              </a:ext>
            </a:extLst>
          </p:cNvPr>
          <p:cNvSpPr/>
          <p:nvPr/>
        </p:nvSpPr>
        <p:spPr>
          <a:xfrm>
            <a:off x="10966696"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2" name="Rectangle 341">
            <a:extLst>
              <a:ext uri="{FF2B5EF4-FFF2-40B4-BE49-F238E27FC236}">
                <a16:creationId xmlns:a16="http://schemas.microsoft.com/office/drawing/2014/main" id="{891E7D7C-BED7-A306-3951-269E911C15A5}"/>
              </a:ext>
            </a:extLst>
          </p:cNvPr>
          <p:cNvSpPr/>
          <p:nvPr/>
        </p:nvSpPr>
        <p:spPr>
          <a:xfrm>
            <a:off x="10966696"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3" name="Rectangle 342">
            <a:extLst>
              <a:ext uri="{FF2B5EF4-FFF2-40B4-BE49-F238E27FC236}">
                <a16:creationId xmlns:a16="http://schemas.microsoft.com/office/drawing/2014/main" id="{02ABC7F0-FEA0-AFAC-1418-D1A0EAFEE2B5}"/>
              </a:ext>
            </a:extLst>
          </p:cNvPr>
          <p:cNvSpPr/>
          <p:nvPr/>
        </p:nvSpPr>
        <p:spPr>
          <a:xfrm>
            <a:off x="11495157"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4" name="Rectangle 343">
            <a:extLst>
              <a:ext uri="{FF2B5EF4-FFF2-40B4-BE49-F238E27FC236}">
                <a16:creationId xmlns:a16="http://schemas.microsoft.com/office/drawing/2014/main" id="{14344E72-377B-D417-36DA-A76308844278}"/>
              </a:ext>
            </a:extLst>
          </p:cNvPr>
          <p:cNvSpPr/>
          <p:nvPr/>
        </p:nvSpPr>
        <p:spPr>
          <a:xfrm>
            <a:off x="11495157"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5" name="Rectangle 344">
            <a:extLst>
              <a:ext uri="{FF2B5EF4-FFF2-40B4-BE49-F238E27FC236}">
                <a16:creationId xmlns:a16="http://schemas.microsoft.com/office/drawing/2014/main" id="{7AE7BA98-367D-9F98-6373-82D937C35C92}"/>
              </a:ext>
            </a:extLst>
          </p:cNvPr>
          <p:cNvSpPr/>
          <p:nvPr/>
        </p:nvSpPr>
        <p:spPr>
          <a:xfrm>
            <a:off x="11495157"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6" name="Rectangle 345">
            <a:extLst>
              <a:ext uri="{FF2B5EF4-FFF2-40B4-BE49-F238E27FC236}">
                <a16:creationId xmlns:a16="http://schemas.microsoft.com/office/drawing/2014/main" id="{338120AD-8ADF-3975-17B6-5A24A534F6AE}"/>
              </a:ext>
            </a:extLst>
          </p:cNvPr>
          <p:cNvSpPr/>
          <p:nvPr/>
        </p:nvSpPr>
        <p:spPr>
          <a:xfrm>
            <a:off x="11495157"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7" name="Rectangle 346">
            <a:extLst>
              <a:ext uri="{FF2B5EF4-FFF2-40B4-BE49-F238E27FC236}">
                <a16:creationId xmlns:a16="http://schemas.microsoft.com/office/drawing/2014/main" id="{92835911-28CB-3D48-856B-4569D6095923}"/>
              </a:ext>
            </a:extLst>
          </p:cNvPr>
          <p:cNvSpPr/>
          <p:nvPr/>
        </p:nvSpPr>
        <p:spPr>
          <a:xfrm>
            <a:off x="11495157"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8" name="Rectangle 347">
            <a:extLst>
              <a:ext uri="{FF2B5EF4-FFF2-40B4-BE49-F238E27FC236}">
                <a16:creationId xmlns:a16="http://schemas.microsoft.com/office/drawing/2014/main" id="{FFFC6853-60DE-4DEE-00A6-DC91A86DE527}"/>
              </a:ext>
            </a:extLst>
          </p:cNvPr>
          <p:cNvSpPr/>
          <p:nvPr/>
        </p:nvSpPr>
        <p:spPr>
          <a:xfrm>
            <a:off x="11495157"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9" name="Rectangle 348">
            <a:extLst>
              <a:ext uri="{FF2B5EF4-FFF2-40B4-BE49-F238E27FC236}">
                <a16:creationId xmlns:a16="http://schemas.microsoft.com/office/drawing/2014/main" id="{22BDFFD8-18A8-B5D2-84EB-0341B0C4D8B6}"/>
              </a:ext>
            </a:extLst>
          </p:cNvPr>
          <p:cNvSpPr/>
          <p:nvPr/>
        </p:nvSpPr>
        <p:spPr>
          <a:xfrm>
            <a:off x="11495157"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0" name="Rectangle 349">
            <a:extLst>
              <a:ext uri="{FF2B5EF4-FFF2-40B4-BE49-F238E27FC236}">
                <a16:creationId xmlns:a16="http://schemas.microsoft.com/office/drawing/2014/main" id="{26E23CEB-3110-7B98-DF81-5866634B6622}"/>
              </a:ext>
            </a:extLst>
          </p:cNvPr>
          <p:cNvSpPr/>
          <p:nvPr/>
        </p:nvSpPr>
        <p:spPr>
          <a:xfrm>
            <a:off x="11495157"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1" name="Rectangle 350">
            <a:extLst>
              <a:ext uri="{FF2B5EF4-FFF2-40B4-BE49-F238E27FC236}">
                <a16:creationId xmlns:a16="http://schemas.microsoft.com/office/drawing/2014/main" id="{55D1E8D1-E55A-529C-4139-75FF5A4C0D7A}"/>
              </a:ext>
            </a:extLst>
          </p:cNvPr>
          <p:cNvSpPr/>
          <p:nvPr/>
        </p:nvSpPr>
        <p:spPr>
          <a:xfrm>
            <a:off x="11495157"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2" name="Rectangle 351">
            <a:extLst>
              <a:ext uri="{FF2B5EF4-FFF2-40B4-BE49-F238E27FC236}">
                <a16:creationId xmlns:a16="http://schemas.microsoft.com/office/drawing/2014/main" id="{95EDC1C6-5653-C6B9-300A-96E96EABDB73}"/>
              </a:ext>
            </a:extLst>
          </p:cNvPr>
          <p:cNvSpPr/>
          <p:nvPr/>
        </p:nvSpPr>
        <p:spPr>
          <a:xfrm>
            <a:off x="11495157"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3" name="Rectangle 352">
            <a:extLst>
              <a:ext uri="{FF2B5EF4-FFF2-40B4-BE49-F238E27FC236}">
                <a16:creationId xmlns:a16="http://schemas.microsoft.com/office/drawing/2014/main" id="{CC8043CF-9984-54E9-2C88-27764BB713C5}"/>
              </a:ext>
            </a:extLst>
          </p:cNvPr>
          <p:cNvSpPr/>
          <p:nvPr/>
        </p:nvSpPr>
        <p:spPr>
          <a:xfrm>
            <a:off x="11319002"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4" name="Rectangle 353">
            <a:extLst>
              <a:ext uri="{FF2B5EF4-FFF2-40B4-BE49-F238E27FC236}">
                <a16:creationId xmlns:a16="http://schemas.microsoft.com/office/drawing/2014/main" id="{55562093-F70F-4808-8C18-6A69AE16F88B}"/>
              </a:ext>
            </a:extLst>
          </p:cNvPr>
          <p:cNvSpPr/>
          <p:nvPr/>
        </p:nvSpPr>
        <p:spPr>
          <a:xfrm>
            <a:off x="11319002"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5" name="Rectangle 354">
            <a:extLst>
              <a:ext uri="{FF2B5EF4-FFF2-40B4-BE49-F238E27FC236}">
                <a16:creationId xmlns:a16="http://schemas.microsoft.com/office/drawing/2014/main" id="{9D86298B-0DE5-1F28-190D-F3AACC0B76D7}"/>
              </a:ext>
            </a:extLst>
          </p:cNvPr>
          <p:cNvSpPr/>
          <p:nvPr/>
        </p:nvSpPr>
        <p:spPr>
          <a:xfrm>
            <a:off x="11319002"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6" name="Rectangle 355">
            <a:extLst>
              <a:ext uri="{FF2B5EF4-FFF2-40B4-BE49-F238E27FC236}">
                <a16:creationId xmlns:a16="http://schemas.microsoft.com/office/drawing/2014/main" id="{76CB8666-D601-4341-3B0B-F4876A17EF7F}"/>
              </a:ext>
            </a:extLst>
          </p:cNvPr>
          <p:cNvSpPr/>
          <p:nvPr/>
        </p:nvSpPr>
        <p:spPr>
          <a:xfrm>
            <a:off x="11319002"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7" name="Rectangle 356">
            <a:extLst>
              <a:ext uri="{FF2B5EF4-FFF2-40B4-BE49-F238E27FC236}">
                <a16:creationId xmlns:a16="http://schemas.microsoft.com/office/drawing/2014/main" id="{F4B89495-C60B-9DA6-CF6F-A50DBB6E4777}"/>
              </a:ext>
            </a:extLst>
          </p:cNvPr>
          <p:cNvSpPr/>
          <p:nvPr/>
        </p:nvSpPr>
        <p:spPr>
          <a:xfrm>
            <a:off x="11319002"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8" name="Rectangle 357">
            <a:extLst>
              <a:ext uri="{FF2B5EF4-FFF2-40B4-BE49-F238E27FC236}">
                <a16:creationId xmlns:a16="http://schemas.microsoft.com/office/drawing/2014/main" id="{73FAF358-C20A-5B04-F02F-9418B66B1D8B}"/>
              </a:ext>
            </a:extLst>
          </p:cNvPr>
          <p:cNvSpPr/>
          <p:nvPr/>
        </p:nvSpPr>
        <p:spPr>
          <a:xfrm>
            <a:off x="11319002"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9" name="Rectangle 358">
            <a:extLst>
              <a:ext uri="{FF2B5EF4-FFF2-40B4-BE49-F238E27FC236}">
                <a16:creationId xmlns:a16="http://schemas.microsoft.com/office/drawing/2014/main" id="{7DAFC6A0-17D2-601D-6CB8-CA8B6CDDDF80}"/>
              </a:ext>
            </a:extLst>
          </p:cNvPr>
          <p:cNvSpPr/>
          <p:nvPr/>
        </p:nvSpPr>
        <p:spPr>
          <a:xfrm>
            <a:off x="11319002"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0" name="Rectangle 359">
            <a:extLst>
              <a:ext uri="{FF2B5EF4-FFF2-40B4-BE49-F238E27FC236}">
                <a16:creationId xmlns:a16="http://schemas.microsoft.com/office/drawing/2014/main" id="{3E633EE3-19E8-C120-CFDF-815DF0970132}"/>
              </a:ext>
            </a:extLst>
          </p:cNvPr>
          <p:cNvSpPr/>
          <p:nvPr/>
        </p:nvSpPr>
        <p:spPr>
          <a:xfrm>
            <a:off x="11319002"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1" name="Rectangle 360">
            <a:extLst>
              <a:ext uri="{FF2B5EF4-FFF2-40B4-BE49-F238E27FC236}">
                <a16:creationId xmlns:a16="http://schemas.microsoft.com/office/drawing/2014/main" id="{F72CB5BE-2148-7F39-7942-160839D0A709}"/>
              </a:ext>
            </a:extLst>
          </p:cNvPr>
          <p:cNvSpPr/>
          <p:nvPr/>
        </p:nvSpPr>
        <p:spPr>
          <a:xfrm>
            <a:off x="11319002"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2" name="Rectangle 361">
            <a:extLst>
              <a:ext uri="{FF2B5EF4-FFF2-40B4-BE49-F238E27FC236}">
                <a16:creationId xmlns:a16="http://schemas.microsoft.com/office/drawing/2014/main" id="{02A2A91A-6889-0975-C59C-E9573A14EEAE}"/>
              </a:ext>
            </a:extLst>
          </p:cNvPr>
          <p:cNvSpPr/>
          <p:nvPr/>
        </p:nvSpPr>
        <p:spPr>
          <a:xfrm>
            <a:off x="11319002"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71" name="TextBox 370">
            <a:extLst>
              <a:ext uri="{FF2B5EF4-FFF2-40B4-BE49-F238E27FC236}">
                <a16:creationId xmlns:a16="http://schemas.microsoft.com/office/drawing/2014/main" id="{DA85D54B-BDF7-463B-685A-DF503823E8DD}"/>
              </a:ext>
            </a:extLst>
          </p:cNvPr>
          <p:cNvSpPr txBox="1">
            <a:spLocks/>
          </p:cNvSpPr>
          <p:nvPr/>
        </p:nvSpPr>
        <p:spPr>
          <a:xfrm>
            <a:off x="614816" y="1173606"/>
            <a:ext cx="2523145" cy="246221"/>
          </a:xfrm>
          <a:prstGeom prst="rect">
            <a:avLst/>
          </a:prstGeom>
        </p:spPr>
        <p:txBody>
          <a:bodyPr vert="horz" wrap="square" lIns="0" tIns="0" rIns="0" bIns="0" rtlCol="0" anchor="b">
            <a:noAutofit/>
          </a:bodyPr>
          <a:lstStyle>
            <a:lvl1pPr marL="0" lvl="0" indent="0" defTabSz="895350" eaLnBrk="1" latinLnBrk="0" hangingPunct="1">
              <a:buClr>
                <a:schemeClr val="tx2"/>
              </a:buClr>
              <a:buSzPct val="100000"/>
              <a:defRPr sz="1400" baseline="0">
                <a:latin typeface="+mn-lt"/>
              </a:defRPr>
            </a:lvl1pPr>
            <a:lvl2pPr marL="193675" lvl="1" indent="-192088" defTabSz="895350" eaLnBrk="1" latinLnBrk="0" hangingPunct="1">
              <a:buClr>
                <a:schemeClr val="tx2"/>
              </a:buClr>
              <a:buSzPct val="125000"/>
              <a:buFont typeface="Arial" charset="0"/>
              <a:buChar char="▪"/>
              <a:defRPr sz="1400" baseline="0">
                <a:latin typeface="+mn-lt"/>
              </a:defRPr>
            </a:lvl2pPr>
            <a:lvl3pPr marL="457200" lvl="2" indent="-261938" defTabSz="895350" eaLnBrk="1" latinLnBrk="0" hangingPunct="1">
              <a:buClr>
                <a:schemeClr val="tx2"/>
              </a:buClr>
              <a:buSzPct val="120000"/>
              <a:buFont typeface="Arial" charset="0"/>
              <a:buChar char="–"/>
              <a:defRPr sz="1400" baseline="0">
                <a:latin typeface="+mn-lt"/>
              </a:defRPr>
            </a:lvl3pPr>
            <a:lvl4pPr marL="614363" lvl="3" indent="-155575" defTabSz="895350" eaLnBrk="1" latinLnBrk="0" hangingPunct="1">
              <a:buClr>
                <a:schemeClr val="tx2"/>
              </a:buClr>
              <a:buSzPct val="120000"/>
              <a:buFont typeface="Arial" charset="0"/>
              <a:buChar char="▫"/>
              <a:defRPr sz="1400" baseline="0">
                <a:latin typeface="+mn-lt"/>
              </a:defRPr>
            </a:lvl4pPr>
            <a:lvl5pPr marL="749808" lvl="4" indent="-130175" defTabSz="895350" eaLnBrk="1" latinLnBrk="0" hangingPunct="1">
              <a:buClr>
                <a:schemeClr val="tx2"/>
              </a:buClr>
              <a:buSzPct val="89000"/>
              <a:buFont typeface="Arial" charset="0"/>
              <a:buChar char="-"/>
              <a:defRPr sz="1400" baseline="0">
                <a:latin typeface="+mn-lt"/>
              </a:defRPr>
            </a:lvl5pPr>
            <a:lvl6pPr marL="749808" indent="-130175" defTabSz="895350" fontAlgn="base">
              <a:spcBef>
                <a:spcPct val="0"/>
              </a:spcBef>
              <a:spcAft>
                <a:spcPct val="0"/>
              </a:spcAft>
              <a:buClr>
                <a:schemeClr val="tx2"/>
              </a:buClr>
              <a:buSzPct val="89000"/>
              <a:buFont typeface="Arial" charset="0"/>
              <a:buChar char="-"/>
              <a:defRPr baseline="0">
                <a:latin typeface="+mn-lt"/>
              </a:defRPr>
            </a:lvl6pPr>
            <a:lvl7pPr marL="749808" indent="-130175" defTabSz="895350" fontAlgn="base">
              <a:spcBef>
                <a:spcPct val="0"/>
              </a:spcBef>
              <a:spcAft>
                <a:spcPct val="0"/>
              </a:spcAft>
              <a:buClr>
                <a:schemeClr val="tx2"/>
              </a:buClr>
              <a:buSzPct val="89000"/>
              <a:buFont typeface="Arial" charset="0"/>
              <a:buChar char="-"/>
              <a:defRPr baseline="0">
                <a:latin typeface="+mn-lt"/>
              </a:defRPr>
            </a:lvl7pPr>
            <a:lvl8pPr marL="749808" indent="-130175" defTabSz="895350" fontAlgn="base">
              <a:spcBef>
                <a:spcPct val="0"/>
              </a:spcBef>
              <a:spcAft>
                <a:spcPct val="0"/>
              </a:spcAft>
              <a:buClr>
                <a:schemeClr val="tx2"/>
              </a:buClr>
              <a:buSzPct val="89000"/>
              <a:buFont typeface="Arial" charset="0"/>
              <a:buChar char="-"/>
              <a:defRPr baseline="0">
                <a:latin typeface="+mn-lt"/>
              </a:defRPr>
            </a:lvl8pPr>
            <a:lvl9pPr marL="749808" indent="-130175" defTabSz="895350" fontAlgn="base">
              <a:spcBef>
                <a:spcPct val="0"/>
              </a:spcBef>
              <a:spcAft>
                <a:spcPct val="0"/>
              </a:spcAft>
              <a:buClr>
                <a:schemeClr val="tx2"/>
              </a:buClr>
              <a:buSzPct val="89000"/>
              <a:buFont typeface="Arial" charset="0"/>
              <a:buChar char="-"/>
              <a:defRPr baseline="0">
                <a:latin typeface="+mn-lt"/>
              </a:defRPr>
            </a:lvl9pPr>
          </a:lstStyle>
          <a:p>
            <a:pPr marL="1587" marR="0" lvl="1" indent="0" algn="l" defTabSz="895350" rtl="0" eaLnBrk="1" fontAlgn="auto" latinLnBrk="0" hangingPunct="1">
              <a:lnSpc>
                <a:spcPct val="100000"/>
              </a:lnSpc>
              <a:spcBef>
                <a:spcPts val="0"/>
              </a:spcBef>
              <a:spcAft>
                <a:spcPts val="0"/>
              </a:spcAft>
              <a:buClr>
                <a:srgbClr val="FFFFFF"/>
              </a:buClr>
              <a:buSzPct val="125000"/>
              <a:buFont typeface="Arial" charset="0"/>
              <a:buNone/>
              <a:tabLst/>
              <a:defRPr/>
            </a:pPr>
            <a:r>
              <a:rPr kumimoji="0" lang="en-US" sz="1600" b="1" i="0" u="none" strike="noStrike" kern="1200" cap="none" spc="0" normalizeH="0" baseline="0" noProof="0" dirty="0">
                <a:ln>
                  <a:noFill/>
                </a:ln>
                <a:effectLst/>
                <a:uLnTx/>
                <a:uFillTx/>
                <a:ea typeface="+mn-ea"/>
                <a:cs typeface="+mn-cs"/>
              </a:rPr>
              <a:t>What is a domain?</a:t>
            </a:r>
            <a:endParaRPr kumimoji="0" lang="en-US" sz="1600" b="0" i="0" u="none" strike="noStrike" kern="1200" cap="none" spc="0" normalizeH="0" baseline="0" noProof="0" dirty="0">
              <a:ln>
                <a:noFill/>
              </a:ln>
              <a:effectLst/>
              <a:uLnTx/>
              <a:uFillTx/>
              <a:ea typeface="+mn-ea"/>
              <a:cs typeface="+mn-cs"/>
            </a:endParaRPr>
          </a:p>
        </p:txBody>
      </p:sp>
      <p:cxnSp>
        <p:nvCxnSpPr>
          <p:cNvPr id="130" name="LineBasicStrong 49">
            <a:extLst>
              <a:ext uri="{FF2B5EF4-FFF2-40B4-BE49-F238E27FC236}">
                <a16:creationId xmlns:a16="http://schemas.microsoft.com/office/drawing/2014/main" id="{57AFCC21-1EB3-9474-5979-1D0C1F1FF066}"/>
              </a:ext>
            </a:extLst>
          </p:cNvPr>
          <p:cNvCxnSpPr>
            <a:cxnSpLocks/>
          </p:cNvCxnSpPr>
          <p:nvPr>
            <p:custDataLst>
              <p:tags r:id="rId6"/>
            </p:custDataLst>
          </p:nvPr>
        </p:nvCxnSpPr>
        <p:spPr>
          <a:xfrm>
            <a:off x="614815" y="1490552"/>
            <a:ext cx="252314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 name="Google Shape;5788;p659">
            <a:extLst>
              <a:ext uri="{FF2B5EF4-FFF2-40B4-BE49-F238E27FC236}">
                <a16:creationId xmlns:a16="http://schemas.microsoft.com/office/drawing/2014/main" id="{9CD7527F-575B-0B37-A2E2-35E86C1C01C4}"/>
              </a:ext>
            </a:extLst>
          </p:cNvPr>
          <p:cNvSpPr>
            <a:spLocks/>
          </p:cNvSpPr>
          <p:nvPr/>
        </p:nvSpPr>
        <p:spPr>
          <a:xfrm>
            <a:off x="4049906" y="6146029"/>
            <a:ext cx="7868039" cy="303777"/>
          </a:xfrm>
          <a:prstGeom prst="roundRect">
            <a:avLst/>
          </a:prstGeom>
          <a:solidFill>
            <a:schemeClr val="accent3"/>
          </a:solidFill>
          <a:ln w="9525" cap="flat" cmpd="sng">
            <a:noFill/>
            <a:prstDash val="solid"/>
            <a:round/>
            <a:headEnd type="none" w="sm" len="sm"/>
            <a:tailEnd type="none" w="sm" len="sm"/>
          </a:ln>
        </p:spPr>
        <p:txBody>
          <a:bodyPr spcFirstLastPara="1" wrap="square" lIns="121868" tIns="121868" rIns="121868" bIns="121868" anchor="ctr" anchorCtr="0">
            <a:noAutofit/>
          </a:bodyPr>
          <a:lstStyle/>
          <a:p>
            <a:pPr marL="0" marR="0" lvl="0" indent="0" algn="ctr" defTabSz="914126" rtl="0" eaLnBrk="1" fontAlgn="auto" latinLnBrk="0" hangingPunct="1">
              <a:lnSpc>
                <a:spcPct val="100000"/>
              </a:lnSpc>
              <a:spcBef>
                <a:spcPts val="0"/>
              </a:spcBef>
              <a:spcAft>
                <a:spcPts val="0"/>
              </a:spcAft>
              <a:buClr>
                <a:srgbClr val="000000"/>
              </a:buClr>
              <a:buSzTx/>
              <a:buFontTx/>
              <a:buNone/>
              <a:tabLst/>
              <a:defRPr/>
            </a:pPr>
            <a:r>
              <a:rPr kumimoji="0" lang="en-US" sz="1200" b="0" i="1" u="none" strike="noStrike" kern="1200" cap="none" spc="0" normalizeH="0" baseline="0" noProof="0">
                <a:ln>
                  <a:noFill/>
                </a:ln>
                <a:solidFill>
                  <a:schemeClr val="bg1"/>
                </a:solidFill>
                <a:effectLst/>
                <a:uLnTx/>
                <a:uFillTx/>
                <a:latin typeface="Arial"/>
                <a:ea typeface="+mn-ea"/>
                <a:cs typeface="+mn-cs"/>
              </a:rPr>
              <a:t>A domain can have multiple business units or functions depending on the org structure of the enterprise</a:t>
            </a:r>
          </a:p>
        </p:txBody>
      </p:sp>
      <p:sp>
        <p:nvSpPr>
          <p:cNvPr id="17" name="Rectangle 16">
            <a:extLst>
              <a:ext uri="{FF2B5EF4-FFF2-40B4-BE49-F238E27FC236}">
                <a16:creationId xmlns:a16="http://schemas.microsoft.com/office/drawing/2014/main" id="{0678828F-5BAD-BC62-6BF0-04BE56622041}"/>
              </a:ext>
            </a:extLst>
          </p:cNvPr>
          <p:cNvSpPr/>
          <p:nvPr/>
        </p:nvSpPr>
        <p:spPr>
          <a:xfrm>
            <a:off x="6342419" y="1194224"/>
            <a:ext cx="3343694" cy="4889519"/>
          </a:xfrm>
          <a:prstGeom prst="rect">
            <a:avLst/>
          </a:prstGeom>
          <a:noFill/>
          <a:ln w="19050" cap="sq">
            <a:solidFill>
              <a:schemeClr val="accent2"/>
            </a:solidFill>
            <a:prstDash val="lgDash"/>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a:ln>
                <a:noFill/>
              </a:ln>
              <a:solidFill>
                <a:schemeClr val="tx1"/>
              </a:solidFill>
              <a:effectLst/>
              <a:uLnTx/>
              <a:uFillTx/>
              <a:latin typeface="Arial"/>
              <a:ea typeface="+mn-ea"/>
              <a:cs typeface="+mn-cs"/>
            </a:endParaRPr>
          </a:p>
        </p:txBody>
      </p:sp>
      <p:sp>
        <p:nvSpPr>
          <p:cNvPr id="18" name="TextBox 17">
            <a:extLst>
              <a:ext uri="{FF2B5EF4-FFF2-40B4-BE49-F238E27FC236}">
                <a16:creationId xmlns:a16="http://schemas.microsoft.com/office/drawing/2014/main" id="{C1477792-F2FE-BC7D-158A-47F916818021}"/>
              </a:ext>
            </a:extLst>
          </p:cNvPr>
          <p:cNvSpPr txBox="1"/>
          <p:nvPr/>
        </p:nvSpPr>
        <p:spPr>
          <a:xfrm>
            <a:off x="6342419" y="957765"/>
            <a:ext cx="954333" cy="169277"/>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100" i="1" u="none" strike="noStrike" kern="1200" cap="none" spc="0" normalizeH="0" baseline="0" noProof="0">
                <a:ln>
                  <a:noFill/>
                </a:ln>
                <a:solidFill>
                  <a:srgbClr val="00A9F4"/>
                </a:solidFill>
                <a:effectLst/>
                <a:uLnTx/>
                <a:uFillTx/>
                <a:latin typeface="Arial"/>
                <a:ea typeface="+mn-ea"/>
                <a:cs typeface="Arial" panose="020B0604020202020204" pitchFamily="34" charset="0"/>
              </a:rPr>
              <a:t>Recommended</a:t>
            </a:r>
          </a:p>
        </p:txBody>
      </p:sp>
      <p:cxnSp>
        <p:nvCxnSpPr>
          <p:cNvPr id="20" name="Straight Connector 19">
            <a:extLst>
              <a:ext uri="{FF2B5EF4-FFF2-40B4-BE49-F238E27FC236}">
                <a16:creationId xmlns:a16="http://schemas.microsoft.com/office/drawing/2014/main" id="{DD5452CA-B433-4D68-9042-24C1E03103F1}"/>
              </a:ext>
            </a:extLst>
          </p:cNvPr>
          <p:cNvCxnSpPr>
            <a:cxnSpLocks/>
          </p:cNvCxnSpPr>
          <p:nvPr/>
        </p:nvCxnSpPr>
        <p:spPr>
          <a:xfrm>
            <a:off x="3612618" y="1173606"/>
            <a:ext cx="0" cy="4910137"/>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A15E623-BF77-9BC3-F89D-7F7FE0E0CB31}"/>
              </a:ext>
            </a:extLst>
          </p:cNvPr>
          <p:cNvSpPr txBox="1">
            <a:spLocks/>
          </p:cNvSpPr>
          <p:nvPr/>
        </p:nvSpPr>
        <p:spPr>
          <a:xfrm>
            <a:off x="630319" y="1611681"/>
            <a:ext cx="2622036" cy="4739759"/>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285750" indent="-285750">
              <a:buFont typeface="Arial" panose="020B0604020202020204" pitchFamily="34" charset="0"/>
              <a:buChar char="•"/>
            </a:pPr>
            <a:r>
              <a:rPr lang="en-US" b="1" dirty="0"/>
              <a:t>One unit of transformation </a:t>
            </a:r>
            <a:r>
              <a:rPr lang="en-US" dirty="0"/>
              <a:t>— an end-to-end journey, workflow, or function reimagined as a whole, not use case by use case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A meaningful value pool </a:t>
            </a:r>
            <a:r>
              <a:rPr lang="en-US" dirty="0"/>
              <a:t>— material upside in revenue, cost, risk, or customer experience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Big enough to matter, specific enough to own </a:t>
            </a:r>
            <a:r>
              <a:rPr lang="en-US" dirty="0"/>
              <a:t>— one accountable owner, a measurable baseline, a sequence able roadmap</a:t>
            </a:r>
          </a:p>
        </p:txBody>
      </p:sp>
      <p:grpSp>
        <p:nvGrpSpPr>
          <p:cNvPr id="24" name="ThreeChevronBlue 24">
            <a:extLst>
              <a:ext uri="{FF2B5EF4-FFF2-40B4-BE49-F238E27FC236}">
                <a16:creationId xmlns:a16="http://schemas.microsoft.com/office/drawing/2014/main" id="{CD12F1A1-9A4A-2D02-B750-BE893E5B187F}"/>
              </a:ext>
            </a:extLst>
          </p:cNvPr>
          <p:cNvGrpSpPr>
            <a:grpSpLocks noChangeAspect="1"/>
          </p:cNvGrpSpPr>
          <p:nvPr>
            <p:custDataLst>
              <p:tags r:id="rId7"/>
            </p:custDataLst>
          </p:nvPr>
        </p:nvGrpSpPr>
        <p:grpSpPr>
          <a:xfrm>
            <a:off x="3414504" y="2915895"/>
            <a:ext cx="396228" cy="396228"/>
            <a:chOff x="1016000" y="1016000"/>
            <a:chExt cx="396228" cy="396228"/>
          </a:xfrm>
        </p:grpSpPr>
        <p:sp>
          <p:nvSpPr>
            <p:cNvPr id="21" name="Oval 20">
              <a:extLst>
                <a:ext uri="{FF2B5EF4-FFF2-40B4-BE49-F238E27FC236}">
                  <a16:creationId xmlns:a16="http://schemas.microsoft.com/office/drawing/2014/main" id="{AB89488F-FFE0-CF35-15BF-53662FF69DEE}"/>
                </a:ext>
              </a:extLst>
            </p:cNvPr>
            <p:cNvSpPr/>
            <p:nvPr/>
          </p:nvSpPr>
          <p:spPr>
            <a:xfrm>
              <a:off x="1016000" y="1016000"/>
              <a:ext cx="396228" cy="396228"/>
            </a:xfrm>
            <a:prstGeom prst="ellipse">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err="1">
                <a:solidFill>
                  <a:schemeClr val="bg1"/>
                </a:solidFill>
              </a:endParaRPr>
            </a:p>
          </p:txBody>
        </p:sp>
        <p:pic>
          <p:nvPicPr>
            <p:cNvPr id="23" name="Graphic 22">
              <a:extLst>
                <a:ext uri="{FF2B5EF4-FFF2-40B4-BE49-F238E27FC236}">
                  <a16:creationId xmlns:a16="http://schemas.microsoft.com/office/drawing/2014/main" id="{88F4EBE7-DA6B-9FE6-63D9-C5B5AE264184}"/>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1023614" y="1023614"/>
              <a:ext cx="381000" cy="381000"/>
            </a:xfrm>
            <a:prstGeom prst="rect">
              <a:avLst/>
            </a:prstGeom>
          </p:spPr>
        </p:pic>
      </p:grpSp>
      <p:sp>
        <p:nvSpPr>
          <p:cNvPr id="45" name="TextBox 44">
            <a:extLst>
              <a:ext uri="{FF2B5EF4-FFF2-40B4-BE49-F238E27FC236}">
                <a16:creationId xmlns:a16="http://schemas.microsoft.com/office/drawing/2014/main" id="{133147E1-C22C-077F-C436-CDAF4329E9C5}"/>
              </a:ext>
            </a:extLst>
          </p:cNvPr>
          <p:cNvSpPr txBox="1">
            <a:spLocks/>
          </p:cNvSpPr>
          <p:nvPr/>
        </p:nvSpPr>
        <p:spPr>
          <a:xfrm>
            <a:off x="6538430" y="4674934"/>
            <a:ext cx="2882397"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Examples</a:t>
            </a:r>
          </a:p>
        </p:txBody>
      </p:sp>
      <p:cxnSp>
        <p:nvCxnSpPr>
          <p:cNvPr id="46" name="LineBasicStrong 49">
            <a:extLst>
              <a:ext uri="{FF2B5EF4-FFF2-40B4-BE49-F238E27FC236}">
                <a16:creationId xmlns:a16="http://schemas.microsoft.com/office/drawing/2014/main" id="{2959AB0F-1901-884B-E89D-389ED65804A2}"/>
              </a:ext>
            </a:extLst>
          </p:cNvPr>
          <p:cNvCxnSpPr>
            <a:cxnSpLocks/>
          </p:cNvCxnSpPr>
          <p:nvPr>
            <p:custDataLst>
              <p:tags r:id="rId8"/>
            </p:custDataLst>
          </p:nvPr>
        </p:nvCxnSpPr>
        <p:spPr>
          <a:xfrm>
            <a:off x="6538431" y="4643150"/>
            <a:ext cx="2882397"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0A9BBB4-05BD-1EAF-B08E-94E1EC22D2B2}"/>
              </a:ext>
            </a:extLst>
          </p:cNvPr>
          <p:cNvGrpSpPr/>
          <p:nvPr/>
        </p:nvGrpSpPr>
        <p:grpSpPr>
          <a:xfrm>
            <a:off x="6500331" y="5020149"/>
            <a:ext cx="1249617" cy="185928"/>
            <a:chOff x="6500331" y="5020149"/>
            <a:chExt cx="1249617" cy="185928"/>
          </a:xfrm>
        </p:grpSpPr>
        <p:sp>
          <p:nvSpPr>
            <p:cNvPr id="47" name="TrackerNumBlue 47">
              <a:extLst>
                <a:ext uri="{FF2B5EF4-FFF2-40B4-BE49-F238E27FC236}">
                  <a16:creationId xmlns:a16="http://schemas.microsoft.com/office/drawing/2014/main" id="{4A1EBD4D-57BD-CCBA-005F-DF9AAAC1411E}"/>
                </a:ext>
              </a:extLst>
            </p:cNvPr>
            <p:cNvSpPr/>
            <p:nvPr>
              <p:custDataLst>
                <p:tags r:id="rId20"/>
              </p:custDataLst>
            </p:nvPr>
          </p:nvSpPr>
          <p:spPr>
            <a:xfrm>
              <a:off x="6500331"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12" name="TextBox 11">
              <a:extLst>
                <a:ext uri="{FF2B5EF4-FFF2-40B4-BE49-F238E27FC236}">
                  <a16:creationId xmlns:a16="http://schemas.microsoft.com/office/drawing/2014/main" id="{399F19E1-123F-1A03-3B57-136F24F09D4A}"/>
                </a:ext>
              </a:extLst>
            </p:cNvPr>
            <p:cNvSpPr txBox="1">
              <a:spLocks/>
            </p:cNvSpPr>
            <p:nvPr/>
          </p:nvSpPr>
          <p:spPr>
            <a:xfrm>
              <a:off x="6722101" y="5020780"/>
              <a:ext cx="1027847"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PDLC/SDLC</a:t>
              </a:r>
            </a:p>
          </p:txBody>
        </p:sp>
      </p:grpSp>
      <p:grpSp>
        <p:nvGrpSpPr>
          <p:cNvPr id="2" name="Group 1">
            <a:extLst>
              <a:ext uri="{FF2B5EF4-FFF2-40B4-BE49-F238E27FC236}">
                <a16:creationId xmlns:a16="http://schemas.microsoft.com/office/drawing/2014/main" id="{17AAAC28-0EF7-5006-4179-E414BABF7734}"/>
              </a:ext>
            </a:extLst>
          </p:cNvPr>
          <p:cNvGrpSpPr/>
          <p:nvPr/>
        </p:nvGrpSpPr>
        <p:grpSpPr>
          <a:xfrm>
            <a:off x="8065053" y="5463420"/>
            <a:ext cx="1593852" cy="185928"/>
            <a:chOff x="8065053" y="5020149"/>
            <a:chExt cx="1593852" cy="185928"/>
          </a:xfrm>
        </p:grpSpPr>
        <p:sp>
          <p:nvSpPr>
            <p:cNvPr id="52" name="TrackerNumBlue 47">
              <a:extLst>
                <a:ext uri="{FF2B5EF4-FFF2-40B4-BE49-F238E27FC236}">
                  <a16:creationId xmlns:a16="http://schemas.microsoft.com/office/drawing/2014/main" id="{B13C0FA8-F562-4D6B-27E9-5889B6988795}"/>
                </a:ext>
              </a:extLst>
            </p:cNvPr>
            <p:cNvSpPr/>
            <p:nvPr>
              <p:custDataLst>
                <p:tags r:id="rId19"/>
              </p:custDataLst>
            </p:nvPr>
          </p:nvSpPr>
          <p:spPr>
            <a:xfrm>
              <a:off x="8065053"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4</a:t>
              </a:r>
            </a:p>
          </p:txBody>
        </p:sp>
        <p:sp>
          <p:nvSpPr>
            <p:cNvPr id="25" name="TextBox 24">
              <a:extLst>
                <a:ext uri="{FF2B5EF4-FFF2-40B4-BE49-F238E27FC236}">
                  <a16:creationId xmlns:a16="http://schemas.microsoft.com/office/drawing/2014/main" id="{6439178F-609A-895D-BDEA-EB713211C268}"/>
                </a:ext>
              </a:extLst>
            </p:cNvPr>
            <p:cNvSpPr txBox="1">
              <a:spLocks/>
            </p:cNvSpPr>
            <p:nvPr/>
          </p:nvSpPr>
          <p:spPr>
            <a:xfrm>
              <a:off x="8298333" y="5020149"/>
              <a:ext cx="1360572" cy="184666"/>
            </a:xfrm>
            <a:prstGeom prst="rect">
              <a:avLst/>
            </a:prstGeom>
          </p:spPr>
          <p:txBody>
            <a:bodyPr vert="horz" wrap="square" lIns="0" tIns="0" rIns="0" bIns="0" rtlCol="0">
              <a:spAutoFit/>
            </a:bodyPr>
            <a:lstStyle>
              <a:defPPr>
                <a:defRPr lang="en-US"/>
              </a:defPPr>
              <a:lvl1pPr marR="0" lvl="0" indent="0" fontAlgn="auto">
                <a:lnSpc>
                  <a:spcPct val="100000"/>
                </a:lnSpc>
                <a:spcBef>
                  <a:spcPts val="300"/>
                </a:spcBef>
                <a:spcAft>
                  <a:spcPts val="300"/>
                </a:spcAft>
                <a:buClrTx/>
                <a:buSzTx/>
                <a:buFont typeface="Segoe UI" panose="020B0502040204020203" pitchFamily="34" charset="0"/>
                <a:buChar char="​"/>
                <a:tabLst/>
                <a:defRPr kumimoji="0" sz="1200" b="0" i="1" u="none" strike="noStrike" cap="none" spc="0" normalizeH="0" baseline="0">
                  <a:ln>
                    <a:noFill/>
                  </a:ln>
                  <a:solidFill>
                    <a:schemeClr val="bg1">
                      <a:lumMod val="50000"/>
                    </a:schemeClr>
                  </a:solidFill>
                  <a:effectLst/>
                  <a:uLnTx/>
                  <a:uFillTx/>
                  <a:latin typeface="Arial"/>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dirty="0">
                  <a:solidFill>
                    <a:schemeClr val="tx1"/>
                  </a:solidFill>
                </a:rPr>
                <a:t>Product marketing</a:t>
              </a:r>
            </a:p>
          </p:txBody>
        </p:sp>
      </p:grpSp>
      <p:grpSp>
        <p:nvGrpSpPr>
          <p:cNvPr id="3" name="Group 2">
            <a:extLst>
              <a:ext uri="{FF2B5EF4-FFF2-40B4-BE49-F238E27FC236}">
                <a16:creationId xmlns:a16="http://schemas.microsoft.com/office/drawing/2014/main" id="{E3C68112-68C9-FD49-F541-1EE25D2655F2}"/>
              </a:ext>
            </a:extLst>
          </p:cNvPr>
          <p:cNvGrpSpPr/>
          <p:nvPr/>
        </p:nvGrpSpPr>
        <p:grpSpPr>
          <a:xfrm>
            <a:off x="8065053" y="5020149"/>
            <a:ext cx="1491299" cy="185928"/>
            <a:chOff x="6500331" y="5791264"/>
            <a:chExt cx="1491299" cy="185928"/>
          </a:xfrm>
        </p:grpSpPr>
        <p:sp>
          <p:nvSpPr>
            <p:cNvPr id="50" name="TrackerNumBlue 47">
              <a:extLst>
                <a:ext uri="{FF2B5EF4-FFF2-40B4-BE49-F238E27FC236}">
                  <a16:creationId xmlns:a16="http://schemas.microsoft.com/office/drawing/2014/main" id="{D3831E9B-97AF-DC12-6AA3-B8E9549BC2E7}"/>
                </a:ext>
              </a:extLst>
            </p:cNvPr>
            <p:cNvSpPr/>
            <p:nvPr>
              <p:custDataLst>
                <p:tags r:id="rId18"/>
              </p:custDataLst>
            </p:nvPr>
          </p:nvSpPr>
          <p:spPr>
            <a:xfrm>
              <a:off x="6500331" y="579126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3</a:t>
              </a:r>
            </a:p>
          </p:txBody>
        </p:sp>
        <p:sp>
          <p:nvSpPr>
            <p:cNvPr id="26" name="TextBox 25">
              <a:extLst>
                <a:ext uri="{FF2B5EF4-FFF2-40B4-BE49-F238E27FC236}">
                  <a16:creationId xmlns:a16="http://schemas.microsoft.com/office/drawing/2014/main" id="{9D63F859-FCCA-C588-48DE-924208F08581}"/>
                </a:ext>
              </a:extLst>
            </p:cNvPr>
            <p:cNvSpPr txBox="1">
              <a:spLocks/>
            </p:cNvSpPr>
            <p:nvPr/>
          </p:nvSpPr>
          <p:spPr>
            <a:xfrm>
              <a:off x="6722101" y="5792526"/>
              <a:ext cx="126952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Sales enablement</a:t>
              </a:r>
            </a:p>
          </p:txBody>
        </p:sp>
      </p:grpSp>
      <p:grpSp>
        <p:nvGrpSpPr>
          <p:cNvPr id="5" name="Group 4">
            <a:extLst>
              <a:ext uri="{FF2B5EF4-FFF2-40B4-BE49-F238E27FC236}">
                <a16:creationId xmlns:a16="http://schemas.microsoft.com/office/drawing/2014/main" id="{36826DF7-A985-CCDF-96D4-B883E1F887A3}"/>
              </a:ext>
            </a:extLst>
          </p:cNvPr>
          <p:cNvGrpSpPr/>
          <p:nvPr/>
        </p:nvGrpSpPr>
        <p:grpSpPr>
          <a:xfrm>
            <a:off x="6500331" y="5462788"/>
            <a:ext cx="1526259" cy="185928"/>
            <a:chOff x="6500331" y="5431469"/>
            <a:chExt cx="1526259" cy="185928"/>
          </a:xfrm>
        </p:grpSpPr>
        <p:sp>
          <p:nvSpPr>
            <p:cNvPr id="49" name="TrackerNumBlue 47">
              <a:extLst>
                <a:ext uri="{FF2B5EF4-FFF2-40B4-BE49-F238E27FC236}">
                  <a16:creationId xmlns:a16="http://schemas.microsoft.com/office/drawing/2014/main" id="{7D8FF056-7623-4B76-82BA-F5A186DD4E69}"/>
                </a:ext>
              </a:extLst>
            </p:cNvPr>
            <p:cNvSpPr/>
            <p:nvPr>
              <p:custDataLst>
                <p:tags r:id="rId17"/>
              </p:custDataLst>
            </p:nvPr>
          </p:nvSpPr>
          <p:spPr>
            <a:xfrm>
              <a:off x="6500331" y="543146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27" name="TextBox 26">
              <a:extLst>
                <a:ext uri="{FF2B5EF4-FFF2-40B4-BE49-F238E27FC236}">
                  <a16:creationId xmlns:a16="http://schemas.microsoft.com/office/drawing/2014/main" id="{27359DF3-8AB7-E4A4-F465-EBE9D35588FF}"/>
                </a:ext>
              </a:extLst>
            </p:cNvPr>
            <p:cNvSpPr txBox="1">
              <a:spLocks/>
            </p:cNvSpPr>
            <p:nvPr/>
          </p:nvSpPr>
          <p:spPr>
            <a:xfrm>
              <a:off x="6722101" y="5432100"/>
              <a:ext cx="130448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Client onboarding</a:t>
              </a:r>
            </a:p>
          </p:txBody>
        </p:sp>
      </p:grpSp>
      <p:sp>
        <p:nvSpPr>
          <p:cNvPr id="28" name="TextBox 27">
            <a:extLst>
              <a:ext uri="{FF2B5EF4-FFF2-40B4-BE49-F238E27FC236}">
                <a16:creationId xmlns:a16="http://schemas.microsoft.com/office/drawing/2014/main" id="{32B69E5A-0CC6-D0C5-FB05-6D79B6FAA2E8}"/>
              </a:ext>
            </a:extLst>
          </p:cNvPr>
          <p:cNvSpPr txBox="1">
            <a:spLocks/>
          </p:cNvSpPr>
          <p:nvPr/>
        </p:nvSpPr>
        <p:spPr>
          <a:xfrm>
            <a:off x="4049906" y="4674934"/>
            <a:ext cx="2125785"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29" name="LineBasicStrong 49">
            <a:extLst>
              <a:ext uri="{FF2B5EF4-FFF2-40B4-BE49-F238E27FC236}">
                <a16:creationId xmlns:a16="http://schemas.microsoft.com/office/drawing/2014/main" id="{79DB15D9-B212-91EB-326A-8BACE7A387B0}"/>
              </a:ext>
            </a:extLst>
          </p:cNvPr>
          <p:cNvCxnSpPr>
            <a:cxnSpLocks/>
          </p:cNvCxnSpPr>
          <p:nvPr>
            <p:custDataLst>
              <p:tags r:id="rId9"/>
            </p:custDataLst>
          </p:nvPr>
        </p:nvCxnSpPr>
        <p:spPr>
          <a:xfrm>
            <a:off x="4049906" y="4643150"/>
            <a:ext cx="212578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ADF73D-4CFF-616B-8114-85D1075869DD}"/>
              </a:ext>
            </a:extLst>
          </p:cNvPr>
          <p:cNvSpPr txBox="1">
            <a:spLocks/>
          </p:cNvSpPr>
          <p:nvPr/>
        </p:nvSpPr>
        <p:spPr>
          <a:xfrm>
            <a:off x="9909779" y="4674934"/>
            <a:ext cx="1932531"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31" name="LineBasicStrong 49">
            <a:extLst>
              <a:ext uri="{FF2B5EF4-FFF2-40B4-BE49-F238E27FC236}">
                <a16:creationId xmlns:a16="http://schemas.microsoft.com/office/drawing/2014/main" id="{64EE0FF1-BB0F-DBA4-6936-EA972E4E7607}"/>
              </a:ext>
            </a:extLst>
          </p:cNvPr>
          <p:cNvCxnSpPr>
            <a:cxnSpLocks/>
          </p:cNvCxnSpPr>
          <p:nvPr>
            <p:custDataLst>
              <p:tags r:id="rId10"/>
            </p:custDataLst>
          </p:nvPr>
        </p:nvCxnSpPr>
        <p:spPr>
          <a:xfrm>
            <a:off x="9909779" y="4643150"/>
            <a:ext cx="1932531"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rackerNumBlue 47">
            <a:extLst>
              <a:ext uri="{FF2B5EF4-FFF2-40B4-BE49-F238E27FC236}">
                <a16:creationId xmlns:a16="http://schemas.microsoft.com/office/drawing/2014/main" id="{A56C7942-A17A-7215-5B7C-BBF34FAC9EE0}"/>
              </a:ext>
            </a:extLst>
          </p:cNvPr>
          <p:cNvSpPr/>
          <p:nvPr>
            <p:custDataLst>
              <p:tags r:id="rId11"/>
            </p:custDataLst>
          </p:nvPr>
        </p:nvSpPr>
        <p:spPr>
          <a:xfrm>
            <a:off x="4049906"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1</a:t>
            </a:r>
          </a:p>
        </p:txBody>
      </p:sp>
      <p:sp>
        <p:nvSpPr>
          <p:cNvPr id="33" name="TextBox 32">
            <a:extLst>
              <a:ext uri="{FF2B5EF4-FFF2-40B4-BE49-F238E27FC236}">
                <a16:creationId xmlns:a16="http://schemas.microsoft.com/office/drawing/2014/main" id="{3900A22E-47D3-27DD-87F9-A403421D0BD0}"/>
              </a:ext>
            </a:extLst>
          </p:cNvPr>
          <p:cNvSpPr txBox="1">
            <a:spLocks/>
          </p:cNvSpPr>
          <p:nvPr/>
        </p:nvSpPr>
        <p:spPr>
          <a:xfrm>
            <a:off x="4331504"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Support services</a:t>
            </a:r>
          </a:p>
        </p:txBody>
      </p:sp>
      <p:sp>
        <p:nvSpPr>
          <p:cNvPr id="34" name="TrackerNumBlue 47">
            <a:extLst>
              <a:ext uri="{FF2B5EF4-FFF2-40B4-BE49-F238E27FC236}">
                <a16:creationId xmlns:a16="http://schemas.microsoft.com/office/drawing/2014/main" id="{802DCFDA-7465-AC2F-12FE-A2DC31B46D82}"/>
              </a:ext>
            </a:extLst>
          </p:cNvPr>
          <p:cNvSpPr/>
          <p:nvPr>
            <p:custDataLst>
              <p:tags r:id="rId12"/>
            </p:custDataLst>
          </p:nvPr>
        </p:nvSpPr>
        <p:spPr>
          <a:xfrm>
            <a:off x="4049906"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35" name="TextBox 34">
            <a:extLst>
              <a:ext uri="{FF2B5EF4-FFF2-40B4-BE49-F238E27FC236}">
                <a16:creationId xmlns:a16="http://schemas.microsoft.com/office/drawing/2014/main" id="{66B5F930-3293-5967-AE64-A7C75ECE2C60}"/>
              </a:ext>
            </a:extLst>
          </p:cNvPr>
          <p:cNvSpPr txBox="1">
            <a:spLocks/>
          </p:cNvSpPr>
          <p:nvPr/>
        </p:nvSpPr>
        <p:spPr>
          <a:xfrm>
            <a:off x="4331504" y="5336025"/>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Risk and compliance</a:t>
            </a:r>
          </a:p>
        </p:txBody>
      </p:sp>
      <p:sp>
        <p:nvSpPr>
          <p:cNvPr id="36" name="TrackerNumBlue 47">
            <a:extLst>
              <a:ext uri="{FF2B5EF4-FFF2-40B4-BE49-F238E27FC236}">
                <a16:creationId xmlns:a16="http://schemas.microsoft.com/office/drawing/2014/main" id="{D4BCC9D5-5908-D30E-CE05-04024D410616}"/>
              </a:ext>
            </a:extLst>
          </p:cNvPr>
          <p:cNvSpPr/>
          <p:nvPr>
            <p:custDataLst>
              <p:tags r:id="rId13"/>
            </p:custDataLst>
          </p:nvPr>
        </p:nvSpPr>
        <p:spPr>
          <a:xfrm>
            <a:off x="4049906"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37" name="TextBox 36">
            <a:extLst>
              <a:ext uri="{FF2B5EF4-FFF2-40B4-BE49-F238E27FC236}">
                <a16:creationId xmlns:a16="http://schemas.microsoft.com/office/drawing/2014/main" id="{3CB66508-B555-214E-F211-E55FCACEE380}"/>
              </a:ext>
            </a:extLst>
          </p:cNvPr>
          <p:cNvSpPr txBox="1">
            <a:spLocks/>
          </p:cNvSpPr>
          <p:nvPr/>
        </p:nvSpPr>
        <p:spPr>
          <a:xfrm>
            <a:off x="4331504" y="5021411"/>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Full operations</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9" name="TrackerNumBlue 47">
            <a:extLst>
              <a:ext uri="{FF2B5EF4-FFF2-40B4-BE49-F238E27FC236}">
                <a16:creationId xmlns:a16="http://schemas.microsoft.com/office/drawing/2014/main" id="{5E02D551-D941-A154-87F7-FB253DEF317B}"/>
              </a:ext>
            </a:extLst>
          </p:cNvPr>
          <p:cNvSpPr>
            <a:spLocks/>
          </p:cNvSpPr>
          <p:nvPr>
            <p:custDataLst>
              <p:tags r:id="rId14"/>
            </p:custDataLst>
          </p:nvPr>
        </p:nvSpPr>
        <p:spPr>
          <a:xfrm>
            <a:off x="9909779"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40" name="TextBox 39">
            <a:extLst>
              <a:ext uri="{FF2B5EF4-FFF2-40B4-BE49-F238E27FC236}">
                <a16:creationId xmlns:a16="http://schemas.microsoft.com/office/drawing/2014/main" id="{B8AF8BA1-05ED-F180-01ED-ED23A05F265D}"/>
              </a:ext>
            </a:extLst>
          </p:cNvPr>
          <p:cNvSpPr txBox="1">
            <a:spLocks/>
          </p:cNvSpPr>
          <p:nvPr/>
        </p:nvSpPr>
        <p:spPr>
          <a:xfrm>
            <a:off x="10191377" y="5021411"/>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sz="1200" i="1" dirty="0"/>
              <a:t>AI-led code generation</a:t>
            </a:r>
          </a:p>
        </p:txBody>
      </p:sp>
      <p:sp>
        <p:nvSpPr>
          <p:cNvPr id="48" name="TrackerNumBlue 47">
            <a:extLst>
              <a:ext uri="{FF2B5EF4-FFF2-40B4-BE49-F238E27FC236}">
                <a16:creationId xmlns:a16="http://schemas.microsoft.com/office/drawing/2014/main" id="{382A785F-3798-EDC3-626D-0C66DEEA0A77}"/>
              </a:ext>
            </a:extLst>
          </p:cNvPr>
          <p:cNvSpPr>
            <a:spLocks/>
          </p:cNvSpPr>
          <p:nvPr>
            <p:custDataLst>
              <p:tags r:id="rId15"/>
            </p:custDataLst>
          </p:nvPr>
        </p:nvSpPr>
        <p:spPr>
          <a:xfrm>
            <a:off x="9909779"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2</a:t>
            </a:r>
          </a:p>
        </p:txBody>
      </p:sp>
      <p:sp>
        <p:nvSpPr>
          <p:cNvPr id="54" name="TextBox 53">
            <a:extLst>
              <a:ext uri="{FF2B5EF4-FFF2-40B4-BE49-F238E27FC236}">
                <a16:creationId xmlns:a16="http://schemas.microsoft.com/office/drawing/2014/main" id="{ACCE5BDE-8250-DC2C-0CD1-7AFEA7484171}"/>
              </a:ext>
            </a:extLst>
          </p:cNvPr>
          <p:cNvSpPr txBox="1">
            <a:spLocks/>
          </p:cNvSpPr>
          <p:nvPr/>
        </p:nvSpPr>
        <p:spPr>
          <a:xfrm>
            <a:off x="10191377" y="5335394"/>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AI-led contract review</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10" name="TrackerNumBlue 47">
            <a:extLst>
              <a:ext uri="{FF2B5EF4-FFF2-40B4-BE49-F238E27FC236}">
                <a16:creationId xmlns:a16="http://schemas.microsoft.com/office/drawing/2014/main" id="{AFFBFC12-91B1-B99E-DE7A-6B1E058B83BF}"/>
              </a:ext>
            </a:extLst>
          </p:cNvPr>
          <p:cNvSpPr/>
          <p:nvPr>
            <p:custDataLst>
              <p:tags r:id="rId16"/>
            </p:custDataLst>
          </p:nvPr>
        </p:nvSpPr>
        <p:spPr>
          <a:xfrm>
            <a:off x="9909779"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11" name="TextBox 10">
            <a:extLst>
              <a:ext uri="{FF2B5EF4-FFF2-40B4-BE49-F238E27FC236}">
                <a16:creationId xmlns:a16="http://schemas.microsoft.com/office/drawing/2014/main" id="{956D0125-1B4F-794A-9196-B58BF55F0431}"/>
              </a:ext>
            </a:extLst>
          </p:cNvPr>
          <p:cNvSpPr txBox="1">
            <a:spLocks/>
          </p:cNvSpPr>
          <p:nvPr/>
        </p:nvSpPr>
        <p:spPr>
          <a:xfrm>
            <a:off x="10191377"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Automated lead gen</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72"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custDataLst>
      <p:tags r:id="rId1"/>
    </p:custDataLst>
    <p:extLst>
      <p:ext uri="{BB962C8B-B14F-4D97-AF65-F5344CB8AC3E}">
        <p14:creationId xmlns:p14="http://schemas.microsoft.com/office/powerpoint/2010/main" val="183832082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Journey ahead: a front-loaded 12-week plan across the two tracks</a:t>
            </a:r>
          </a:p>
        </p:txBody>
      </p:sp>
      <p:sp>
        <p:nvSpPr>
          <p:cNvPr id="3" name="Text Placeholder 2"/>
          <p:cNvSpPr>
            <a:spLocks noGrp="1"/>
          </p:cNvSpPr>
          <p:nvPr>
            <p:ph type="body" idx="17" sz="quarter"/>
          </p:nvPr>
        </p:nvSpPr>
        <p:spPr/>
        <p:txBody>
          <a:bodyPr/>
          <a:lstStyle/>
          <a:p/>
        </p:txBody>
      </p:sp>
      <p:sp>
        <p:nvSpPr>
          <p:cNvPr id="4" name="Subtitle 3"/>
          <p:cNvSpPr>
            <a:spLocks noGrp="1"/>
          </p:cNvSpPr>
          <p:nvPr>
            <p:ph type="subTitle" idx="1"/>
          </p:nvPr>
        </p:nvSpPr>
        <p:spPr/>
        <p:txBody>
          <a:bodyPr/>
          <a:lstStyle/>
          <a:p/>
        </p:txBody>
      </p:sp>
      <p:sp>
        <p:nvSpPr>
          <p:cNvPr id="5" name="TextBox 4"/>
          <p:cNvSpPr txBox="1"/>
          <p:nvPr/>
        </p:nvSpPr>
        <p:spPr>
          <a:xfrm>
            <a:off x="2103120" y="566928"/>
            <a:ext cx="1097280" cy="182880"/>
          </a:xfrm>
          <a:prstGeom prst="rect">
            <a:avLst/>
          </a:prstGeom>
          <a:noFill/>
        </p:spPr>
        <p:txBody>
          <a:bodyPr wrap="square" lIns="0" rIns="0" tIns="0" bIns="0">
            <a:spAutoFit/>
          </a:bodyPr>
          <a:lstStyle/>
          <a:p>
            <a:pPr>
              <a:lnSpc>
                <a:spcPct val="100000"/>
              </a:lnSpc>
            </a:pPr>
            <a:r>
              <a:rPr sz="900" b="1" i="0">
                <a:solidFill>
                  <a:srgbClr val="63666A"/>
                </a:solidFill>
                <a:latin typeface="Arial"/>
              </a:rPr>
              <a:t>Aug ‘26</a:t>
            </a:r>
          </a:p>
        </p:txBody>
      </p:sp>
      <p:sp>
        <p:nvSpPr>
          <p:cNvPr id="6" name="TextBox 5"/>
          <p:cNvSpPr txBox="1"/>
          <p:nvPr/>
        </p:nvSpPr>
        <p:spPr>
          <a:xfrm>
            <a:off x="10424160" y="566928"/>
            <a:ext cx="1216152" cy="182880"/>
          </a:xfrm>
          <a:prstGeom prst="rect">
            <a:avLst/>
          </a:prstGeom>
          <a:noFill/>
        </p:spPr>
        <p:txBody>
          <a:bodyPr wrap="square" lIns="0" rIns="0" tIns="0" bIns="0">
            <a:spAutoFit/>
          </a:bodyPr>
          <a:lstStyle/>
          <a:p>
            <a:pPr algn="r">
              <a:lnSpc>
                <a:spcPct val="100000"/>
              </a:lnSpc>
            </a:pPr>
            <a:r>
              <a:rPr sz="900" b="1" i="0">
                <a:solidFill>
                  <a:srgbClr val="63666A"/>
                </a:solidFill>
                <a:latin typeface="Arial"/>
              </a:rPr>
              <a:t>End of Oct ‘26</a:t>
            </a:r>
          </a:p>
        </p:txBody>
      </p:sp>
      <p:sp>
        <p:nvSpPr>
          <p:cNvPr id="7" name="Rounded Rectangle 6"/>
          <p:cNvSpPr/>
          <p:nvPr/>
        </p:nvSpPr>
        <p:spPr>
          <a:xfrm>
            <a:off x="2103120" y="804672"/>
            <a:ext cx="3922776" cy="31089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1–5: prioritize the domains, design the platform org, launch SWP</a:t>
            </a:r>
          </a:p>
        </p:txBody>
      </p:sp>
      <p:sp>
        <p:nvSpPr>
          <p:cNvPr id="8" name="Rounded Rectangle 7"/>
          <p:cNvSpPr/>
          <p:nvPr/>
        </p:nvSpPr>
        <p:spPr>
          <a:xfrm>
            <a:off x="6135624" y="804672"/>
            <a:ext cx="5504688" cy="310896"/>
          </a:xfrm>
          <a:prstGeom prst="roundRect">
            <a:avLst>
              <a:gd name="adj" fmla="val 5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6–12: detail domain #1 workforce shifts, integrate the org of the future</a:t>
            </a:r>
          </a:p>
        </p:txBody>
      </p:sp>
      <p:sp>
        <p:nvSpPr>
          <p:cNvPr id="9" name="TextBox 8"/>
          <p:cNvSpPr txBox="1"/>
          <p:nvPr/>
        </p:nvSpPr>
        <p:spPr>
          <a:xfrm>
            <a:off x="210312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a:t>
            </a:r>
          </a:p>
        </p:txBody>
      </p:sp>
      <p:sp>
        <p:nvSpPr>
          <p:cNvPr id="10" name="TextBox 9"/>
          <p:cNvSpPr txBox="1"/>
          <p:nvPr/>
        </p:nvSpPr>
        <p:spPr>
          <a:xfrm>
            <a:off x="289864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2</a:t>
            </a:r>
          </a:p>
        </p:txBody>
      </p:sp>
      <p:sp>
        <p:nvSpPr>
          <p:cNvPr id="11" name="TextBox 10"/>
          <p:cNvSpPr txBox="1"/>
          <p:nvPr/>
        </p:nvSpPr>
        <p:spPr>
          <a:xfrm>
            <a:off x="369417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3</a:t>
            </a:r>
          </a:p>
        </p:txBody>
      </p:sp>
      <p:sp>
        <p:nvSpPr>
          <p:cNvPr id="12" name="TextBox 11"/>
          <p:cNvSpPr txBox="1"/>
          <p:nvPr/>
        </p:nvSpPr>
        <p:spPr>
          <a:xfrm>
            <a:off x="448970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4</a:t>
            </a:r>
          </a:p>
        </p:txBody>
      </p:sp>
      <p:sp>
        <p:nvSpPr>
          <p:cNvPr id="13" name="TextBox 12"/>
          <p:cNvSpPr txBox="1"/>
          <p:nvPr/>
        </p:nvSpPr>
        <p:spPr>
          <a:xfrm>
            <a:off x="5285231"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5</a:t>
            </a:r>
          </a:p>
        </p:txBody>
      </p:sp>
      <p:sp>
        <p:nvSpPr>
          <p:cNvPr id="14" name="TextBox 13"/>
          <p:cNvSpPr txBox="1"/>
          <p:nvPr/>
        </p:nvSpPr>
        <p:spPr>
          <a:xfrm>
            <a:off x="6080759"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6</a:t>
            </a:r>
          </a:p>
        </p:txBody>
      </p:sp>
      <p:sp>
        <p:nvSpPr>
          <p:cNvPr id="15" name="TextBox 14"/>
          <p:cNvSpPr txBox="1"/>
          <p:nvPr/>
        </p:nvSpPr>
        <p:spPr>
          <a:xfrm>
            <a:off x="687628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7</a:t>
            </a:r>
          </a:p>
        </p:txBody>
      </p:sp>
      <p:sp>
        <p:nvSpPr>
          <p:cNvPr id="16" name="TextBox 15"/>
          <p:cNvSpPr txBox="1"/>
          <p:nvPr/>
        </p:nvSpPr>
        <p:spPr>
          <a:xfrm>
            <a:off x="767181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8</a:t>
            </a:r>
          </a:p>
        </p:txBody>
      </p:sp>
      <p:sp>
        <p:nvSpPr>
          <p:cNvPr id="17" name="TextBox 16"/>
          <p:cNvSpPr txBox="1"/>
          <p:nvPr/>
        </p:nvSpPr>
        <p:spPr>
          <a:xfrm>
            <a:off x="846734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9</a:t>
            </a:r>
          </a:p>
        </p:txBody>
      </p:sp>
      <p:sp>
        <p:nvSpPr>
          <p:cNvPr id="18" name="TextBox 17"/>
          <p:cNvSpPr txBox="1"/>
          <p:nvPr/>
        </p:nvSpPr>
        <p:spPr>
          <a:xfrm>
            <a:off x="9262872"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10</a:t>
            </a:r>
          </a:p>
        </p:txBody>
      </p:sp>
      <p:sp>
        <p:nvSpPr>
          <p:cNvPr id="19" name="TextBox 18"/>
          <p:cNvSpPr txBox="1"/>
          <p:nvPr/>
        </p:nvSpPr>
        <p:spPr>
          <a:xfrm>
            <a:off x="1005840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11</a:t>
            </a:r>
          </a:p>
        </p:txBody>
      </p:sp>
      <p:sp>
        <p:nvSpPr>
          <p:cNvPr id="20" name="TextBox 19"/>
          <p:cNvSpPr txBox="1"/>
          <p:nvPr/>
        </p:nvSpPr>
        <p:spPr>
          <a:xfrm>
            <a:off x="1085392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12</a:t>
            </a:r>
          </a:p>
        </p:txBody>
      </p:sp>
      <p:sp>
        <p:nvSpPr>
          <p:cNvPr id="21" name="Rectangle 20"/>
          <p:cNvSpPr/>
          <p:nvPr/>
        </p:nvSpPr>
        <p:spPr>
          <a:xfrm>
            <a:off x="502920" y="1463040"/>
            <a:ext cx="11210544" cy="2487168"/>
          </a:xfrm>
          <a:prstGeom prst="rect">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11210544" cy="1719072"/>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210312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89864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9417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48970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285231"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0759"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7628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7181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6734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62872"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05840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85392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649455"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57784" y="1572768"/>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1</a:t>
            </a:r>
          </a:p>
        </p:txBody>
      </p:sp>
      <p:sp>
        <p:nvSpPr>
          <p:cNvPr id="37" name="TextBox 36"/>
          <p:cNvSpPr txBox="1"/>
          <p:nvPr/>
        </p:nvSpPr>
        <p:spPr>
          <a:xfrm>
            <a:off x="557784" y="1865376"/>
            <a:ext cx="1444752" cy="868680"/>
          </a:xfrm>
          <a:prstGeom prst="rect">
            <a:avLst/>
          </a:prstGeom>
          <a:noFill/>
        </p:spPr>
        <p:txBody>
          <a:bodyPr wrap="square" lIns="0" rIns="0" tIns="0" bIns="0">
            <a:spAutoFit/>
          </a:bodyPr>
          <a:lstStyle/>
          <a:p>
            <a:pPr>
              <a:lnSpc>
                <a:spcPct val="105000"/>
              </a:lnSpc>
            </a:pPr>
            <a:r>
              <a:rPr sz="950" b="1" i="0">
                <a:solidFill>
                  <a:srgbClr val="061F79"/>
                </a:solidFill>
                <a:latin typeface="Arial"/>
              </a:rPr>
              <a:t>AI domain prioritization and value roadmap</a:t>
            </a:r>
          </a:p>
        </p:txBody>
      </p:sp>
      <p:sp>
        <p:nvSpPr>
          <p:cNvPr id="38" name="Rounded Rectangle 37"/>
          <p:cNvSpPr/>
          <p:nvPr/>
        </p:nvSpPr>
        <p:spPr>
          <a:xfrm>
            <a:off x="557784" y="4480560"/>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2</a:t>
            </a:r>
          </a:p>
        </p:txBody>
      </p:sp>
      <p:sp>
        <p:nvSpPr>
          <p:cNvPr id="39" name="TextBox 38"/>
          <p:cNvSpPr txBox="1"/>
          <p:nvPr/>
        </p:nvSpPr>
        <p:spPr>
          <a:xfrm>
            <a:off x="557784" y="4773168"/>
            <a:ext cx="1444752" cy="640080"/>
          </a:xfrm>
          <a:prstGeom prst="rect">
            <a:avLst/>
          </a:prstGeom>
          <a:noFill/>
        </p:spPr>
        <p:txBody>
          <a:bodyPr wrap="square" lIns="0" rIns="0" tIns="0" bIns="0">
            <a:spAutoFit/>
          </a:bodyPr>
          <a:lstStyle/>
          <a:p>
            <a:pPr>
              <a:lnSpc>
                <a:spcPct val="105000"/>
              </a:lnSpc>
            </a:pPr>
            <a:r>
              <a:rPr sz="950" b="1" i="0">
                <a:solidFill>
                  <a:srgbClr val="061F79"/>
                </a:solidFill>
                <a:latin typeface="Arial"/>
              </a:rPr>
              <a:t>Organization of the future</a:t>
            </a:r>
          </a:p>
        </p:txBody>
      </p:sp>
      <p:sp>
        <p:nvSpPr>
          <p:cNvPr id="40" name="Rounded Rectangle 39"/>
          <p:cNvSpPr/>
          <p:nvPr/>
        </p:nvSpPr>
        <p:spPr>
          <a:xfrm>
            <a:off x="2103120" y="1572768"/>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Inventory AI initiatives and ideas</a:t>
            </a:r>
          </a:p>
          <a:p>
            <a:pPr algn="l">
              <a:lnSpc>
                <a:spcPct val="95000"/>
              </a:lnSpc>
              <a:spcBef>
                <a:spcPts val="300"/>
              </a:spcBef>
            </a:pPr>
            <a:r>
              <a:rPr sz="800" b="0" i="0">
                <a:solidFill>
                  <a:srgbClr val="63666A"/>
                </a:solidFill>
                <a:latin typeface="Arial"/>
              </a:rPr>
              <a:t>Working sessions with every function; cluster into E2E domains</a:t>
            </a:r>
          </a:p>
        </p:txBody>
      </p:sp>
      <p:sp>
        <p:nvSpPr>
          <p:cNvPr id="41" name="Rounded Rectangle 40"/>
          <p:cNvSpPr/>
          <p:nvPr/>
        </p:nvSpPr>
        <p:spPr>
          <a:xfrm>
            <a:off x="2121408"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694176" y="1572768"/>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Assess impact, readiness, feasibility</a:t>
            </a:r>
          </a:p>
          <a:p>
            <a:pPr algn="l">
              <a:lnSpc>
                <a:spcPct val="95000"/>
              </a:lnSpc>
              <a:spcBef>
                <a:spcPts val="300"/>
              </a:spcBef>
            </a:pPr>
            <a:r>
              <a:rPr sz="800" b="0" i="0">
                <a:solidFill>
                  <a:srgbClr val="63666A"/>
                </a:solidFill>
                <a:latin typeface="Arial"/>
              </a:rPr>
              <a:t>Score each domain on the agreed criteria; size the share of work AI can power</a:t>
            </a:r>
          </a:p>
        </p:txBody>
      </p:sp>
      <p:sp>
        <p:nvSpPr>
          <p:cNvPr id="43" name="Rounded Rectangle 42"/>
          <p:cNvSpPr/>
          <p:nvPr/>
        </p:nvSpPr>
        <p:spPr>
          <a:xfrm>
            <a:off x="3712463"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80759" y="1572768"/>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Detail workforce and org shifts for priority domain #1</a:t>
            </a:r>
          </a:p>
          <a:p>
            <a:pPr algn="l">
              <a:lnSpc>
                <a:spcPct val="95000"/>
              </a:lnSpc>
              <a:spcBef>
                <a:spcPts val="300"/>
              </a:spcBef>
            </a:pPr>
            <a:r>
              <a:rPr sz="800" b="0" i="0">
                <a:solidFill>
                  <a:srgbClr val="63666A"/>
                </a:solidFill>
                <a:latin typeface="Arial"/>
              </a:rPr>
              <a:t>Roles that change, skills needed, size and shape, value unlocked</a:t>
            </a:r>
          </a:p>
        </p:txBody>
      </p:sp>
      <p:sp>
        <p:nvSpPr>
          <p:cNvPr id="45" name="Rounded Rectangle 44"/>
          <p:cNvSpPr/>
          <p:nvPr/>
        </p:nvSpPr>
        <p:spPr>
          <a:xfrm>
            <a:off x="6099047"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467344" y="1572768"/>
            <a:ext cx="3172968" cy="731520"/>
          </a:xfrm>
          <a:prstGeom prst="roundRect">
            <a:avLst>
              <a:gd name="adj" fmla="val 10000"/>
            </a:avLst>
          </a:prstGeom>
          <a:solidFill>
            <a:srgbClr val="FFFFFF"/>
          </a:solidFill>
          <a:ln w="12700">
            <a:solidFill>
              <a:srgbClr val="2251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63666A"/>
                </a:solidFill>
                <a:latin typeface="Arial"/>
              </a:rPr>
              <a:t>Teams, owners, milestones, value tracking; pilots run 12–14 weeks</a:t>
            </a:r>
          </a:p>
        </p:txBody>
      </p:sp>
      <p:sp>
        <p:nvSpPr>
          <p:cNvPr id="47" name="Rounded Rectangle 46"/>
          <p:cNvSpPr/>
          <p:nvPr/>
        </p:nvSpPr>
        <p:spPr>
          <a:xfrm>
            <a:off x="8485632"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103120" y="2377440"/>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Establish detailed baselines</a:t>
            </a:r>
          </a:p>
          <a:p>
            <a:pPr algn="l">
              <a:lnSpc>
                <a:spcPct val="95000"/>
              </a:lnSpc>
              <a:spcBef>
                <a:spcPts val="300"/>
              </a:spcBef>
            </a:pPr>
            <a:r>
              <a:rPr sz="800" b="0" i="0">
                <a:solidFill>
                  <a:srgbClr val="63666A"/>
                </a:solidFill>
                <a:latin typeface="Arial"/>
              </a:rPr>
              <a:t>Process flows, headcount, FTE utilization, SLA attainment; bottlenecks and value levers</a:t>
            </a:r>
          </a:p>
        </p:txBody>
      </p:sp>
      <p:sp>
        <p:nvSpPr>
          <p:cNvPr id="49" name="Rounded Rectangle 48"/>
          <p:cNvSpPr/>
          <p:nvPr/>
        </p:nvSpPr>
        <p:spPr>
          <a:xfrm>
            <a:off x="2121408"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489704" y="2377440"/>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Rank domains on the heatmap scorecard</a:t>
            </a:r>
          </a:p>
          <a:p>
            <a:pPr algn="l">
              <a:lnSpc>
                <a:spcPct val="95000"/>
              </a:lnSpc>
              <a:spcBef>
                <a:spcPts val="300"/>
              </a:spcBef>
            </a:pPr>
            <a:r>
              <a:rPr sz="800" b="0" i="0">
                <a:solidFill>
                  <a:srgbClr val="63666A"/>
                </a:solidFill>
                <a:latin typeface="Arial"/>
              </a:rPr>
              <a:t>Commit to the 5–6 big bets on value, readiness, feasibility</a:t>
            </a:r>
          </a:p>
        </p:txBody>
      </p:sp>
      <p:sp>
        <p:nvSpPr>
          <p:cNvPr id="51" name="Rounded Rectangle 50"/>
          <p:cNvSpPr/>
          <p:nvPr/>
        </p:nvSpPr>
        <p:spPr>
          <a:xfrm>
            <a:off x="4507992"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2898648" y="3182112"/>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Align the prioritization framework</a:t>
            </a:r>
          </a:p>
          <a:p>
            <a:pPr algn="l">
              <a:lnSpc>
                <a:spcPct val="95000"/>
              </a:lnSpc>
              <a:spcBef>
                <a:spcPts val="300"/>
              </a:spcBef>
            </a:pPr>
            <a:r>
              <a:rPr sz="800" b="0" i="0">
                <a:solidFill>
                  <a:srgbClr val="63666A"/>
                </a:solidFill>
                <a:latin typeface="Arial"/>
              </a:rPr>
              <a:t>Criteria and weightings agreed with leadership before scoring</a:t>
            </a:r>
          </a:p>
        </p:txBody>
      </p:sp>
      <p:sp>
        <p:nvSpPr>
          <p:cNvPr id="53" name="Rounded Rectangle 52"/>
          <p:cNvSpPr/>
          <p:nvPr/>
        </p:nvSpPr>
        <p:spPr>
          <a:xfrm>
            <a:off x="2916936"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489704" y="3182112"/>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value-backed roadmap</a:t>
            </a:r>
          </a:p>
          <a:p>
            <a:pPr algn="l">
              <a:lnSpc>
                <a:spcPct val="95000"/>
              </a:lnSpc>
              <a:spcBef>
                <a:spcPts val="300"/>
              </a:spcBef>
            </a:pPr>
            <a:r>
              <a:rPr sz="800" b="0" i="0">
                <a:solidFill>
                  <a:srgbClr val="63666A"/>
                </a:solidFill>
                <a:latin typeface="Arial"/>
              </a:rPr>
              <a:t>Sequence: reimagine, prove, scale; owners and enabling investments</a:t>
            </a:r>
          </a:p>
        </p:txBody>
      </p:sp>
      <p:sp>
        <p:nvSpPr>
          <p:cNvPr id="55" name="Rounded Rectangle 54"/>
          <p:cNvSpPr/>
          <p:nvPr/>
        </p:nvSpPr>
        <p:spPr>
          <a:xfrm>
            <a:off x="4507992"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2103120" y="4114800"/>
            <a:ext cx="9537192"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57784" y="404164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58" name="Diamond 57"/>
          <p:cNvSpPr/>
          <p:nvPr/>
        </p:nvSpPr>
        <p:spPr>
          <a:xfrm>
            <a:off x="3621024"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639312"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60" name="Diamond 59"/>
          <p:cNvSpPr/>
          <p:nvPr/>
        </p:nvSpPr>
        <p:spPr>
          <a:xfrm>
            <a:off x="6007607"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025896"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62" name="Diamond 61"/>
          <p:cNvSpPr/>
          <p:nvPr/>
        </p:nvSpPr>
        <p:spPr>
          <a:xfrm>
            <a:off x="8394192"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412480"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64" name="Diamond 63"/>
          <p:cNvSpPr/>
          <p:nvPr/>
        </p:nvSpPr>
        <p:spPr>
          <a:xfrm>
            <a:off x="11448288"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66960" y="4206240"/>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66" name="Rounded Rectangle 65"/>
          <p:cNvSpPr/>
          <p:nvPr/>
        </p:nvSpPr>
        <p:spPr>
          <a:xfrm>
            <a:off x="2103120" y="4480560"/>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Design the platform org of the future</a:t>
            </a:r>
          </a:p>
          <a:p>
            <a:pPr algn="l">
              <a:lnSpc>
                <a:spcPct val="95000"/>
              </a:lnSpc>
              <a:spcBef>
                <a:spcPts val="300"/>
              </a:spcBef>
            </a:pPr>
            <a:r>
              <a:rPr sz="800" b="0" i="0">
                <a:solidFill>
                  <a:srgbClr val="63666A"/>
                </a:solidFill>
                <a:latin typeface="Arial"/>
              </a:rPr>
              <a:t>2–3 leadership workshops: archetypes, choices, what makes sense for TU; org chassis, spans and layers (hygiene baseline)</a:t>
            </a:r>
          </a:p>
        </p:txBody>
      </p:sp>
      <p:sp>
        <p:nvSpPr>
          <p:cNvPr id="67" name="Rounded Rectangle 66"/>
          <p:cNvSpPr/>
          <p:nvPr/>
        </p:nvSpPr>
        <p:spPr>
          <a:xfrm>
            <a:off x="2121408" y="4562856"/>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080759" y="4480560"/>
            <a:ext cx="5559552" cy="7315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69" name="Rounded Rectangle 68"/>
          <p:cNvSpPr/>
          <p:nvPr/>
        </p:nvSpPr>
        <p:spPr>
          <a:xfrm>
            <a:off x="2103120" y="5285232"/>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Launch strategic workforce planning</a:t>
            </a:r>
          </a:p>
          <a:p>
            <a:pPr algn="l">
              <a:lnSpc>
                <a:spcPct val="95000"/>
              </a:lnSpc>
              <a:spcBef>
                <a:spcPts val="300"/>
              </a:spcBef>
            </a:pPr>
            <a:r>
              <a:rPr sz="800" b="0" i="0">
                <a:solidFill>
                  <a:srgbClr val="63666A"/>
                </a:solidFill>
                <a:latin typeface="Arial"/>
              </a:rPr>
              <a:t>3-year talent demand, AI automation potential, job family architecture</a:t>
            </a:r>
          </a:p>
        </p:txBody>
      </p:sp>
      <p:sp>
        <p:nvSpPr>
          <p:cNvPr id="70" name="Rounded Rectangle 69"/>
          <p:cNvSpPr/>
          <p:nvPr/>
        </p:nvSpPr>
        <p:spPr>
          <a:xfrm>
            <a:off x="2121408"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0759" y="5285232"/>
            <a:ext cx="3182111"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Refresh the global location strategy</a:t>
            </a:r>
          </a:p>
          <a:p>
            <a:pPr algn="l">
              <a:lnSpc>
                <a:spcPct val="95000"/>
              </a:lnSpc>
              <a:spcBef>
                <a:spcPts val="300"/>
              </a:spcBef>
            </a:pPr>
            <a:r>
              <a:rPr sz="800" b="0" i="0">
                <a:solidFill>
                  <a:srgbClr val="63666A"/>
                </a:solidFill>
                <a:latin typeface="Arial"/>
              </a:rPr>
              <a:t>Which roles sit where; what moves first</a:t>
            </a:r>
          </a:p>
        </p:txBody>
      </p:sp>
      <p:sp>
        <p:nvSpPr>
          <p:cNvPr id="72" name="Rounded Rectangle 71"/>
          <p:cNvSpPr/>
          <p:nvPr/>
        </p:nvSpPr>
        <p:spPr>
          <a:xfrm>
            <a:off x="6099047"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9262872" y="5285232"/>
            <a:ext cx="2377440"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skills and culture plan</a:t>
            </a:r>
          </a:p>
          <a:p>
            <a:pPr algn="l">
              <a:lnSpc>
                <a:spcPct val="95000"/>
              </a:lnSpc>
              <a:spcBef>
                <a:spcPts val="300"/>
              </a:spcBef>
            </a:pPr>
            <a:r>
              <a:rPr sz="800" b="0" i="0">
                <a:solidFill>
                  <a:srgbClr val="63666A"/>
                </a:solidFill>
                <a:latin typeface="Arial"/>
              </a:rPr>
              <a:t>Sourcing and upskilling; mindset and behavior shifts</a:t>
            </a:r>
          </a:p>
        </p:txBody>
      </p:sp>
      <p:sp>
        <p:nvSpPr>
          <p:cNvPr id="74" name="Rounded Rectangle 73"/>
          <p:cNvSpPr/>
          <p:nvPr/>
        </p:nvSpPr>
        <p:spPr>
          <a:xfrm>
            <a:off x="9281159"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Down Arrow 74"/>
          <p:cNvSpPr/>
          <p:nvPr/>
        </p:nvSpPr>
        <p:spPr>
          <a:xfrm>
            <a:off x="7818120" y="2340864"/>
            <a:ext cx="182880" cy="2103120"/>
          </a:xfrm>
          <a:prstGeom prst="downArrow">
            <a:avLst>
              <a:gd name="adj1" fmla="val 62000"/>
              <a:gd name="adj2" fmla="val 62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19872" y="3291840"/>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77"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B (better-looking view): same content as Option A; front-load made visible with phase bands, lane tints, white boxes with accent bars, dashed box for pilots extending beyond the plan. Keep one option, delete the other.</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c90ee1e1-c015-415f-8aa1-dd21303cc84c"/>
  <p:tag name="NEWVI" val="true"/>
  <p:tag name="TEMPLATELASTEDITTED" val="2019-02-25 12:05 PM"/>
  <p:tag name="TEMPLATECREATED" val="2019-02-27 01:18 PM"/>
  <p:tag name="TEMPLATEVERSION" val="3"/>
  <p:tag name="BLUEONEFOURTHTITLEFONTCOLORFIXED" val="true"/>
  <p:tag name="DARKLAYOUTNAMESCHANGEDTOCONTRAST" val="true"/>
  <p:tag name="THINKCELLPRESENTATIONDONOTDELETE" val="&lt;?xml version=&quot;1.0&quot; encoding=&quot;UTF-16&quot; standalone=&quot;yes&quot;?&gt;&lt;root reqver=&quot;25060&quot;&gt;&lt;version val=&quot;2814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1-%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 name="TEMPLATELASTEDITED" val="2024-05-30 01:34 PM"/>
  <p:tag name="ICONENCLOSURE" val="True"/>
  <p:tag name="LINKEDPICTURESLINKREMOVED" val="Tru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Ub1LmWUTH66PHUHOGMc5A"/>
</p:tagLst>
</file>

<file path=ppt/tags/tag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5.xml><?xml version="1.0" encoding="utf-8"?>
<p:tagLst xmlns:a="http://schemas.openxmlformats.org/drawingml/2006/main" xmlns:r="http://schemas.openxmlformats.org/officeDocument/2006/relationships" xmlns:p="http://schemas.openxmlformats.org/presentationml/2006/main">
  <p:tag name="SHAPENAME" val="4. Footnote"/>
</p:tagLst>
</file>

<file path=ppt/tags/tag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xml><?xml version="1.0" encoding="utf-8"?>
<p:tagLst xmlns:a="http://schemas.openxmlformats.org/drawingml/2006/main" xmlns:r="http://schemas.openxmlformats.org/officeDocument/2006/relationships" xmlns:p="http://schemas.openxmlformats.org/presentationml/2006/main">
  <p:tag name="SHAPENAME" val="Grid"/>
</p:tagLst>
</file>

<file path=ppt/tags/tag8.xml><?xml version="1.0" encoding="utf-8"?>
<p:tagLst xmlns:a="http://schemas.openxmlformats.org/drawingml/2006/main" xmlns:r="http://schemas.openxmlformats.org/officeDocument/2006/relationships" xmlns:p="http://schemas.openxmlformats.org/presentationml/2006/main">
  <p:tag name="NAME" val="Moon"/>
</p:tagLst>
</file>

<file path=ppt/tags/tag9.xml><?xml version="1.0" encoding="utf-8"?>
<p:tagLst xmlns:a="http://schemas.openxmlformats.org/drawingml/2006/main" xmlns:r="http://schemas.openxmlformats.org/officeDocument/2006/relationships" xmlns:p="http://schemas.openxmlformats.org/presentationml/2006/main">
  <p:tag name="NAME" val="Moon"/>
</p:tagLst>
</file>

<file path=ppt/tags/tag10.xml><?xml version="1.0" encoding="utf-8"?>
<p:tagLst xmlns:a="http://schemas.openxmlformats.org/drawingml/2006/main" xmlns:r="http://schemas.openxmlformats.org/officeDocument/2006/relationships" xmlns:p="http://schemas.openxmlformats.org/presentationml/2006/main">
  <p:tag name="NAME" val="Moon"/>
</p:tagLst>
</file>

<file path=ppt/tags/tag11.xml><?xml version="1.0" encoding="utf-8"?>
<p:tagLst xmlns:a="http://schemas.openxmlformats.org/drawingml/2006/main" xmlns:r="http://schemas.openxmlformats.org/officeDocument/2006/relationships" xmlns:p="http://schemas.openxmlformats.org/presentationml/2006/main">
  <p:tag name="NAME" val="Moon"/>
</p:tagLst>
</file>

<file path=ppt/tags/tag12.xml><?xml version="1.0" encoding="utf-8"?>
<p:tagLst xmlns:a="http://schemas.openxmlformats.org/drawingml/2006/main" xmlns:r="http://schemas.openxmlformats.org/officeDocument/2006/relationships" xmlns:p="http://schemas.openxmlformats.org/presentationml/2006/main">
  <p:tag name="NAME" val="Moon"/>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4"/>
</p:tagLst>
</file>

<file path=ppt/tags/tag16.xml><?xml version="1.0" encoding="utf-8"?>
<p:tagLst xmlns:a="http://schemas.openxmlformats.org/drawingml/2006/main" xmlns:r="http://schemas.openxmlformats.org/officeDocument/2006/relationships" xmlns:p="http://schemas.openxmlformats.org/presentationml/2006/main">
  <p:tag name="ANGLE" val="4"/>
</p:tagLst>
</file>

<file path=ppt/tags/tag17.xml><?xml version="1.0" encoding="utf-8"?>
<p:tagLst xmlns:a="http://schemas.openxmlformats.org/drawingml/2006/main" xmlns:r="http://schemas.openxmlformats.org/officeDocument/2006/relationships" xmlns:p="http://schemas.openxmlformats.org/presentationml/2006/main">
  <p:tag name="ANGLE" val="3"/>
</p:tagLst>
</file>

<file path=ppt/tags/tag18.xml><?xml version="1.0" encoding="utf-8"?>
<p:tagLst xmlns:a="http://schemas.openxmlformats.org/drawingml/2006/main" xmlns:r="http://schemas.openxmlformats.org/officeDocument/2006/relationships" xmlns:p="http://schemas.openxmlformats.org/presentationml/2006/main">
  <p:tag name="ANGLE" val="3"/>
</p:tagLst>
</file>

<file path=ppt/tags/tag19.xml><?xml version="1.0" encoding="utf-8"?>
<p:tagLst xmlns:a="http://schemas.openxmlformats.org/drawingml/2006/main" xmlns:r="http://schemas.openxmlformats.org/officeDocument/2006/relationships" xmlns:p="http://schemas.openxmlformats.org/presentationml/2006/main">
  <p:tag name="ANGLE" val="2"/>
</p:tagLst>
</file>

<file path=ppt/tags/tag20.xml><?xml version="1.0" encoding="utf-8"?>
<p:tagLst xmlns:a="http://schemas.openxmlformats.org/drawingml/2006/main" xmlns:r="http://schemas.openxmlformats.org/officeDocument/2006/relationships" xmlns:p="http://schemas.openxmlformats.org/presentationml/2006/main">
  <p:tag name="ANGLE" val="2"/>
</p:tagLst>
</file>

<file path=ppt/tags/tag21.xml><?xml version="1.0" encoding="utf-8"?>
<p:tagLst xmlns:a="http://schemas.openxmlformats.org/drawingml/2006/main" xmlns:r="http://schemas.openxmlformats.org/officeDocument/2006/relationships" xmlns:p="http://schemas.openxmlformats.org/presentationml/2006/main">
  <p:tag name="ANGLE" val="1"/>
</p:tagLst>
</file>

<file path=ppt/tags/tag22.xml><?xml version="1.0" encoding="utf-8"?>
<p:tagLst xmlns:a="http://schemas.openxmlformats.org/drawingml/2006/main" xmlns:r="http://schemas.openxmlformats.org/officeDocument/2006/relationships" xmlns:p="http://schemas.openxmlformats.org/presentationml/2006/main">
  <p:tag name="ANGLE" val="1"/>
</p:tagLst>
</file>

<file path=ppt/tags/tag23.xml><?xml version="1.0" encoding="utf-8"?>
<p:tagLst xmlns:a="http://schemas.openxmlformats.org/drawingml/2006/main" xmlns:r="http://schemas.openxmlformats.org/officeDocument/2006/relationships" xmlns:p="http://schemas.openxmlformats.org/presentationml/2006/main">
  <p:tag name="BACKGROUNDCOLOR" val="med"/>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La5NG5p6QVlH6GlSHMQ0RQ"/>
</p:tagLst>
</file>

<file path=ppt/tags/tag26.xml><?xml version="1.0" encoding="utf-8"?>
<p:tagLst xmlns:a="http://schemas.openxmlformats.org/drawingml/2006/main" xmlns:r="http://schemas.openxmlformats.org/officeDocument/2006/relationships" xmlns:p="http://schemas.openxmlformats.org/presentationml/2006/main">
  <p:tag name="NAME" val="_new_logoimage"/>
</p:tagLst>
</file>

<file path=ppt/tags/tag27.xml><?xml version="1.0" encoding="utf-8"?>
<p:tagLst xmlns:a="http://schemas.openxmlformats.org/drawingml/2006/main" xmlns:r="http://schemas.openxmlformats.org/officeDocument/2006/relationships" xmlns:p="http://schemas.openxmlformats.org/presentationml/2006/main">
  <p:tag name="SHAPENAME" val="ClientLogo"/>
</p:tagLst>
</file>

<file path=ppt/tags/tag28.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9.xml><?xml version="1.0" encoding="utf-8"?>
<p:tagLst xmlns:a="http://schemas.openxmlformats.org/drawingml/2006/main" xmlns:r="http://schemas.openxmlformats.org/officeDocument/2006/relationships" xmlns:p="http://schemas.openxmlformats.org/presentationml/2006/main">
  <p:tag name="SHAPENAME" val="Subtitle"/>
</p:tagLst>
</file>

<file path=ppt/tags/tag30.xml><?xml version="1.0" encoding="utf-8"?>
<p:tagLst xmlns:a="http://schemas.openxmlformats.org/drawingml/2006/main" xmlns:r="http://schemas.openxmlformats.org/officeDocument/2006/relationships" xmlns:p="http://schemas.openxmlformats.org/presentationml/2006/main">
  <p:tag name="SHAPENAME" val="Title"/>
</p:tagLst>
</file>

<file path=ppt/tags/tag31.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3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6.xml><?xml version="1.0" encoding="utf-8"?>
<p:tagLst xmlns:a="http://schemas.openxmlformats.org/drawingml/2006/main" xmlns:r="http://schemas.openxmlformats.org/officeDocument/2006/relationships" xmlns:p="http://schemas.openxmlformats.org/presentationml/2006/main">
  <p:tag name="SHAPENAME" val="5. Sourc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3. Subtitle"/>
</p:tagLst>
</file>

<file path=ppt/tags/tag3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1.xml><?xml version="1.0" encoding="utf-8"?>
<p:tagLst xmlns:a="http://schemas.openxmlformats.org/drawingml/2006/main" xmlns:r="http://schemas.openxmlformats.org/officeDocument/2006/relationships" xmlns:p="http://schemas.openxmlformats.org/presentationml/2006/main">
  <p:tag name="SHAPENAME" val="5. Source"/>
</p:tagLst>
</file>

<file path=ppt/tags/tag4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5.xml><?xml version="1.0" encoding="utf-8"?>
<p:tagLst xmlns:a="http://schemas.openxmlformats.org/drawingml/2006/main" xmlns:r="http://schemas.openxmlformats.org/officeDocument/2006/relationships" xmlns:p="http://schemas.openxmlformats.org/presentationml/2006/main">
  <p:tag name="SHAPENAME" val="5. Source"/>
</p:tagLst>
</file>

<file path=ppt/tags/tag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unuZ.dr0dtPKYSWmGw_6Yg"/>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1.xml><?xml version="1.0" encoding="utf-8"?>
<p:tagLst xmlns:a="http://schemas.openxmlformats.org/drawingml/2006/main" xmlns:r="http://schemas.openxmlformats.org/officeDocument/2006/relationships" xmlns:p="http://schemas.openxmlformats.org/presentationml/2006/main">
  <p:tag name="SHAPENAME" val="5. Source"/>
</p:tagLst>
</file>

<file path=ppt/tags/tag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rUQibaDMIQaIJXCExx3CSg"/>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5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8.xml><?xml version="1.0" encoding="utf-8"?>
<p:tagLst xmlns:a="http://schemas.openxmlformats.org/drawingml/2006/main" xmlns:r="http://schemas.openxmlformats.org/officeDocument/2006/relationships" xmlns:p="http://schemas.openxmlformats.org/presentationml/2006/main">
  <p:tag name="SHAPENAME" val="5. Source"/>
</p:tagLst>
</file>

<file path=ppt/tags/tag5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2e.WNeMwRPaNOv4PeDFU5Q"/>
</p:tagLst>
</file>

<file path=ppt/tags/tag6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6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6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kXdkIixRi6Hs.rBsPur2w"/>
</p:tagLst>
</file>

<file path=ppt/tags/tag7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7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5.xml><?xml version="1.0" encoding="utf-8"?>
<p:tagLst xmlns:a="http://schemas.openxmlformats.org/drawingml/2006/main" xmlns:r="http://schemas.openxmlformats.org/officeDocument/2006/relationships" xmlns:p="http://schemas.openxmlformats.org/presentationml/2006/main">
  <p:tag name="SHAPENAME" val="3. Subtitle"/>
</p:tagLst>
</file>

<file path=ppt/tags/tag76.xml><?xml version="1.0" encoding="utf-8"?>
<p:tagLst xmlns:a="http://schemas.openxmlformats.org/drawingml/2006/main" xmlns:r="http://schemas.openxmlformats.org/officeDocument/2006/relationships" xmlns:p="http://schemas.openxmlformats.org/presentationml/2006/main">
  <p:tag name="SHAPENAME" val="5. Source"/>
</p:tagLst>
</file>

<file path=ppt/tags/tag7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8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1.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3.xml><?xml version="1.0" encoding="utf-8"?>
<p:tagLst xmlns:a="http://schemas.openxmlformats.org/drawingml/2006/main" xmlns:r="http://schemas.openxmlformats.org/officeDocument/2006/relationships" xmlns:p="http://schemas.openxmlformats.org/presentationml/2006/main">
  <p:tag name="SHAPENAME" val="5. Source"/>
</p:tagLst>
</file>

<file path=ppt/tags/tag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3. Subtitl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2e4Ps3taQqK3C0NeBEvQL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4.xml><?xml version="1.0" encoding="utf-8"?>
<p:tagLst xmlns:a="http://schemas.openxmlformats.org/drawingml/2006/main" xmlns:r="http://schemas.openxmlformats.org/officeDocument/2006/relationships" xmlns:p="http://schemas.openxmlformats.org/presentationml/2006/main">
  <p:tag name="SHAPENAME" val="3. Subtitl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1.xml><?xml version="1.0" encoding="utf-8"?>
<p:tagLst xmlns:a="http://schemas.openxmlformats.org/drawingml/2006/main" xmlns:r="http://schemas.openxmlformats.org/officeDocument/2006/relationships" xmlns:p="http://schemas.openxmlformats.org/presentationml/2006/main">
  <p:tag name="SHAPENAME" val="5. Source"/>
</p:tagLst>
</file>

<file path=ppt/tags/tag1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4.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SHAPENAME" val="5. Source"/>
</p:tagLst>
</file>

<file path=ppt/tags/tag10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BACKGROUNDCOLOR" val="med"/>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NAME" val="_new_logoimage"/>
</p:tagLst>
</file>

<file path=ppt/tags/tag117.xml><?xml version="1.0" encoding="utf-8"?>
<p:tagLst xmlns:a="http://schemas.openxmlformats.org/drawingml/2006/main" xmlns:r="http://schemas.openxmlformats.org/officeDocument/2006/relationships" xmlns:p="http://schemas.openxmlformats.org/presentationml/2006/main">
  <p:tag name="SHAPENAME" val="5. Sourc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20sklhGDg_J5JkHAJOV5JQ"/>
</p:tagLst>
</file>

<file path=ppt/tags/tag12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2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2.xml><?xml version="1.0" encoding="utf-8"?>
<p:tagLst xmlns:a="http://schemas.openxmlformats.org/drawingml/2006/main" xmlns:r="http://schemas.openxmlformats.org/officeDocument/2006/relationships" xmlns:p="http://schemas.openxmlformats.org/presentationml/2006/main">
  <p:tag name="SHAPENAME" val="Grid"/>
</p:tagLst>
</file>

<file path=ppt/tags/tag123.xml><?xml version="1.0" encoding="utf-8"?>
<p:tagLst xmlns:a="http://schemas.openxmlformats.org/drawingml/2006/main" xmlns:r="http://schemas.openxmlformats.org/officeDocument/2006/relationships" xmlns:p="http://schemas.openxmlformats.org/presentationml/2006/main">
  <p:tag name="SHAPENAME" val="4. Footnote"/>
</p:tagLst>
</file>

<file path=ppt/tags/tag124.xml><?xml version="1.0" encoding="utf-8"?>
<p:tagLst xmlns:a="http://schemas.openxmlformats.org/drawingml/2006/main" xmlns:r="http://schemas.openxmlformats.org/officeDocument/2006/relationships" xmlns:p="http://schemas.openxmlformats.org/presentationml/2006/main">
  <p:tag name="NAME" val="Moon"/>
</p:tagLst>
</file>

<file path=ppt/tags/tag125.xml><?xml version="1.0" encoding="utf-8"?>
<p:tagLst xmlns:a="http://schemas.openxmlformats.org/drawingml/2006/main" xmlns:r="http://schemas.openxmlformats.org/officeDocument/2006/relationships" xmlns:p="http://schemas.openxmlformats.org/presentationml/2006/main">
  <p:tag name="NAME" val="Moon"/>
</p:tagLst>
</file>

<file path=ppt/tags/tag126.xml><?xml version="1.0" encoding="utf-8"?>
<p:tagLst xmlns:a="http://schemas.openxmlformats.org/drawingml/2006/main" xmlns:r="http://schemas.openxmlformats.org/officeDocument/2006/relationships" xmlns:p="http://schemas.openxmlformats.org/presentationml/2006/main">
  <p:tag name="NAME" val="Moon"/>
</p:tagLst>
</file>

<file path=ppt/tags/tag127.xml><?xml version="1.0" encoding="utf-8"?>
<p:tagLst xmlns:a="http://schemas.openxmlformats.org/drawingml/2006/main" xmlns:r="http://schemas.openxmlformats.org/officeDocument/2006/relationships" xmlns:p="http://schemas.openxmlformats.org/presentationml/2006/main">
  <p:tag name="NAME" val="Moon"/>
</p:tagLst>
</file>

<file path=ppt/tags/tag128.xml><?xml version="1.0" encoding="utf-8"?>
<p:tagLst xmlns:a="http://schemas.openxmlformats.org/drawingml/2006/main" xmlns:r="http://schemas.openxmlformats.org/officeDocument/2006/relationships" xmlns:p="http://schemas.openxmlformats.org/presentationml/2006/main">
  <p:tag name="NAME" val="Moon"/>
</p:tagLst>
</file>

<file path=ppt/tags/tag129.xml><?xml version="1.0" encoding="utf-8"?>
<p:tagLst xmlns:a="http://schemas.openxmlformats.org/drawingml/2006/main" xmlns:r="http://schemas.openxmlformats.org/officeDocument/2006/relationships" xmlns:p="http://schemas.openxmlformats.org/presentationml/2006/main">
  <p:tag name="ANGLE" val="5"/>
</p:tagLst>
</file>

<file path=ppt/tags/tag130.xml><?xml version="1.0" encoding="utf-8"?>
<p:tagLst xmlns:a="http://schemas.openxmlformats.org/drawingml/2006/main" xmlns:r="http://schemas.openxmlformats.org/officeDocument/2006/relationships" xmlns:p="http://schemas.openxmlformats.org/presentationml/2006/main">
  <p:tag name="ANGLE" val="5"/>
</p:tagLst>
</file>

<file path=ppt/tags/tag131.xml><?xml version="1.0" encoding="utf-8"?>
<p:tagLst xmlns:a="http://schemas.openxmlformats.org/drawingml/2006/main" xmlns:r="http://schemas.openxmlformats.org/officeDocument/2006/relationships" xmlns:p="http://schemas.openxmlformats.org/presentationml/2006/main">
  <p:tag name="ANGLE" val="4"/>
</p:tagLst>
</file>

<file path=ppt/tags/tag132.xml><?xml version="1.0" encoding="utf-8"?>
<p:tagLst xmlns:a="http://schemas.openxmlformats.org/drawingml/2006/main" xmlns:r="http://schemas.openxmlformats.org/officeDocument/2006/relationships" xmlns:p="http://schemas.openxmlformats.org/presentationml/2006/main">
  <p:tag name="ANGLE" val="4"/>
</p:tagLst>
</file>

<file path=ppt/tags/tag133.xml><?xml version="1.0" encoding="utf-8"?>
<p:tagLst xmlns:a="http://schemas.openxmlformats.org/drawingml/2006/main" xmlns:r="http://schemas.openxmlformats.org/officeDocument/2006/relationships" xmlns:p="http://schemas.openxmlformats.org/presentationml/2006/main">
  <p:tag name="ANGLE" val="3"/>
</p:tagLst>
</file>

<file path=ppt/tags/tag134.xml><?xml version="1.0" encoding="utf-8"?>
<p:tagLst xmlns:a="http://schemas.openxmlformats.org/drawingml/2006/main" xmlns:r="http://schemas.openxmlformats.org/officeDocument/2006/relationships" xmlns:p="http://schemas.openxmlformats.org/presentationml/2006/main">
  <p:tag name="ANGLE" val="3"/>
</p:tagLst>
</file>

<file path=ppt/tags/tag135.xml><?xml version="1.0" encoding="utf-8"?>
<p:tagLst xmlns:a="http://schemas.openxmlformats.org/drawingml/2006/main" xmlns:r="http://schemas.openxmlformats.org/officeDocument/2006/relationships" xmlns:p="http://schemas.openxmlformats.org/presentationml/2006/main">
  <p:tag name="ANGLE" val="2"/>
</p:tagLst>
</file>

<file path=ppt/tags/tag136.xml><?xml version="1.0" encoding="utf-8"?>
<p:tagLst xmlns:a="http://schemas.openxmlformats.org/drawingml/2006/main" xmlns:r="http://schemas.openxmlformats.org/officeDocument/2006/relationships" xmlns:p="http://schemas.openxmlformats.org/presentationml/2006/main">
  <p:tag name="ANGLE" val="2"/>
</p:tagLst>
</file>

<file path=ppt/tags/tag137.xml><?xml version="1.0" encoding="utf-8"?>
<p:tagLst xmlns:a="http://schemas.openxmlformats.org/drawingml/2006/main" xmlns:r="http://schemas.openxmlformats.org/officeDocument/2006/relationships" xmlns:p="http://schemas.openxmlformats.org/presentationml/2006/main">
  <p:tag name="ANGLE" val="1"/>
</p:tagLst>
</file>

<file path=ppt/tags/tag138.xml><?xml version="1.0" encoding="utf-8"?>
<p:tagLst xmlns:a="http://schemas.openxmlformats.org/drawingml/2006/main" xmlns:r="http://schemas.openxmlformats.org/officeDocument/2006/relationships" xmlns:p="http://schemas.openxmlformats.org/presentationml/2006/main">
  <p:tag name="ANGLE" val="1"/>
</p:tagLst>
</file>

<file path=ppt/tags/tag139.xml><?xml version="1.0" encoding="utf-8"?>
<p:tagLst xmlns:a="http://schemas.openxmlformats.org/drawingml/2006/main" xmlns:r="http://schemas.openxmlformats.org/officeDocument/2006/relationships" xmlns:p="http://schemas.openxmlformats.org/presentationml/2006/main">
  <p:tag name="BACKGROUNDCOLOR" val="med"/>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Kcd9z.T0ityQiOhevFTgFQ"/>
</p:tagLst>
</file>

<file path=ppt/tags/tag142.xml><?xml version="1.0" encoding="utf-8"?>
<p:tagLst xmlns:a="http://schemas.openxmlformats.org/drawingml/2006/main" xmlns:r="http://schemas.openxmlformats.org/officeDocument/2006/relationships" xmlns:p="http://schemas.openxmlformats.org/presentationml/2006/main">
  <p:tag name="SHAPENAME" val="ClientLogo"/>
</p:tagLst>
</file>

<file path=ppt/tags/tag14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144.xml><?xml version="1.0" encoding="utf-8"?>
<p:tagLst xmlns:a="http://schemas.openxmlformats.org/drawingml/2006/main" xmlns:r="http://schemas.openxmlformats.org/officeDocument/2006/relationships" xmlns:p="http://schemas.openxmlformats.org/presentationml/2006/main">
  <p:tag name="SHAPENAME" val="Subtitle"/>
</p:tagLst>
</file>

<file path=ppt/tags/tag145.xml><?xml version="1.0" encoding="utf-8"?>
<p:tagLst xmlns:a="http://schemas.openxmlformats.org/drawingml/2006/main" xmlns:r="http://schemas.openxmlformats.org/officeDocument/2006/relationships" xmlns:p="http://schemas.openxmlformats.org/presentationml/2006/main">
  <p:tag name="SHAPENAME" val="Title"/>
</p:tagLst>
</file>

<file path=ppt/tags/tag146.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147.xml><?xml version="1.0" encoding="utf-8"?>
<p:tagLst xmlns:a="http://schemas.openxmlformats.org/drawingml/2006/main" xmlns:r="http://schemas.openxmlformats.org/officeDocument/2006/relationships" xmlns:p="http://schemas.openxmlformats.org/presentationml/2006/main">
  <p:tag name="NAME" val="_new_logoimag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5. Source"/>
</p:tagLst>
</file>

<file path=ppt/tags/tag1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7.xml><?xml version="1.0" encoding="utf-8"?>
<p:tagLst xmlns:a="http://schemas.openxmlformats.org/drawingml/2006/main" xmlns:r="http://schemas.openxmlformats.org/officeDocument/2006/relationships" xmlns:p="http://schemas.openxmlformats.org/presentationml/2006/main">
  <p:tag name="SHAPENAME" val="5. Source"/>
</p:tagLst>
</file>

<file path=ppt/tags/tag15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1.xml><?xml version="1.0" encoding="utf-8"?>
<p:tagLst xmlns:a="http://schemas.openxmlformats.org/drawingml/2006/main" xmlns:r="http://schemas.openxmlformats.org/officeDocument/2006/relationships" xmlns:p="http://schemas.openxmlformats.org/presentationml/2006/main">
  <p:tag name="SHAPENAME" val="5. Source"/>
</p:tagLst>
</file>

<file path=ppt/tags/tag1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zsZQyKFgCFD5XAZPv3AWBQ"/>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7.xml><?xml version="1.0" encoding="utf-8"?>
<p:tagLst xmlns:a="http://schemas.openxmlformats.org/drawingml/2006/main" xmlns:r="http://schemas.openxmlformats.org/officeDocument/2006/relationships" xmlns:p="http://schemas.openxmlformats.org/presentationml/2006/main">
  <p:tag name="SHAPENAME" val="5. Source"/>
</p:tagLst>
</file>

<file path=ppt/tags/tag1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Yh.LyJP9Ef7CM8T6PUBqdw"/>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74.xml><?xml version="1.0" encoding="utf-8"?>
<p:tagLst xmlns:a="http://schemas.openxmlformats.org/drawingml/2006/main" xmlns:r="http://schemas.openxmlformats.org/officeDocument/2006/relationships" xmlns:p="http://schemas.openxmlformats.org/presentationml/2006/main">
  <p:tag name="SHAPENAME" val="5. Source"/>
</p:tagLst>
</file>

<file path=ppt/tags/tag1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aJMKD2AQ9e77MMhub83YA"/>
</p:tagLst>
</file>

<file path=ppt/tags/tag178.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7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8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83.xml><?xml version="1.0" encoding="utf-8"?>
<p:tagLst xmlns:a="http://schemas.openxmlformats.org/drawingml/2006/main" xmlns:r="http://schemas.openxmlformats.org/officeDocument/2006/relationships" xmlns:p="http://schemas.openxmlformats.org/presentationml/2006/main">
  <p:tag name="SHAPENAME" val="5. Source"/>
</p:tagLst>
</file>

<file path=ppt/tags/tag1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7P6iKZZoTDSflm.OoOVoMA"/>
</p:tagLst>
</file>

<file path=ppt/tags/tag187.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8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9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92.xml><?xml version="1.0" encoding="utf-8"?>
<p:tagLst xmlns:a="http://schemas.openxmlformats.org/drawingml/2006/main" xmlns:r="http://schemas.openxmlformats.org/officeDocument/2006/relationships" xmlns:p="http://schemas.openxmlformats.org/presentationml/2006/main">
  <p:tag name="SHAPENAME" val="5. Source"/>
</p:tagLst>
</file>

<file path=ppt/tags/tag1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1LRCzsv.ik_t3bs5QJ6VLg"/>
</p:tagLst>
</file>

<file path=ppt/tags/tag196.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97.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9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9.xml><?xml version="1.0" encoding="utf-8"?>
<p:tagLst xmlns:a="http://schemas.openxmlformats.org/drawingml/2006/main" xmlns:r="http://schemas.openxmlformats.org/officeDocument/2006/relationships" xmlns:p="http://schemas.openxmlformats.org/presentationml/2006/main">
  <p:tag name="SHAPENAME" val="5. Source"/>
</p:tagLst>
</file>

<file path=ppt/tags/tag2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2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05.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06.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08.xml><?xml version="1.0" encoding="utf-8"?>
<p:tagLst xmlns:a="http://schemas.openxmlformats.org/drawingml/2006/main" xmlns:r="http://schemas.openxmlformats.org/officeDocument/2006/relationships" xmlns:p="http://schemas.openxmlformats.org/presentationml/2006/main">
  <p:tag name="SHAPENAME" val="5. Source"/>
</p:tagLst>
</file>

<file path=ppt/tags/tag20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0.xml><?xml version="1.0" encoding="utf-8"?>
<p:tagLst xmlns:a="http://schemas.openxmlformats.org/drawingml/2006/main" xmlns:r="http://schemas.openxmlformats.org/officeDocument/2006/relationships" xmlns:p="http://schemas.openxmlformats.org/presentationml/2006/main">
  <p:tag name="SHAPENAME" val="3. Subtitle"/>
</p:tagLst>
</file>

<file path=ppt/tags/tag2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jPpd5uKiKgbfSxqQQ0aBGA"/>
</p:tagLst>
</file>

<file path=ppt/tags/tag21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21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17.xml><?xml version="1.0" encoding="utf-8"?>
<p:tagLst xmlns:a="http://schemas.openxmlformats.org/drawingml/2006/main" xmlns:r="http://schemas.openxmlformats.org/officeDocument/2006/relationships" xmlns:p="http://schemas.openxmlformats.org/presentationml/2006/main">
  <p:tag name="SHAPENAME" val="5. Source"/>
</p:tagLst>
</file>

<file path=ppt/tags/tag2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PFw0tr2VymfPrG.nUcDKQ"/>
</p:tagLst>
</file>

<file path=ppt/tags/tag22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2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2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26.xml><?xml version="1.0" encoding="utf-8"?>
<p:tagLst xmlns:a="http://schemas.openxmlformats.org/drawingml/2006/main" xmlns:r="http://schemas.openxmlformats.org/officeDocument/2006/relationships" xmlns:p="http://schemas.openxmlformats.org/presentationml/2006/main">
  <p:tag name="SHAPENAME" val="5. Source"/>
</p:tagLst>
</file>

<file path=ppt/tags/tag22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28.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32.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3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3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35.xml><?xml version="1.0" encoding="utf-8"?>
<p:tagLst xmlns:a="http://schemas.openxmlformats.org/drawingml/2006/main" xmlns:r="http://schemas.openxmlformats.org/officeDocument/2006/relationships" xmlns:p="http://schemas.openxmlformats.org/presentationml/2006/main">
  <p:tag name="SHAPENAME" val="5. Source"/>
</p:tagLst>
</file>

<file path=ppt/tags/tag2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23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41.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4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44.xml><?xml version="1.0" encoding="utf-8"?>
<p:tagLst xmlns:a="http://schemas.openxmlformats.org/drawingml/2006/main" xmlns:r="http://schemas.openxmlformats.org/officeDocument/2006/relationships" xmlns:p="http://schemas.openxmlformats.org/presentationml/2006/main">
  <p:tag name="SHAPENAME" val="5. Source"/>
</p:tagLst>
</file>

<file path=ppt/tags/tag2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4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4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51.xml><?xml version="1.0" encoding="utf-8"?>
<p:tagLst xmlns:a="http://schemas.openxmlformats.org/drawingml/2006/main" xmlns:r="http://schemas.openxmlformats.org/officeDocument/2006/relationships" xmlns:p="http://schemas.openxmlformats.org/presentationml/2006/main">
  <p:tag name="SHAPENAME" val="5. Source"/>
</p:tagLst>
</file>

<file path=ppt/tags/tag2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5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5.xml><?xml version="1.0" encoding="utf-8"?>
<p:tagLst xmlns:a="http://schemas.openxmlformats.org/drawingml/2006/main" xmlns:r="http://schemas.openxmlformats.org/officeDocument/2006/relationships" xmlns:p="http://schemas.openxmlformats.org/presentationml/2006/main">
  <p:tag name="SHAPENAME" val="5. Source"/>
</p:tagLst>
</file>

<file path=ppt/tags/tag2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7.xml><?xml version="1.0" encoding="utf-8"?>
<p:tagLst xmlns:a="http://schemas.openxmlformats.org/drawingml/2006/main" xmlns:r="http://schemas.openxmlformats.org/officeDocument/2006/relationships" xmlns:p="http://schemas.openxmlformats.org/presentationml/2006/main">
  <p:tag name="BACKGROUNDCOLOR" val="med"/>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9.xml><?xml version="1.0" encoding="utf-8"?>
<p:tagLst xmlns:a="http://schemas.openxmlformats.org/drawingml/2006/main" xmlns:r="http://schemas.openxmlformats.org/officeDocument/2006/relationships" xmlns:p="http://schemas.openxmlformats.org/presentationml/2006/main">
  <p:tag name="NAME" val="_new_logoimage"/>
</p:tagLst>
</file>

<file path=ppt/tags/tag260.xml><?xml version="1.0" encoding="utf-8"?>
<p:tagLst xmlns:a="http://schemas.openxmlformats.org/drawingml/2006/main" xmlns:r="http://schemas.openxmlformats.org/officeDocument/2006/relationships" xmlns:p="http://schemas.openxmlformats.org/presentationml/2006/main">
  <p:tag name="SHAPENAME" val="5. Source"/>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dYhlT7lGQomWkE8tnMs3lw"/>
</p:tagLst>
</file>

<file path=ppt/tags/tag26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64.xml><?xml version="1.0" encoding="utf-8"?>
<p:tagLst xmlns:a="http://schemas.openxmlformats.org/drawingml/2006/main" xmlns:r="http://schemas.openxmlformats.org/officeDocument/2006/relationships" xmlns:p="http://schemas.openxmlformats.org/presentationml/2006/main">
  <p:tag name="SHAPENAME" val="Subtitle"/>
</p:tagLst>
</file>

<file path=ppt/tags/tag265.xml><?xml version="1.0" encoding="utf-8"?>
<p:tagLst xmlns:a="http://schemas.openxmlformats.org/drawingml/2006/main" xmlns:r="http://schemas.openxmlformats.org/officeDocument/2006/relationships" xmlns:p="http://schemas.openxmlformats.org/presentationml/2006/main">
  <p:tag name="SHAPENAME" val="Title"/>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8.xml><?xml version="1.0" encoding="utf-8"?>
<p:tagLst xmlns:a="http://schemas.openxmlformats.org/drawingml/2006/main" xmlns:r="http://schemas.openxmlformats.org/officeDocument/2006/relationships" xmlns:p="http://schemas.openxmlformats.org/presentationml/2006/main">
  <p:tag name="NAME" val="CustomIcon"/>
</p:tagLst>
</file>

<file path=ppt/tags/tag269.xml><?xml version="1.0" encoding="utf-8"?>
<p:tagLst xmlns:a="http://schemas.openxmlformats.org/drawingml/2006/main" xmlns:r="http://schemas.openxmlformats.org/officeDocument/2006/relationships" xmlns:p="http://schemas.openxmlformats.org/presentationml/2006/main">
  <p:tag name="NAME" val="CustomIcon"/>
</p:tagLst>
</file>

<file path=ppt/tags/tag270.xml><?xml version="1.0" encoding="utf-8"?>
<p:tagLst xmlns:a="http://schemas.openxmlformats.org/drawingml/2006/main" xmlns:r="http://schemas.openxmlformats.org/officeDocument/2006/relationships" xmlns:p="http://schemas.openxmlformats.org/presentationml/2006/main">
  <p:tag name="NAME" val="CustomIcon"/>
</p:tagLst>
</file>

<file path=ppt/tags/tag271.xml><?xml version="1.0" encoding="utf-8"?>
<p:tagLst xmlns:a="http://schemas.openxmlformats.org/drawingml/2006/main" xmlns:r="http://schemas.openxmlformats.org/officeDocument/2006/relationships" xmlns:p="http://schemas.openxmlformats.org/presentationml/2006/main">
  <p:tag name="NAME" val="CustomIcon"/>
</p:tagLst>
</file>

<file path=ppt/tags/tag272.xml><?xml version="1.0" encoding="utf-8"?>
<p:tagLst xmlns:a="http://schemas.openxmlformats.org/drawingml/2006/main" xmlns:r="http://schemas.openxmlformats.org/officeDocument/2006/relationships" xmlns:p="http://schemas.openxmlformats.org/presentationml/2006/main">
  <p:tag name="NAME" val="Sticky"/>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7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77.xml><?xml version="1.0" encoding="utf-8"?>
<p:tagLst xmlns:a="http://schemas.openxmlformats.org/drawingml/2006/main" xmlns:r="http://schemas.openxmlformats.org/officeDocument/2006/relationships" xmlns:p="http://schemas.openxmlformats.org/presentationml/2006/main">
  <p:tag name="NAME" val="Sticky"/>
</p:tagLst>
</file>

<file path=ppt/tags/tag278.xml><?xml version="1.0" encoding="utf-8"?>
<p:tagLst xmlns:a="http://schemas.openxmlformats.org/drawingml/2006/main" xmlns:r="http://schemas.openxmlformats.org/officeDocument/2006/relationships" xmlns:p="http://schemas.openxmlformats.org/presentationml/2006/main">
  <p:tag name="NAME" val="Sticky"/>
</p:tagLst>
</file>

<file path=ppt/tags/tag279.xml><?xml version="1.0" encoding="utf-8"?>
<p:tagLst xmlns:a="http://schemas.openxmlformats.org/drawingml/2006/main" xmlns:r="http://schemas.openxmlformats.org/officeDocument/2006/relationships" xmlns:p="http://schemas.openxmlformats.org/presentationml/2006/main">
  <p:tag name="NAME" val="Sticky"/>
</p:tagLst>
</file>

<file path=ppt/tags/tag280.xml><?xml version="1.0" encoding="utf-8"?>
<p:tagLst xmlns:a="http://schemas.openxmlformats.org/drawingml/2006/main" xmlns:r="http://schemas.openxmlformats.org/officeDocument/2006/relationships" xmlns:p="http://schemas.openxmlformats.org/presentationml/2006/main">
  <p:tag name="NAME" val="Sticky"/>
</p:tagLst>
</file>

<file path=ppt/tags/tag281.xml><?xml version="1.0" encoding="utf-8"?>
<p:tagLst xmlns:a="http://schemas.openxmlformats.org/drawingml/2006/main" xmlns:r="http://schemas.openxmlformats.org/officeDocument/2006/relationships" xmlns:p="http://schemas.openxmlformats.org/presentationml/2006/main">
  <p:tag name="NAME" val="Sticky"/>
</p:tagLst>
</file>

<file path=ppt/tags/tag282.xml><?xml version="1.0" encoding="utf-8"?>
<p:tagLst xmlns:a="http://schemas.openxmlformats.org/drawingml/2006/main" xmlns:r="http://schemas.openxmlformats.org/officeDocument/2006/relationships" xmlns:p="http://schemas.openxmlformats.org/presentationml/2006/main">
  <p:tag name="NAME" val="Sticky"/>
</p:tagLst>
</file>

<file path=ppt/tags/tag283.xml><?xml version="1.0" encoding="utf-8"?>
<p:tagLst xmlns:a="http://schemas.openxmlformats.org/drawingml/2006/main" xmlns:r="http://schemas.openxmlformats.org/officeDocument/2006/relationships" xmlns:p="http://schemas.openxmlformats.org/presentationml/2006/main">
  <p:tag name="NAME" val="Sticky"/>
</p:tagLst>
</file>

<file path=ppt/tags/tag284.xml><?xml version="1.0" encoding="utf-8"?>
<p:tagLst xmlns:a="http://schemas.openxmlformats.org/drawingml/2006/main" xmlns:r="http://schemas.openxmlformats.org/officeDocument/2006/relationships" xmlns:p="http://schemas.openxmlformats.org/presentationml/2006/main">
  <p:tag name="NAME" val="Sticky"/>
</p:tagLst>
</file>

<file path=ppt/tags/tag285.xml><?xml version="1.0" encoding="utf-8"?>
<p:tagLst xmlns:a="http://schemas.openxmlformats.org/drawingml/2006/main" xmlns:r="http://schemas.openxmlformats.org/officeDocument/2006/relationships" xmlns:p="http://schemas.openxmlformats.org/presentationml/2006/main">
  <p:tag name="NAME" val="Sticky"/>
</p:tagLst>
</file>

<file path=ppt/tags/tag286.xml><?xml version="1.0" encoding="utf-8"?>
<p:tagLst xmlns:a="http://schemas.openxmlformats.org/drawingml/2006/main" xmlns:r="http://schemas.openxmlformats.org/officeDocument/2006/relationships" xmlns:p="http://schemas.openxmlformats.org/presentationml/2006/main">
  <p:tag name="NAME" val="Sticky"/>
</p:tagLst>
</file>

<file path=ppt/tags/tag287.xml><?xml version="1.0" encoding="utf-8"?>
<p:tagLst xmlns:a="http://schemas.openxmlformats.org/drawingml/2006/main" xmlns:r="http://schemas.openxmlformats.org/officeDocument/2006/relationships" xmlns:p="http://schemas.openxmlformats.org/presentationml/2006/main">
  <p:tag name="NAME" val="Sticky"/>
</p:tagLst>
</file>

<file path=ppt/tags/tag288.xml><?xml version="1.0" encoding="utf-8"?>
<p:tagLst xmlns:a="http://schemas.openxmlformats.org/drawingml/2006/main" xmlns:r="http://schemas.openxmlformats.org/officeDocument/2006/relationships" xmlns:p="http://schemas.openxmlformats.org/presentationml/2006/main">
  <p:tag name="NAME" val="Sticky"/>
</p:tagLst>
</file>

<file path=ppt/tags/tag289.xml><?xml version="1.0" encoding="utf-8"?>
<p:tagLst xmlns:a="http://schemas.openxmlformats.org/drawingml/2006/main" xmlns:r="http://schemas.openxmlformats.org/officeDocument/2006/relationships" xmlns:p="http://schemas.openxmlformats.org/presentationml/2006/main">
  <p:tag name="NAME" val="Sticky"/>
</p:tagLst>
</file>

<file path=ppt/tags/tag290.xml><?xml version="1.0" encoding="utf-8"?>
<p:tagLst xmlns:a="http://schemas.openxmlformats.org/drawingml/2006/main" xmlns:r="http://schemas.openxmlformats.org/officeDocument/2006/relationships" xmlns:p="http://schemas.openxmlformats.org/presentationml/2006/main">
  <p:tag name="NAME" val="Sticky"/>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3.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4.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5.xml><?xml version="1.0" encoding="utf-8"?>
<p:tagLst xmlns:a="http://schemas.openxmlformats.org/drawingml/2006/main" xmlns:r="http://schemas.openxmlformats.org/officeDocument/2006/relationships" xmlns:p="http://schemas.openxmlformats.org/presentationml/2006/main">
  <p:tag name="NAME" val="Sticky"/>
</p:tagLst>
</file>

<file path=ppt/tags/tag296.xml><?xml version="1.0" encoding="utf-8"?>
<p:tagLst xmlns:a="http://schemas.openxmlformats.org/drawingml/2006/main" xmlns:r="http://schemas.openxmlformats.org/officeDocument/2006/relationships" xmlns:p="http://schemas.openxmlformats.org/presentationml/2006/main">
  <p:tag name="NAME" val="Sticky"/>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9.xml><?xml version="1.0" encoding="utf-8"?>
<p:tagLst xmlns:a="http://schemas.openxmlformats.org/drawingml/2006/main" xmlns:r="http://schemas.openxmlformats.org/officeDocument/2006/relationships" xmlns:p="http://schemas.openxmlformats.org/presentationml/2006/main">
  <p:tag name="NAME" val="CustomIcon"/>
</p:tagLst>
</file>

<file path=ppt/tags/tag300.xml><?xml version="1.0" encoding="utf-8"?>
<p:tagLst xmlns:a="http://schemas.openxmlformats.org/drawingml/2006/main" xmlns:r="http://schemas.openxmlformats.org/officeDocument/2006/relationships" xmlns:p="http://schemas.openxmlformats.org/presentationml/2006/main">
  <p:tag name="NAME" val="CustomIcon"/>
</p:tagLst>
</file>

<file path=ppt/tags/tag301.xml><?xml version="1.0" encoding="utf-8"?>
<p:tagLst xmlns:a="http://schemas.openxmlformats.org/drawingml/2006/main" xmlns:r="http://schemas.openxmlformats.org/officeDocument/2006/relationships" xmlns:p="http://schemas.openxmlformats.org/presentationml/2006/main">
  <p:tag name="NAME" val="CustomIcon"/>
</p:tagLst>
</file>

<file path=ppt/tags/tag302.xml><?xml version="1.0" encoding="utf-8"?>
<p:tagLst xmlns:a="http://schemas.openxmlformats.org/drawingml/2006/main" xmlns:r="http://schemas.openxmlformats.org/officeDocument/2006/relationships" xmlns:p="http://schemas.openxmlformats.org/presentationml/2006/main">
  <p:tag name="NAME" val="CustomIcon"/>
</p:tagLst>
</file>

<file path=ppt/tags/tag303.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4.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7.xml><?xml version="1.0" encoding="utf-8"?>
<p:tagLst xmlns:a="http://schemas.openxmlformats.org/drawingml/2006/main" xmlns:r="http://schemas.openxmlformats.org/officeDocument/2006/relationships" xmlns:p="http://schemas.openxmlformats.org/presentationml/2006/main">
  <p:tag name="NAME" val="Sticky"/>
</p:tagLst>
</file>

<file path=ppt/tags/tag308.xml><?xml version="1.0" encoding="utf-8"?>
<p:tagLst xmlns:a="http://schemas.openxmlformats.org/drawingml/2006/main" xmlns:r="http://schemas.openxmlformats.org/officeDocument/2006/relationships" xmlns:p="http://schemas.openxmlformats.org/presentationml/2006/main">
  <p:tag name="NAME" val="Sticky"/>
</p:tagLst>
</file>

<file path=ppt/tags/tag309.xml><?xml version="1.0" encoding="utf-8"?>
<p:tagLst xmlns:a="http://schemas.openxmlformats.org/drawingml/2006/main" xmlns:r="http://schemas.openxmlformats.org/officeDocument/2006/relationships" xmlns:p="http://schemas.openxmlformats.org/presentationml/2006/main">
  <p:tag name="NAME" val="Sticky"/>
</p:tagLst>
</file>

<file path=ppt/tags/tag310.xml><?xml version="1.0" encoding="utf-8"?>
<p:tagLst xmlns:a="http://schemas.openxmlformats.org/drawingml/2006/main" xmlns:r="http://schemas.openxmlformats.org/officeDocument/2006/relationships" xmlns:p="http://schemas.openxmlformats.org/presentationml/2006/main">
  <p:tag name="NAME" val="Sticky"/>
</p:tagLst>
</file>

<file path=ppt/tags/tag311.xml><?xml version="1.0" encoding="utf-8"?>
<p:tagLst xmlns:a="http://schemas.openxmlformats.org/drawingml/2006/main" xmlns:r="http://schemas.openxmlformats.org/officeDocument/2006/relationships" xmlns:p="http://schemas.openxmlformats.org/presentationml/2006/main">
  <p:tag name="NAME" val="Sticky"/>
</p:tagLst>
</file>

<file path=ppt/tags/tag312.xml><?xml version="1.0" encoding="utf-8"?>
<p:tagLst xmlns:a="http://schemas.openxmlformats.org/drawingml/2006/main" xmlns:r="http://schemas.openxmlformats.org/officeDocument/2006/relationships" xmlns:p="http://schemas.openxmlformats.org/presentationml/2006/main">
  <p:tag name="NAME" val="Sticky"/>
</p:tagLst>
</file>

<file path=ppt/tags/tag3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4.xml><?xml version="1.0" encoding="utf-8"?>
<p:tagLst xmlns:a="http://schemas.openxmlformats.org/drawingml/2006/main" xmlns:r="http://schemas.openxmlformats.org/officeDocument/2006/relationships" xmlns:p="http://schemas.openxmlformats.org/presentationml/2006/main">
  <p:tag name="NAME" val="CustomIcon"/>
</p:tagLst>
</file>

<file path=ppt/tags/tag315.xml><?xml version="1.0" encoding="utf-8"?>
<p:tagLst xmlns:a="http://schemas.openxmlformats.org/drawingml/2006/main" xmlns:r="http://schemas.openxmlformats.org/officeDocument/2006/relationships" xmlns:p="http://schemas.openxmlformats.org/presentationml/2006/main">
  <p:tag name="NAME" val="CustomIcon"/>
</p:tagLst>
</file>

<file path=ppt/tags/tag316.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7.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21.xml><?xml version="1.0" encoding="utf-8"?>
<p:tagLst xmlns:a="http://schemas.openxmlformats.org/drawingml/2006/main" xmlns:r="http://schemas.openxmlformats.org/officeDocument/2006/relationships" xmlns:p="http://schemas.openxmlformats.org/presentationml/2006/main">
  <p:tag name="SHAPENAME" val="3. Subtitle"/>
</p:tagLst>
</file>

<file path=ppt/tags/tag322.xml><?xml version="1.0" encoding="utf-8"?>
<p:tagLst xmlns:a="http://schemas.openxmlformats.org/drawingml/2006/main" xmlns:r="http://schemas.openxmlformats.org/officeDocument/2006/relationships" xmlns:p="http://schemas.openxmlformats.org/presentationml/2006/main">
  <p:tag name="SLIDELOOKUP" val="2025082516333551828414"/>
</p:tagLst>
</file>

<file path=ppt/tags/tag3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2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2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7.xml><?xml version="1.0" encoding="utf-8"?>
<p:tagLst xmlns:a="http://schemas.openxmlformats.org/drawingml/2006/main" xmlns:r="http://schemas.openxmlformats.org/officeDocument/2006/relationships" xmlns:p="http://schemas.openxmlformats.org/presentationml/2006/main">
  <p:tag name="NAME" val="LineBasicStrong"/>
</p:tagLst>
</file>

<file path=ppt/tags/tag328.xml><?xml version="1.0" encoding="utf-8"?>
<p:tagLst xmlns:a="http://schemas.openxmlformats.org/drawingml/2006/main" xmlns:r="http://schemas.openxmlformats.org/officeDocument/2006/relationships" xmlns:p="http://schemas.openxmlformats.org/presentationml/2006/main">
  <p:tag name="CIRCLESTATUS" val="Blue"/>
  <p:tag name="NAME" val="ThreeChevronBlue"/>
  <p:tag name="SYMBOLNAME" val="ThreeChevron"/>
</p:tagLst>
</file>

<file path=ppt/tags/tag329.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0.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1.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2.xml><?xml version="1.0" encoding="utf-8"?>
<p:tagLst xmlns:a="http://schemas.openxmlformats.org/drawingml/2006/main" xmlns:r="http://schemas.openxmlformats.org/officeDocument/2006/relationships" xmlns:p="http://schemas.openxmlformats.org/presentationml/2006/main">
  <p:tag name="NAME" val="TrackerNumBlue"/>
</p:tagLst>
</file>

<file path=ppt/tags/tag333.xml><?xml version="1.0" encoding="utf-8"?>
<p:tagLst xmlns:a="http://schemas.openxmlformats.org/drawingml/2006/main" xmlns:r="http://schemas.openxmlformats.org/officeDocument/2006/relationships" xmlns:p="http://schemas.openxmlformats.org/presentationml/2006/main">
  <p:tag name="NAME" val="TrackerNumBlue"/>
</p:tagLst>
</file>

<file path=ppt/tags/tag334.xml><?xml version="1.0" encoding="utf-8"?>
<p:tagLst xmlns:a="http://schemas.openxmlformats.org/drawingml/2006/main" xmlns:r="http://schemas.openxmlformats.org/officeDocument/2006/relationships" xmlns:p="http://schemas.openxmlformats.org/presentationml/2006/main">
  <p:tag name="NAME" val="TrackerNumBlue"/>
</p:tagLst>
</file>

<file path=ppt/tags/tag335.xml><?xml version="1.0" encoding="utf-8"?>
<p:tagLst xmlns:a="http://schemas.openxmlformats.org/drawingml/2006/main" xmlns:r="http://schemas.openxmlformats.org/officeDocument/2006/relationships" xmlns:p="http://schemas.openxmlformats.org/presentationml/2006/main">
  <p:tag name="NAME" val="TrackerNumBlue"/>
</p:tagLst>
</file>

<file path=ppt/tags/tag336.xml><?xml version="1.0" encoding="utf-8"?>
<p:tagLst xmlns:a="http://schemas.openxmlformats.org/drawingml/2006/main" xmlns:r="http://schemas.openxmlformats.org/officeDocument/2006/relationships" xmlns:p="http://schemas.openxmlformats.org/presentationml/2006/main">
  <p:tag name="NAME" val="TrackerNumBlue"/>
</p:tagLst>
</file>

<file path=ppt/tags/tag337.xml><?xml version="1.0" encoding="utf-8"?>
<p:tagLst xmlns:a="http://schemas.openxmlformats.org/drawingml/2006/main" xmlns:r="http://schemas.openxmlformats.org/officeDocument/2006/relationships" xmlns:p="http://schemas.openxmlformats.org/presentationml/2006/main">
  <p:tag name="NAME" val="TrackerNumBlue"/>
</p:tagLst>
</file>

<file path=ppt/tags/tag338.xml><?xml version="1.0" encoding="utf-8"?>
<p:tagLst xmlns:a="http://schemas.openxmlformats.org/drawingml/2006/main" xmlns:r="http://schemas.openxmlformats.org/officeDocument/2006/relationships" xmlns:p="http://schemas.openxmlformats.org/presentationml/2006/main">
  <p:tag name="NAME" val="TrackerNumBlue"/>
</p:tagLst>
</file>

<file path=ppt/tags/tag339.xml><?xml version="1.0" encoding="utf-8"?>
<p:tagLst xmlns:a="http://schemas.openxmlformats.org/drawingml/2006/main" xmlns:r="http://schemas.openxmlformats.org/officeDocument/2006/relationships" xmlns:p="http://schemas.openxmlformats.org/presentationml/2006/main">
  <p:tag name="NAME" val="TrackerNumBlue"/>
</p:tagLst>
</file>

<file path=ppt/tags/tag340.xml><?xml version="1.0" encoding="utf-8"?>
<p:tagLst xmlns:a="http://schemas.openxmlformats.org/drawingml/2006/main" xmlns:r="http://schemas.openxmlformats.org/officeDocument/2006/relationships" xmlns:p="http://schemas.openxmlformats.org/presentationml/2006/main">
  <p:tag name="NAME" val="TrackerNumBlue"/>
</p:tagLst>
</file>

<file path=ppt/tags/tag341.xml><?xml version="1.0" encoding="utf-8"?>
<p:tagLst xmlns:a="http://schemas.openxmlformats.org/drawingml/2006/main" xmlns:r="http://schemas.openxmlformats.org/officeDocument/2006/relationships" xmlns:p="http://schemas.openxmlformats.org/presentationml/2006/main">
  <p:tag name="NAME" val="TrackerNumBlue"/>
</p:tagLst>
</file>

<file path=ppt/theme/theme1.xml><?xml version="1.0" encoding="utf-8"?>
<a:theme xmlns:a="http://schemas.openxmlformats.org/drawingml/2006/main" name="White">
  <a:themeElements>
    <a:clrScheme name="Custom 10">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fontScheme name="Whit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White">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extraClrScheme>
  </a:extraClrSchemeLst>
  <a:custClrLst>
    <a:custClr name="Electric Blue 900">
      <a:srgbClr val="061F79"/>
    </a:custClr>
    <a:custClr name="Electric Blue 700">
      <a:srgbClr val="1537BA"/>
    </a:custClr>
    <a:custClr name="Electric Blue 500">
      <a:srgbClr val="2251FF"/>
    </a:custClr>
    <a:custClr name="Electric Blue 300">
      <a:srgbClr val="5E9DFF"/>
    </a:custClr>
    <a:custClr name="Electric Blue 200">
      <a:srgbClr val="99C4FF"/>
    </a:custClr>
    <a:custClr name="Null">
      <a:srgbClr val="FEFFFF"/>
    </a:custClr>
    <a:custClr name="Null">
      <a:srgbClr val="FEFFFF"/>
    </a:custClr>
    <a:custClr name="Null">
      <a:srgbClr val="FEFFFF"/>
    </a:custClr>
    <a:custClr name="Null">
      <a:srgbClr val="FEFFFF"/>
    </a:custClr>
    <a:custClr name="Null">
      <a:srgbClr val="FEFFFF"/>
    </a:custClr>
    <a:custClr name="Deep Blue 900">
      <a:srgbClr val="051C2C"/>
    </a:custClr>
    <a:custClr name="Electric Blue 800">
      <a:srgbClr val="0E2B99"/>
    </a:custClr>
    <a:custClr name="Electric Blue 500">
      <a:srgbClr val="2251FF"/>
    </a:custClr>
    <a:custClr name="Electric Blue 200">
      <a:srgbClr val="99C4FF"/>
    </a:custClr>
    <a:custClr name="Gray 10%">
      <a:srgbClr val="E6E6E6"/>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Marine Green 900">
      <a:srgbClr val="108980"/>
    </a:custClr>
    <a:custClr name="Marine Green 700">
      <a:srgbClr val="14B8AB"/>
    </a:custClr>
    <a:custClr name="Marine Green 500">
      <a:srgbClr val="0BDACB"/>
    </a:custClr>
    <a:custClr name="Marine Green 300">
      <a:srgbClr val="75F0E7"/>
    </a:custClr>
    <a:custClr name="Sand Neutral 300">
      <a:srgbClr val="E6D7BC"/>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Marine Green 500">
      <a:srgbClr val="0BDACB"/>
    </a:custClr>
    <a:custClr name="Amber Yellow 500">
      <a:srgbClr val="FFA800"/>
    </a:custClr>
    <a:custClr name="Crimson Red 500">
      <a:srgbClr val="E33B3B"/>
    </a:custClr>
    <a:custClr name="Deep Blue 900">
      <a:srgbClr val="051C2C"/>
    </a:custClr>
    <a:custClr name="Null">
      <a:srgbClr val="FEFFFF"/>
    </a:custClr>
    <a:custClr name="Null">
      <a:srgbClr val="FEFFFF"/>
    </a:custClr>
    <a:custClr name="Null">
      <a:srgbClr val="FEFFFF"/>
    </a:custClr>
    <a:custClr name="Null">
      <a:srgbClr val="FEFFFF"/>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DE15729B-A53C-4F17-8E30-E89302E1D290}"/>
    </a:ext>
  </a:extLst>
</a:theme>
</file>

<file path=ppt/theme/theme2.xml><?xml version="1.0" encoding="utf-8"?>
<a:theme xmlns:a="http://schemas.openxmlformats.org/drawingml/2006/main" name="Contrast">
  <a:themeElements>
    <a:clrScheme name="Custom 18">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fontScheme name="Scheme Blu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Blue">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extraClrScheme>
  </a:extraClrSchemeLst>
  <a:custClrLst>
    <a:custClr name="Cyan 200">
      <a:srgbClr val="99E6FF"/>
    </a:custClr>
    <a:custClr name="Cyan 300">
      <a:srgbClr val="6ECBF7"/>
    </a:custClr>
    <a:custClr name="Cyan 500">
      <a:srgbClr val="00A9F4"/>
    </a:custClr>
    <a:custClr name="Cyan 700">
      <a:srgbClr val="0679C3"/>
    </a:custClr>
    <a:custClr name="Cyan 900">
      <a:srgbClr val="084D91"/>
    </a:custClr>
    <a:custClr name="Null">
      <a:srgbClr val="FEFFFF"/>
    </a:custClr>
    <a:custClr name="Null">
      <a:srgbClr val="FEFFFF"/>
    </a:custClr>
    <a:custClr name="Null">
      <a:srgbClr val="FEFFFF"/>
    </a:custClr>
    <a:custClr name="Null">
      <a:srgbClr val="FEFFFF"/>
    </a:custClr>
    <a:custClr name="Null">
      <a:srgbClr val="FEFFFF"/>
    </a:custClr>
    <a:custClr name="Cyan 700">
      <a:srgbClr val="0679C3"/>
    </a:custClr>
    <a:custClr name="Cyan 300">
      <a:srgbClr val="6ECBF7"/>
    </a:custClr>
    <a:custClr name="Gray 10%">
      <a:srgbClr val="E6E6E6"/>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Marine Green 900">
      <a:srgbClr val="108980"/>
    </a:custClr>
    <a:custClr name="Marine Green 600">
      <a:srgbClr val="10CBBC"/>
    </a:custClr>
    <a:custClr name="Sand Neutral 300">
      <a:srgbClr val="E6D7BC"/>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Electric Blue 900">
      <a:srgbClr val="061F79"/>
    </a:custClr>
    <a:custClr name="Marine Green 500">
      <a:srgbClr val="0BDACB"/>
    </a:custClr>
    <a:custClr name="Amber Yellow 500">
      <a:srgbClr val="FFA800"/>
    </a:custClr>
    <a:custClr name="Crimson Red 500">
      <a:srgbClr val="E33B3B"/>
    </a:custClr>
    <a:custClr name="Deep Blue 700">
      <a:srgbClr val="103559"/>
    </a:custClr>
    <a:custClr name="Deep Blue 600">
      <a:srgbClr val="1B456E"/>
    </a:custClr>
    <a:custClr name="Deep Blue 500">
      <a:srgbClr val="2B5580"/>
    </a:custClr>
    <a:custClr name="Deep Blue 300">
      <a:srgbClr val="5380AC"/>
    </a:custClr>
    <a:custClr name="Deep Blue 200">
      <a:srgbClr val="82A6C9"/>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B1915C88-7403-4DE5-8BD1-7CFB569789DE}"/>
    </a:ext>
  </a:extLst>
</a:theme>
</file>

<file path=ppt/theme/theme3.xml><?xml version="1.0" encoding="utf-8"?>
<a:theme xmlns:a="http://schemas.openxmlformats.org/drawingml/2006/main" name="Office Theme">
  <a:themeElements>
    <a:clrScheme name="Custom Scheme">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ustom Scheme 2">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2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05D7FC1-4B3C-41F0-ACC6-320D438A080B}">
  <we:reference id="5332053f-08b1-4ad5-b936-144d44d33f40" version="2.62.2.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B347756AEE8344BB28CD44EC2B7328" ma:contentTypeVersion="14" ma:contentTypeDescription="Create a new document." ma:contentTypeScope="" ma:versionID="7848285eb86c98fd3225cd5e062a9123">
  <xsd:schema xmlns:xsd="http://www.w3.org/2001/XMLSchema" xmlns:xs="http://www.w3.org/2001/XMLSchema" xmlns:p="http://schemas.microsoft.com/office/2006/metadata/properties" xmlns:ns2="c1ca735a-14db-4567-a159-d67c2473f960" xmlns:ns3="a97def03-4829-427a-a25e-2157731fbb05" targetNamespace="http://schemas.microsoft.com/office/2006/metadata/properties" ma:root="true" ma:fieldsID="b59c3fcbebbca2e69bd6f4f4a8da0cee" ns2:_="" ns3:_="">
    <xsd:import namespace="c1ca735a-14db-4567-a159-d67c2473f960"/>
    <xsd:import namespace="a97def03-4829-427a-a25e-2157731fbb0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ca735a-14db-4567-a159-d67c2473f9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18eb3a52-a9ad-454e-96a1-46bb4cd16a89"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97def03-4829-427a-a25e-2157731fbb0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42e6c6cb-bb7d-451c-b4ef-6310a7d27395}" ma:internalName="TaxCatchAll" ma:showField="CatchAllData" ma:web="a97def03-4829-427a-a25e-2157731fb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1ca735a-14db-4567-a159-d67c2473f960">
      <Terms xmlns="http://schemas.microsoft.com/office/infopath/2007/PartnerControls"/>
    </lcf76f155ced4ddcb4097134ff3c332f>
    <TaxCatchAll xmlns="a97def03-4829-427a-a25e-2157731fbb05" xsi:nil="true"/>
  </documentManagement>
</p:properties>
</file>

<file path=customXml/itemProps1.xml><?xml version="1.0" encoding="utf-8"?>
<ds:datastoreItem xmlns:ds="http://schemas.openxmlformats.org/officeDocument/2006/customXml" ds:itemID="{F4E74280-4338-4575-9228-D65BD4AFFA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ca735a-14db-4567-a159-d67c2473f960"/>
    <ds:schemaRef ds:uri="a97def03-4829-427a-a25e-2157731fb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50EE39-9B4D-4C3C-8505-D8D6A5EC6B2C}">
  <ds:schemaRefs>
    <ds:schemaRef ds:uri="http://schemas.microsoft.com/sharepoint/v3/contenttype/forms"/>
  </ds:schemaRefs>
</ds:datastoreItem>
</file>

<file path=customXml/itemProps3.xml><?xml version="1.0" encoding="utf-8"?>
<ds:datastoreItem xmlns:ds="http://schemas.openxmlformats.org/officeDocument/2006/customXml" ds:itemID="{67DF283F-4B82-4892-8EF9-70B9B3E3286B}">
  <ds:schemaRefs>
    <ds:schemaRef ds:uri="a97def03-4829-427a-a25e-2157731fbb05"/>
    <ds:schemaRef ds:uri="c1ca735a-14db-4567-a159-d67c2473f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677</TotalTime>
  <Words>1361</Words>
  <Application>Microsoft Office PowerPoint</Application>
  <PresentationFormat>Widescreen</PresentationFormat>
  <Paragraphs>160</Paragraphs>
  <Slides>8</Slides>
  <Notes>2</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8</vt:i4>
      </vt:variant>
    </vt:vector>
  </HeadingPairs>
  <TitlesOfParts>
    <vt:vector size="15" baseType="lpstr">
      <vt:lpstr>Arial</vt:lpstr>
      <vt:lpstr>Georgia</vt:lpstr>
      <vt:lpstr>Segoe UI</vt:lpstr>
      <vt:lpstr>Wingdings</vt:lpstr>
      <vt:lpstr>White</vt:lpstr>
      <vt:lpstr>Contrast</vt:lpstr>
      <vt:lpstr>think-cell Slide</vt:lpstr>
      <vt:lpstr>AI domain prioritization and org blueprint </vt:lpstr>
      <vt:lpstr>TU is at an inflection point to identify and focus where AI creates value and build the organization to deliver it</vt:lpstr>
      <vt:lpstr>PowerPoint Presentation</vt:lpstr>
      <vt:lpstr>Track 1: AI Domain prioritization and value roadmap -        Key questions to be answered</vt:lpstr>
      <vt:lpstr>Track 2: Org of the future - Key questions to be answered</vt:lpstr>
      <vt:lpstr>Journey ahead for TU across the two tracks</vt:lpstr>
      <vt:lpstr>Appendix</vt:lpstr>
      <vt:lpstr>Identify high-value domains: End-to-end workflows with clear potential to demonstrate impact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Parth Bahl</dc:creator>
  <cp:keywords/>
  <dc:description/>
  <cp:lastModifiedBy>Parth Bahl</cp:lastModifiedBy>
  <cp:revision>5</cp:revision>
  <cp:lastPrinted>2018-10-30T20:37:12Z</cp:lastPrinted>
  <dcterms:created xsi:type="dcterms:W3CDTF">2026-07-22T15:34:39Z</dcterms:created>
  <dcterms:modified xsi:type="dcterms:W3CDTF">2026-07-23T19:57:12Z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1628964</vt:lpwstr>
  </property>
  <property fmtid="{D5CDD505-2E9C-101B-9397-08002B2CF9AE}" pid="3" name="NXPowerLiteSettings">
    <vt:lpwstr>C9000A38044001</vt:lpwstr>
  </property>
  <property fmtid="{D5CDD505-2E9C-101B-9397-08002B2CF9AE}" pid="4" name="NXPowerLiteVersion">
    <vt:lpwstr>D7.1.14</vt:lpwstr>
  </property>
  <property fmtid="{D5CDD505-2E9C-101B-9397-08002B2CF9AE}" pid="5" name="PPT">
    <vt:lpwstr>Hello</vt:lpwstr>
  </property>
  <property fmtid="{D5CDD505-2E9C-101B-9397-08002B2CF9AE}" pid="6" name="TemplateVersion">
    <vt:lpwstr>4</vt:lpwstr>
  </property>
  <property fmtid="{D5CDD505-2E9C-101B-9397-08002B2CF9AE}" pid="7" name="TemplateLastEdited">
    <vt:lpwstr>2024-05-30 01:34 PM</vt:lpwstr>
  </property>
  <property fmtid="{D5CDD505-2E9C-101B-9397-08002B2CF9AE}" pid="8" name="TemplateCreated">
    <vt:lpwstr>2019-02-27 01:18 PM</vt:lpwstr>
  </property>
  <property fmtid="{D5CDD505-2E9C-101B-9397-08002B2CF9AE}" pid="9" name="ContentTypeId">
    <vt:lpwstr>0x010100F2B347756AEE8344BB28CD44EC2B7328</vt:lpwstr>
  </property>
  <property fmtid="{D5CDD505-2E9C-101B-9397-08002B2CF9AE}" pid="10" name="MSIP_Label_fec09dec-a9ce-4322-b578-b49052c992d8_Enabled">
    <vt:lpwstr>true</vt:lpwstr>
  </property>
  <property fmtid="{D5CDD505-2E9C-101B-9397-08002B2CF9AE}" pid="11" name="MSIP_Label_fec09dec-a9ce-4322-b578-b49052c992d8_SetDate">
    <vt:lpwstr>2026-06-01T18:59:52Z</vt:lpwstr>
  </property>
  <property fmtid="{D5CDD505-2E9C-101B-9397-08002B2CF9AE}" pid="12" name="MSIP_Label_fec09dec-a9ce-4322-b578-b49052c992d8_Method">
    <vt:lpwstr>Standard</vt:lpwstr>
  </property>
  <property fmtid="{D5CDD505-2E9C-101B-9397-08002B2CF9AE}" pid="13" name="MSIP_Label_fec09dec-a9ce-4322-b578-b49052c992d8_Name">
    <vt:lpwstr>Firm Confidential Information-SLV1</vt:lpwstr>
  </property>
  <property fmtid="{D5CDD505-2E9C-101B-9397-08002B2CF9AE}" pid="14" name="MSIP_Label_fec09dec-a9ce-4322-b578-b49052c992d8_SiteId">
    <vt:lpwstr>cc8936bc-9382-4fff-87cb-6f55999549e7</vt:lpwstr>
  </property>
  <property fmtid="{D5CDD505-2E9C-101B-9397-08002B2CF9AE}" pid="15" name="MSIP_Label_fec09dec-a9ce-4322-b578-b49052c992d8_ActionId">
    <vt:lpwstr>b2d4adc9-fc6a-437a-8263-96c4b9a66d0c</vt:lpwstr>
  </property>
  <property fmtid="{D5CDD505-2E9C-101B-9397-08002B2CF9AE}" pid="16" name="MSIP_Label_fec09dec-a9ce-4322-b578-b49052c992d8_ContentBits">
    <vt:lpwstr>0</vt:lpwstr>
  </property>
  <property fmtid="{D5CDD505-2E9C-101B-9397-08002B2CF9AE}" pid="17" name="MSIP_Label_fec09dec-a9ce-4322-b578-b49052c992d8_Tag">
    <vt:lpwstr>10, 3, 0, 1</vt:lpwstr>
  </property>
</Properties>
</file>