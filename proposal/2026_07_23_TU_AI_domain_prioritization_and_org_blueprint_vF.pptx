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24.bin" ContentType="application/vnd.openxmlformats-officedocument.oleObject"/>
  <Override PartName="/ppt/embeddings/oleObject25.bin" ContentType="application/vnd.openxmlformats-officedocument.oleObject"/>
  <Override PartName="/ppt/embeddings/oleObject26.bin" ContentType="application/vnd.openxmlformats-officedocument.oleObject"/>
  <Override PartName="/ppt/embeddings/oleObject27.bin" ContentType="application/vnd.openxmlformats-officedocument.oleObject"/>
  <Override PartName="/ppt/embeddings/oleObject28.bin" ContentType="application/vnd.openxmlformats-officedocument.oleObject"/>
  <Override PartName="/ppt/embeddings/oleObject29.bin" ContentType="application/vnd.openxmlformats-officedocument.oleObject"/>
  <Override PartName="/ppt/embeddings/oleObject3.bin" ContentType="application/vnd.openxmlformats-officedocument.oleObject"/>
  <Override PartName="/ppt/embeddings/oleObject30.bin" ContentType="application/vnd.openxmlformats-officedocument.oleObject"/>
  <Override PartName="/ppt/embeddings/oleObject31.bin" ContentType="application/vnd.openxmlformats-officedocument.oleObject"/>
  <Override PartName="/ppt/embeddings/oleObject32.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media/image12.svg" ContentType="image/svg+xml"/>
  <Override PartName="/ppt/media/image13.svg" ContentType="image/svg+xml"/>
  <Override PartName="/ppt/media/image14.svg" ContentType="image/svg+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svg" ContentType="image/svg+xml"/>
  <Override PartName="/ppt/media/image20.svg" ContentType="image/svg+xml"/>
  <Override PartName="/ppt/media/image21.svg" ContentType="image/svg+xml"/>
  <Override PartName="/ppt/media/image22.svg" ContentType="image/svg+xml"/>
  <Override PartName="/ppt/media/image23.svg" ContentType="image/svg+xml"/>
  <Override PartName="/ppt/media/image25.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64" r:id="rId5"/>
  </p:sldMasterIdLst>
  <p:notesMasterIdLst>
    <p:notesMasterId r:id="rId14"/>
  </p:notesMasterIdLst>
  <p:handoutMasterIdLst>
    <p:handoutMasterId r:id="rId15"/>
  </p:handoutMasterIdLst>
  <p:sldIdLst>
    <p:sldId id="281" r:id="rId6"/>
    <p:sldId id="283" r:id="rId7"/>
    <p:sldId id="3936" r:id="rId8"/>
    <p:sldId id="3934" r:id="rId9"/>
    <p:sldId id="3935" r:id="rId10"/>
    <p:sldId id="261" r:id="rId11"/>
    <p:sldId id="3937" r:id="rId24"/>
    <p:sldId id="265" r:id="rId12"/>
    <p:sldId id="280" r:id="rId13"/>
  </p:sldIdLst>
  <p:sldSz cx="12192000" cy="6858000"/>
  <p:notesSz cx="7102475" cy="9388475"/>
  <p:custDataLst>
    <p:tags r:id="rId16"/>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CA497640-9F12-D0D7-23C7-745A10EB2387}" name="Srikanth Jayarajan" initials="SJ" userId="dMYpSlfjzFcYPEDsXjVgLmU1LCIkAjLNCqtAilE+2dM="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Haley Rich" initials="HR" lastIdx="1" clrIdx="0">
    <p:extLst>
      <p:ext uri="{19B8F6BF-5375-455C-9EA6-DF929625EA0E}">
        <p15:presenceInfo xmlns:p15="http://schemas.microsoft.com/office/powerpoint/2012/main" userId="S-1-5-21-1801674531-1788223648-725345543-1185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79C3"/>
    <a:srgbClr val="2251FF"/>
    <a:srgbClr val="D0D0D0"/>
    <a:srgbClr val="051C2C"/>
    <a:srgbClr val="000000"/>
    <a:srgbClr val="7F7F7F"/>
    <a:srgbClr val="AFC3FF"/>
    <a:srgbClr val="0D3171"/>
    <a:srgbClr val="E6E6E6"/>
    <a:srgbClr val="4D4D4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357" autoAdjust="0"/>
  </p:normalViewPr>
  <p:slideViewPr>
    <p:cSldViewPr snapToGrid="0" snapToObjects="1">
      <p:cViewPr>
        <p:scale>
          <a:sx n="64" d="100"/>
          <a:sy n="64" d="100"/>
        </p:scale>
        <p:origin x="712" y="620"/>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p:scale>
          <a:sx n="75" d="100"/>
          <a:sy n="75" d="100"/>
        </p:scale>
        <p:origin x="3954" y="276"/>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notesMaster" Target="notesMasters/notesMaster1.xml"/><Relationship Id="rId15" Type="http://schemas.openxmlformats.org/officeDocument/2006/relationships/handoutMaster" Target="handoutMasters/handoutMaster1.xml"/><Relationship Id="rId16" Type="http://schemas.openxmlformats.org/officeDocument/2006/relationships/tags" Target="tags/tag1.xml"/><Relationship Id="rId17" Type="http://schemas.openxmlformats.org/officeDocument/2006/relationships/commentAuthors" Target="commentAuthors.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microsoft.com/office/2016/11/relationships/changesInfo" Target="changesInfos/changesInfo1.xml"/><Relationship Id="rId23" Type="http://schemas.microsoft.com/office/2018/10/relationships/authors" Target="authors.xml"/><Relationship Id="rId24"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rth Bahl" userId="48e5a92e-1617-4ce2-9905-5cd7b6f06b36" providerId="ADAL" clId="{5F74A7CC-EE10-4A3B-900B-A893A2B36FDF}"/>
    <pc:docChg chg="modSld">
      <pc:chgData name="Parth Bahl" userId="48e5a92e-1617-4ce2-9905-5cd7b6f06b36" providerId="ADAL" clId="{5F74A7CC-EE10-4A3B-900B-A893A2B36FDF}" dt="2026-07-23T19:57:11.839" v="8" actId="1076"/>
      <pc:docMkLst>
        <pc:docMk/>
      </pc:docMkLst>
      <pc:sldChg chg="modSp mod">
        <pc:chgData name="Parth Bahl" userId="48e5a92e-1617-4ce2-9905-5cd7b6f06b36" providerId="ADAL" clId="{5F74A7CC-EE10-4A3B-900B-A893A2B36FDF}" dt="2026-07-23T19:56:07.373" v="0" actId="1076"/>
        <pc:sldMkLst>
          <pc:docMk/>
          <pc:sldMk cId="2966855924" sldId="283"/>
        </pc:sldMkLst>
        <pc:spChg chg="mod">
          <ac:chgData name="Parth Bahl" userId="48e5a92e-1617-4ce2-9905-5cd7b6f06b36" providerId="ADAL" clId="{5F74A7CC-EE10-4A3B-900B-A893A2B36FDF}" dt="2026-07-23T19:56:07.373" v="0" actId="1076"/>
          <ac:spMkLst>
            <pc:docMk/>
            <pc:sldMk cId="2966855924" sldId="283"/>
            <ac:spMk id="4" creationId="{8166B219-3946-4B47-8326-FA646736D209}"/>
          </ac:spMkLst>
        </pc:spChg>
      </pc:sldChg>
      <pc:sldChg chg="modSp mod">
        <pc:chgData name="Parth Bahl" userId="48e5a92e-1617-4ce2-9905-5cd7b6f06b36" providerId="ADAL" clId="{5F74A7CC-EE10-4A3B-900B-A893A2B36FDF}" dt="2026-07-23T19:57:11.839" v="8" actId="1076"/>
        <pc:sldMkLst>
          <pc:docMk/>
          <pc:sldMk cId="2659384629" sldId="3935"/>
        </pc:sldMkLst>
        <pc:spChg chg="mod">
          <ac:chgData name="Parth Bahl" userId="48e5a92e-1617-4ce2-9905-5cd7b6f06b36" providerId="ADAL" clId="{5F74A7CC-EE10-4A3B-900B-A893A2B36FDF}" dt="2026-07-23T19:57:11.839" v="8" actId="1076"/>
          <ac:spMkLst>
            <pc:docMk/>
            <pc:sldMk cId="2659384629" sldId="3935"/>
            <ac:spMk id="7" creationId="{99C87104-5DB6-FC10-4F31-5CAFADB41645}"/>
          </ac:spMkLst>
        </pc:spChg>
        <pc:spChg chg="mod">
          <ac:chgData name="Parth Bahl" userId="48e5a92e-1617-4ce2-9905-5cd7b6f06b36" providerId="ADAL" clId="{5F74A7CC-EE10-4A3B-900B-A893A2B36FDF}" dt="2026-07-23T19:57:01.693" v="4" actId="1076"/>
          <ac:spMkLst>
            <pc:docMk/>
            <pc:sldMk cId="2659384629" sldId="3935"/>
            <ac:spMk id="8" creationId="{D998B4FB-EB71-E498-3BE1-E710D790D414}"/>
          </ac:spMkLst>
        </pc:spChg>
      </pc:sldChg>
      <pc:sldChg chg="modSp mod">
        <pc:chgData name="Parth Bahl" userId="48e5a92e-1617-4ce2-9905-5cd7b6f06b36" providerId="ADAL" clId="{5F74A7CC-EE10-4A3B-900B-A893A2B36FDF}" dt="2026-07-23T19:56:44.785" v="1" actId="1076"/>
        <pc:sldMkLst>
          <pc:docMk/>
          <pc:sldMk cId="324714189" sldId="3936"/>
        </pc:sldMkLst>
        <pc:spChg chg="mod">
          <ac:chgData name="Parth Bahl" userId="48e5a92e-1617-4ce2-9905-5cd7b6f06b36" providerId="ADAL" clId="{5F74A7CC-EE10-4A3B-900B-A893A2B36FDF}" dt="2026-07-23T19:56:44.785" v="1" actId="1076"/>
          <ac:spMkLst>
            <pc:docMk/>
            <pc:sldMk cId="324714189" sldId="3936"/>
            <ac:spMk id="10" creationId="{E3736570-A7A2-B89F-3149-F5E83EF2BFF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04BC41E-EAC0-4D88-BA59-21A53C68F870}"/>
              </a:ext>
            </a:extLst>
          </p:cNvPr>
          <p:cNvSpPr>
            <a:spLocks noGrp="1"/>
          </p:cNvSpPr>
          <p:nvPr>
            <p:ph type="hdr" sz="quarter"/>
          </p:nvPr>
        </p:nvSpPr>
        <p:spPr>
          <a:xfrm>
            <a:off x="0" y="0"/>
            <a:ext cx="3078163" cy="469900"/>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20B5C4BB-B13C-4942-8E14-023ED14A3DB8}"/>
              </a:ext>
            </a:extLst>
          </p:cNvPr>
          <p:cNvSpPr>
            <a:spLocks noGrp="1"/>
          </p:cNvSpPr>
          <p:nvPr>
            <p:ph type="dt" sz="quarter" idx="1"/>
          </p:nvPr>
        </p:nvSpPr>
        <p:spPr>
          <a:xfrm>
            <a:off x="4022725" y="0"/>
            <a:ext cx="3078163" cy="469900"/>
          </a:xfrm>
          <a:prstGeom prst="rect">
            <a:avLst/>
          </a:prstGeom>
        </p:spPr>
        <p:txBody>
          <a:bodyPr vert="horz" lIns="91440" tIns="45720" rIns="91440" bIns="45720" rtlCol="0"/>
          <a:lstStyle>
            <a:lvl1pPr algn="r">
              <a:defRPr sz="1200"/>
            </a:lvl1pPr>
          </a:lstStyle>
          <a:p>
            <a:fld id="{A6BD5B6C-20AF-4F0F-889A-7AADC7535123}" type="datetime3">
              <a:rPr lang="en-US" smtClean="0"/>
              <a:t>23 July 2026</a:t>
            </a:fld>
            <a:endParaRPr lang="en-US" dirty="0"/>
          </a:p>
        </p:txBody>
      </p:sp>
      <p:sp>
        <p:nvSpPr>
          <p:cNvPr id="4" name="Footer Placeholder 3">
            <a:extLst>
              <a:ext uri="{FF2B5EF4-FFF2-40B4-BE49-F238E27FC236}">
                <a16:creationId xmlns:a16="http://schemas.microsoft.com/office/drawing/2014/main" id="{78221145-1027-4A39-B15A-DD84A26C2039}"/>
              </a:ext>
            </a:extLst>
          </p:cNvPr>
          <p:cNvSpPr>
            <a:spLocks noGrp="1"/>
          </p:cNvSpPr>
          <p:nvPr>
            <p:ph type="ftr" sz="quarter" idx="2"/>
          </p:nvPr>
        </p:nvSpPr>
        <p:spPr>
          <a:xfrm>
            <a:off x="0" y="8918575"/>
            <a:ext cx="3078163" cy="469900"/>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1A147719-50F5-4089-8123-86F5AF9C8847}"/>
              </a:ext>
            </a:extLst>
          </p:cNvPr>
          <p:cNvSpPr>
            <a:spLocks noGrp="1"/>
          </p:cNvSpPr>
          <p:nvPr>
            <p:ph type="sldNum" sz="quarter" idx="3"/>
          </p:nvPr>
        </p:nvSpPr>
        <p:spPr>
          <a:xfrm>
            <a:off x="4022725" y="8918575"/>
            <a:ext cx="3078163" cy="469900"/>
          </a:xfrm>
          <a:prstGeom prst="rect">
            <a:avLst/>
          </a:prstGeom>
        </p:spPr>
        <p:txBody>
          <a:bodyPr vert="horz" lIns="91440" tIns="45720" rIns="91440" bIns="45720" rtlCol="0" anchor="b"/>
          <a:lstStyle>
            <a:lvl1pPr algn="r">
              <a:defRPr sz="1200"/>
            </a:lvl1pPr>
          </a:lstStyle>
          <a:p>
            <a:fld id="{D2610F73-99D1-48E7-A408-B5EB5C8393F8}" type="slidenum">
              <a:rPr lang="en-US" smtClean="0"/>
              <a:t>‹#›</a:t>
            </a:fld>
            <a:endParaRPr lang="en-US" dirty="0"/>
          </a:p>
        </p:txBody>
      </p:sp>
    </p:spTree>
    <p:extLst>
      <p:ext uri="{BB962C8B-B14F-4D97-AF65-F5344CB8AC3E}">
        <p14:creationId xmlns:p14="http://schemas.microsoft.com/office/powerpoint/2010/main" val="2473196516"/>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471054"/>
          </a:xfrm>
          <a:prstGeom prst="rect">
            <a:avLst/>
          </a:prstGeom>
        </p:spPr>
        <p:txBody>
          <a:bodyPr vert="horz" lIns="914400" tIns="47114" rIns="94229" bIns="47114" rtlCol="0"/>
          <a:lstStyle>
            <a:lvl1pPr algn="l">
              <a:defRPr sz="900">
                <a:latin typeface="+mn-lt"/>
                <a:cs typeface="Arial" panose="020B0604020202020204" pitchFamily="34" charset="0"/>
              </a:defRPr>
            </a:lvl1pPr>
          </a:lstStyle>
          <a:p>
            <a:endParaRPr lang="en-US"/>
          </a:p>
        </p:txBody>
      </p:sp>
      <p:sp>
        <p:nvSpPr>
          <p:cNvPr id="3" name="Date Placeholder 2"/>
          <p:cNvSpPr>
            <a:spLocks noGrp="1"/>
          </p:cNvSpPr>
          <p:nvPr>
            <p:ph type="dt" idx="1"/>
          </p:nvPr>
        </p:nvSpPr>
        <p:spPr>
          <a:xfrm>
            <a:off x="4023092" y="0"/>
            <a:ext cx="3077739" cy="471054"/>
          </a:xfrm>
          <a:prstGeom prst="rect">
            <a:avLst/>
          </a:prstGeom>
        </p:spPr>
        <p:txBody>
          <a:bodyPr vert="horz" lIns="94229" tIns="47114" rIns="914400" bIns="47114" rtlCol="0"/>
          <a:lstStyle>
            <a:lvl1pPr algn="r">
              <a:defRPr sz="900">
                <a:latin typeface="+mn-lt"/>
                <a:cs typeface="Arial" panose="020B0604020202020204" pitchFamily="34" charset="0"/>
              </a:defRPr>
            </a:lvl1pPr>
          </a:lstStyle>
          <a:p>
            <a:fld id="{1DF34805-1F01-4BDA-A8CA-FCEA2B4BC8D0}" type="datetime3">
              <a:rPr lang="en-US" smtClean="0"/>
              <a:pPr/>
              <a:t>23 July 2026</a:t>
            </a:fld>
            <a:endParaRPr lang="en-US"/>
          </a:p>
        </p:txBody>
      </p:sp>
      <p:sp>
        <p:nvSpPr>
          <p:cNvPr id="4" name="Slide Image Placeholder 3"/>
          <p:cNvSpPr>
            <a:spLocks noGrp="1" noRot="1" noChangeAspect="1"/>
          </p:cNvSpPr>
          <p:nvPr>
            <p:ph type="sldImg" idx="2"/>
          </p:nvPr>
        </p:nvSpPr>
        <p:spPr>
          <a:xfrm>
            <a:off x="735013" y="563563"/>
            <a:ext cx="5632450" cy="3168650"/>
          </a:xfrm>
          <a:prstGeom prst="rect">
            <a:avLst/>
          </a:prstGeom>
          <a:noFill/>
          <a:ln w="6350">
            <a:solidFill>
              <a:prstClr val="black"/>
            </a:solidFill>
          </a:ln>
        </p:spPr>
        <p:txBody>
          <a:bodyPr vert="horz" lIns="94229" tIns="47114" rIns="94229" bIns="47114" rtlCol="0" anchor="ctr"/>
          <a:lstStyle/>
          <a:p>
            <a:endParaRPr lang="en-US"/>
          </a:p>
        </p:txBody>
      </p:sp>
      <p:sp>
        <p:nvSpPr>
          <p:cNvPr id="6" name="Footer Placeholder 5"/>
          <p:cNvSpPr>
            <a:spLocks noGrp="1"/>
          </p:cNvSpPr>
          <p:nvPr>
            <p:ph type="ftr" sz="quarter" idx="4"/>
          </p:nvPr>
        </p:nvSpPr>
        <p:spPr>
          <a:xfrm>
            <a:off x="0" y="8917422"/>
            <a:ext cx="3077739" cy="471053"/>
          </a:xfrm>
          <a:prstGeom prst="rect">
            <a:avLst/>
          </a:prstGeom>
        </p:spPr>
        <p:txBody>
          <a:bodyPr vert="horz" lIns="914400" tIns="47114" rIns="94229" bIns="47114" rtlCol="0" anchor="b"/>
          <a:lstStyle>
            <a:lvl1pPr algn="l">
              <a:defRPr sz="900">
                <a:latin typeface="+mn-lt"/>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4023092" y="8917422"/>
            <a:ext cx="3077739" cy="471053"/>
          </a:xfrm>
          <a:prstGeom prst="rect">
            <a:avLst/>
          </a:prstGeom>
        </p:spPr>
        <p:txBody>
          <a:bodyPr vert="horz" lIns="94229" tIns="47114" rIns="914400" bIns="47114" rtlCol="0" anchor="b"/>
          <a:lstStyle>
            <a:lvl1pPr algn="r">
              <a:defRPr sz="900">
                <a:latin typeface="+mn-lt"/>
                <a:cs typeface="Arial" panose="020B0604020202020204" pitchFamily="34" charset="0"/>
              </a:defRPr>
            </a:lvl1pPr>
          </a:lstStyle>
          <a:p>
            <a:fld id="{CF5EBCF4-26FC-4F76-8DA1-52FDDC328D44}" type="slidenum">
              <a:rPr lang="en-US" smtClean="0"/>
              <a:pPr/>
              <a:t>‹#›</a:t>
            </a:fld>
            <a:endParaRPr lang="en-US"/>
          </a:p>
        </p:txBody>
      </p:sp>
      <p:sp>
        <p:nvSpPr>
          <p:cNvPr id="9" name="Notes Placeholder 8">
            <a:extLst>
              <a:ext uri="{FF2B5EF4-FFF2-40B4-BE49-F238E27FC236}">
                <a16:creationId xmlns:a16="http://schemas.microsoft.com/office/drawing/2014/main" id="{0CB7C52D-12F1-4B27-95B4-DB01358D59B9}"/>
              </a:ext>
            </a:extLst>
          </p:cNvPr>
          <p:cNvSpPr>
            <a:spLocks noGrp="1"/>
          </p:cNvSpPr>
          <p:nvPr>
            <p:ph type="body" sz="quarter" idx="3"/>
          </p:nvPr>
        </p:nvSpPr>
        <p:spPr>
          <a:xfrm>
            <a:off x="709613" y="4518025"/>
            <a:ext cx="5683250" cy="3697288"/>
          </a:xfrm>
          <a:prstGeom prst="rect">
            <a:avLst/>
          </a:prstGeom>
        </p:spPr>
        <p:txBody>
          <a:bodyPr vert="horz" lIns="91440" tIns="45720" rIns="91440" bIns="4572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80066646"/>
      </p:ext>
    </p:extLst>
  </p:cSld>
  <p:clrMap bg1="lt1" tx1="dk1" bg2="lt2" tx2="dk2" accent1="accent1" accent2="accent2" accent3="accent3" accent4="accent4" accent5="accent5" accent6="accent6" hlink="hlink" folHlink="folHlink"/>
  <p:hf hdr="0" ftr="0"/>
  <p:notesStyle>
    <a:lvl1pPr marL="0" algn="l" defTabSz="914400" rtl="0" eaLnBrk="1" latinLnBrk="0" hangingPunct="1">
      <a:lnSpc>
        <a:spcPct val="100000"/>
      </a:lnSpc>
      <a:spcBef>
        <a:spcPts val="400"/>
      </a:spcBef>
      <a:spcAft>
        <a:spcPts val="400"/>
      </a:spcAft>
      <a:defRPr lang="en-US" sz="1100" kern="1200">
        <a:solidFill>
          <a:schemeClr val="tx1"/>
        </a:solidFill>
        <a:latin typeface="+mn-lt"/>
        <a:ea typeface="+mn-ea"/>
        <a:cs typeface="Arial" panose="020B0604020202020204" pitchFamily="34" charset="0"/>
      </a:defRPr>
    </a:lvl1pPr>
    <a:lvl2pPr marL="171450" indent="-171450" algn="l" defTabSz="914400" rtl="0" eaLnBrk="1" latinLnBrk="0" hangingPunct="1">
      <a:buFont typeface="Wingdings" panose="05000000000000000000" pitchFamily="2" charset="2"/>
      <a:buChar char=""/>
      <a:defRPr lang="en-US" sz="1100" kern="1200">
        <a:solidFill>
          <a:schemeClr val="tx1"/>
        </a:solidFill>
        <a:latin typeface="+mn-lt"/>
        <a:ea typeface="+mn-ea"/>
        <a:cs typeface="+mn-cs"/>
      </a:defRPr>
    </a:lvl2pPr>
    <a:lvl3pPr marL="400050"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3pPr>
    <a:lvl4pPr marL="57943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4pPr>
    <a:lvl5pPr marL="750887" indent="-171450" algn="l" defTabSz="914400" rtl="0" eaLnBrk="1" latinLnBrk="0" hangingPunct="1">
      <a:buFont typeface="Arial" panose="020B0604020202020204" pitchFamily="34" charset="0"/>
      <a:buChar char="›"/>
      <a:defRPr lang="en-US" sz="11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Date Placeholder 3"/>
          <p:cNvSpPr>
            <a:spLocks noGrp="1"/>
          </p:cNvSpPr>
          <p:nvPr>
            <p:ph type="dt" idx="1"/>
          </p:nvPr>
        </p:nvSpPr>
        <p:spPr/>
        <p:txBody>
          <a:bodyPr/>
          <a:lstStyle/>
          <a:p>
            <a:fld id="{1DF34805-1F01-4BDA-A8CA-FCEA2B4BC8D0}" type="datetime3">
              <a:rPr lang="en-US" smtClean="0"/>
              <a:pPr/>
              <a:t>23 July 2026</a:t>
            </a:fld>
            <a:endParaRPr lang="en-US"/>
          </a:p>
        </p:txBody>
      </p:sp>
      <p:sp>
        <p:nvSpPr>
          <p:cNvPr id="5" name="Slide Number Placeholder 4"/>
          <p:cNvSpPr>
            <a:spLocks noGrp="1"/>
          </p:cNvSpPr>
          <p:nvPr>
            <p:ph type="sldNum" sz="quarter" idx="5"/>
          </p:nvPr>
        </p:nvSpPr>
        <p:spPr/>
        <p:txBody>
          <a:bodyPr/>
          <a:lstStyle/>
          <a:p>
            <a:fld id="{CF5EBCF4-26FC-4F76-8DA1-52FDDC328D44}" type="slidenum">
              <a:rPr lang="en-US" smtClean="0"/>
              <a:pPr/>
              <a:t>1</a:t>
            </a:fld>
            <a:endParaRPr lang="en-US"/>
          </a:p>
        </p:txBody>
      </p:sp>
    </p:spTree>
    <p:extLst>
      <p:ext uri="{BB962C8B-B14F-4D97-AF65-F5344CB8AC3E}">
        <p14:creationId xmlns:p14="http://schemas.microsoft.com/office/powerpoint/2010/main" val="317410638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FCF53B-E3C3-335B-E2D7-5C01DA9A95C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D64EA0-EDF3-981B-721D-EA327CC7FCB7}"/>
              </a:ext>
            </a:extLst>
          </p:cNvPr>
          <p:cNvSpPr>
            <a:spLocks noGrp="1" noRot="1" noChangeAspect="1"/>
          </p:cNvSpPr>
          <p:nvPr>
            <p:ph type="sldImg"/>
          </p:nvPr>
        </p:nvSpPr>
        <p:spPr>
          <a:xfrm>
            <a:off x="735013" y="563563"/>
            <a:ext cx="5632450" cy="3168650"/>
          </a:xfrm>
        </p:spPr>
      </p:sp>
      <p:sp>
        <p:nvSpPr>
          <p:cNvPr id="3" name="Notes Placeholder 2">
            <a:extLst>
              <a:ext uri="{FF2B5EF4-FFF2-40B4-BE49-F238E27FC236}">
                <a16:creationId xmlns:a16="http://schemas.microsoft.com/office/drawing/2014/main" id="{ED51936B-F4B7-E5D0-2815-A9D6A196EA11}"/>
              </a:ext>
            </a:extLst>
          </p:cNvPr>
          <p:cNvSpPr>
            <a:spLocks noGrp="1"/>
          </p:cNvSpPr>
          <p:nvPr>
            <p:ph type="body" idx="1"/>
          </p:nvPr>
        </p:nvSpPr>
        <p:spPr/>
        <p:txBody>
          <a:bodyPr/>
          <a:lstStyle/>
          <a:p>
            <a:endParaRPr lang="en-GB"/>
          </a:p>
        </p:txBody>
      </p:sp>
      <p:sp>
        <p:nvSpPr>
          <p:cNvPr id="4" name="Date Placeholder 3">
            <a:extLst>
              <a:ext uri="{FF2B5EF4-FFF2-40B4-BE49-F238E27FC236}">
                <a16:creationId xmlns:a16="http://schemas.microsoft.com/office/drawing/2014/main" id="{BD7688AB-190F-5FF8-2CC0-8AC7B7D71B48}"/>
              </a:ext>
            </a:extLst>
          </p:cNvPr>
          <p:cNvSpPr>
            <a:spLocks noGrp="1"/>
          </p:cNvSpPr>
          <p:nvPr>
            <p:ph type="dt" idx="1"/>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DF34805-1F01-4BDA-A8CA-FCEA2B4BC8D0}" type="datetime3">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23 July, 2026</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5" name="Slide Number Placeholder 4">
            <a:extLst>
              <a:ext uri="{FF2B5EF4-FFF2-40B4-BE49-F238E27FC236}">
                <a16:creationId xmlns:a16="http://schemas.microsoft.com/office/drawing/2014/main" id="{DFE19172-5AC6-BBB5-CC5B-7924998CFCDE}"/>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F5EBCF4-26FC-4F76-8DA1-52FDDC328D44}" type="slidenum">
              <a:rPr kumimoji="0" lang="en-GB"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GB"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Tree>
    <p:extLst>
      <p:ext uri="{BB962C8B-B14F-4D97-AF65-F5344CB8AC3E}">
        <p14:creationId xmlns:p14="http://schemas.microsoft.com/office/powerpoint/2010/main" val="14629966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23.xml"/><Relationship Id="rId2" Type="http://schemas.openxmlformats.org/officeDocument/2006/relationships/tags" Target="../tags/tag24.xml"/><Relationship Id="rId3" Type="http://schemas.openxmlformats.org/officeDocument/2006/relationships/tags" Target="../tags/tag25.xml"/><Relationship Id="rId4" Type="http://schemas.openxmlformats.org/officeDocument/2006/relationships/tags" Target="../tags/tag26.xml"/><Relationship Id="rId5" Type="http://schemas.openxmlformats.org/officeDocument/2006/relationships/tags" Target="../tags/tag27.xml"/><Relationship Id="rId6" Type="http://schemas.openxmlformats.org/officeDocument/2006/relationships/tags" Target="../tags/tag28.xml"/><Relationship Id="rId7" Type="http://schemas.openxmlformats.org/officeDocument/2006/relationships/tags" Target="../tags/tag29.xml"/><Relationship Id="rId8" Type="http://schemas.openxmlformats.org/officeDocument/2006/relationships/tags" Target="../tags/tag30.xml"/><Relationship Id="rId9" Type="http://schemas.openxmlformats.org/officeDocument/2006/relationships/tags" Target="../tags/tag31.xml"/><Relationship Id="rId10" Type="http://schemas.openxmlformats.org/officeDocument/2006/relationships/slideMaster" Target="../slideMasters/slideMaster1.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2.bin"/><Relationship Id="rId14" Type="http://schemas.openxmlformats.org/officeDocument/2006/relationships/image" Target="../media/image5.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32.xml"/><Relationship Id="rId2" Type="http://schemas.openxmlformats.org/officeDocument/2006/relationships/tags" Target="../tags/tag33.xml"/><Relationship Id="rId3" Type="http://schemas.openxmlformats.org/officeDocument/2006/relationships/tags" Target="../tags/tag34.xml"/><Relationship Id="rId4" Type="http://schemas.openxmlformats.org/officeDocument/2006/relationships/tags" Target="../tags/tag35.xml"/><Relationship Id="rId5" Type="http://schemas.openxmlformats.org/officeDocument/2006/relationships/tags" Target="../tags/tag36.xml"/><Relationship Id="rId6" Type="http://schemas.openxmlformats.org/officeDocument/2006/relationships/tags" Target="../tags/tag37.xml"/><Relationship Id="rId7" Type="http://schemas.openxmlformats.org/officeDocument/2006/relationships/tags" Target="../tags/tag38.xml"/><Relationship Id="rId8" Type="http://schemas.openxmlformats.org/officeDocument/2006/relationships/slideMaster" Target="../slideMasters/slideMaster1.xml"/><Relationship Id="rId9" Type="http://schemas.openxmlformats.org/officeDocument/2006/relationships/oleObject" Target="../embeddings/oleObject3.bin"/><Relationship Id="rId10"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39.xml"/><Relationship Id="rId2" Type="http://schemas.openxmlformats.org/officeDocument/2006/relationships/tags" Target="../tags/tag40.xml"/><Relationship Id="rId3" Type="http://schemas.openxmlformats.org/officeDocument/2006/relationships/tags" Target="../tags/tag41.xml"/><Relationship Id="rId4" Type="http://schemas.openxmlformats.org/officeDocument/2006/relationships/tags" Target="../tags/tag42.xml"/><Relationship Id="rId5"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43.xml"/><Relationship Id="rId2" Type="http://schemas.openxmlformats.org/officeDocument/2006/relationships/tags" Target="../tags/tag44.xml"/><Relationship Id="rId3" Type="http://schemas.openxmlformats.org/officeDocument/2006/relationships/tags" Target="../tags/tag45.xml"/><Relationship Id="rId4" Type="http://schemas.openxmlformats.org/officeDocument/2006/relationships/tags" Target="../tags/tag46.xml"/><Relationship Id="rId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47.xml"/><Relationship Id="rId2" Type="http://schemas.openxmlformats.org/officeDocument/2006/relationships/tags" Target="../tags/tag48.xml"/><Relationship Id="rId3" Type="http://schemas.openxmlformats.org/officeDocument/2006/relationships/tags" Target="../tags/tag49.xml"/><Relationship Id="rId4" Type="http://schemas.openxmlformats.org/officeDocument/2006/relationships/tags" Target="../tags/tag50.xml"/><Relationship Id="rId5" Type="http://schemas.openxmlformats.org/officeDocument/2006/relationships/tags" Target="../tags/tag51.xml"/><Relationship Id="rId6" Type="http://schemas.openxmlformats.org/officeDocument/2006/relationships/tags" Target="../tags/tag52.xml"/><Relationship Id="rId7" Type="http://schemas.openxmlformats.org/officeDocument/2006/relationships/slideMaster" Target="../slideMasters/slideMaster1.xml"/><Relationship Id="rId8" Type="http://schemas.openxmlformats.org/officeDocument/2006/relationships/oleObject" Target="../embeddings/oleObject4.bin"/><Relationship Id="rId9" Type="http://schemas.openxmlformats.org/officeDocument/2006/relationships/image" Target="../media/image6.emf"/></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53.xml"/><Relationship Id="rId2" Type="http://schemas.openxmlformats.org/officeDocument/2006/relationships/tags" Target="../tags/tag54.xml"/><Relationship Id="rId3" Type="http://schemas.openxmlformats.org/officeDocument/2006/relationships/tags" Target="../tags/tag55.xml"/><Relationship Id="rId4" Type="http://schemas.openxmlformats.org/officeDocument/2006/relationships/tags" Target="../tags/tag56.xml"/><Relationship Id="rId5" Type="http://schemas.openxmlformats.org/officeDocument/2006/relationships/tags" Target="../tags/tag57.xml"/><Relationship Id="rId6" Type="http://schemas.openxmlformats.org/officeDocument/2006/relationships/tags" Target="../tags/tag58.xml"/><Relationship Id="rId7" Type="http://schemas.openxmlformats.org/officeDocument/2006/relationships/tags" Target="../tags/tag59.xml"/><Relationship Id="rId8" Type="http://schemas.openxmlformats.org/officeDocument/2006/relationships/slideMaster" Target="../slideMasters/slideMaster1.xml"/><Relationship Id="rId9" Type="http://schemas.openxmlformats.org/officeDocument/2006/relationships/oleObject" Target="../embeddings/oleObject5.bin"/><Relationship Id="rId10" Type="http://schemas.openxmlformats.org/officeDocument/2006/relationships/image" Target="../media/image6.emf"/></Relationships>
</file>

<file path=ppt/slideLayouts/_rels/slideLayout7.xml.rels><?xml version='1.0' encoding='UTF-8' standalone='yes'?>
<Relationships xmlns="http://schemas.openxmlformats.org/package/2006/relationships"><Relationship Id="rId1" Type="http://schemas.openxmlformats.org/officeDocument/2006/relationships/tags" Target="../tags/tag60.xml"/><Relationship Id="rId2" Type="http://schemas.openxmlformats.org/officeDocument/2006/relationships/tags" Target="../tags/tag61.xml"/><Relationship Id="rId3" Type="http://schemas.openxmlformats.org/officeDocument/2006/relationships/tags" Target="../tags/tag62.xml"/><Relationship Id="rId4" Type="http://schemas.openxmlformats.org/officeDocument/2006/relationships/tags" Target="../tags/tag63.xml"/><Relationship Id="rId5" Type="http://schemas.openxmlformats.org/officeDocument/2006/relationships/tags" Target="../tags/tag64.xml"/><Relationship Id="rId6" Type="http://schemas.openxmlformats.org/officeDocument/2006/relationships/tags" Target="../tags/tag65.xml"/><Relationship Id="rId7" Type="http://schemas.openxmlformats.org/officeDocument/2006/relationships/tags" Target="../tags/tag66.xml"/><Relationship Id="rId8" Type="http://schemas.openxmlformats.org/officeDocument/2006/relationships/tags" Target="../tags/tag67.xml"/><Relationship Id="rId9" Type="http://schemas.openxmlformats.org/officeDocument/2006/relationships/tags" Target="../tags/tag68.xml"/><Relationship Id="rId10" Type="http://schemas.openxmlformats.org/officeDocument/2006/relationships/slideMaster" Target="../slideMasters/slideMaster1.xml"/><Relationship Id="rId11" Type="http://schemas.openxmlformats.org/officeDocument/2006/relationships/oleObject" Target="../embeddings/oleObject6.bin"/><Relationship Id="rId1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69.xml"/><Relationship Id="rId2" Type="http://schemas.openxmlformats.org/officeDocument/2006/relationships/tags" Target="../tags/tag70.xml"/><Relationship Id="rId3" Type="http://schemas.openxmlformats.org/officeDocument/2006/relationships/tags" Target="../tags/tag71.xml"/><Relationship Id="rId4" Type="http://schemas.openxmlformats.org/officeDocument/2006/relationships/tags" Target="../tags/tag72.xml"/><Relationship Id="rId5" Type="http://schemas.openxmlformats.org/officeDocument/2006/relationships/tags" Target="../tags/tag73.xml"/><Relationship Id="rId6" Type="http://schemas.openxmlformats.org/officeDocument/2006/relationships/tags" Target="../tags/tag74.xml"/><Relationship Id="rId7" Type="http://schemas.openxmlformats.org/officeDocument/2006/relationships/tags" Target="../tags/tag75.xml"/><Relationship Id="rId8" Type="http://schemas.openxmlformats.org/officeDocument/2006/relationships/tags" Target="../tags/tag76.xml"/><Relationship Id="rId9" Type="http://schemas.openxmlformats.org/officeDocument/2006/relationships/tags" Target="../tags/tag77.xml"/><Relationship Id="rId10" Type="http://schemas.openxmlformats.org/officeDocument/2006/relationships/slideMaster" Target="../slideMasters/slideMaster1.xml"/><Relationship Id="rId11" Type="http://schemas.openxmlformats.org/officeDocument/2006/relationships/oleObject" Target="../embeddings/oleObject7.bin"/><Relationship Id="rId12"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tags" Target="../tags/tag78.xml"/><Relationship Id="rId2" Type="http://schemas.openxmlformats.org/officeDocument/2006/relationships/tags" Target="../tags/tag79.xml"/><Relationship Id="rId3" Type="http://schemas.openxmlformats.org/officeDocument/2006/relationships/tags" Target="../tags/tag80.xml"/><Relationship Id="rId4" Type="http://schemas.openxmlformats.org/officeDocument/2006/relationships/tags" Target="../tags/tag81.xml"/><Relationship Id="rId5" Type="http://schemas.openxmlformats.org/officeDocument/2006/relationships/tags" Target="../tags/tag82.xml"/><Relationship Id="rId6" Type="http://schemas.openxmlformats.org/officeDocument/2006/relationships/tags" Target="../tags/tag83.xml"/><Relationship Id="rId7" Type="http://schemas.openxmlformats.org/officeDocument/2006/relationships/tags" Target="../tags/tag84.xml"/><Relationship Id="rId8" Type="http://schemas.openxmlformats.org/officeDocument/2006/relationships/tags" Target="../tags/tag85.xml"/><Relationship Id="rId9" Type="http://schemas.openxmlformats.org/officeDocument/2006/relationships/tags" Target="../tags/tag86.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tags" Target="../tags/tag87.xml"/><Relationship Id="rId2" Type="http://schemas.openxmlformats.org/officeDocument/2006/relationships/tags" Target="../tags/tag88.xml"/><Relationship Id="rId3" Type="http://schemas.openxmlformats.org/officeDocument/2006/relationships/tags" Target="../tags/tag89.xml"/><Relationship Id="rId4" Type="http://schemas.openxmlformats.org/officeDocument/2006/relationships/tags" Target="../tags/tag90.xml"/><Relationship Id="rId5" Type="http://schemas.openxmlformats.org/officeDocument/2006/relationships/tags" Target="../tags/tag91.xml"/><Relationship Id="rId6" Type="http://schemas.openxmlformats.org/officeDocument/2006/relationships/tags" Target="../tags/tag92.xml"/><Relationship Id="rId7" Type="http://schemas.openxmlformats.org/officeDocument/2006/relationships/tags" Target="../tags/tag93.xml"/><Relationship Id="rId8" Type="http://schemas.openxmlformats.org/officeDocument/2006/relationships/tags" Target="../tags/tag94.xml"/><Relationship Id="rId9" Type="http://schemas.openxmlformats.org/officeDocument/2006/relationships/tags" Target="../tags/tag95.xml"/><Relationship Id="rId10" Type="http://schemas.openxmlformats.org/officeDocument/2006/relationships/slideMaster" Target="../slideMasters/slideMaster1.xml"/><Relationship Id="rId11" Type="http://schemas.openxmlformats.org/officeDocument/2006/relationships/oleObject" Target="../embeddings/oleObject9.bin"/><Relationship Id="rId12"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1" Type="http://schemas.openxmlformats.org/officeDocument/2006/relationships/tags" Target="../tags/tag96.xml"/><Relationship Id="rId2" Type="http://schemas.openxmlformats.org/officeDocument/2006/relationships/tags" Target="../tags/tag97.xml"/><Relationship Id="rId3" Type="http://schemas.openxmlformats.org/officeDocument/2006/relationships/tags" Target="../tags/tag98.xml"/><Relationship Id="rId4" Type="http://schemas.openxmlformats.org/officeDocument/2006/relationships/tags" Target="../tags/tag99.xml"/><Relationship Id="rId5" Type="http://schemas.openxmlformats.org/officeDocument/2006/relationships/tags" Target="../tags/tag100.xml"/><Relationship Id="rId6" Type="http://schemas.openxmlformats.org/officeDocument/2006/relationships/tags" Target="../tags/tag101.xml"/><Relationship Id="rId7" Type="http://schemas.openxmlformats.org/officeDocument/2006/relationships/tags" Target="../tags/tag102.xml"/><Relationship Id="rId8" Type="http://schemas.openxmlformats.org/officeDocument/2006/relationships/tags" Target="../tags/tag103.xml"/><Relationship Id="rId9" Type="http://schemas.openxmlformats.org/officeDocument/2006/relationships/tags" Target="../tags/tag104.xml"/><Relationship Id="rId10" Type="http://schemas.openxmlformats.org/officeDocument/2006/relationships/slideMaster" Target="../slideMasters/slideMaster1.xml"/><Relationship Id="rId11" Type="http://schemas.openxmlformats.org/officeDocument/2006/relationships/oleObject" Target="../embeddings/oleObject8.bin"/><Relationship Id="rId1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105.xml"/><Relationship Id="rId2" Type="http://schemas.openxmlformats.org/officeDocument/2006/relationships/tags" Target="../tags/tag106.xml"/><Relationship Id="rId3" Type="http://schemas.openxmlformats.org/officeDocument/2006/relationships/tags" Target="../tags/tag107.xml"/><Relationship Id="rId4" Type="http://schemas.openxmlformats.org/officeDocument/2006/relationships/tags" Target="../tags/tag108.xml"/><Relationship Id="rId5" Type="http://schemas.openxmlformats.org/officeDocument/2006/relationships/tags" Target="../tags/tag109.xml"/><Relationship Id="rId6"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tags" Target="../tags/tag110.xml"/><Relationship Id="rId2" Type="http://schemas.openxmlformats.org/officeDocument/2006/relationships/tags" Target="../tags/tag111.xml"/><Relationship Id="rId3" Type="http://schemas.openxmlformats.org/officeDocument/2006/relationships/tags" Target="../tags/tag112.xml"/><Relationship Id="rId4" Type="http://schemas.openxmlformats.org/officeDocument/2006/relationships/tags" Target="../tags/tag113.xml"/><Relationship Id="rId5"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tags" Target="../tags/tag114.xml"/><Relationship Id="rId2" Type="http://schemas.openxmlformats.org/officeDocument/2006/relationships/tags" Target="../tags/tag115.xml"/><Relationship Id="rId3" Type="http://schemas.openxmlformats.org/officeDocument/2006/relationships/tags" Target="../tags/tag116.xml"/><Relationship Id="rId4" Type="http://schemas.openxmlformats.org/officeDocument/2006/relationships/tags" Target="../tags/tag117.xml"/><Relationship Id="rId5" Type="http://schemas.openxmlformats.org/officeDocument/2006/relationships/slideMaster" Target="../slideMasters/slideMaster1.xml"/><Relationship Id="rId6" Type="http://schemas.openxmlformats.org/officeDocument/2006/relationships/image" Target="../media/image3.jpg"/><Relationship Id="rId7" Type="http://schemas.openxmlformats.org/officeDocument/2006/relationships/oleObject" Target="../embeddings/oleObject10.bin"/><Relationship Id="rId8" Type="http://schemas.openxmlformats.org/officeDocument/2006/relationships/image" Target="../media/image5.emf"/></Relationships>
</file>

<file path=ppt/slideLayouts/_rels/slideLayout15.xml.rels><?xml version='1.0' encoding='UTF-8' standalone='yes'?>
<Relationships xmlns="http://schemas.openxmlformats.org/package/2006/relationships"><Relationship Id="rId1" Type="http://schemas.openxmlformats.org/officeDocument/2006/relationships/tags" Target="../tags/tag139.xml"/><Relationship Id="rId2" Type="http://schemas.openxmlformats.org/officeDocument/2006/relationships/tags" Target="../tags/tag140.xml"/><Relationship Id="rId3" Type="http://schemas.openxmlformats.org/officeDocument/2006/relationships/tags" Target="../tags/tag141.xml"/><Relationship Id="rId4" Type="http://schemas.openxmlformats.org/officeDocument/2006/relationships/tags" Target="../tags/tag142.xml"/><Relationship Id="rId5" Type="http://schemas.openxmlformats.org/officeDocument/2006/relationships/tags" Target="../tags/tag143.xml"/><Relationship Id="rId6" Type="http://schemas.openxmlformats.org/officeDocument/2006/relationships/tags" Target="../tags/tag144.xml"/><Relationship Id="rId7" Type="http://schemas.openxmlformats.org/officeDocument/2006/relationships/tags" Target="../tags/tag145.xml"/><Relationship Id="rId8" Type="http://schemas.openxmlformats.org/officeDocument/2006/relationships/tags" Target="../tags/tag146.xml"/><Relationship Id="rId9" Type="http://schemas.openxmlformats.org/officeDocument/2006/relationships/tags" Target="../tags/tag147.xml"/><Relationship Id="rId10" Type="http://schemas.openxmlformats.org/officeDocument/2006/relationships/slideMaster" Target="../slideMasters/slideMaster2.xml"/><Relationship Id="rId11" Type="http://schemas.openxmlformats.org/officeDocument/2006/relationships/image" Target="../media/image3.jpg"/><Relationship Id="rId12" Type="http://schemas.openxmlformats.org/officeDocument/2006/relationships/image" Target="../media/image4.png"/><Relationship Id="rId13" Type="http://schemas.openxmlformats.org/officeDocument/2006/relationships/oleObject" Target="../embeddings/oleObject12.bin"/><Relationship Id="rId1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1" Type="http://schemas.openxmlformats.org/officeDocument/2006/relationships/tags" Target="../tags/tag148.xml"/><Relationship Id="rId2" Type="http://schemas.openxmlformats.org/officeDocument/2006/relationships/tags" Target="../tags/tag149.xml"/><Relationship Id="rId3" Type="http://schemas.openxmlformats.org/officeDocument/2006/relationships/tags" Target="../tags/tag150.xml"/><Relationship Id="rId4" Type="http://schemas.openxmlformats.org/officeDocument/2006/relationships/tags" Target="../tags/tag151.xml"/><Relationship Id="rId5" Type="http://schemas.openxmlformats.org/officeDocument/2006/relationships/tags" Target="../tags/tag152.xml"/><Relationship Id="rId6" Type="http://schemas.openxmlformats.org/officeDocument/2006/relationships/tags" Target="../tags/tag153.xml"/><Relationship Id="rId7" Type="http://schemas.openxmlformats.org/officeDocument/2006/relationships/tags" Target="../tags/tag154.xml"/><Relationship Id="rId8" Type="http://schemas.openxmlformats.org/officeDocument/2006/relationships/slideMaster" Target="../slideMasters/slideMaster2.xml"/><Relationship Id="rId9" Type="http://schemas.openxmlformats.org/officeDocument/2006/relationships/oleObject" Target="../embeddings/oleObject13.bin"/><Relationship Id="rId10" Type="http://schemas.openxmlformats.org/officeDocument/2006/relationships/image" Target="../media/image1.emf"/></Relationships>
</file>

<file path=ppt/slideLayouts/_rels/slideLayout17.xml.rels><?xml version='1.0' encoding='UTF-8' standalone='yes'?>
<Relationships xmlns="http://schemas.openxmlformats.org/package/2006/relationships"><Relationship Id="rId1" Type="http://schemas.openxmlformats.org/officeDocument/2006/relationships/tags" Target="../tags/tag155.xml"/><Relationship Id="rId2" Type="http://schemas.openxmlformats.org/officeDocument/2006/relationships/tags" Target="../tags/tag156.xml"/><Relationship Id="rId3" Type="http://schemas.openxmlformats.org/officeDocument/2006/relationships/tags" Target="../tags/tag157.xml"/><Relationship Id="rId4" Type="http://schemas.openxmlformats.org/officeDocument/2006/relationships/tags" Target="../tags/tag158.xml"/><Relationship Id="rId5"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tags" Target="../tags/tag159.xml"/><Relationship Id="rId2" Type="http://schemas.openxmlformats.org/officeDocument/2006/relationships/tags" Target="../tags/tag160.xml"/><Relationship Id="rId3" Type="http://schemas.openxmlformats.org/officeDocument/2006/relationships/tags" Target="../tags/tag161.xml"/><Relationship Id="rId4" Type="http://schemas.openxmlformats.org/officeDocument/2006/relationships/tags" Target="../tags/tag162.xml"/><Relationship Id="rId5"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tags" Target="../tags/tag163.xml"/><Relationship Id="rId2" Type="http://schemas.openxmlformats.org/officeDocument/2006/relationships/tags" Target="../tags/tag164.xml"/><Relationship Id="rId3" Type="http://schemas.openxmlformats.org/officeDocument/2006/relationships/tags" Target="../tags/tag165.xml"/><Relationship Id="rId4" Type="http://schemas.openxmlformats.org/officeDocument/2006/relationships/tags" Target="../tags/tag166.xml"/><Relationship Id="rId5" Type="http://schemas.openxmlformats.org/officeDocument/2006/relationships/tags" Target="../tags/tag167.xml"/><Relationship Id="rId6" Type="http://schemas.openxmlformats.org/officeDocument/2006/relationships/tags" Target="../tags/tag168.xml"/><Relationship Id="rId7" Type="http://schemas.openxmlformats.org/officeDocument/2006/relationships/slideMaster" Target="../slideMasters/slideMaster2.xml"/><Relationship Id="rId8" Type="http://schemas.openxmlformats.org/officeDocument/2006/relationships/oleObject" Target="../embeddings/oleObject14.bin"/><Relationship Id="rId9" Type="http://schemas.openxmlformats.org/officeDocument/2006/relationships/image" Target="../media/image6.emf"/></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69.xml"/><Relationship Id="rId2" Type="http://schemas.openxmlformats.org/officeDocument/2006/relationships/tags" Target="../tags/tag170.xml"/><Relationship Id="rId3" Type="http://schemas.openxmlformats.org/officeDocument/2006/relationships/tags" Target="../tags/tag171.xml"/><Relationship Id="rId4" Type="http://schemas.openxmlformats.org/officeDocument/2006/relationships/tags" Target="../tags/tag172.xml"/><Relationship Id="rId5" Type="http://schemas.openxmlformats.org/officeDocument/2006/relationships/tags" Target="../tags/tag173.xml"/><Relationship Id="rId6" Type="http://schemas.openxmlformats.org/officeDocument/2006/relationships/tags" Target="../tags/tag174.xml"/><Relationship Id="rId7" Type="http://schemas.openxmlformats.org/officeDocument/2006/relationships/tags" Target="../tags/tag175.xml"/><Relationship Id="rId8" Type="http://schemas.openxmlformats.org/officeDocument/2006/relationships/slideMaster" Target="../slideMasters/slideMaster2.xml"/><Relationship Id="rId9" Type="http://schemas.openxmlformats.org/officeDocument/2006/relationships/oleObject" Target="../embeddings/oleObject15.bin"/><Relationship Id="rId10" Type="http://schemas.openxmlformats.org/officeDocument/2006/relationships/image" Target="../media/image6.emf"/></Relationships>
</file>

<file path=ppt/slideLayouts/_rels/slideLayout21.xml.rels><?xml version='1.0' encoding='UTF-8' standalone='yes'?>
<Relationships xmlns="http://schemas.openxmlformats.org/package/2006/relationships"><Relationship Id="rId1" Type="http://schemas.openxmlformats.org/officeDocument/2006/relationships/tags" Target="../tags/tag176.xml"/><Relationship Id="rId2" Type="http://schemas.openxmlformats.org/officeDocument/2006/relationships/tags" Target="../tags/tag177.xml"/><Relationship Id="rId3" Type="http://schemas.openxmlformats.org/officeDocument/2006/relationships/tags" Target="../tags/tag178.xml"/><Relationship Id="rId4" Type="http://schemas.openxmlformats.org/officeDocument/2006/relationships/tags" Target="../tags/tag179.xml"/><Relationship Id="rId5" Type="http://schemas.openxmlformats.org/officeDocument/2006/relationships/tags" Target="../tags/tag180.xml"/><Relationship Id="rId6" Type="http://schemas.openxmlformats.org/officeDocument/2006/relationships/tags" Target="../tags/tag181.xml"/><Relationship Id="rId7" Type="http://schemas.openxmlformats.org/officeDocument/2006/relationships/tags" Target="../tags/tag182.xml"/><Relationship Id="rId8" Type="http://schemas.openxmlformats.org/officeDocument/2006/relationships/tags" Target="../tags/tag183.xml"/><Relationship Id="rId9" Type="http://schemas.openxmlformats.org/officeDocument/2006/relationships/tags" Target="../tags/tag184.xml"/><Relationship Id="rId10" Type="http://schemas.openxmlformats.org/officeDocument/2006/relationships/slideMaster" Target="../slideMasters/slideMaster2.xml"/><Relationship Id="rId11" Type="http://schemas.openxmlformats.org/officeDocument/2006/relationships/oleObject" Target="../embeddings/oleObject16.bin"/><Relationship Id="rId1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tags" Target="../tags/tag185.xml"/><Relationship Id="rId2" Type="http://schemas.openxmlformats.org/officeDocument/2006/relationships/tags" Target="../tags/tag186.xml"/><Relationship Id="rId3" Type="http://schemas.openxmlformats.org/officeDocument/2006/relationships/tags" Target="../tags/tag187.xml"/><Relationship Id="rId4" Type="http://schemas.openxmlformats.org/officeDocument/2006/relationships/tags" Target="../tags/tag188.xml"/><Relationship Id="rId5" Type="http://schemas.openxmlformats.org/officeDocument/2006/relationships/tags" Target="../tags/tag189.xml"/><Relationship Id="rId6" Type="http://schemas.openxmlformats.org/officeDocument/2006/relationships/tags" Target="../tags/tag190.xml"/><Relationship Id="rId7" Type="http://schemas.openxmlformats.org/officeDocument/2006/relationships/tags" Target="../tags/tag191.xml"/><Relationship Id="rId8" Type="http://schemas.openxmlformats.org/officeDocument/2006/relationships/tags" Target="../tags/tag192.xml"/><Relationship Id="rId9" Type="http://schemas.openxmlformats.org/officeDocument/2006/relationships/tags" Target="../tags/tag193.xml"/><Relationship Id="rId10" Type="http://schemas.openxmlformats.org/officeDocument/2006/relationships/slideMaster" Target="../slideMasters/slideMaster2.xml"/><Relationship Id="rId11" Type="http://schemas.openxmlformats.org/officeDocument/2006/relationships/oleObject" Target="../embeddings/oleObject17.bin"/><Relationship Id="rId1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tags" Target="../tags/tag194.xml"/><Relationship Id="rId2" Type="http://schemas.openxmlformats.org/officeDocument/2006/relationships/tags" Target="../tags/tag195.xml"/><Relationship Id="rId3" Type="http://schemas.openxmlformats.org/officeDocument/2006/relationships/tags" Target="../tags/tag196.xml"/><Relationship Id="rId4" Type="http://schemas.openxmlformats.org/officeDocument/2006/relationships/tags" Target="../tags/tag197.xml"/><Relationship Id="rId5" Type="http://schemas.openxmlformats.org/officeDocument/2006/relationships/tags" Target="../tags/tag198.xml"/><Relationship Id="rId6" Type="http://schemas.openxmlformats.org/officeDocument/2006/relationships/tags" Target="../tags/tag199.xml"/><Relationship Id="rId7" Type="http://schemas.openxmlformats.org/officeDocument/2006/relationships/tags" Target="../tags/tag200.xml"/><Relationship Id="rId8" Type="http://schemas.openxmlformats.org/officeDocument/2006/relationships/tags" Target="../tags/tag201.xml"/><Relationship Id="rId9" Type="http://schemas.openxmlformats.org/officeDocument/2006/relationships/tags" Target="../tags/tag202.xml"/><Relationship Id="rId10" Type="http://schemas.openxmlformats.org/officeDocument/2006/relationships/slideMaster" Target="../slideMasters/slideMaster2.xml"/><Relationship Id="rId11" Type="http://schemas.openxmlformats.org/officeDocument/2006/relationships/oleObject" Target="../embeddings/oleObject18.bin"/><Relationship Id="rId12" Type="http://schemas.openxmlformats.org/officeDocument/2006/relationships/image" Target="../media/image9.emf"/></Relationships>
</file>

<file path=ppt/slideLayouts/_rels/slideLayout24.xml.rels><?xml version='1.0' encoding='UTF-8' standalone='yes'?>
<Relationships xmlns="http://schemas.openxmlformats.org/package/2006/relationships"><Relationship Id="rId1" Type="http://schemas.openxmlformats.org/officeDocument/2006/relationships/tags" Target="../tags/tag203.xml"/><Relationship Id="rId2" Type="http://schemas.openxmlformats.org/officeDocument/2006/relationships/tags" Target="../tags/tag204.xml"/><Relationship Id="rId3" Type="http://schemas.openxmlformats.org/officeDocument/2006/relationships/tags" Target="../tags/tag205.xml"/><Relationship Id="rId4" Type="http://schemas.openxmlformats.org/officeDocument/2006/relationships/tags" Target="../tags/tag206.xml"/><Relationship Id="rId5" Type="http://schemas.openxmlformats.org/officeDocument/2006/relationships/tags" Target="../tags/tag207.xml"/><Relationship Id="rId6" Type="http://schemas.openxmlformats.org/officeDocument/2006/relationships/tags" Target="../tags/tag208.xml"/><Relationship Id="rId7" Type="http://schemas.openxmlformats.org/officeDocument/2006/relationships/tags" Target="../tags/tag209.xml"/><Relationship Id="rId8" Type="http://schemas.openxmlformats.org/officeDocument/2006/relationships/tags" Target="../tags/tag210.xml"/><Relationship Id="rId9" Type="http://schemas.openxmlformats.org/officeDocument/2006/relationships/tags" Target="../tags/tag211.xml"/><Relationship Id="rId10" Type="http://schemas.openxmlformats.org/officeDocument/2006/relationships/slideMaster" Target="../slideMasters/slideMaster2.xml"/><Relationship Id="rId11" Type="http://schemas.openxmlformats.org/officeDocument/2006/relationships/oleObject" Target="../embeddings/oleObject19.bin"/><Relationship Id="rId12" Type="http://schemas.openxmlformats.org/officeDocument/2006/relationships/image" Target="../media/image1.emf"/></Relationships>
</file>

<file path=ppt/slideLayouts/_rels/slideLayout25.xml.rels><?xml version='1.0' encoding='UTF-8' standalone='yes'?>
<Relationships xmlns="http://schemas.openxmlformats.org/package/2006/relationships"><Relationship Id="rId1" Type="http://schemas.openxmlformats.org/officeDocument/2006/relationships/tags" Target="../tags/tag212.xml"/><Relationship Id="rId2" Type="http://schemas.openxmlformats.org/officeDocument/2006/relationships/tags" Target="../tags/tag213.xml"/><Relationship Id="rId3" Type="http://schemas.openxmlformats.org/officeDocument/2006/relationships/tags" Target="../tags/tag214.xml"/><Relationship Id="rId4" Type="http://schemas.openxmlformats.org/officeDocument/2006/relationships/tags" Target="../tags/tag215.xml"/><Relationship Id="rId5" Type="http://schemas.openxmlformats.org/officeDocument/2006/relationships/tags" Target="../tags/tag216.xml"/><Relationship Id="rId6" Type="http://schemas.openxmlformats.org/officeDocument/2006/relationships/tags" Target="../tags/tag217.xml"/><Relationship Id="rId7" Type="http://schemas.openxmlformats.org/officeDocument/2006/relationships/tags" Target="../tags/tag218.xml"/><Relationship Id="rId8" Type="http://schemas.openxmlformats.org/officeDocument/2006/relationships/tags" Target="../tags/tag219.xml"/><Relationship Id="rId9" Type="http://schemas.openxmlformats.org/officeDocument/2006/relationships/tags" Target="../tags/tag220.xml"/><Relationship Id="rId10" Type="http://schemas.openxmlformats.org/officeDocument/2006/relationships/slideMaster" Target="../slideMasters/slideMaster2.xml"/><Relationship Id="rId11" Type="http://schemas.openxmlformats.org/officeDocument/2006/relationships/oleObject" Target="../embeddings/oleObject20.bin"/><Relationship Id="rId12" Type="http://schemas.openxmlformats.org/officeDocument/2006/relationships/image" Target="../media/image9.emf"/></Relationships>
</file>

<file path=ppt/slideLayouts/_rels/slideLayout26.xml.rels><?xml version='1.0' encoding='UTF-8' standalone='yes'?>
<Relationships xmlns="http://schemas.openxmlformats.org/package/2006/relationships"><Relationship Id="rId1" Type="http://schemas.openxmlformats.org/officeDocument/2006/relationships/tags" Target="../tags/tag221.xml"/><Relationship Id="rId2" Type="http://schemas.openxmlformats.org/officeDocument/2006/relationships/tags" Target="../tags/tag222.xml"/><Relationship Id="rId3" Type="http://schemas.openxmlformats.org/officeDocument/2006/relationships/tags" Target="../tags/tag223.xml"/><Relationship Id="rId4" Type="http://schemas.openxmlformats.org/officeDocument/2006/relationships/tags" Target="../tags/tag224.xml"/><Relationship Id="rId5" Type="http://schemas.openxmlformats.org/officeDocument/2006/relationships/tags" Target="../tags/tag225.xml"/><Relationship Id="rId6" Type="http://schemas.openxmlformats.org/officeDocument/2006/relationships/tags" Target="../tags/tag226.xml"/><Relationship Id="rId7" Type="http://schemas.openxmlformats.org/officeDocument/2006/relationships/tags" Target="../tags/tag227.xml"/><Relationship Id="rId8" Type="http://schemas.openxmlformats.org/officeDocument/2006/relationships/tags" Target="../tags/tag228.xml"/><Relationship Id="rId9" Type="http://schemas.openxmlformats.org/officeDocument/2006/relationships/tags" Target="../tags/tag229.xml"/><Relationship Id="rId10" Type="http://schemas.openxmlformats.org/officeDocument/2006/relationships/slideMaster" Target="../slideMasters/slideMaster2.xml"/><Relationship Id="rId11" Type="http://schemas.openxmlformats.org/officeDocument/2006/relationships/oleObject" Target="../embeddings/oleObject21.bin"/><Relationship Id="rId12" Type="http://schemas.openxmlformats.org/officeDocument/2006/relationships/image" Target="../media/image9.emf"/></Relationships>
</file>

<file path=ppt/slideLayouts/_rels/slideLayout27.xml.rels><?xml version='1.0' encoding='UTF-8' standalone='yes'?>
<Relationships xmlns="http://schemas.openxmlformats.org/package/2006/relationships"><Relationship Id="rId1" Type="http://schemas.openxmlformats.org/officeDocument/2006/relationships/tags" Target="../tags/tag230.xml"/><Relationship Id="rId2" Type="http://schemas.openxmlformats.org/officeDocument/2006/relationships/tags" Target="../tags/tag231.xml"/><Relationship Id="rId3" Type="http://schemas.openxmlformats.org/officeDocument/2006/relationships/tags" Target="../tags/tag232.xml"/><Relationship Id="rId4" Type="http://schemas.openxmlformats.org/officeDocument/2006/relationships/tags" Target="../tags/tag233.xml"/><Relationship Id="rId5" Type="http://schemas.openxmlformats.org/officeDocument/2006/relationships/tags" Target="../tags/tag234.xml"/><Relationship Id="rId6" Type="http://schemas.openxmlformats.org/officeDocument/2006/relationships/tags" Target="../tags/tag235.xml"/><Relationship Id="rId7" Type="http://schemas.openxmlformats.org/officeDocument/2006/relationships/tags" Target="../tags/tag236.xml"/><Relationship Id="rId8" Type="http://schemas.openxmlformats.org/officeDocument/2006/relationships/tags" Target="../tags/tag237.xml"/><Relationship Id="rId9" Type="http://schemas.openxmlformats.org/officeDocument/2006/relationships/tags" Target="../tags/tag238.xml"/><Relationship Id="rId10" Type="http://schemas.openxmlformats.org/officeDocument/2006/relationships/slideMaster" Target="../slideMasters/slideMaster2.xml"/><Relationship Id="rId11" Type="http://schemas.openxmlformats.org/officeDocument/2006/relationships/oleObject" Target="../embeddings/oleObject22.bin"/><Relationship Id="rId12" Type="http://schemas.openxmlformats.org/officeDocument/2006/relationships/image" Target="../media/image1.emf"/></Relationships>
</file>

<file path=ppt/slideLayouts/_rels/slideLayout28.xml.rels><?xml version='1.0' encoding='UTF-8' standalone='yes'?>
<Relationships xmlns="http://schemas.openxmlformats.org/package/2006/relationships"><Relationship Id="rId1" Type="http://schemas.openxmlformats.org/officeDocument/2006/relationships/tags" Target="../tags/tag239.xml"/><Relationship Id="rId2" Type="http://schemas.openxmlformats.org/officeDocument/2006/relationships/tags" Target="../tags/tag240.xml"/><Relationship Id="rId3" Type="http://schemas.openxmlformats.org/officeDocument/2006/relationships/tags" Target="../tags/tag241.xml"/><Relationship Id="rId4" Type="http://schemas.openxmlformats.org/officeDocument/2006/relationships/tags" Target="../tags/tag242.xml"/><Relationship Id="rId5" Type="http://schemas.openxmlformats.org/officeDocument/2006/relationships/tags" Target="../tags/tag243.xml"/><Relationship Id="rId6" Type="http://schemas.openxmlformats.org/officeDocument/2006/relationships/tags" Target="../tags/tag244.xml"/><Relationship Id="rId7" Type="http://schemas.openxmlformats.org/officeDocument/2006/relationships/tags" Target="../tags/tag245.xml"/><Relationship Id="rId8" Type="http://schemas.openxmlformats.org/officeDocument/2006/relationships/tags" Target="../tags/tag246.xml"/><Relationship Id="rId9" Type="http://schemas.openxmlformats.org/officeDocument/2006/relationships/tags" Target="../tags/tag247.xml"/><Relationship Id="rId10" Type="http://schemas.openxmlformats.org/officeDocument/2006/relationships/slideMaster" Target="../slideMasters/slideMaster2.xml"/><Relationship Id="rId11" Type="http://schemas.openxmlformats.org/officeDocument/2006/relationships/oleObject" Target="../embeddings/oleObject23.bin"/><Relationship Id="rId12"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48.xml"/><Relationship Id="rId2" Type="http://schemas.openxmlformats.org/officeDocument/2006/relationships/tags" Target="../tags/tag249.xml"/><Relationship Id="rId3" Type="http://schemas.openxmlformats.org/officeDocument/2006/relationships/tags" Target="../tags/tag250.xml"/><Relationship Id="rId4" Type="http://schemas.openxmlformats.org/officeDocument/2006/relationships/tags" Target="../tags/tag251.xml"/><Relationship Id="rId5" Type="http://schemas.openxmlformats.org/officeDocument/2006/relationships/tags" Target="../tags/tag252.xml"/><Relationship Id="rId6"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tags" Target="../tags/tag253.xml"/><Relationship Id="rId2" Type="http://schemas.openxmlformats.org/officeDocument/2006/relationships/tags" Target="../tags/tag254.xml"/><Relationship Id="rId3" Type="http://schemas.openxmlformats.org/officeDocument/2006/relationships/tags" Target="../tags/tag255.xml"/><Relationship Id="rId4" Type="http://schemas.openxmlformats.org/officeDocument/2006/relationships/tags" Target="../tags/tag256.xml"/><Relationship Id="rId5"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tags" Target="../tags/tag257.xml"/><Relationship Id="rId2" Type="http://schemas.openxmlformats.org/officeDocument/2006/relationships/tags" Target="../tags/tag258.xml"/><Relationship Id="rId3" Type="http://schemas.openxmlformats.org/officeDocument/2006/relationships/tags" Target="../tags/tag259.xml"/><Relationship Id="rId4" Type="http://schemas.openxmlformats.org/officeDocument/2006/relationships/tags" Target="../tags/tag260.xml"/><Relationship Id="rId5" Type="http://schemas.openxmlformats.org/officeDocument/2006/relationships/slideMaster" Target="../slideMasters/slideMaster2.xml"/><Relationship Id="rId6" Type="http://schemas.openxmlformats.org/officeDocument/2006/relationships/image" Target="../media/image3.jpg"/><Relationship Id="rId7" Type="http://schemas.openxmlformats.org/officeDocument/2006/relationships/oleObject" Target="../embeddings/oleObject24.bin"/><Relationship Id="rId8" Type="http://schemas.openxmlformats.org/officeDocument/2006/relationships/image" Target="../media/image5.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bg>
      <p:bgPr>
        <a:solidFill>
          <a:srgbClr val="FFFFFF"/>
        </a:solidFill>
        <a:effectLst/>
      </p:bgPr>
    </p:bg>
    <p:spTree>
      <p:nvGrpSpPr>
        <p:cNvPr id="1" name=""/>
        <p:cNvGrpSpPr/>
        <p:nvPr/>
      </p:nvGrpSpPr>
      <p:grpSpPr>
        <a:xfrm>
          <a:off x="0" y="0"/>
          <a:ext cx="0" cy="0"/>
          <a:chOff x="0" y="0"/>
          <a:chExt cx="0" cy="0"/>
        </a:xfrm>
      </p:grpSpPr>
      <p:pic>
        <p:nvPicPr>
          <p:cNvPr id="16" name="Background">
            <a:extLst>
              <a:ext uri="{FF2B5EF4-FFF2-40B4-BE49-F238E27FC236}">
                <a16:creationId xmlns:a16="http://schemas.microsoft.com/office/drawing/2014/main" id="{BCFEF986-9186-F0C0-29CC-344333767E31}"/>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2" name="Partnership">
            <a:extLst>
              <a:ext uri="{FF2B5EF4-FFF2-40B4-BE49-F238E27FC236}">
                <a16:creationId xmlns:a16="http://schemas.microsoft.com/office/drawing/2014/main" id="{52B89695-D141-85AB-BEF2-DAF58FD754EA}"/>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9" name="Object 8" hidden="1">
            <a:extLst>
              <a:ext uri="{FF2B5EF4-FFF2-40B4-BE49-F238E27FC236}">
                <a16:creationId xmlns:a16="http://schemas.microsoft.com/office/drawing/2014/main" id="{16EA533F-94AF-4D02-A54D-267AD6DA2E6D}"/>
              </a:ext>
            </a:extLst>
          </p:cNvPr>
          <p:cNvGraphicFramePr>
            <a:graphicFrameLocks noChangeAspect="1"/>
          </p:cNvGraphicFramePr>
          <p:nvPr userDrawn="1">
            <p:custDataLst>
              <p:tags r:id="rId2"/>
            </p:custDataLst>
            <p:extLst>
              <p:ext uri="{D42A27DB-BD31-4B8C-83A1-F6EECF244321}">
                <p14:modId xmlns:p14="http://schemas.microsoft.com/office/powerpoint/2010/main" val="110347485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9" name="Object 8" hidden="1">
                        <a:extLst>
                          <a:ext uri="{FF2B5EF4-FFF2-40B4-BE49-F238E27FC236}">
                            <a16:creationId xmlns:a16="http://schemas.microsoft.com/office/drawing/2014/main" id="{16EA533F-94AF-4D02-A54D-267AD6DA2E6D}"/>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8" name="Rectangle 7" hidden="1">
            <a:extLst>
              <a:ext uri="{FF2B5EF4-FFF2-40B4-BE49-F238E27FC236}">
                <a16:creationId xmlns:a16="http://schemas.microsoft.com/office/drawing/2014/main" id="{C54CE3BD-55D7-42CB-8D9D-17E2A0D74581}"/>
              </a:ext>
            </a:extLst>
          </p:cNvPr>
          <p:cNvSpPr/>
          <p:nvPr userDrawn="1">
            <p:custDataLst>
              <p:tags r:id="rId3"/>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grpSp>
        <p:nvGrpSpPr>
          <p:cNvPr id="17" name="logoimage">
            <a:extLst>
              <a:ext uri="{FF2B5EF4-FFF2-40B4-BE49-F238E27FC236}">
                <a16:creationId xmlns:a16="http://schemas.microsoft.com/office/drawing/2014/main" id="{949772D7-BAE9-BB95-C2D5-92588AD0D7EC}"/>
              </a:ext>
            </a:extLst>
          </p:cNvPr>
          <p:cNvGrpSpPr/>
          <p:nvPr userDrawn="1">
            <p:custDataLst>
              <p:tags r:id="rId4"/>
            </p:custDataLst>
          </p:nvPr>
        </p:nvGrpSpPr>
        <p:grpSpPr>
          <a:xfrm>
            <a:off x="551942" y="481160"/>
            <a:ext cx="1893201" cy="585216"/>
            <a:chOff x="551942" y="481160"/>
            <a:chExt cx="1893201" cy="585216"/>
          </a:xfrm>
        </p:grpSpPr>
        <p:sp>
          <p:nvSpPr>
            <p:cNvPr id="5" name="AutoShape 3">
              <a:extLst>
                <a:ext uri="{FF2B5EF4-FFF2-40B4-BE49-F238E27FC236}">
                  <a16:creationId xmlns:a16="http://schemas.microsoft.com/office/drawing/2014/main" id="{1F430752-9F46-430E-93A8-58E8FAF85299}"/>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6" name="Freeform 5">
              <a:extLst>
                <a:ext uri="{FF2B5EF4-FFF2-40B4-BE49-F238E27FC236}">
                  <a16:creationId xmlns:a16="http://schemas.microsoft.com/office/drawing/2014/main" id="{20C9A1A2-5968-4C0E-9E0B-C061BA0E7F39}"/>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3" name="ClientLogo">
            <a:extLst>
              <a:ext uri="{FF2B5EF4-FFF2-40B4-BE49-F238E27FC236}">
                <a16:creationId xmlns:a16="http://schemas.microsoft.com/office/drawing/2014/main" id="{0D1A260D-45D1-4D8D-ACC4-246C7DD9AFAD}"/>
              </a:ext>
            </a:extLst>
          </p:cNvPr>
          <p:cNvSpPr>
            <a:spLocks noGrp="1"/>
          </p:cNvSpPr>
          <p:nvPr userDrawn="1">
            <p:ph type="pic" sz="quarter" idx="14" hasCustomPrompt="1"/>
            <p:custDataLst>
              <p:tags r:id="rId5"/>
            </p:custDataLst>
          </p:nvPr>
        </p:nvSpPr>
        <p:spPr>
          <a:xfrm>
            <a:off x="551942" y="4984025"/>
            <a:ext cx="1901952" cy="969264"/>
          </a:xfrm>
          <a:prstGeom prst="rect">
            <a:avLst/>
          </a:prstGeom>
        </p:spPr>
        <p:txBody>
          <a:bodyPr>
            <a:noAutofit/>
          </a:bodyPr>
          <a:lstStyle>
            <a:lvl1pPr algn="ctr">
              <a:defRPr sz="1200">
                <a:solidFill>
                  <a:schemeClr val="tx2"/>
                </a:solidFill>
              </a:defRPr>
            </a:lvl1pPr>
          </a:lstStyle>
          <a:p>
            <a:r>
              <a:rPr lang="en-US" dirty="0"/>
              <a:t>Client logo goes here.</a:t>
            </a:r>
          </a:p>
        </p:txBody>
      </p:sp>
      <p:sp>
        <p:nvSpPr>
          <p:cNvPr id="15" name="Documenttype">
            <a:extLst>
              <a:ext uri="{FF2B5EF4-FFF2-40B4-BE49-F238E27FC236}">
                <a16:creationId xmlns:a16="http://schemas.microsoft.com/office/drawing/2014/main" id="{CB5FF56E-DA90-4199-AF9A-359BE08E9A15}"/>
              </a:ext>
            </a:extLst>
          </p:cNvPr>
          <p:cNvSpPr>
            <a:spLocks noGrp="1"/>
          </p:cNvSpPr>
          <p:nvPr userDrawn="1">
            <p:ph type="body" sz="quarter" idx="13" hasCustomPrompt="1"/>
            <p:custDataLst>
              <p:tags r:id="rId6"/>
            </p:custDataLst>
          </p:nvPr>
        </p:nvSpPr>
        <p:spPr>
          <a:xfrm>
            <a:off x="554736" y="4510168"/>
            <a:ext cx="6016752" cy="215444"/>
          </a:xfrm>
          <a:prstGeom prst="rect">
            <a:avLst/>
          </a:prstGeom>
        </p:spPr>
        <p:txBody>
          <a:bodyPr wrap="square">
            <a:noAutofit/>
          </a:bodyPr>
          <a:lstStyle>
            <a:lvl1pPr>
              <a:buNone/>
              <a:defRPr sz="1400">
                <a:solidFill>
                  <a:schemeClr val="tx2"/>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BFC960F1-3A46-4C93-83F3-47AB2EB0D15E}"/>
              </a:ext>
            </a:extLst>
          </p:cNvPr>
          <p:cNvSpPr>
            <a:spLocks noGrp="1"/>
          </p:cNvSpPr>
          <p:nvPr userDrawn="1">
            <p:ph type="subTitle" idx="1"/>
            <p:custDataLst>
              <p:tags r:id="rId7"/>
            </p:custDataLst>
          </p:nvPr>
        </p:nvSpPr>
        <p:spPr>
          <a:xfrm>
            <a:off x="551942" y="4092559"/>
            <a:ext cx="6016752" cy="307777"/>
          </a:xfrm>
          <a:prstGeom prst="rect">
            <a:avLst/>
          </a:prstGeom>
        </p:spPr>
        <p:txBody>
          <a:bodyPr wrap="square">
            <a:spAutoFit/>
          </a:bodyPr>
          <a:lstStyle>
            <a:lvl1pPr marL="0" indent="0" algn="l">
              <a:buNone/>
              <a:defRPr sz="20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3" name="Title">
            <a:extLst>
              <a:ext uri="{FF2B5EF4-FFF2-40B4-BE49-F238E27FC236}">
                <a16:creationId xmlns:a16="http://schemas.microsoft.com/office/drawing/2014/main" id="{14DBF1FD-6C25-4E00-ACAB-F60F35C9625C}"/>
              </a:ext>
            </a:extLst>
          </p:cNvPr>
          <p:cNvSpPr>
            <a:spLocks noGrp="1"/>
          </p:cNvSpPr>
          <p:nvPr userDrawn="1">
            <p:ph type="title"/>
            <p:custDataLst>
              <p:tags r:id="rId8"/>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2"/>
                </a:solidFill>
              </a:defRPr>
            </a:lvl1pPr>
          </a:lstStyle>
          <a:p>
            <a:r>
              <a:rPr lang="en-US"/>
              <a:t>Click to edit Master title style</a:t>
            </a:r>
            <a:endParaRPr lang="en-US" dirty="0"/>
          </a:p>
        </p:txBody>
      </p:sp>
      <p:sp>
        <p:nvSpPr>
          <p:cNvPr id="19" name="Disclaimer-English (United States)">
            <a:extLst>
              <a:ext uri="{FF2B5EF4-FFF2-40B4-BE49-F238E27FC236}">
                <a16:creationId xmlns:a16="http://schemas.microsoft.com/office/drawing/2014/main" id="{FB7A54AC-E14F-4BA1-B48F-5284B039668B}"/>
              </a:ext>
            </a:extLst>
          </p:cNvPr>
          <p:cNvSpPr>
            <a:spLocks noChangeArrowheads="1"/>
          </p:cNvSpPr>
          <p:nvPr userDrawn="1">
            <p:custDataLst>
              <p:tags r:id="rId9"/>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2"/>
                </a:solidFill>
                <a:latin typeface="+mn-lt"/>
              </a:rPr>
              <a:t>CONFIDENTIAL AND PROPRIETARY | © 2026 McKinsey &amp; Company. </a:t>
            </a:r>
          </a:p>
          <a:p>
            <a:pPr defTabSz="804863" eaLnBrk="0" hangingPunct="0"/>
            <a:r>
              <a:rPr lang="en-US" sz="750">
                <a:solidFill>
                  <a:schemeClr val="tx2"/>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2"/>
              </a:solidFill>
              <a:latin typeface="+mn-lt"/>
            </a:endParaRPr>
          </a:p>
        </p:txBody>
      </p:sp>
    </p:spTree>
    <p:extLst>
      <p:ext uri="{BB962C8B-B14F-4D97-AF65-F5344CB8AC3E}">
        <p14:creationId xmlns:p14="http://schemas.microsoft.com/office/powerpoint/2010/main" val="3543058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8EFF8A2-0FB9-4B25-8B8D-492353274983}"/>
              </a:ext>
            </a:extLst>
          </p:cNvPr>
          <p:cNvGraphicFramePr>
            <a:graphicFrameLocks noChangeAspect="1"/>
          </p:cNvGraphicFramePr>
          <p:nvPr userDrawn="1">
            <p:custDataLst>
              <p:tags r:id="rId1"/>
            </p:custDataLst>
            <p:extLst>
              <p:ext uri="{D42A27DB-BD31-4B8C-83A1-F6EECF244321}">
                <p14:modId xmlns:p14="http://schemas.microsoft.com/office/powerpoint/2010/main" val="92742848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D8EFF8A2-0FB9-4B25-8B8D-4923532749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9F741700-5035-4E61-A4AC-1B3C7AE220D5}"/>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2. Slide Title">
            <a:extLst>
              <a:ext uri="{FF2B5EF4-FFF2-40B4-BE49-F238E27FC236}">
                <a16:creationId xmlns:a16="http://schemas.microsoft.com/office/drawing/2014/main" id="{699FD2C4-82B5-475E-9235-DB128978B618}"/>
              </a:ext>
            </a:extLst>
          </p:cNvPr>
          <p:cNvSpPr>
            <a:spLocks noGrp="1"/>
          </p:cNvSpPr>
          <p:nvPr>
            <p:ph type="title"/>
            <p:custDataLst>
              <p:tags r:id="rId3"/>
            </p:custDataLst>
          </p:nvPr>
        </p:nvSpPr>
        <p:spPr>
          <a:xfrm>
            <a:off x="554736" y="182372"/>
            <a:ext cx="11082528" cy="731520"/>
          </a:xfrm>
        </p:spPr>
        <p:txBody>
          <a:bodyPr/>
          <a:lstStyle/>
          <a:p>
            <a:r>
              <a:rPr lang="en-US"/>
              <a:t>Click to edit Master title style</a:t>
            </a:r>
            <a:endParaRPr lang="en-US" dirty="0"/>
          </a:p>
        </p:txBody>
      </p:sp>
      <p:sp>
        <p:nvSpPr>
          <p:cNvPr id="9" name="Slide Number">
            <a:extLst>
              <a:ext uri="{FF2B5EF4-FFF2-40B4-BE49-F238E27FC236}">
                <a16:creationId xmlns:a16="http://schemas.microsoft.com/office/drawing/2014/main" id="{66686DBA-90DA-4033-B950-94CBD0D7A425}"/>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9238B1D6-2095-4826-AA45-9A4E6F7D1A1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A8BAFD1A-3C11-49E6-B76E-5166760AF118}"/>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12" name="3. Subtitle">
            <a:extLst>
              <a:ext uri="{FF2B5EF4-FFF2-40B4-BE49-F238E27FC236}">
                <a16:creationId xmlns:a16="http://schemas.microsoft.com/office/drawing/2014/main" id="{1EE9FF4B-7331-4DE1-A594-C0C335ED5BE5}"/>
              </a:ext>
            </a:extLst>
          </p:cNvPr>
          <p:cNvSpPr>
            <a:spLocks noGrp="1"/>
          </p:cNvSpPr>
          <p:nvPr>
            <p:ph type="subTitle" idx="1"/>
            <p:custDataLst>
              <p:tags r:id="rId7"/>
            </p:custDataLst>
          </p:nvPr>
        </p:nvSpPr>
        <p:spPr>
          <a:xfrm>
            <a:off x="554736" y="903861"/>
            <a:ext cx="11082528"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160822432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694944"/>
          </a:xfrm>
          <a:prstGeom prst="rect">
            <a:avLst/>
          </a:prstGeom>
        </p:spPr>
        <p:txBody>
          <a:bodyPr anchor="t">
            <a:noAutofit/>
          </a:bodyPr>
          <a:lstStyle>
            <a:lvl1pPr>
              <a:lnSpc>
                <a:spcPct val="90000"/>
              </a:lnSpc>
              <a:defRPr>
                <a:ln w="6350" cap="flat">
                  <a:noFill/>
                  <a:miter lim="800000"/>
                </a:ln>
              </a:defRPr>
            </a:lvl1pPr>
          </a:lstStyle>
          <a:p>
            <a:r>
              <a:rPr lang="en-US"/>
              <a:t>Click to edit Master title style</a:t>
            </a:r>
            <a:endParaRPr lang="en-US" dirty="0"/>
          </a:p>
        </p:txBody>
      </p:sp>
      <p:sp>
        <p:nvSpPr>
          <p:cNvPr id="4" name="Slide Number">
            <a:extLst>
              <a:ext uri="{FF2B5EF4-FFF2-40B4-BE49-F238E27FC236}">
                <a16:creationId xmlns:a16="http://schemas.microsoft.com/office/drawing/2014/main" id="{EFB4BF85-6002-4998-80DC-DC1B92544D1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0E2D5DBB-C1B8-4A27-836D-C2E6D553234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2382874E-5BAC-44EB-9C53-2930F0FC66DC}"/>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24986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a:t>Click to edit Master title style</a:t>
            </a:r>
            <a:endParaRPr lang="en-US" dirty="0"/>
          </a:p>
        </p:txBody>
      </p:sp>
      <p:sp>
        <p:nvSpPr>
          <p:cNvPr id="9" name="Slide Number">
            <a:extLst>
              <a:ext uri="{FF2B5EF4-FFF2-40B4-BE49-F238E27FC236}">
                <a16:creationId xmlns:a16="http://schemas.microsoft.com/office/drawing/2014/main" id="{2BF771FC-DD10-42B6-A51E-7F1E26F8184D}"/>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8" name="5. Source" hidden="1">
            <a:extLst>
              <a:ext uri="{FF2B5EF4-FFF2-40B4-BE49-F238E27FC236}">
                <a16:creationId xmlns:a16="http://schemas.microsoft.com/office/drawing/2014/main" id="{C0D33C43-5B9F-44B4-82FA-BAAD11A7FB8E}"/>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2A77292F-0F7C-43B4-9782-AB706C93BD64}"/>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0797074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A608D4BB-56F5-4BF1-8C9C-8799BAA8CEEB}"/>
              </a:ext>
            </a:extLst>
          </p:cNvPr>
          <p:cNvGraphicFramePr>
            <a:graphicFrameLocks noChangeAspect="1"/>
          </p:cNvGraphicFramePr>
          <p:nvPr userDrawn="1">
            <p:custDataLst>
              <p:tags r:id="rId1"/>
            </p:custDataLst>
            <p:extLst>
              <p:ext uri="{D42A27DB-BD31-4B8C-83A1-F6EECF244321}">
                <p14:modId xmlns:p14="http://schemas.microsoft.com/office/powerpoint/2010/main" val="270370003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A608D4BB-56F5-4BF1-8C9C-8799BAA8CEEB}"/>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288743A-B5B4-4D5C-9D2C-F17D5A50E4BE}"/>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99495DFD-8D6A-4DD8-AE3A-47FA42AA0A4F}"/>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a:t>Click to edit Master title style</a:t>
            </a:r>
            <a:endParaRPr lang="en-US" dirty="0"/>
          </a:p>
        </p:txBody>
      </p:sp>
      <p:sp>
        <p:nvSpPr>
          <p:cNvPr id="8" name="Slide Number">
            <a:extLst>
              <a:ext uri="{FF2B5EF4-FFF2-40B4-BE49-F238E27FC236}">
                <a16:creationId xmlns:a16="http://schemas.microsoft.com/office/drawing/2014/main" id="{A86AE8A6-05EF-4E76-AAAD-41743692E9F9}"/>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B871FE09-BB6E-4334-B0EA-E52395AA61B3}"/>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07CA98DC-1A07-45D0-A835-AD1606EE7BAE}"/>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970631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2CD01A5A-D383-4F62-8841-DD0172530759}"/>
              </a:ext>
            </a:extLst>
          </p:cNvPr>
          <p:cNvGraphicFramePr>
            <a:graphicFrameLocks noChangeAspect="1"/>
          </p:cNvGraphicFramePr>
          <p:nvPr userDrawn="1">
            <p:custDataLst>
              <p:tags r:id="rId1"/>
            </p:custDataLst>
            <p:extLst>
              <p:ext uri="{D42A27DB-BD31-4B8C-83A1-F6EECF244321}">
                <p14:modId xmlns:p14="http://schemas.microsoft.com/office/powerpoint/2010/main" val="313721149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2CD01A5A-D383-4F62-8841-DD0172530759}"/>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AC2F000-47EB-4070-866B-EF082C9E1028}"/>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8" name="2. Slide Title">
            <a:extLst>
              <a:ext uri="{FF2B5EF4-FFF2-40B4-BE49-F238E27FC236}">
                <a16:creationId xmlns:a16="http://schemas.microsoft.com/office/drawing/2014/main" id="{EA735538-C733-4892-93A4-7B433D8B8293}"/>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6" name="3. Subtitle">
            <a:extLst>
              <a:ext uri="{FF2B5EF4-FFF2-40B4-BE49-F238E27FC236}">
                <a16:creationId xmlns:a16="http://schemas.microsoft.com/office/drawing/2014/main" id="{8DB5022C-F66C-4018-82F3-195571DDD527}"/>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9" name="Slide Number">
            <a:extLst>
              <a:ext uri="{FF2B5EF4-FFF2-40B4-BE49-F238E27FC236}">
                <a16:creationId xmlns:a16="http://schemas.microsoft.com/office/drawing/2014/main" id="{FAEB6FCE-50CC-4F2B-A5B3-CB508EDFCD46}"/>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97195F4E-ECA7-41A9-AFF3-0C4DAD103DA6}"/>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469A753E-961A-4AC3-B6E0-4407B9A4AF36}"/>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4116976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1/4">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A8D6A48-EE20-4EB4-A234-9F3B16C02872}"/>
              </a:ext>
            </a:extLst>
          </p:cNvPr>
          <p:cNvGraphicFramePr>
            <a:graphicFrameLocks noChangeAspect="1"/>
          </p:cNvGraphicFramePr>
          <p:nvPr userDrawn="1">
            <p:custDataLst>
              <p:tags r:id="rId1"/>
            </p:custDataLst>
            <p:extLst>
              <p:ext uri="{D42A27DB-BD31-4B8C-83A1-F6EECF244321}">
                <p14:modId xmlns:p14="http://schemas.microsoft.com/office/powerpoint/2010/main" val="370779922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DA8D6A48-EE20-4EB4-A234-9F3B16C02872}"/>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C6FAC554-F995-4246-BE36-413D2200D983}"/>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6647A441-8DE4-4236-BCC7-B694B2C59E00}"/>
              </a:ext>
            </a:extLst>
          </p:cNvPr>
          <p:cNvSpPr>
            <a:spLocks noGrp="1"/>
          </p:cNvSpPr>
          <p:nvPr>
            <p:ph type="title"/>
            <p:custDataLst>
              <p:tags r:id="rId6"/>
            </p:custDataLst>
          </p:nvPr>
        </p:nvSpPr>
        <p:spPr>
          <a:xfrm>
            <a:off x="554736" y="2744369"/>
            <a:ext cx="2514600" cy="769441"/>
          </a:xfrm>
        </p:spPr>
        <p:txBody>
          <a:bodyPr anchor="b">
            <a:noAutofit/>
          </a:bodyPr>
          <a:lstStyle>
            <a:lvl1pPr>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A4DBA574-6D59-4DFD-82A7-9B1E9AEB906E}"/>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25B2DE14-9B3F-4199-B082-9FEB12CE57EA}"/>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2C7757ED-5357-4B01-BB59-15D4406B0FDF}"/>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41894787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1/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EE6E84E-0DE7-4EEF-8932-BF42153B3B56}"/>
              </a:ext>
            </a:extLst>
          </p:cNvPr>
          <p:cNvGraphicFramePr>
            <a:graphicFrameLocks noChangeAspect="1"/>
          </p:cNvGraphicFramePr>
          <p:nvPr userDrawn="1">
            <p:custDataLst>
              <p:tags r:id="rId1"/>
            </p:custDataLst>
            <p:extLst>
              <p:ext uri="{D42A27DB-BD31-4B8C-83A1-F6EECF244321}">
                <p14:modId xmlns:p14="http://schemas.microsoft.com/office/powerpoint/2010/main" val="231551837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EE6E84E-0DE7-4EEF-8932-BF42153B3B5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2D2E0F6-5BB5-47A0-8E4A-CD4E6673B199}"/>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Light">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4EF89F43-35C6-451B-BBE8-87D2B8B83F5E}"/>
              </a:ext>
            </a:extLst>
          </p:cNvPr>
          <p:cNvSpPr>
            <a:spLocks noGrp="1"/>
          </p:cNvSpPr>
          <p:nvPr>
            <p:ph type="title"/>
            <p:custDataLst>
              <p:tags r:id="rId6"/>
            </p:custDataLst>
          </p:nvPr>
        </p:nvSpPr>
        <p:spPr>
          <a:xfrm>
            <a:off x="554736" y="2744369"/>
            <a:ext cx="3465576" cy="769441"/>
          </a:xfrm>
          <a:prstGeom prst="rect">
            <a:avLst/>
          </a:prstGeom>
        </p:spPr>
        <p:txBody>
          <a:bodyPr wrap="square" anchor="b">
            <a:noAutofit/>
          </a:bodyPr>
          <a:lstStyle>
            <a:lvl1pPr algn="l">
              <a:defRPr>
                <a:solidFill>
                  <a:schemeClr val="tx1"/>
                </a:solidFill>
              </a:defRPr>
            </a:lvl1pPr>
          </a:lstStyle>
          <a:p>
            <a:r>
              <a:rPr lang="en-US"/>
              <a:t>Click to edit Master title style</a:t>
            </a:r>
            <a:endParaRPr lang="en-US" dirty="0"/>
          </a:p>
        </p:txBody>
      </p:sp>
      <p:sp>
        <p:nvSpPr>
          <p:cNvPr id="20" name="3. Subtitle">
            <a:extLst>
              <a:ext uri="{FF2B5EF4-FFF2-40B4-BE49-F238E27FC236}">
                <a16:creationId xmlns:a16="http://schemas.microsoft.com/office/drawing/2014/main" id="{9F06A69A-B095-4159-932B-3658DD253FDF}"/>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tx1"/>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a:t>Click to edit Master subtitle style</a:t>
            </a:r>
            <a:endParaRPr lang="en-US" dirty="0"/>
          </a:p>
        </p:txBody>
      </p:sp>
      <p:sp>
        <p:nvSpPr>
          <p:cNvPr id="21" name="5. Source" hidden="1">
            <a:extLst>
              <a:ext uri="{FF2B5EF4-FFF2-40B4-BE49-F238E27FC236}">
                <a16:creationId xmlns:a16="http://schemas.microsoft.com/office/drawing/2014/main" id="{DA204BE1-D5C8-4D03-9090-21D41FEC78E0}"/>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5" name="1. On-page tracker">
            <a:extLst>
              <a:ext uri="{FF2B5EF4-FFF2-40B4-BE49-F238E27FC236}">
                <a16:creationId xmlns:a16="http://schemas.microsoft.com/office/drawing/2014/main" id="{1ADFA379-EDDB-4C62-A3BB-AC227312C68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1089900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1/2">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314978429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0" name="1. On-page tracker">
            <a:extLst>
              <a:ext uri="{FF2B5EF4-FFF2-40B4-BE49-F238E27FC236}">
                <a16:creationId xmlns:a16="http://schemas.microsoft.com/office/drawing/2014/main" id="{0E1A178A-6BDC-4A0A-9F92-72F6EB95AD8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
        <p:nvSpPr>
          <p:cNvPr id="24" name="2. Slide Title">
            <a:extLst>
              <a:ext uri="{FF2B5EF4-FFF2-40B4-BE49-F238E27FC236}">
                <a16:creationId xmlns:a16="http://schemas.microsoft.com/office/drawing/2014/main" id="{06A9E224-CFBD-42B8-A4C0-EFE2C017E523}"/>
              </a:ext>
            </a:extLst>
          </p:cNvPr>
          <p:cNvSpPr>
            <a:spLocks noGrp="1"/>
          </p:cNvSpPr>
          <p:nvPr>
            <p:ph type="title"/>
            <p:custDataLst>
              <p:tags r:id="rId8"/>
            </p:custDataLst>
          </p:nvPr>
        </p:nvSpPr>
        <p:spPr>
          <a:xfrm>
            <a:off x="554736" y="182372"/>
            <a:ext cx="5065776" cy="731520"/>
          </a:xfrm>
        </p:spPr>
        <p:txBody>
          <a:bodyPr/>
          <a:lstStyle/>
          <a:p>
            <a:r>
              <a:rPr lang="en-US"/>
              <a:t>Click to edit Master title style</a:t>
            </a:r>
            <a:endParaRPr lang="en-US" dirty="0"/>
          </a:p>
        </p:txBody>
      </p:sp>
      <p:sp>
        <p:nvSpPr>
          <p:cNvPr id="25" name="3. Subtitle">
            <a:extLst>
              <a:ext uri="{FF2B5EF4-FFF2-40B4-BE49-F238E27FC236}">
                <a16:creationId xmlns:a16="http://schemas.microsoft.com/office/drawing/2014/main" id="{F7FC2EC4-28A5-4B24-B46C-79BCB0964344}"/>
              </a:ext>
            </a:extLst>
          </p:cNvPr>
          <p:cNvSpPr>
            <a:spLocks noGrp="1"/>
          </p:cNvSpPr>
          <p:nvPr>
            <p:ph type="subTitle" idx="1"/>
            <p:custDataLst>
              <p:tags r:id="rId9"/>
            </p:custDataLst>
          </p:nvPr>
        </p:nvSpPr>
        <p:spPr>
          <a:xfrm>
            <a:off x="554736" y="903861"/>
            <a:ext cx="5065776"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5986642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2/3">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293AC4C-5B2F-4A0C-8C9B-7295BEE1F457}"/>
              </a:ext>
            </a:extLst>
          </p:cNvPr>
          <p:cNvGraphicFramePr>
            <a:graphicFrameLocks noChangeAspect="1"/>
          </p:cNvGraphicFramePr>
          <p:nvPr userDrawn="1">
            <p:custDataLst>
              <p:tags r:id="rId1"/>
            </p:custDataLst>
            <p:extLst>
              <p:ext uri="{D42A27DB-BD31-4B8C-83A1-F6EECF244321}">
                <p14:modId xmlns:p14="http://schemas.microsoft.com/office/powerpoint/2010/main" val="19312443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572" imgH="588" progId="TCLayout.ActiveDocument.1">
                  <p:embed/>
                </p:oleObj>
              </mc:Choice>
              <mc:Fallback>
                <p:oleObj name="think-cell Slide" r:id="rId11" imgW="572" imgH="588" progId="TCLayout.ActiveDocument.1">
                  <p:embed/>
                  <p:pic>
                    <p:nvPicPr>
                      <p:cNvPr id="3" name="Object 2" hidden="1">
                        <a:extLst>
                          <a:ext uri="{FF2B5EF4-FFF2-40B4-BE49-F238E27FC236}">
                            <a16:creationId xmlns:a16="http://schemas.microsoft.com/office/drawing/2014/main" id="{C293AC4C-5B2F-4A0C-8C9B-7295BEE1F45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8F8ABD0-305F-4DFC-AC60-1FB7BB16830A}"/>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Light">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1" name="5. Source" hidden="1">
            <a:extLst>
              <a:ext uri="{FF2B5EF4-FFF2-40B4-BE49-F238E27FC236}">
                <a16:creationId xmlns:a16="http://schemas.microsoft.com/office/drawing/2014/main" id="{F25A304F-F50E-4F96-991D-CFEB07060178}"/>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25" name="2. Slide Title">
            <a:extLst>
              <a:ext uri="{FF2B5EF4-FFF2-40B4-BE49-F238E27FC236}">
                <a16:creationId xmlns:a16="http://schemas.microsoft.com/office/drawing/2014/main" id="{AA4BE143-5F32-4F04-B536-5DD597732824}"/>
              </a:ext>
            </a:extLst>
          </p:cNvPr>
          <p:cNvSpPr>
            <a:spLocks noGrp="1"/>
          </p:cNvSpPr>
          <p:nvPr>
            <p:ph type="title"/>
            <p:custDataLst>
              <p:tags r:id="rId7"/>
            </p:custDataLst>
          </p:nvPr>
        </p:nvSpPr>
        <p:spPr>
          <a:xfrm>
            <a:off x="554736" y="182372"/>
            <a:ext cx="6967728"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97E30C8F-A677-42C7-A072-4ACC7DC3D698}"/>
              </a:ext>
            </a:extLst>
          </p:cNvPr>
          <p:cNvSpPr>
            <a:spLocks noGrp="1"/>
          </p:cNvSpPr>
          <p:nvPr>
            <p:ph type="subTitle" idx="1"/>
            <p:custDataLst>
              <p:tags r:id="rId8"/>
            </p:custDataLst>
          </p:nvPr>
        </p:nvSpPr>
        <p:spPr>
          <a:xfrm>
            <a:off x="554736" y="903861"/>
            <a:ext cx="6967728" cy="246221"/>
          </a:xfrm>
        </p:spPr>
        <p:txBody>
          <a:bodyPr anchor="t" anchorCtr="0">
            <a:spAutoFit/>
          </a:bodyPr>
          <a:lstStyle/>
          <a:p>
            <a:r>
              <a:rPr lang="en-US" sz="1600"/>
              <a:t>Click to edit Master subtitle style</a:t>
            </a:r>
            <a:endParaRPr lang="en-US" sz="1600" dirty="0"/>
          </a:p>
        </p:txBody>
      </p:sp>
      <p:sp>
        <p:nvSpPr>
          <p:cNvPr id="19" name="1. On-page tracker">
            <a:extLst>
              <a:ext uri="{FF2B5EF4-FFF2-40B4-BE49-F238E27FC236}">
                <a16:creationId xmlns:a16="http://schemas.microsoft.com/office/drawing/2014/main" id="{288125BB-6CB4-4B7C-8E2B-CB1912430A39}"/>
              </a:ext>
            </a:extLst>
          </p:cNvPr>
          <p:cNvSpPr>
            <a:spLocks noGrp="1"/>
          </p:cNvSpPr>
          <p:nvPr>
            <p:ph type="body" sz="quarter" idx="18" hasCustomPrompt="1"/>
            <p:custDataLst>
              <p:tags r:id="rId9"/>
            </p:custDataLst>
          </p:nvPr>
        </p:nvSpPr>
        <p:spPr>
          <a:xfrm>
            <a:off x="8170323" y="78768"/>
            <a:ext cx="346694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257985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3/4 ">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F7114D8-6025-4386-BA96-B034FE6B3CDB}"/>
              </a:ext>
            </a:extLst>
          </p:cNvPr>
          <p:cNvGraphicFramePr>
            <a:graphicFrameLocks noChangeAspect="1"/>
          </p:cNvGraphicFramePr>
          <p:nvPr userDrawn="1">
            <p:custDataLst>
              <p:tags r:id="rId1"/>
            </p:custDataLst>
            <p:extLst>
              <p:ext uri="{D42A27DB-BD31-4B8C-83A1-F6EECF244321}">
                <p14:modId xmlns:p14="http://schemas.microsoft.com/office/powerpoint/2010/main" val="160234647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9F7114D8-6025-4386-BA96-B034FE6B3CD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25C86E70-6ADC-4EA2-90F2-373AC4FDE5D0}"/>
              </a:ext>
            </a:extLst>
          </p:cNvPr>
          <p:cNvSpPr/>
          <p:nvPr userDrawn="1">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ct val="0"/>
              </a:spcBef>
              <a:spcAft>
                <a:spcPct val="0"/>
              </a:spcAft>
              <a:buClrTx/>
              <a:buSzTx/>
              <a:buFontTx/>
              <a:buNone/>
              <a:tabLst/>
              <a:defRPr/>
            </a:pPr>
            <a:endParaRPr kumimoji="0" lang="en-US" sz="2500" b="1" i="0" u="none" strike="noStrike" kern="1200" cap="none" spc="0" normalizeH="0" baseline="0" noProof="0" dirty="0" err="1">
              <a:ln>
                <a:noFill/>
              </a:ln>
              <a:solidFill>
                <a:srgbClr val="FFFFFF"/>
              </a:solidFill>
              <a:effectLst/>
              <a:uLnTx/>
              <a:uFillTx/>
              <a:latin typeface="Georgia" panose="02040502050405020303" pitchFamily="18" charset="0"/>
              <a:ea typeface="+mj-ea"/>
              <a:cs typeface="+mj-cs"/>
              <a:sym typeface="Georgia" panose="02040502050405020303" pitchFamily="18" charset="0"/>
            </a:endParaRPr>
          </a:p>
        </p:txBody>
      </p:sp>
      <p:sp>
        <p:nvSpPr>
          <p:cNvPr id="23" name="RectangleLight">
            <a:extLst>
              <a:ext uri="{FF2B5EF4-FFF2-40B4-BE49-F238E27FC236}">
                <a16:creationId xmlns:a16="http://schemas.microsoft.com/office/drawing/2014/main" id="{A80E2F68-4ED6-42EF-9858-2FE4B1382825}"/>
              </a:ext>
            </a:extLst>
          </p:cNvPr>
          <p:cNvSpPr/>
          <p:nvPr userDrawn="1">
            <p:custDataLst>
              <p:tags r:id="rId3"/>
            </p:custDataLst>
          </p:nvPr>
        </p:nvSpPr>
        <p:spPr bwMode="ltGray">
          <a:xfrm>
            <a:off x="8781416" y="0"/>
            <a:ext cx="3410584" cy="6858000"/>
          </a:xfrm>
          <a:prstGeom prst="rect">
            <a:avLst/>
          </a:prstGeom>
          <a:solidFill>
            <a:srgbClr val="E6E6E6"/>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000000"/>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000000"/>
              </a:solidFill>
              <a:effectLst/>
              <a:uLnTx/>
              <a:uFillTx/>
              <a:latin typeface="Arial"/>
              <a:ea typeface="+mn-ea"/>
              <a:cs typeface="Arial" panose="020B0604020202020204" pitchFamily="34" charset="0"/>
            </a:endParaRPr>
          </a:p>
        </p:txBody>
      </p:sp>
      <p:sp>
        <p:nvSpPr>
          <p:cNvPr id="22" name="5. Source" hidden="1">
            <a:extLst>
              <a:ext uri="{FF2B5EF4-FFF2-40B4-BE49-F238E27FC236}">
                <a16:creationId xmlns:a16="http://schemas.microsoft.com/office/drawing/2014/main" id="{F5E9C22A-A356-4521-A359-338A663DFEA2}"/>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0" name="1. On-page tracker">
            <a:extLst>
              <a:ext uri="{FF2B5EF4-FFF2-40B4-BE49-F238E27FC236}">
                <a16:creationId xmlns:a16="http://schemas.microsoft.com/office/drawing/2014/main" id="{CA286AFC-8B29-4E70-86B3-6C866D5BEC95}"/>
              </a:ext>
            </a:extLst>
          </p:cNvPr>
          <p:cNvSpPr>
            <a:spLocks noGrp="1"/>
          </p:cNvSpPr>
          <p:nvPr>
            <p:ph type="body" sz="quarter" idx="17" hasCustomPrompt="1"/>
            <p:custDataLst>
              <p:tags r:id="rId7"/>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
        <p:nvSpPr>
          <p:cNvPr id="21" name="2. Slide Title">
            <a:extLst>
              <a:ext uri="{FF2B5EF4-FFF2-40B4-BE49-F238E27FC236}">
                <a16:creationId xmlns:a16="http://schemas.microsoft.com/office/drawing/2014/main" id="{37073CF3-4B2B-440D-B24E-174E36B7892F}"/>
              </a:ext>
            </a:extLst>
          </p:cNvPr>
          <p:cNvSpPr>
            <a:spLocks noGrp="1"/>
          </p:cNvSpPr>
          <p:nvPr>
            <p:ph type="title"/>
            <p:custDataLst>
              <p:tags r:id="rId8"/>
            </p:custDataLst>
          </p:nvPr>
        </p:nvSpPr>
        <p:spPr>
          <a:xfrm>
            <a:off x="554736" y="182372"/>
            <a:ext cx="7918704" cy="731520"/>
          </a:xfrm>
        </p:spPr>
        <p:txBody>
          <a:bodyPr/>
          <a:lstStyle/>
          <a:p>
            <a:r>
              <a:rPr lang="en-US"/>
              <a:t>Click to edit Master title style</a:t>
            </a:r>
            <a:endParaRPr lang="en-US" dirty="0"/>
          </a:p>
        </p:txBody>
      </p:sp>
      <p:sp>
        <p:nvSpPr>
          <p:cNvPr id="26" name="3. Subtitle">
            <a:extLst>
              <a:ext uri="{FF2B5EF4-FFF2-40B4-BE49-F238E27FC236}">
                <a16:creationId xmlns:a16="http://schemas.microsoft.com/office/drawing/2014/main" id="{61C78DC4-4C20-4AA3-93C4-00442F85A83B}"/>
              </a:ext>
            </a:extLst>
          </p:cNvPr>
          <p:cNvSpPr>
            <a:spLocks noGrp="1"/>
          </p:cNvSpPr>
          <p:nvPr>
            <p:ph type="subTitle" idx="1"/>
            <p:custDataLst>
              <p:tags r:id="rId9"/>
            </p:custDataLst>
          </p:nvPr>
        </p:nvSpPr>
        <p:spPr>
          <a:xfrm>
            <a:off x="554736" y="903861"/>
            <a:ext cx="7918704" cy="246221"/>
          </a:xfrm>
        </p:spPr>
        <p:txBody>
          <a:bodyPr anchor="t" anchorCtr="0">
            <a:spAutoFit/>
          </a:bodyPr>
          <a:lstStyle/>
          <a:p>
            <a:r>
              <a:rPr lang="en-US" sz="1600"/>
              <a:t>Click to edit Master subtitle style</a:t>
            </a:r>
            <a:endParaRPr lang="en-US" sz="1600" dirty="0"/>
          </a:p>
        </p:txBody>
      </p:sp>
    </p:spTree>
    <p:extLst>
      <p:ext uri="{BB962C8B-B14F-4D97-AF65-F5344CB8AC3E}">
        <p14:creationId xmlns:p14="http://schemas.microsoft.com/office/powerpoint/2010/main" val="20837958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a:t>Click to edit Master title style</a:t>
            </a:r>
            <a:endParaRPr lang="en-US" dirty="0"/>
          </a:p>
        </p:txBody>
      </p:sp>
      <p:sp>
        <p:nvSpPr>
          <p:cNvPr id="10" name="5. Source" hidden="1">
            <a:extLst>
              <a:ext uri="{FF2B5EF4-FFF2-40B4-BE49-F238E27FC236}">
                <a16:creationId xmlns:a16="http://schemas.microsoft.com/office/drawing/2014/main" id="{81E2484B-3E40-408C-A350-5EB40C8A09F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A91FB312-B423-41B9-AEAA-2BE53183470B}"/>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9774993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ustom">
    <p:spTree>
      <p:nvGrpSpPr>
        <p:cNvPr id="1" name=""/>
        <p:cNvGrpSpPr/>
        <p:nvPr/>
      </p:nvGrpSpPr>
      <p:grpSpPr>
        <a:xfrm>
          <a:off x="0" y="0"/>
          <a:ext cx="0" cy="0"/>
          <a:chOff x="0" y="0"/>
          <a:chExt cx="0" cy="0"/>
        </a:xfrm>
      </p:grpSpPr>
      <p:sp>
        <p:nvSpPr>
          <p:cNvPr id="8" name="SlideLogoText">
            <a:extLst>
              <a:ext uri="{FF2B5EF4-FFF2-40B4-BE49-F238E27FC236}">
                <a16:creationId xmlns:a16="http://schemas.microsoft.com/office/drawing/2014/main" id="{92A63429-03F1-4595-BAE1-A5F5E74A0DF2}"/>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9" name="Slide Number">
            <a:extLst>
              <a:ext uri="{FF2B5EF4-FFF2-40B4-BE49-F238E27FC236}">
                <a16:creationId xmlns:a16="http://schemas.microsoft.com/office/drawing/2014/main" id="{6982A9EE-ED1D-4D7E-84CA-3C36D0891D68}"/>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09F9A864-CDB7-4063-BBF8-591908AA18D0}"/>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0" name="1. On-page tracker">
            <a:extLst>
              <a:ext uri="{FF2B5EF4-FFF2-40B4-BE49-F238E27FC236}">
                <a16:creationId xmlns:a16="http://schemas.microsoft.com/office/drawing/2014/main" id="{9AEB01CB-E358-4EC5-960A-ABFC66CD5A21}"/>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630075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End">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7F09DF09-7587-AE72-141E-A41B41F94451}"/>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4" name="Object 3" hidden="1">
            <a:extLst>
              <a:ext uri="{FF2B5EF4-FFF2-40B4-BE49-F238E27FC236}">
                <a16:creationId xmlns:a16="http://schemas.microsoft.com/office/drawing/2014/main" id="{832E4BA7-205B-4431-879A-B60A0FD6D20C}"/>
              </a:ext>
            </a:extLst>
          </p:cNvPr>
          <p:cNvGraphicFramePr>
            <a:graphicFrameLocks noChangeAspect="1"/>
          </p:cNvGraphicFramePr>
          <p:nvPr userDrawn="1">
            <p:custDataLst>
              <p:tags r:id="rId2"/>
            </p:custDataLst>
            <p:extLst>
              <p:ext uri="{D42A27DB-BD31-4B8C-83A1-F6EECF244321}">
                <p14:modId xmlns:p14="http://schemas.microsoft.com/office/powerpoint/2010/main" val="38778887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4" name="Object 3" hidden="1">
                        <a:extLst>
                          <a:ext uri="{FF2B5EF4-FFF2-40B4-BE49-F238E27FC236}">
                            <a16:creationId xmlns:a16="http://schemas.microsoft.com/office/drawing/2014/main" id="{832E4BA7-205B-4431-879A-B60A0FD6D20C}"/>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1" name="logoimage">
            <a:extLst>
              <a:ext uri="{FF2B5EF4-FFF2-40B4-BE49-F238E27FC236}">
                <a16:creationId xmlns:a16="http://schemas.microsoft.com/office/drawing/2014/main" id="{732728C7-2C89-08A1-41A9-162BDB8C5CB9}"/>
              </a:ext>
            </a:extLst>
          </p:cNvPr>
          <p:cNvGrpSpPr/>
          <p:nvPr userDrawn="1">
            <p:custDataLst>
              <p:tags r:id="rId3"/>
            </p:custDataLst>
          </p:nvPr>
        </p:nvGrpSpPr>
        <p:grpSpPr>
          <a:xfrm>
            <a:off x="549271" y="481160"/>
            <a:ext cx="1893201" cy="585216"/>
            <a:chOff x="549271" y="481160"/>
            <a:chExt cx="1893201" cy="585216"/>
          </a:xfrm>
        </p:grpSpPr>
        <p:sp>
          <p:nvSpPr>
            <p:cNvPr id="14" name="AutoShape 3">
              <a:extLst>
                <a:ext uri="{FF2B5EF4-FFF2-40B4-BE49-F238E27FC236}">
                  <a16:creationId xmlns:a16="http://schemas.microsoft.com/office/drawing/2014/main" id="{DD51008E-BD46-4558-BF00-CDD9F0CE18C6}"/>
                </a:ext>
              </a:extLst>
            </p:cNvPr>
            <p:cNvSpPr>
              <a:spLocks noChangeAspect="1" noChangeArrowheads="1" noTextEdit="1"/>
            </p:cNvSpPr>
            <p:nvPr userDrawn="1"/>
          </p:nvSpPr>
          <p:spPr bwMode="black">
            <a:xfrm>
              <a:off x="549271"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15" name="Freeform 5">
              <a:extLst>
                <a:ext uri="{FF2B5EF4-FFF2-40B4-BE49-F238E27FC236}">
                  <a16:creationId xmlns:a16="http://schemas.microsoft.com/office/drawing/2014/main" id="{FC37904A-905D-4FD7-8DD4-604C419D9AB5}"/>
                </a:ext>
              </a:extLst>
            </p:cNvPr>
            <p:cNvSpPr>
              <a:spLocks noEditPoints="1"/>
            </p:cNvSpPr>
            <p:nvPr userDrawn="1"/>
          </p:nvSpPr>
          <p:spPr bwMode="black">
            <a:xfrm>
              <a:off x="549271"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8" name="5. Source" hidden="1">
            <a:extLst>
              <a:ext uri="{FF2B5EF4-FFF2-40B4-BE49-F238E27FC236}">
                <a16:creationId xmlns:a16="http://schemas.microsoft.com/office/drawing/2014/main" id="{330AE89A-7771-4A6E-A02D-893DCB66C876}"/>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46647050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Contrast Title">
    <p:bg>
      <p:bgPr>
        <a:solidFill>
          <a:srgbClr val="FFFFFF"/>
        </a:solidFill>
        <a:effectLst/>
      </p:bgPr>
    </p:bg>
    <p:spTree>
      <p:nvGrpSpPr>
        <p:cNvPr id="1" name=""/>
        <p:cNvGrpSpPr/>
        <p:nvPr/>
      </p:nvGrpSpPr>
      <p:grpSpPr>
        <a:xfrm>
          <a:off x="0" y="0"/>
          <a:ext cx="0" cy="0"/>
          <a:chOff x="0" y="0"/>
          <a:chExt cx="0" cy="0"/>
        </a:xfrm>
      </p:grpSpPr>
      <p:pic>
        <p:nvPicPr>
          <p:cNvPr id="10" name="Background">
            <a:extLst>
              <a:ext uri="{FF2B5EF4-FFF2-40B4-BE49-F238E27FC236}">
                <a16:creationId xmlns:a16="http://schemas.microsoft.com/office/drawing/2014/main" id="{0E1AA1CA-B589-A148-3F5A-385105B9B6B6}"/>
              </a:ext>
            </a:extLst>
          </p:cNvPr>
          <p:cNvPicPr>
            <a:picLocks noChangeAspect="1"/>
          </p:cNvPicPr>
          <p:nvPr userDrawn="1">
            <p:custDataLst>
              <p:tags r:id="rId1"/>
            </p:custDataLst>
          </p:nvPr>
        </p:nvPicPr>
        <p:blipFill>
          <a:blip r:embed="rId11"/>
          <a:stretch>
            <a:fillRect/>
          </a:stretch>
        </p:blipFill>
        <p:spPr>
          <a:xfrm>
            <a:off x="0" y="0"/>
            <a:ext cx="12192000" cy="6858000"/>
          </a:xfrm>
          <a:prstGeom prst="rect">
            <a:avLst/>
          </a:prstGeom>
        </p:spPr>
      </p:pic>
      <p:pic>
        <p:nvPicPr>
          <p:cNvPr id="4" name="Partnership">
            <a:extLst>
              <a:ext uri="{FF2B5EF4-FFF2-40B4-BE49-F238E27FC236}">
                <a16:creationId xmlns:a16="http://schemas.microsoft.com/office/drawing/2014/main" id="{CBBFD578-F950-EA3D-3920-76D96A09AA53}"/>
              </a:ext>
            </a:extLst>
          </p:cNvPr>
          <p:cNvPicPr>
            <a:picLocks noChangeAspect="1"/>
          </p:cNvPicPr>
          <p:nvPr userDrawn="1"/>
        </p:nvPicPr>
        <p:blipFill>
          <a:blip r:embed="rId12"/>
          <a:stretch>
            <a:fillRect/>
          </a:stretch>
        </p:blipFill>
        <p:spPr>
          <a:xfrm>
            <a:off x="4238171" y="-8806"/>
            <a:ext cx="7953829" cy="6866806"/>
          </a:xfrm>
          <a:prstGeom prst="rect">
            <a:avLst/>
          </a:prstGeom>
        </p:spPr>
      </p:pic>
      <p:graphicFrame>
        <p:nvGraphicFramePr>
          <p:cNvPr id="3" name="Object 2" hidden="1">
            <a:extLst>
              <a:ext uri="{FF2B5EF4-FFF2-40B4-BE49-F238E27FC236}">
                <a16:creationId xmlns:a16="http://schemas.microsoft.com/office/drawing/2014/main" id="{7BEFF58C-83CF-420F-BF45-F188AE9E7308}"/>
              </a:ext>
            </a:extLst>
          </p:cNvPr>
          <p:cNvGraphicFramePr>
            <a:graphicFrameLocks noChangeAspect="1"/>
          </p:cNvGraphicFramePr>
          <p:nvPr userDrawn="1">
            <p:custDataLst>
              <p:tags r:id="rId2"/>
            </p:custDataLst>
            <p:extLst>
              <p:ext uri="{D42A27DB-BD31-4B8C-83A1-F6EECF244321}">
                <p14:modId xmlns:p14="http://schemas.microsoft.com/office/powerpoint/2010/main" val="13400213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344" imgH="344" progId="TCLayout.ActiveDocument.1">
                  <p:embed/>
                </p:oleObj>
              </mc:Choice>
              <mc:Fallback>
                <p:oleObj name="think-cell Slide" r:id="rId13" imgW="344" imgH="344" progId="TCLayout.ActiveDocument.1">
                  <p:embed/>
                  <p:pic>
                    <p:nvPicPr>
                      <p:cNvPr id="3" name="Object 2" hidden="1">
                        <a:extLst>
                          <a:ext uri="{FF2B5EF4-FFF2-40B4-BE49-F238E27FC236}">
                            <a16:creationId xmlns:a16="http://schemas.microsoft.com/office/drawing/2014/main" id="{7BEFF58C-83CF-420F-BF45-F188AE9E7308}"/>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BEC3B16-0840-4135-8BED-D45704C35593}"/>
              </a:ext>
            </a:extLst>
          </p:cNvPr>
          <p:cNvSpPr/>
          <p:nvPr userDrawn="1">
            <p:custDataLst>
              <p:tags r:id="rId3"/>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2" name="ClientLogo">
            <a:extLst>
              <a:ext uri="{FF2B5EF4-FFF2-40B4-BE49-F238E27FC236}">
                <a16:creationId xmlns:a16="http://schemas.microsoft.com/office/drawing/2014/main" id="{5A541723-8353-4CC2-AFDA-19C8B3B786BF}"/>
              </a:ext>
            </a:extLst>
          </p:cNvPr>
          <p:cNvSpPr>
            <a:spLocks noGrp="1"/>
          </p:cNvSpPr>
          <p:nvPr>
            <p:ph type="pic" sz="quarter" idx="14" hasCustomPrompt="1"/>
            <p:custDataLst>
              <p:tags r:id="rId4"/>
            </p:custDataLst>
          </p:nvPr>
        </p:nvSpPr>
        <p:spPr>
          <a:xfrm>
            <a:off x="551942" y="4984025"/>
            <a:ext cx="1901952" cy="969264"/>
          </a:xfrm>
          <a:prstGeom prst="rect">
            <a:avLst/>
          </a:prstGeom>
        </p:spPr>
        <p:txBody>
          <a:bodyPr>
            <a:noAutofit/>
          </a:bodyPr>
          <a:lstStyle>
            <a:lvl1pPr algn="ctr">
              <a:defRPr sz="1200">
                <a:solidFill>
                  <a:schemeClr val="tx1"/>
                </a:solidFill>
              </a:defRPr>
            </a:lvl1pPr>
          </a:lstStyle>
          <a:p>
            <a:r>
              <a:rPr lang="en-US" dirty="0"/>
              <a:t>Client logo goes here.</a:t>
            </a:r>
          </a:p>
        </p:txBody>
      </p:sp>
      <p:sp>
        <p:nvSpPr>
          <p:cNvPr id="13" name="Documenttype">
            <a:extLst>
              <a:ext uri="{FF2B5EF4-FFF2-40B4-BE49-F238E27FC236}">
                <a16:creationId xmlns:a16="http://schemas.microsoft.com/office/drawing/2014/main" id="{A8F38EAB-8863-4F94-ACD0-B6D27373BCC1}"/>
              </a:ext>
            </a:extLst>
          </p:cNvPr>
          <p:cNvSpPr>
            <a:spLocks noGrp="1"/>
          </p:cNvSpPr>
          <p:nvPr>
            <p:ph type="body" sz="quarter" idx="13" hasCustomPrompt="1"/>
            <p:custDataLst>
              <p:tags r:id="rId5"/>
            </p:custDataLst>
          </p:nvPr>
        </p:nvSpPr>
        <p:spPr>
          <a:xfrm>
            <a:off x="551942" y="4510168"/>
            <a:ext cx="6016752" cy="215444"/>
          </a:xfrm>
          <a:prstGeom prst="rect">
            <a:avLst/>
          </a:prstGeom>
        </p:spPr>
        <p:txBody>
          <a:bodyPr wrap="square">
            <a:noAutofit/>
          </a:bodyPr>
          <a:lstStyle>
            <a:lvl1pPr>
              <a:buNone/>
              <a:defRPr sz="1400">
                <a:solidFill>
                  <a:schemeClr val="tx1"/>
                </a:solidFill>
              </a:defRPr>
            </a:lvl1pPr>
            <a:lvl2pPr marL="115888" indent="0">
              <a:buNone/>
              <a:defRPr>
                <a:solidFill>
                  <a:schemeClr val="bg1"/>
                </a:solidFill>
              </a:defRPr>
            </a:lvl2pPr>
            <a:lvl3pPr marL="466344" indent="0">
              <a:buNone/>
              <a:defRPr>
                <a:solidFill>
                  <a:schemeClr val="bg1"/>
                </a:solidFill>
              </a:defRPr>
            </a:lvl3pPr>
            <a:lvl4pPr marL="813816" indent="0">
              <a:buNone/>
              <a:defRPr>
                <a:solidFill>
                  <a:schemeClr val="bg1"/>
                </a:solidFill>
              </a:defRPr>
            </a:lvl4pPr>
            <a:lvl5pPr marL="1161288" indent="0">
              <a:buNone/>
              <a:defRPr>
                <a:solidFill>
                  <a:schemeClr val="bg1"/>
                </a:solidFill>
              </a:defRPr>
            </a:lvl5pPr>
          </a:lstStyle>
          <a:p>
            <a:pPr lvl="0"/>
            <a:r>
              <a:rPr lang="en-US" dirty="0"/>
              <a:t>Edit date or title/role</a:t>
            </a:r>
          </a:p>
        </p:txBody>
      </p:sp>
      <p:sp>
        <p:nvSpPr>
          <p:cNvPr id="14" name="Subtitle">
            <a:extLst>
              <a:ext uri="{FF2B5EF4-FFF2-40B4-BE49-F238E27FC236}">
                <a16:creationId xmlns:a16="http://schemas.microsoft.com/office/drawing/2014/main" id="{6C219131-971A-4BF6-8DFB-186691126F2C}"/>
              </a:ext>
            </a:extLst>
          </p:cNvPr>
          <p:cNvSpPr>
            <a:spLocks noGrp="1"/>
          </p:cNvSpPr>
          <p:nvPr>
            <p:ph type="subTitle" idx="1"/>
            <p:custDataLst>
              <p:tags r:id="rId6"/>
            </p:custDataLst>
          </p:nvPr>
        </p:nvSpPr>
        <p:spPr>
          <a:xfrm>
            <a:off x="551942" y="4092559"/>
            <a:ext cx="6016752" cy="307777"/>
          </a:xfrm>
          <a:prstGeom prst="rect">
            <a:avLst/>
          </a:prstGeom>
        </p:spPr>
        <p:txBody>
          <a:bodyPr wrap="square">
            <a:spAutoFit/>
          </a:bodyPr>
          <a:lstStyle>
            <a:lvl1pPr marL="0" indent="0" algn="l">
              <a:buNone/>
              <a:defRPr sz="20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21" name="Title">
            <a:extLst>
              <a:ext uri="{FF2B5EF4-FFF2-40B4-BE49-F238E27FC236}">
                <a16:creationId xmlns:a16="http://schemas.microsoft.com/office/drawing/2014/main" id="{B280F3D7-8B5E-4751-907E-C1D9BEBFDCB8}"/>
              </a:ext>
            </a:extLst>
          </p:cNvPr>
          <p:cNvSpPr>
            <a:spLocks noGrp="1"/>
          </p:cNvSpPr>
          <p:nvPr>
            <p:ph type="title"/>
            <p:custDataLst>
              <p:tags r:id="rId7"/>
            </p:custDataLst>
          </p:nvPr>
        </p:nvSpPr>
        <p:spPr>
          <a:xfrm>
            <a:off x="551942" y="2049805"/>
            <a:ext cx="6016752" cy="1921708"/>
          </a:xfrm>
          <a:prstGeom prst="rect">
            <a:avLst/>
          </a:prstGeom>
        </p:spPr>
        <p:txBody>
          <a:bodyPr vert="horz" anchor="b">
            <a:normAutofit/>
          </a:bodyPr>
          <a:lstStyle>
            <a:lvl1pPr>
              <a:defRPr sz="4400" baseline="0">
                <a:ln w="6350" cap="flat">
                  <a:noFill/>
                  <a:miter lim="800000"/>
                </a:ln>
                <a:solidFill>
                  <a:schemeClr val="tx1"/>
                </a:solidFill>
              </a:defRPr>
            </a:lvl1pPr>
          </a:lstStyle>
          <a:p>
            <a:r>
              <a:rPr lang="en-US" dirty="0"/>
              <a:t>Click to edit Master title style</a:t>
            </a:r>
          </a:p>
        </p:txBody>
      </p:sp>
      <p:sp>
        <p:nvSpPr>
          <p:cNvPr id="25" name="Disclaimer-English (United States)">
            <a:extLst>
              <a:ext uri="{FF2B5EF4-FFF2-40B4-BE49-F238E27FC236}">
                <a16:creationId xmlns:a16="http://schemas.microsoft.com/office/drawing/2014/main" id="{365FDE2E-B4AC-48A0-8D5A-94F648AEA896}"/>
              </a:ext>
            </a:extLst>
          </p:cNvPr>
          <p:cNvSpPr>
            <a:spLocks noChangeArrowheads="1"/>
          </p:cNvSpPr>
          <p:nvPr userDrawn="1">
            <p:custDataLst>
              <p:tags r:id="rId8"/>
            </p:custDataLst>
          </p:nvPr>
        </p:nvSpPr>
        <p:spPr bwMode="black">
          <a:xfrm>
            <a:off x="551942" y="6190488"/>
            <a:ext cx="3995928" cy="35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0" tIns="0" rIns="0" bIns="0" anchor="b" anchorCtr="0">
            <a:noAutofit/>
          </a:bodyPr>
          <a:lstStyle/>
          <a:p>
            <a:pPr defTabSz="804863" eaLnBrk="0" hangingPunct="0"/>
            <a:r>
              <a:rPr lang="en-US" sz="750">
                <a:solidFill>
                  <a:schemeClr val="tx1"/>
                </a:solidFill>
                <a:latin typeface="+mn-lt"/>
              </a:rPr>
              <a:t>CONFIDENTIAL AND PROPRIETARY | © 2026 McKinsey &amp; Company. </a:t>
            </a:r>
          </a:p>
          <a:p>
            <a:pPr defTabSz="804863" eaLnBrk="0" hangingPunct="0"/>
            <a:r>
              <a:rPr lang="en-US" sz="750">
                <a:solidFill>
                  <a:schemeClr val="tx1"/>
                </a:solidFill>
                <a:latin typeface="+mn-lt"/>
              </a:rPr>
              <a:t>This material is intended solely for your internal use and any use of this material without specific permission of McKinsey &amp; Company is strictly prohibited. All rights reserved.</a:t>
            </a:r>
            <a:endParaRPr lang="en-US" sz="750" dirty="0">
              <a:solidFill>
                <a:schemeClr val="tx1"/>
              </a:solidFill>
              <a:latin typeface="+mn-lt"/>
            </a:endParaRPr>
          </a:p>
        </p:txBody>
      </p:sp>
      <p:grpSp>
        <p:nvGrpSpPr>
          <p:cNvPr id="11" name="logoimage">
            <a:extLst>
              <a:ext uri="{FF2B5EF4-FFF2-40B4-BE49-F238E27FC236}">
                <a16:creationId xmlns:a16="http://schemas.microsoft.com/office/drawing/2014/main" id="{1CF91F61-1A9C-80E4-FFA2-69DB20BBACC3}"/>
              </a:ext>
            </a:extLst>
          </p:cNvPr>
          <p:cNvGrpSpPr/>
          <p:nvPr userDrawn="1">
            <p:custDataLst>
              <p:tags r:id="rId9"/>
            </p:custDataLst>
          </p:nvPr>
        </p:nvGrpSpPr>
        <p:grpSpPr>
          <a:xfrm>
            <a:off x="551942" y="481160"/>
            <a:ext cx="1893201" cy="585216"/>
            <a:chOff x="551942" y="481160"/>
            <a:chExt cx="1893201" cy="585216"/>
          </a:xfrm>
        </p:grpSpPr>
        <p:sp>
          <p:nvSpPr>
            <p:cNvPr id="18" name="AutoShape 3">
              <a:extLst>
                <a:ext uri="{FF2B5EF4-FFF2-40B4-BE49-F238E27FC236}">
                  <a16:creationId xmlns:a16="http://schemas.microsoft.com/office/drawing/2014/main" id="{E8A472B5-EC20-41F1-91D8-281D2B5D8D1E}"/>
                </a:ext>
              </a:extLst>
            </p:cNvPr>
            <p:cNvSpPr>
              <a:spLocks noChangeAspect="1" noChangeArrowheads="1" noTextEdit="1"/>
            </p:cNvSpPr>
            <p:nvPr userDrawn="1"/>
          </p:nvSpPr>
          <p:spPr bwMode="black">
            <a:xfrm>
              <a:off x="551942" y="481160"/>
              <a:ext cx="1893201"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22" name="Freeform 5">
              <a:extLst>
                <a:ext uri="{FF2B5EF4-FFF2-40B4-BE49-F238E27FC236}">
                  <a16:creationId xmlns:a16="http://schemas.microsoft.com/office/drawing/2014/main" id="{B5153A5B-4B89-4D4A-96F0-F9AFF4E7D0F5}"/>
                </a:ext>
              </a:extLst>
            </p:cNvPr>
            <p:cNvSpPr>
              <a:spLocks noEditPoints="1"/>
            </p:cNvSpPr>
            <p:nvPr userDrawn="1"/>
          </p:nvSpPr>
          <p:spPr bwMode="black">
            <a:xfrm>
              <a:off x="551942" y="481407"/>
              <a:ext cx="1893201"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Tree>
    <p:extLst>
      <p:ext uri="{BB962C8B-B14F-4D97-AF65-F5344CB8AC3E}">
        <p14:creationId xmlns:p14="http://schemas.microsoft.com/office/powerpoint/2010/main" val="26885933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rast Default">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D01440F-CB45-4B1E-BF2B-97953CB35508}"/>
              </a:ext>
            </a:extLst>
          </p:cNvPr>
          <p:cNvGraphicFramePr>
            <a:graphicFrameLocks noChangeAspect="1"/>
          </p:cNvGraphicFramePr>
          <p:nvPr userDrawn="1">
            <p:custDataLst>
              <p:tags r:id="rId1"/>
            </p:custDataLst>
            <p:extLst>
              <p:ext uri="{D42A27DB-BD31-4B8C-83A1-F6EECF244321}">
                <p14:modId xmlns:p14="http://schemas.microsoft.com/office/powerpoint/2010/main" val="353085684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13" imgH="416" progId="TCLayout.ActiveDocument.1">
                  <p:embed/>
                </p:oleObj>
              </mc:Choice>
              <mc:Fallback>
                <p:oleObj name="think-cell Slide" r:id="rId9" imgW="413" imgH="416" progId="TCLayout.ActiveDocument.1">
                  <p:embed/>
                  <p:pic>
                    <p:nvPicPr>
                      <p:cNvPr id="3" name="Object 2" hidden="1">
                        <a:extLst>
                          <a:ext uri="{FF2B5EF4-FFF2-40B4-BE49-F238E27FC236}">
                            <a16:creationId xmlns:a16="http://schemas.microsoft.com/office/drawing/2014/main" id="{6D01440F-CB45-4B1E-BF2B-97953CB35508}"/>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F95EE31F-4647-48C1-8F33-15A7FC3D359F}"/>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5" name="Slide Number">
            <a:extLst>
              <a:ext uri="{FF2B5EF4-FFF2-40B4-BE49-F238E27FC236}">
                <a16:creationId xmlns:a16="http://schemas.microsoft.com/office/drawing/2014/main" id="{E4920261-0593-4AC5-992E-73B8CB0A1C71}"/>
              </a:ext>
            </a:extLst>
          </p:cNvPr>
          <p:cNvSpPr>
            <a:spLocks noChangeArrowheads="1"/>
          </p:cNvSpPr>
          <p:nvPr userDrawn="1">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9" name="5. Source" hidden="1">
            <a:extLst>
              <a:ext uri="{FF2B5EF4-FFF2-40B4-BE49-F238E27FC236}">
                <a16:creationId xmlns:a16="http://schemas.microsoft.com/office/drawing/2014/main" id="{0CC39C66-1ED1-4BBF-87FB-6C74C9A461BE}"/>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2" name="2. Slide Title">
            <a:extLst>
              <a:ext uri="{FF2B5EF4-FFF2-40B4-BE49-F238E27FC236}">
                <a16:creationId xmlns:a16="http://schemas.microsoft.com/office/drawing/2014/main" id="{0BDEB94E-58BF-43E2-8FF2-DCDA24AD4E9D}"/>
              </a:ext>
            </a:extLst>
          </p:cNvPr>
          <p:cNvSpPr>
            <a:spLocks noGrp="1"/>
          </p:cNvSpPr>
          <p:nvPr>
            <p:ph type="title"/>
            <p:custDataLst>
              <p:tags r:id="rId5"/>
            </p:custDataLst>
          </p:nvPr>
        </p:nvSpPr>
        <p:spPr>
          <a:xfrm>
            <a:off x="554736" y="182372"/>
            <a:ext cx="11082528" cy="731520"/>
          </a:xfrm>
        </p:spPr>
        <p:txBody>
          <a:bodyPr/>
          <a:lstStyle/>
          <a:p>
            <a:r>
              <a:rPr lang="en-US"/>
              <a:t>Click to edit Master title style</a:t>
            </a:r>
            <a:endParaRPr lang="en-US" dirty="0"/>
          </a:p>
        </p:txBody>
      </p:sp>
      <p:sp>
        <p:nvSpPr>
          <p:cNvPr id="14" name="3. Subtitle">
            <a:extLst>
              <a:ext uri="{FF2B5EF4-FFF2-40B4-BE49-F238E27FC236}">
                <a16:creationId xmlns:a16="http://schemas.microsoft.com/office/drawing/2014/main" id="{A865C2CC-D12C-4517-9906-7CCD161322EB}"/>
              </a:ext>
            </a:extLst>
          </p:cNvPr>
          <p:cNvSpPr>
            <a:spLocks noGrp="1"/>
          </p:cNvSpPr>
          <p:nvPr>
            <p:ph type="subTitle" idx="1"/>
            <p:custDataLst>
              <p:tags r:id="rId6"/>
            </p:custDataLst>
          </p:nvPr>
        </p:nvSpPr>
        <p:spPr>
          <a:xfrm>
            <a:off x="554736" y="903861"/>
            <a:ext cx="11082528" cy="246221"/>
          </a:xfrm>
        </p:spPr>
        <p:txBody>
          <a:bodyPr anchor="t" anchorCtr="0">
            <a:spAutoFit/>
          </a:bodyPr>
          <a:lstStyle/>
          <a:p>
            <a:r>
              <a:rPr lang="en-US" sz="1600" dirty="0"/>
              <a:t>Click to edit Master subtitle style</a:t>
            </a:r>
          </a:p>
        </p:txBody>
      </p:sp>
      <p:sp>
        <p:nvSpPr>
          <p:cNvPr id="17" name="1. On-page tracker">
            <a:extLst>
              <a:ext uri="{FF2B5EF4-FFF2-40B4-BE49-F238E27FC236}">
                <a16:creationId xmlns:a16="http://schemas.microsoft.com/office/drawing/2014/main" id="{FE52895E-A8CE-4207-AC48-2296C3D01401}"/>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85451508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rast Top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1706563"/>
            <a:ext cx="3813048" cy="861774"/>
          </a:xfrm>
          <a:prstGeom prst="rect">
            <a:avLst/>
          </a:prstGeom>
        </p:spPr>
        <p:txBody>
          <a:bodyPr anchor="t">
            <a:noAutofit/>
          </a:bodyPr>
          <a:lstStyle>
            <a:lvl1pPr>
              <a:defRPr>
                <a:ln w="6350" cap="flat">
                  <a:noFill/>
                  <a:miter lim="800000"/>
                </a:ln>
              </a:defRPr>
            </a:lvl1pPr>
          </a:lstStyle>
          <a:p>
            <a:r>
              <a:rPr lang="en-US" dirty="0"/>
              <a:t>Click to edit Master title style</a:t>
            </a:r>
          </a:p>
        </p:txBody>
      </p:sp>
      <p:sp>
        <p:nvSpPr>
          <p:cNvPr id="4" name="Slide Number">
            <a:extLst>
              <a:ext uri="{FF2B5EF4-FFF2-40B4-BE49-F238E27FC236}">
                <a16:creationId xmlns:a16="http://schemas.microsoft.com/office/drawing/2014/main" id="{E74A6D15-9D93-480F-A207-CA245151AE2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33F722E2-991C-4728-97C9-8D281DB3C59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86FA29AF-027A-4D55-B276-E2DD256DB988}"/>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92196645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Contrast Mid Left">
    <p:spTree>
      <p:nvGrpSpPr>
        <p:cNvPr id="1" name=""/>
        <p:cNvGrpSpPr/>
        <p:nvPr/>
      </p:nvGrpSpPr>
      <p:grpSpPr>
        <a:xfrm>
          <a:off x="0" y="0"/>
          <a:ext cx="0" cy="0"/>
          <a:chOff x="0" y="0"/>
          <a:chExt cx="0" cy="0"/>
        </a:xfrm>
      </p:grpSpPr>
      <p:sp>
        <p:nvSpPr>
          <p:cNvPr id="3" name="2. Slide Title">
            <a:extLst>
              <a:ext uri="{FF2B5EF4-FFF2-40B4-BE49-F238E27FC236}">
                <a16:creationId xmlns:a16="http://schemas.microsoft.com/office/drawing/2014/main" id="{064E079D-5BD2-4787-A7F2-0859A1CB5E94}"/>
              </a:ext>
            </a:extLst>
          </p:cNvPr>
          <p:cNvSpPr>
            <a:spLocks noGrp="1"/>
          </p:cNvSpPr>
          <p:nvPr>
            <p:ph type="title"/>
            <p:custDataLst>
              <p:tags r:id="rId1"/>
            </p:custDataLst>
          </p:nvPr>
        </p:nvSpPr>
        <p:spPr>
          <a:xfrm>
            <a:off x="554736" y="3044280"/>
            <a:ext cx="5065776" cy="769441"/>
          </a:xfrm>
          <a:prstGeom prst="rect">
            <a:avLst/>
          </a:prstGeom>
        </p:spPr>
        <p:txBody>
          <a:bodyPr rIns="365760" anchor="ctr">
            <a:noAutofit/>
          </a:bodyPr>
          <a:lstStyle>
            <a:lvl1pPr>
              <a:defRPr>
                <a:ln w="6350" cap="flat">
                  <a:noFill/>
                  <a:miter lim="800000"/>
                </a:ln>
              </a:defRPr>
            </a:lvl1pPr>
          </a:lstStyle>
          <a:p>
            <a:r>
              <a:rPr lang="en-US" dirty="0"/>
              <a:t>Click to edit Master title style</a:t>
            </a:r>
          </a:p>
        </p:txBody>
      </p:sp>
      <p:sp>
        <p:nvSpPr>
          <p:cNvPr id="9" name="Slide Number">
            <a:extLst>
              <a:ext uri="{FF2B5EF4-FFF2-40B4-BE49-F238E27FC236}">
                <a16:creationId xmlns:a16="http://schemas.microsoft.com/office/drawing/2014/main" id="{8CFBA6B2-A084-4532-80C0-2629A5553A76}"/>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7" name="5. Source" hidden="1">
            <a:extLst>
              <a:ext uri="{FF2B5EF4-FFF2-40B4-BE49-F238E27FC236}">
                <a16:creationId xmlns:a16="http://schemas.microsoft.com/office/drawing/2014/main" id="{677DA9EB-F148-4622-AB71-9F38D348578D}"/>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8" name="1. On-page tracker">
            <a:extLst>
              <a:ext uri="{FF2B5EF4-FFF2-40B4-BE49-F238E27FC236}">
                <a16:creationId xmlns:a16="http://schemas.microsoft.com/office/drawing/2014/main" id="{93728AF3-A71A-4C7A-97DE-605BB9E1802D}"/>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28294560"/>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Contrast Section">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70A466E0-AD73-4F3A-9B78-5C1BB1238B16}"/>
              </a:ext>
            </a:extLst>
          </p:cNvPr>
          <p:cNvGraphicFramePr>
            <a:graphicFrameLocks noChangeAspect="1"/>
          </p:cNvGraphicFramePr>
          <p:nvPr userDrawn="1">
            <p:custDataLst>
              <p:tags r:id="rId1"/>
            </p:custDataLst>
            <p:extLst>
              <p:ext uri="{D42A27DB-BD31-4B8C-83A1-F6EECF244321}">
                <p14:modId xmlns:p14="http://schemas.microsoft.com/office/powerpoint/2010/main" val="181429864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473" imgH="476" progId="TCLayout.ActiveDocument.1">
                  <p:embed/>
                </p:oleObj>
              </mc:Choice>
              <mc:Fallback>
                <p:oleObj name="think-cell Slide" r:id="rId8" imgW="473" imgH="476" progId="TCLayout.ActiveDocument.1">
                  <p:embed/>
                  <p:pic>
                    <p:nvPicPr>
                      <p:cNvPr id="3" name="Object 2" hidden="1">
                        <a:extLst>
                          <a:ext uri="{FF2B5EF4-FFF2-40B4-BE49-F238E27FC236}">
                            <a16:creationId xmlns:a16="http://schemas.microsoft.com/office/drawing/2014/main" id="{70A466E0-AD73-4F3A-9B78-5C1BB1238B1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D52DFA4F-F49F-468D-B19A-F0D9ACACF90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4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E222DC4C-FD9F-4495-B0EA-3E6F1E35596A}"/>
              </a:ext>
            </a:extLst>
          </p:cNvPr>
          <p:cNvSpPr>
            <a:spLocks noGrp="1"/>
          </p:cNvSpPr>
          <p:nvPr>
            <p:ph type="title"/>
            <p:custDataLst>
              <p:tags r:id="rId3"/>
            </p:custDataLst>
          </p:nvPr>
        </p:nvSpPr>
        <p:spPr>
          <a:xfrm>
            <a:off x="554736" y="4580468"/>
            <a:ext cx="11082528" cy="677108"/>
          </a:xfrm>
        </p:spPr>
        <p:txBody>
          <a:bodyPr anchor="b">
            <a:noAutofit/>
          </a:bodyPr>
          <a:lstStyle>
            <a:lvl1pPr>
              <a:lnSpc>
                <a:spcPct val="93000"/>
              </a:lnSpc>
              <a:defRPr sz="4400"/>
            </a:lvl1pPr>
          </a:lstStyle>
          <a:p>
            <a:r>
              <a:rPr lang="en-US" dirty="0"/>
              <a:t>Click to edit Master title style</a:t>
            </a:r>
          </a:p>
        </p:txBody>
      </p:sp>
      <p:sp>
        <p:nvSpPr>
          <p:cNvPr id="8" name="Slide Number">
            <a:extLst>
              <a:ext uri="{FF2B5EF4-FFF2-40B4-BE49-F238E27FC236}">
                <a16:creationId xmlns:a16="http://schemas.microsoft.com/office/drawing/2014/main" id="{9AC4B822-CA6B-4F05-8715-F74C6D5D34B1}"/>
              </a:ext>
            </a:extLst>
          </p:cNvPr>
          <p:cNvSpPr>
            <a:spLocks noChangeArrowheads="1"/>
          </p:cNvSpPr>
          <p:nvPr userDrawn="1">
            <p:custDataLst>
              <p:tags r:id="rId4"/>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376B40D-309A-4442-81B2-638CDEBB2F76}"/>
              </a:ext>
            </a:extLst>
          </p:cNvPr>
          <p:cNvSpPr txBox="1"/>
          <p:nvPr userDrawn="1">
            <p:custDataLst>
              <p:tags r:id="rId5"/>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54D7CBA4-82F6-465D-A903-99498223AB1A}"/>
              </a:ext>
            </a:extLst>
          </p:cNvPr>
          <p:cNvSpPr>
            <a:spLocks noGrp="1"/>
          </p:cNvSpPr>
          <p:nvPr>
            <p:ph type="body" sz="quarter" idx="17" hasCustomPrompt="1"/>
            <p:custDataLst>
              <p:tags r:id="rId6"/>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77501537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trast Quote">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965A42E5-8A95-48CC-91A7-EC09BEF8D283}"/>
              </a:ext>
            </a:extLst>
          </p:cNvPr>
          <p:cNvGraphicFramePr>
            <a:graphicFrameLocks noChangeAspect="1"/>
          </p:cNvGraphicFramePr>
          <p:nvPr userDrawn="1">
            <p:custDataLst>
              <p:tags r:id="rId1"/>
            </p:custDataLst>
            <p:extLst>
              <p:ext uri="{D42A27DB-BD31-4B8C-83A1-F6EECF244321}">
                <p14:modId xmlns:p14="http://schemas.microsoft.com/office/powerpoint/2010/main" val="41813966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73" imgH="476" progId="TCLayout.ActiveDocument.1">
                  <p:embed/>
                </p:oleObj>
              </mc:Choice>
              <mc:Fallback>
                <p:oleObj name="think-cell Slide" r:id="rId9" imgW="473" imgH="476" progId="TCLayout.ActiveDocument.1">
                  <p:embed/>
                  <p:pic>
                    <p:nvPicPr>
                      <p:cNvPr id="3" name="Object 2" hidden="1">
                        <a:extLst>
                          <a:ext uri="{FF2B5EF4-FFF2-40B4-BE49-F238E27FC236}">
                            <a16:creationId xmlns:a16="http://schemas.microsoft.com/office/drawing/2014/main" id="{965A42E5-8A95-48CC-91A7-EC09BEF8D283}"/>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96343A1-B4C8-41A2-9540-F666771DD092}"/>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34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2. Slide Title">
            <a:extLst>
              <a:ext uri="{FF2B5EF4-FFF2-40B4-BE49-F238E27FC236}">
                <a16:creationId xmlns:a16="http://schemas.microsoft.com/office/drawing/2014/main" id="{FB296734-15F7-4BDF-BF7F-AD560B3E09D7}"/>
              </a:ext>
            </a:extLst>
          </p:cNvPr>
          <p:cNvSpPr>
            <a:spLocks noGrp="1"/>
          </p:cNvSpPr>
          <p:nvPr>
            <p:ph type="title" hasCustomPrompt="1"/>
            <p:custDataLst>
              <p:tags r:id="rId3"/>
            </p:custDataLst>
          </p:nvPr>
        </p:nvSpPr>
        <p:spPr>
          <a:xfrm>
            <a:off x="1505712" y="3592841"/>
            <a:ext cx="9180576" cy="486608"/>
          </a:xfrm>
          <a:prstGeom prst="rect">
            <a:avLst/>
          </a:prstGeom>
        </p:spPr>
        <p:txBody>
          <a:bodyPr>
            <a:spAutoFit/>
          </a:bodyPr>
          <a:lstStyle>
            <a:lvl1pPr>
              <a:lnSpc>
                <a:spcPct val="93000"/>
              </a:lnSpc>
              <a:defRPr sz="3400"/>
            </a:lvl1pPr>
          </a:lstStyle>
          <a:p>
            <a:r>
              <a:rPr lang="en-US" dirty="0"/>
              <a:t>“Click to add quote</a:t>
            </a:r>
          </a:p>
        </p:txBody>
      </p:sp>
      <p:sp>
        <p:nvSpPr>
          <p:cNvPr id="9" name="3. Subtitle">
            <a:extLst>
              <a:ext uri="{FF2B5EF4-FFF2-40B4-BE49-F238E27FC236}">
                <a16:creationId xmlns:a16="http://schemas.microsoft.com/office/drawing/2014/main" id="{F91EA195-0A6B-4141-BE0A-C29B8632D98B}"/>
              </a:ext>
            </a:extLst>
          </p:cNvPr>
          <p:cNvSpPr>
            <a:spLocks noGrp="1"/>
          </p:cNvSpPr>
          <p:nvPr>
            <p:ph type="subTitle" idx="1" hasCustomPrompt="1"/>
            <p:custDataLst>
              <p:tags r:id="rId4"/>
            </p:custDataLst>
          </p:nvPr>
        </p:nvSpPr>
        <p:spPr>
          <a:xfrm>
            <a:off x="1505712" y="4284630"/>
            <a:ext cx="9180576" cy="246221"/>
          </a:xfrm>
        </p:spPr>
        <p:txBody>
          <a:bodyPr wrap="square" anchor="t">
            <a:spAutoFit/>
          </a:bodyPr>
          <a:lstStyle>
            <a:lvl1pPr marL="0" indent="0" algn="l">
              <a:buNone/>
              <a:defRPr sz="16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quote source</a:t>
            </a:r>
          </a:p>
        </p:txBody>
      </p:sp>
      <p:sp>
        <p:nvSpPr>
          <p:cNvPr id="8" name="Slide Number">
            <a:extLst>
              <a:ext uri="{FF2B5EF4-FFF2-40B4-BE49-F238E27FC236}">
                <a16:creationId xmlns:a16="http://schemas.microsoft.com/office/drawing/2014/main" id="{9A085514-D1F6-4D77-A23F-C5C66C21AB2E}"/>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dirty="0">
              <a:solidFill>
                <a:schemeClr val="tx1"/>
              </a:solidFill>
              <a:latin typeface="+mn-lt"/>
              <a:ea typeface="+mn-ea"/>
              <a:cs typeface="Arial" panose="020B0604020202020204" pitchFamily="34" charset="0"/>
            </a:endParaRPr>
          </a:p>
        </p:txBody>
      </p:sp>
      <p:sp>
        <p:nvSpPr>
          <p:cNvPr id="11" name="5. Source" hidden="1">
            <a:extLst>
              <a:ext uri="{FF2B5EF4-FFF2-40B4-BE49-F238E27FC236}">
                <a16:creationId xmlns:a16="http://schemas.microsoft.com/office/drawing/2014/main" id="{C5FBD0AF-1EDD-41EB-9A6E-173435ADFFE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13" name="1. On-page tracker">
            <a:extLst>
              <a:ext uri="{FF2B5EF4-FFF2-40B4-BE49-F238E27FC236}">
                <a16:creationId xmlns:a16="http://schemas.microsoft.com/office/drawing/2014/main" id="{F4C99502-105F-4A25-9FB4-3478945E9EF7}"/>
              </a:ext>
            </a:extLst>
          </p:cNvPr>
          <p:cNvSpPr>
            <a:spLocks noGrp="1"/>
          </p:cNvSpPr>
          <p:nvPr>
            <p:ph type="body" sz="quarter" idx="17" hasCustomPrompt="1"/>
            <p:custDataLst>
              <p:tags r:id="rId7"/>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31267882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ontrast 1/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C3A3BA4A-22A3-4843-892F-E42C155B4288}"/>
              </a:ext>
            </a:extLst>
          </p:cNvPr>
          <p:cNvGraphicFramePr>
            <a:graphicFrameLocks noChangeAspect="1"/>
          </p:cNvGraphicFramePr>
          <p:nvPr userDrawn="1">
            <p:custDataLst>
              <p:tags r:id="rId1"/>
            </p:custDataLst>
            <p:extLst>
              <p:ext uri="{D42A27DB-BD31-4B8C-83A1-F6EECF244321}">
                <p14:modId xmlns:p14="http://schemas.microsoft.com/office/powerpoint/2010/main" val="425994823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C3A3BA4A-22A3-4843-892F-E42C155B4288}"/>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5BF2AED7-361B-4221-9AF6-77A108DA0C2B}"/>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3413760" y="0"/>
            <a:ext cx="8778240"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7D03BAA3-96F1-4B7C-895E-B9B8CFDDA50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ACF9526A-1F1C-4E57-8A8D-21EDBC12066F}"/>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2. Slide Title">
            <a:extLst>
              <a:ext uri="{FF2B5EF4-FFF2-40B4-BE49-F238E27FC236}">
                <a16:creationId xmlns:a16="http://schemas.microsoft.com/office/drawing/2014/main" id="{7C125983-42A9-42F7-AA00-F56CD87B285E}"/>
              </a:ext>
            </a:extLst>
          </p:cNvPr>
          <p:cNvSpPr>
            <a:spLocks noGrp="1"/>
          </p:cNvSpPr>
          <p:nvPr>
            <p:ph type="title"/>
            <p:custDataLst>
              <p:tags r:id="rId6"/>
            </p:custDataLst>
          </p:nvPr>
        </p:nvSpPr>
        <p:spPr>
          <a:xfrm>
            <a:off x="554736" y="2744369"/>
            <a:ext cx="2514600" cy="769441"/>
          </a:xfrm>
        </p:spPr>
        <p:txBody>
          <a:bodyPr vert="horz" anchor="b">
            <a:noAutofit/>
          </a:bodyPr>
          <a:lstStyle>
            <a:lvl1pPr>
              <a:defRPr>
                <a:solidFill>
                  <a:schemeClr val="bg2"/>
                </a:solidFill>
              </a:defRPr>
            </a:lvl1pPr>
          </a:lstStyle>
          <a:p>
            <a:r>
              <a:rPr lang="en-US" dirty="0"/>
              <a:t>Click to edit Master title</a:t>
            </a:r>
          </a:p>
        </p:txBody>
      </p:sp>
      <p:sp>
        <p:nvSpPr>
          <p:cNvPr id="20" name="3. Subtitle">
            <a:extLst>
              <a:ext uri="{FF2B5EF4-FFF2-40B4-BE49-F238E27FC236}">
                <a16:creationId xmlns:a16="http://schemas.microsoft.com/office/drawing/2014/main" id="{9D41FF9F-DFB7-4DFF-B338-08A2CA649393}"/>
              </a:ext>
            </a:extLst>
          </p:cNvPr>
          <p:cNvSpPr>
            <a:spLocks noGrp="1"/>
          </p:cNvSpPr>
          <p:nvPr>
            <p:ph type="subTitle" idx="1"/>
            <p:custDataLst>
              <p:tags r:id="rId7"/>
            </p:custDataLst>
          </p:nvPr>
        </p:nvSpPr>
        <p:spPr>
          <a:xfrm>
            <a:off x="554736" y="3659644"/>
            <a:ext cx="2514600" cy="492443"/>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21" name="5. Source" hidden="1">
            <a:extLst>
              <a:ext uri="{FF2B5EF4-FFF2-40B4-BE49-F238E27FC236}">
                <a16:creationId xmlns:a16="http://schemas.microsoft.com/office/drawing/2014/main" id="{064AC035-5239-45FF-8383-33CBCD30D33E}"/>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5" name="1. On-page tracker">
            <a:extLst>
              <a:ext uri="{FF2B5EF4-FFF2-40B4-BE49-F238E27FC236}">
                <a16:creationId xmlns:a16="http://schemas.microsoft.com/office/drawing/2014/main" id="{3DF66089-C2CC-4E6A-A7ED-0B333FCF2C47}"/>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98964705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Contrast 1/3">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6AD2A36-39D2-411F-97A0-A924098965AA}"/>
              </a:ext>
            </a:extLst>
          </p:cNvPr>
          <p:cNvGraphicFramePr>
            <a:graphicFrameLocks noChangeAspect="1"/>
          </p:cNvGraphicFramePr>
          <p:nvPr userDrawn="1">
            <p:custDataLst>
              <p:tags r:id="rId1"/>
            </p:custDataLst>
            <p:extLst>
              <p:ext uri="{D42A27DB-BD31-4B8C-83A1-F6EECF244321}">
                <p14:modId xmlns:p14="http://schemas.microsoft.com/office/powerpoint/2010/main" val="421037860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4" name="Object 3" hidden="1">
                        <a:extLst>
                          <a:ext uri="{FF2B5EF4-FFF2-40B4-BE49-F238E27FC236}">
                            <a16:creationId xmlns:a16="http://schemas.microsoft.com/office/drawing/2014/main" id="{D6AD2A36-39D2-411F-97A0-A924098965AA}"/>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4E67A342-8C8E-4A76-A2F2-1541645630AD}"/>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6" name="RectangleDark">
            <a:extLst>
              <a:ext uri="{FF2B5EF4-FFF2-40B4-BE49-F238E27FC236}">
                <a16:creationId xmlns:a16="http://schemas.microsoft.com/office/drawing/2014/main" id="{3FA229FA-A3E6-464F-8FAE-54175450EBEB}"/>
              </a:ext>
            </a:extLst>
          </p:cNvPr>
          <p:cNvSpPr/>
          <p:nvPr userDrawn="1">
            <p:custDataLst>
              <p:tags r:id="rId3"/>
            </p:custDataLst>
          </p:nvPr>
        </p:nvSpPr>
        <p:spPr bwMode="ltGray">
          <a:xfrm>
            <a:off x="4364736" y="0"/>
            <a:ext cx="782726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chemeClr val="bg2"/>
              </a:solidFill>
              <a:latin typeface="Arial" panose="020B0604020202020204" pitchFamily="34" charset="0"/>
            </a:endParaRPr>
          </a:p>
        </p:txBody>
      </p:sp>
      <p:sp>
        <p:nvSpPr>
          <p:cNvPr id="16" name="SlideLogoText">
            <a:extLst>
              <a:ext uri="{FF2B5EF4-FFF2-40B4-BE49-F238E27FC236}">
                <a16:creationId xmlns:a16="http://schemas.microsoft.com/office/drawing/2014/main" id="{2D4C39DE-34D3-430B-A68C-3662DBF9F427}"/>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6B65DC7-979F-4AB7-9872-8CF5F2DCB753}"/>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20" name="2. Slide Title">
            <a:extLst>
              <a:ext uri="{FF2B5EF4-FFF2-40B4-BE49-F238E27FC236}">
                <a16:creationId xmlns:a16="http://schemas.microsoft.com/office/drawing/2014/main" id="{F2EA5A09-84EC-4368-8C76-0BEA141A4333}"/>
              </a:ext>
            </a:extLst>
          </p:cNvPr>
          <p:cNvSpPr>
            <a:spLocks noGrp="1"/>
          </p:cNvSpPr>
          <p:nvPr>
            <p:ph type="title"/>
            <p:custDataLst>
              <p:tags r:id="rId6"/>
            </p:custDataLst>
          </p:nvPr>
        </p:nvSpPr>
        <p:spPr>
          <a:xfrm>
            <a:off x="554736" y="2744369"/>
            <a:ext cx="3465576" cy="769441"/>
          </a:xfrm>
          <a:prstGeom prst="rect">
            <a:avLst/>
          </a:prstGeom>
        </p:spPr>
        <p:txBody>
          <a:bodyPr vert="horz" wrap="square" anchor="b">
            <a:noAutofit/>
          </a:bodyPr>
          <a:lstStyle>
            <a:lvl1pPr algn="l">
              <a:defRPr>
                <a:solidFill>
                  <a:schemeClr val="bg2"/>
                </a:solidFill>
              </a:defRPr>
            </a:lvl1pPr>
          </a:lstStyle>
          <a:p>
            <a:r>
              <a:rPr lang="en-US" dirty="0"/>
              <a:t>Click to edit Master title style</a:t>
            </a:r>
          </a:p>
        </p:txBody>
      </p:sp>
      <p:sp>
        <p:nvSpPr>
          <p:cNvPr id="21" name="3. Subtitle">
            <a:extLst>
              <a:ext uri="{FF2B5EF4-FFF2-40B4-BE49-F238E27FC236}">
                <a16:creationId xmlns:a16="http://schemas.microsoft.com/office/drawing/2014/main" id="{4BAE0A91-D3D3-4C9A-9F81-3C13D960A341}"/>
              </a:ext>
            </a:extLst>
          </p:cNvPr>
          <p:cNvSpPr>
            <a:spLocks noGrp="1"/>
          </p:cNvSpPr>
          <p:nvPr>
            <p:ph type="subTitle" idx="1"/>
            <p:custDataLst>
              <p:tags r:id="rId7"/>
            </p:custDataLst>
          </p:nvPr>
        </p:nvSpPr>
        <p:spPr>
          <a:xfrm>
            <a:off x="554735" y="3659644"/>
            <a:ext cx="3465575" cy="246221"/>
          </a:xfrm>
        </p:spPr>
        <p:txBody>
          <a:bodyPr wrap="square" anchor="t">
            <a:spAutoFit/>
          </a:bodyPr>
          <a:lstStyle>
            <a:lvl1pPr marL="0" indent="0" algn="l">
              <a:buNone/>
              <a:defRPr sz="1600" b="0">
                <a:solidFill>
                  <a:schemeClr val="bg2"/>
                </a:solidFill>
              </a:defRPr>
            </a:lvl1pPr>
            <a:lvl2pPr marL="457178" indent="0" algn="ctr">
              <a:buNone/>
              <a:defRPr sz="2000"/>
            </a:lvl2pPr>
            <a:lvl3pPr marL="914354" indent="0" algn="ctr">
              <a:buNone/>
              <a:defRPr sz="1800"/>
            </a:lvl3pPr>
            <a:lvl4pPr marL="1371532" indent="0" algn="ctr">
              <a:buNone/>
              <a:defRPr sz="1600"/>
            </a:lvl4pPr>
            <a:lvl5pPr marL="1828709" indent="0" algn="ctr">
              <a:buNone/>
              <a:defRPr sz="1600"/>
            </a:lvl5pPr>
            <a:lvl6pPr marL="2285886" indent="0" algn="ctr">
              <a:buNone/>
              <a:defRPr sz="1600"/>
            </a:lvl6pPr>
            <a:lvl7pPr marL="2743062" indent="0" algn="ctr">
              <a:buNone/>
              <a:defRPr sz="1600"/>
            </a:lvl7pPr>
            <a:lvl8pPr marL="3200240" indent="0" algn="ctr">
              <a:buNone/>
              <a:defRPr sz="1600"/>
            </a:lvl8pPr>
            <a:lvl9pPr marL="3657418" indent="0" algn="ctr">
              <a:buNone/>
              <a:defRPr sz="1600"/>
            </a:lvl9pPr>
          </a:lstStyle>
          <a:p>
            <a:r>
              <a:rPr lang="en-US" dirty="0"/>
              <a:t>Click to edit Master subtitle style</a:t>
            </a:r>
          </a:p>
        </p:txBody>
      </p:sp>
      <p:sp>
        <p:nvSpPr>
          <p:cNvPr id="15" name="5. Source" hidden="1">
            <a:extLst>
              <a:ext uri="{FF2B5EF4-FFF2-40B4-BE49-F238E27FC236}">
                <a16:creationId xmlns:a16="http://schemas.microsoft.com/office/drawing/2014/main" id="{6BA86AD8-0ECF-4EA8-B346-D8EA2716E80C}"/>
              </a:ext>
            </a:extLst>
          </p:cNvPr>
          <p:cNvSpPr txBox="1"/>
          <p:nvPr userDrawn="1">
            <p:custDataLst>
              <p:tags r:id="rId8"/>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19" name="1. On-page tracker">
            <a:extLst>
              <a:ext uri="{FF2B5EF4-FFF2-40B4-BE49-F238E27FC236}">
                <a16:creationId xmlns:a16="http://schemas.microsoft.com/office/drawing/2014/main" id="{EDC5E9D8-BFBA-409D-B6E5-65A580E73B6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201729424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Contrast 1/2">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65793B5E-3475-4FCD-8164-7A168B5C1B4B}"/>
              </a:ext>
            </a:extLst>
          </p:cNvPr>
          <p:cNvGraphicFramePr>
            <a:graphicFrameLocks noChangeAspect="1"/>
          </p:cNvGraphicFramePr>
          <p:nvPr userDrawn="1">
            <p:custDataLst>
              <p:tags r:id="rId1"/>
            </p:custDataLst>
            <p:extLst>
              <p:ext uri="{D42A27DB-BD31-4B8C-83A1-F6EECF244321}">
                <p14:modId xmlns:p14="http://schemas.microsoft.com/office/powerpoint/2010/main" val="203053555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65793B5E-3475-4FCD-8164-7A168B5C1B4B}"/>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89D8F9-1075-4B52-8375-8D4A2673D845}"/>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6092952"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DF67D7DC-1A5A-4301-93C0-59BCC9FE6A85}"/>
              </a:ext>
            </a:extLst>
          </p:cNvPr>
          <p:cNvSpPr>
            <a:spLocks noGrp="1"/>
          </p:cNvSpPr>
          <p:nvPr>
            <p:ph type="title"/>
            <p:custDataLst>
              <p:tags r:id="rId7"/>
            </p:custDataLst>
          </p:nvPr>
        </p:nvSpPr>
        <p:spPr>
          <a:xfrm>
            <a:off x="554736" y="182372"/>
            <a:ext cx="5065776" cy="731520"/>
          </a:xfrm>
        </p:spPr>
        <p:txBody>
          <a:bodyPr vert="horz"/>
          <a:lstStyle>
            <a:lvl1pPr>
              <a:defRPr>
                <a:solidFill>
                  <a:schemeClr val="tx2"/>
                </a:solidFill>
              </a:defRPr>
            </a:lvl1pPr>
          </a:lstStyle>
          <a:p>
            <a:r>
              <a:rPr lang="en-US" dirty="0"/>
              <a:t>Click to edit Master title style</a:t>
            </a:r>
          </a:p>
        </p:txBody>
      </p:sp>
      <p:sp>
        <p:nvSpPr>
          <p:cNvPr id="23" name="3. Subtitle">
            <a:extLst>
              <a:ext uri="{FF2B5EF4-FFF2-40B4-BE49-F238E27FC236}">
                <a16:creationId xmlns:a16="http://schemas.microsoft.com/office/drawing/2014/main" id="{08590DB3-FFB4-489D-B120-ADFDC12014DE}"/>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CC3A7643-6C17-4DEC-88AD-F79B0F2E7A18}"/>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3518561520"/>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65214004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783031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bg2"/>
                </a:solidFill>
              </a:rPr>
              <a:t>Source: …</a:t>
            </a:r>
          </a:p>
        </p:txBody>
      </p:sp>
      <p:sp>
        <p:nvSpPr>
          <p:cNvPr id="21" name="2. Slide Title">
            <a:extLst>
              <a:ext uri="{FF2B5EF4-FFF2-40B4-BE49-F238E27FC236}">
                <a16:creationId xmlns:a16="http://schemas.microsoft.com/office/drawing/2014/main" id="{4A5E485D-7560-4AEC-8D55-C1425B9D1F47}"/>
              </a:ext>
            </a:extLst>
          </p:cNvPr>
          <p:cNvSpPr>
            <a:spLocks noGrp="1"/>
          </p:cNvSpPr>
          <p:nvPr>
            <p:ph type="title"/>
            <p:custDataLst>
              <p:tags r:id="rId7"/>
            </p:custDataLst>
          </p:nvPr>
        </p:nvSpPr>
        <p:spPr>
          <a:xfrm>
            <a:off x="554736" y="182372"/>
            <a:ext cx="6967728" cy="731520"/>
          </a:xfrm>
        </p:spPr>
        <p:txBody>
          <a:bodyPr vert="horz"/>
          <a:lstStyle>
            <a:lvl1pPr>
              <a:defRPr>
                <a:solidFill>
                  <a:schemeClr val="tx2"/>
                </a:solidFill>
              </a:defRPr>
            </a:lvl1pPr>
          </a:lstStyle>
          <a:p>
            <a:r>
              <a:rPr lang="en-US"/>
              <a:t>Click to edit Master title style</a:t>
            </a:r>
            <a:endParaRPr lang="en-US" dirty="0"/>
          </a:p>
        </p:txBody>
      </p:sp>
      <p:sp>
        <p:nvSpPr>
          <p:cNvPr id="22" name="3. Subtitle">
            <a:extLst>
              <a:ext uri="{FF2B5EF4-FFF2-40B4-BE49-F238E27FC236}">
                <a16:creationId xmlns:a16="http://schemas.microsoft.com/office/drawing/2014/main" id="{F1301516-07B7-4BE0-9669-E93BD5C22D18}"/>
              </a:ext>
            </a:extLst>
          </p:cNvPr>
          <p:cNvSpPr>
            <a:spLocks noGrp="1"/>
          </p:cNvSpPr>
          <p:nvPr>
            <p:ph type="subTitle" idx="1"/>
            <p:custDataLst>
              <p:tags r:id="rId8"/>
            </p:custDataLst>
          </p:nvPr>
        </p:nvSpPr>
        <p:spPr>
          <a:xfrm>
            <a:off x="554736" y="903861"/>
            <a:ext cx="6967728"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15" name="1. On-page tracker">
            <a:extLst>
              <a:ext uri="{FF2B5EF4-FFF2-40B4-BE49-F238E27FC236}">
                <a16:creationId xmlns:a16="http://schemas.microsoft.com/office/drawing/2014/main" id="{D374A786-7E98-4488-A29B-98B4E357E7B8}"/>
              </a:ext>
            </a:extLst>
          </p:cNvPr>
          <p:cNvSpPr>
            <a:spLocks noGrp="1"/>
          </p:cNvSpPr>
          <p:nvPr>
            <p:ph type="body" sz="quarter" idx="18" hasCustomPrompt="1"/>
            <p:custDataLst>
              <p:tags r:id="rId9"/>
            </p:custDataLst>
          </p:nvPr>
        </p:nvSpPr>
        <p:spPr>
          <a:xfrm>
            <a:off x="8170322" y="78768"/>
            <a:ext cx="3466942"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4385532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3B19533A-7C36-4239-BCB1-336E4EF4EA93}"/>
              </a:ext>
            </a:extLst>
          </p:cNvPr>
          <p:cNvGraphicFramePr>
            <a:graphicFrameLocks noChangeAspect="1"/>
          </p:cNvGraphicFramePr>
          <p:nvPr userDrawn="1">
            <p:custDataLst>
              <p:tags r:id="rId1"/>
            </p:custDataLst>
            <p:extLst>
              <p:ext uri="{D42A27DB-BD31-4B8C-83A1-F6EECF244321}">
                <p14:modId xmlns:p14="http://schemas.microsoft.com/office/powerpoint/2010/main" val="101706008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3" name="Object 2" hidden="1">
                        <a:extLst>
                          <a:ext uri="{FF2B5EF4-FFF2-40B4-BE49-F238E27FC236}">
                            <a16:creationId xmlns:a16="http://schemas.microsoft.com/office/drawing/2014/main" id="{3B19533A-7C36-4239-BCB1-336E4EF4EA93}"/>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78F94EA0-F844-4358-BAB1-09AA056D6AC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2500" b="1" i="0" u="none" strike="noStrike" kern="1200" cap="none" spc="0" normalizeH="0" baseline="0" noProof="0" dirty="0" err="1">
              <a:ln>
                <a:noFill/>
              </a:ln>
              <a:solidFill>
                <a:srgbClr val="051C2C"/>
              </a:solidFill>
              <a:effectLst/>
              <a:uLnTx/>
              <a:uFillTx/>
              <a:latin typeface="Georgia" panose="02040502050405020303" pitchFamily="18" charset="0"/>
              <a:ea typeface="+mj-ea"/>
              <a:cs typeface="+mj-cs"/>
              <a:sym typeface="Georgia" panose="02040502050405020303" pitchFamily="18" charset="0"/>
            </a:endParaRPr>
          </a:p>
        </p:txBody>
      </p:sp>
      <p:sp>
        <p:nvSpPr>
          <p:cNvPr id="22" name="RectangleLight">
            <a:extLst>
              <a:ext uri="{FF2B5EF4-FFF2-40B4-BE49-F238E27FC236}">
                <a16:creationId xmlns:a16="http://schemas.microsoft.com/office/drawing/2014/main" id="{65BA59B8-E166-40EF-A08B-73C27149A153}"/>
              </a:ext>
            </a:extLst>
          </p:cNvPr>
          <p:cNvSpPr/>
          <p:nvPr userDrawn="1">
            <p:custDataLst>
              <p:tags r:id="rId3"/>
            </p:custDataLst>
          </p:nvPr>
        </p:nvSpPr>
        <p:spPr bwMode="ltGray">
          <a:xfrm>
            <a:off x="8781416"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0F0F0"/>
              </a:solidFill>
              <a:effectLst/>
              <a:uLnTx/>
              <a:uFillTx/>
              <a:latin typeface="Arial" panose="020B0604020202020204" pitchFamily="34" charset="0"/>
              <a:ea typeface="+mn-ea"/>
              <a:cs typeface="+mn-cs"/>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solidFill>
                  <a:srgbClr val="FFFFFF"/>
                </a:solidFill>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srgbClr val="FFFFFF"/>
              </a:solidFill>
              <a:effectLst/>
              <a:uLnTx/>
              <a:uFillTx/>
              <a:latin typeface="Arial"/>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800" b="0" i="0" u="none" strike="noStrike" kern="1200" cap="none" spc="0" normalizeH="0" baseline="0" noProof="0" dirty="0">
                <a:ln>
                  <a:noFill/>
                </a:ln>
                <a:solidFill>
                  <a:srgbClr val="000000"/>
                </a:solidFill>
                <a:effectLst/>
                <a:uLnTx/>
                <a:uFillTx/>
                <a:latin typeface="Arial"/>
                <a:ea typeface="+mn-ea"/>
                <a:cs typeface="Arial" panose="020B0604020202020204" pitchFamily="34" charset="0"/>
              </a:rPr>
              <a:t>Source: …</a:t>
            </a:r>
          </a:p>
        </p:txBody>
      </p:sp>
      <p:sp>
        <p:nvSpPr>
          <p:cNvPr id="21" name="2. Slide Title">
            <a:extLst>
              <a:ext uri="{FF2B5EF4-FFF2-40B4-BE49-F238E27FC236}">
                <a16:creationId xmlns:a16="http://schemas.microsoft.com/office/drawing/2014/main" id="{7387EF73-467A-4B89-B365-A62C8CF7BE39}"/>
              </a:ext>
            </a:extLst>
          </p:cNvPr>
          <p:cNvSpPr>
            <a:spLocks noGrp="1"/>
          </p:cNvSpPr>
          <p:nvPr>
            <p:ph type="title"/>
            <p:custDataLst>
              <p:tags r:id="rId7"/>
            </p:custDataLst>
          </p:nvPr>
        </p:nvSpPr>
        <p:spPr>
          <a:xfrm>
            <a:off x="554736" y="182372"/>
            <a:ext cx="7918704" cy="731520"/>
          </a:xfrm>
        </p:spPr>
        <p:txBody>
          <a:bodyPr vert="horz"/>
          <a:lstStyle>
            <a:lvl1pPr>
              <a:defRPr>
                <a:solidFill>
                  <a:schemeClr val="tx2"/>
                </a:solidFill>
              </a:defRPr>
            </a:lvl1pPr>
          </a:lstStyle>
          <a:p>
            <a:r>
              <a:rPr lang="en-US"/>
              <a:t>Click to edit Master title style</a:t>
            </a:r>
            <a:endParaRPr lang="en-US" dirty="0"/>
          </a:p>
        </p:txBody>
      </p:sp>
      <p:sp>
        <p:nvSpPr>
          <p:cNvPr id="27" name="3. Subtitle">
            <a:extLst>
              <a:ext uri="{FF2B5EF4-FFF2-40B4-BE49-F238E27FC236}">
                <a16:creationId xmlns:a16="http://schemas.microsoft.com/office/drawing/2014/main" id="{274629CD-1AB4-49FA-9F53-76F3C2EB06BF}"/>
              </a:ext>
            </a:extLst>
          </p:cNvPr>
          <p:cNvSpPr>
            <a:spLocks noGrp="1"/>
          </p:cNvSpPr>
          <p:nvPr>
            <p:ph type="subTitle" idx="1"/>
            <p:custDataLst>
              <p:tags r:id="rId8"/>
            </p:custDataLst>
          </p:nvPr>
        </p:nvSpPr>
        <p:spPr>
          <a:xfrm>
            <a:off x="554736" y="903861"/>
            <a:ext cx="7918704" cy="246221"/>
          </a:xfrm>
        </p:spPr>
        <p:txBody>
          <a:bodyPr anchor="t" anchorCtr="0">
            <a:spAutoFit/>
          </a:bodyPr>
          <a:lstStyle>
            <a:lvl1pPr>
              <a:defRPr>
                <a:solidFill>
                  <a:schemeClr val="tx2"/>
                </a:solidFill>
              </a:defRPr>
            </a:lvl1pPr>
          </a:lstStyle>
          <a:p>
            <a:r>
              <a:rPr lang="en-US" sz="1600" dirty="0"/>
              <a:t>Click to edit Master subtitle style</a:t>
            </a:r>
          </a:p>
        </p:txBody>
      </p:sp>
      <p:sp>
        <p:nvSpPr>
          <p:cNvPr id="28" name="1. On-page tracker">
            <a:extLst>
              <a:ext uri="{FF2B5EF4-FFF2-40B4-BE49-F238E27FC236}">
                <a16:creationId xmlns:a16="http://schemas.microsoft.com/office/drawing/2014/main" id="{DF5FDB83-729E-495E-B061-EB75DD93AD7B}"/>
              </a:ext>
            </a:extLst>
          </p:cNvPr>
          <p:cNvSpPr>
            <a:spLocks noGrp="1"/>
          </p:cNvSpPr>
          <p:nvPr>
            <p:ph type="body" sz="quarter" idx="17" hasCustomPrompt="1"/>
            <p:custDataLst>
              <p:tags r:id="rId9"/>
            </p:custDataLst>
          </p:nvPr>
        </p:nvSpPr>
        <p:spPr>
          <a:xfrm>
            <a:off x="9116813" y="78768"/>
            <a:ext cx="2520451" cy="123111"/>
          </a:xfrm>
        </p:spPr>
        <p:txBody>
          <a:bodyPr wrap="square" anchor="ctr" anchorCtr="0">
            <a:spAutoFit/>
          </a:bodyPr>
          <a:lstStyle>
            <a:lvl1pPr algn="r">
              <a:defRPr sz="800">
                <a:latin typeface="+mn-lt"/>
              </a:defRPr>
            </a:lvl1pPr>
          </a:lstStyle>
          <a:p>
            <a:pPr lvl="0"/>
            <a:r>
              <a:rPr lang="en-US" dirty="0"/>
              <a:t>Chapter › Topic</a:t>
            </a:r>
          </a:p>
        </p:txBody>
      </p:sp>
    </p:spTree>
    <p:extLst>
      <p:ext uri="{BB962C8B-B14F-4D97-AF65-F5344CB8AC3E}">
        <p14:creationId xmlns:p14="http://schemas.microsoft.com/office/powerpoint/2010/main" val="186870190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Reverse Contrast 1/2">
    <p:bg>
      <p:bgPr>
        <a:solidFill>
          <a:schemeClr val="tx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DB8ACA33-401E-43F4-A170-DD6C5D984D07}"/>
              </a:ext>
            </a:extLst>
          </p:cNvPr>
          <p:cNvGraphicFramePr>
            <a:graphicFrameLocks noChangeAspect="1"/>
          </p:cNvGraphicFramePr>
          <p:nvPr userDrawn="1">
            <p:custDataLst>
              <p:tags r:id="rId1"/>
            </p:custDataLst>
            <p:extLst>
              <p:ext uri="{D42A27DB-BD31-4B8C-83A1-F6EECF244321}">
                <p14:modId xmlns:p14="http://schemas.microsoft.com/office/powerpoint/2010/main" val="18918020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73" imgH="473" progId="TCLayout.ActiveDocument.1">
                  <p:embed/>
                </p:oleObj>
              </mc:Choice>
              <mc:Fallback>
                <p:oleObj name="think-cell Slide" r:id="rId11" imgW="473" imgH="473" progId="TCLayout.ActiveDocument.1">
                  <p:embed/>
                  <p:pic>
                    <p:nvPicPr>
                      <p:cNvPr id="4" name="Object 3" hidden="1">
                        <a:extLst>
                          <a:ext uri="{FF2B5EF4-FFF2-40B4-BE49-F238E27FC236}">
                            <a16:creationId xmlns:a16="http://schemas.microsoft.com/office/drawing/2014/main" id="{DB8ACA33-401E-43F4-A170-DD6C5D984D07}"/>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3" name="Rectangle 2" hidden="1">
            <a:extLst>
              <a:ext uri="{FF2B5EF4-FFF2-40B4-BE49-F238E27FC236}">
                <a16:creationId xmlns:a16="http://schemas.microsoft.com/office/drawing/2014/main" id="{34231008-BBCB-47D1-91D5-881CAE172F74}"/>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0" y="0"/>
            <a:ext cx="609904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7" name="SlideLogoText">
            <a:extLst>
              <a:ext uri="{FF2B5EF4-FFF2-40B4-BE49-F238E27FC236}">
                <a16:creationId xmlns:a16="http://schemas.microsoft.com/office/drawing/2014/main" id="{609F85FD-B74A-4A4E-BFA9-7668DD6BCB90}"/>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2"/>
                </a:solidFill>
                <a:latin typeface="+mn-lt"/>
                <a:ea typeface="+mn-ea"/>
                <a:cs typeface="Arial" panose="020B0604020202020204" pitchFamily="34" charset="0"/>
              </a:rPr>
              <a:t>McKinsey &amp; Company</a:t>
            </a:r>
          </a:p>
        </p:txBody>
      </p:sp>
      <p:sp>
        <p:nvSpPr>
          <p:cNvPr id="18" name="Slide Number">
            <a:extLst>
              <a:ext uri="{FF2B5EF4-FFF2-40B4-BE49-F238E27FC236}">
                <a16:creationId xmlns:a16="http://schemas.microsoft.com/office/drawing/2014/main" id="{D0E8D6D4-65CF-4E97-809E-C2399703986A}"/>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9" name="5. Source" hidden="1">
            <a:extLst>
              <a:ext uri="{FF2B5EF4-FFF2-40B4-BE49-F238E27FC236}">
                <a16:creationId xmlns:a16="http://schemas.microsoft.com/office/drawing/2014/main" id="{4F4B7457-0497-46CF-9E9B-69EB8E74CC15}"/>
              </a:ext>
            </a:extLst>
          </p:cNvPr>
          <p:cNvSpPr txBox="1"/>
          <p:nvPr userDrawn="1">
            <p:custDataLst>
              <p:tags r:id="rId6"/>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16" name="2. Slide Title">
            <a:extLst>
              <a:ext uri="{FF2B5EF4-FFF2-40B4-BE49-F238E27FC236}">
                <a16:creationId xmlns:a16="http://schemas.microsoft.com/office/drawing/2014/main" id="{A6572372-0AB1-4E81-BB71-21DAADA26CB0}"/>
              </a:ext>
            </a:extLst>
          </p:cNvPr>
          <p:cNvSpPr>
            <a:spLocks noGrp="1"/>
          </p:cNvSpPr>
          <p:nvPr>
            <p:ph type="title"/>
            <p:custDataLst>
              <p:tags r:id="rId7"/>
            </p:custDataLst>
          </p:nvPr>
        </p:nvSpPr>
        <p:spPr>
          <a:xfrm>
            <a:off x="554736" y="182372"/>
            <a:ext cx="5065776" cy="731520"/>
          </a:xfrm>
        </p:spPr>
        <p:txBody>
          <a:bodyPr vert="horz"/>
          <a:lstStyle>
            <a:lvl1pPr>
              <a:defRPr>
                <a:solidFill>
                  <a:schemeClr val="tx1"/>
                </a:solidFill>
              </a:defRPr>
            </a:lvl1pPr>
          </a:lstStyle>
          <a:p>
            <a:r>
              <a:rPr lang="en-US"/>
              <a:t>Click to edit Master title style</a:t>
            </a:r>
            <a:endParaRPr lang="en-US" dirty="0"/>
          </a:p>
        </p:txBody>
      </p:sp>
      <p:sp>
        <p:nvSpPr>
          <p:cNvPr id="21" name="3. Subtitle">
            <a:extLst>
              <a:ext uri="{FF2B5EF4-FFF2-40B4-BE49-F238E27FC236}">
                <a16:creationId xmlns:a16="http://schemas.microsoft.com/office/drawing/2014/main" id="{ECA9DF7A-E368-4E06-81DB-9573DB7F92EA}"/>
              </a:ext>
            </a:extLst>
          </p:cNvPr>
          <p:cNvSpPr>
            <a:spLocks noGrp="1"/>
          </p:cNvSpPr>
          <p:nvPr>
            <p:ph type="subTitle" idx="1"/>
            <p:custDataLst>
              <p:tags r:id="rId8"/>
            </p:custDataLst>
          </p:nvPr>
        </p:nvSpPr>
        <p:spPr>
          <a:xfrm>
            <a:off x="554736" y="903861"/>
            <a:ext cx="5065776" cy="246221"/>
          </a:xfrm>
        </p:spPr>
        <p:txBody>
          <a:bodyPr anchor="t" anchorCtr="0">
            <a:spAutoFit/>
          </a:bodyPr>
          <a:lstStyle>
            <a:lvl1pPr>
              <a:defRPr>
                <a:solidFill>
                  <a:schemeClr val="tx1"/>
                </a:solidFill>
              </a:defRPr>
            </a:lvl1pPr>
          </a:lstStyle>
          <a:p>
            <a:r>
              <a:rPr lang="en-US" sz="1600" dirty="0"/>
              <a:t>Click to edit Master subtitle style</a:t>
            </a:r>
          </a:p>
        </p:txBody>
      </p:sp>
      <p:sp>
        <p:nvSpPr>
          <p:cNvPr id="24" name="1. On-page tracker">
            <a:extLst>
              <a:ext uri="{FF2B5EF4-FFF2-40B4-BE49-F238E27FC236}">
                <a16:creationId xmlns:a16="http://schemas.microsoft.com/office/drawing/2014/main" id="{0343DE71-74EF-4CF3-AB14-F26D42418051}"/>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78379239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Reverse Contrast 2/3">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52775065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4361688"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1" name="2. Slide Title">
            <a:extLst>
              <a:ext uri="{FF2B5EF4-FFF2-40B4-BE49-F238E27FC236}">
                <a16:creationId xmlns:a16="http://schemas.microsoft.com/office/drawing/2014/main" id="{61BAB226-116B-4061-AAA6-FA0B19E0A17E}"/>
              </a:ext>
            </a:extLst>
          </p:cNvPr>
          <p:cNvSpPr>
            <a:spLocks noGrp="1"/>
          </p:cNvSpPr>
          <p:nvPr>
            <p:ph type="title"/>
            <p:custDataLst>
              <p:tags r:id="rId7"/>
            </p:custDataLst>
          </p:nvPr>
        </p:nvSpPr>
        <p:spPr>
          <a:xfrm>
            <a:off x="554736" y="2743200"/>
            <a:ext cx="3465576" cy="770400"/>
          </a:xfrm>
        </p:spPr>
        <p:txBody>
          <a:bodyPr vert="horz"/>
          <a:lstStyle>
            <a:lvl1pPr>
              <a:defRPr>
                <a:solidFill>
                  <a:schemeClr val="tx1"/>
                </a:solidFill>
              </a:defRPr>
            </a:lvl1pPr>
          </a:lstStyle>
          <a:p>
            <a:r>
              <a:rPr lang="en-US" dirty="0"/>
              <a:t>Click to edit Master title style</a:t>
            </a:r>
          </a:p>
        </p:txBody>
      </p:sp>
      <p:sp>
        <p:nvSpPr>
          <p:cNvPr id="22" name="3. Subtitle">
            <a:extLst>
              <a:ext uri="{FF2B5EF4-FFF2-40B4-BE49-F238E27FC236}">
                <a16:creationId xmlns:a16="http://schemas.microsoft.com/office/drawing/2014/main" id="{901EC9FA-65C7-4AC6-A9AC-B43BD4264291}"/>
              </a:ext>
            </a:extLst>
          </p:cNvPr>
          <p:cNvSpPr>
            <a:spLocks noGrp="1"/>
          </p:cNvSpPr>
          <p:nvPr>
            <p:ph type="subTitle" idx="1"/>
            <p:custDataLst>
              <p:tags r:id="rId8"/>
            </p:custDataLst>
          </p:nvPr>
        </p:nvSpPr>
        <p:spPr>
          <a:xfrm>
            <a:off x="554736" y="3661200"/>
            <a:ext cx="3465576" cy="244800"/>
          </a:xfrm>
        </p:spPr>
        <p:txBody>
          <a:bodyPr anchor="t" anchorCtr="0">
            <a:spAutoFit/>
          </a:bodyPr>
          <a:lstStyle>
            <a:lvl1pPr>
              <a:defRPr>
                <a:solidFill>
                  <a:schemeClr val="tx1"/>
                </a:solidFill>
              </a:defRPr>
            </a:lvl1pPr>
          </a:lstStyle>
          <a:p>
            <a:r>
              <a:rPr lang="en-US" sz="1600" dirty="0"/>
              <a:t>Click to edit Master subtitle style</a:t>
            </a:r>
          </a:p>
        </p:txBody>
      </p:sp>
      <p:sp>
        <p:nvSpPr>
          <p:cNvPr id="23" name="1. On-page tracker">
            <a:extLst>
              <a:ext uri="{FF2B5EF4-FFF2-40B4-BE49-F238E27FC236}">
                <a16:creationId xmlns:a16="http://schemas.microsoft.com/office/drawing/2014/main" id="{A75CDD39-93AC-4160-B69B-06F75E5A85A6}"/>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287949597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Reverse Contrast 3/4">
    <p:bg>
      <p:bgPr>
        <a:solidFill>
          <a:schemeClr val="tx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B55F70-6D9A-415C-82BE-CBDB3A3541E6}"/>
              </a:ext>
            </a:extLst>
          </p:cNvPr>
          <p:cNvGraphicFramePr>
            <a:graphicFrameLocks noChangeAspect="1"/>
          </p:cNvGraphicFramePr>
          <p:nvPr userDrawn="1">
            <p:custDataLst>
              <p:tags r:id="rId1"/>
            </p:custDataLst>
            <p:extLst>
              <p:ext uri="{D42A27DB-BD31-4B8C-83A1-F6EECF244321}">
                <p14:modId xmlns:p14="http://schemas.microsoft.com/office/powerpoint/2010/main" val="34713505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1" imgW="413" imgH="416" progId="TCLayout.ActiveDocument.1">
                  <p:embed/>
                </p:oleObj>
              </mc:Choice>
              <mc:Fallback>
                <p:oleObj name="think-cell Slide" r:id="rId11" imgW="413" imgH="416" progId="TCLayout.ActiveDocument.1">
                  <p:embed/>
                  <p:pic>
                    <p:nvPicPr>
                      <p:cNvPr id="3" name="Object 2" hidden="1">
                        <a:extLst>
                          <a:ext uri="{FF2B5EF4-FFF2-40B4-BE49-F238E27FC236}">
                            <a16:creationId xmlns:a16="http://schemas.microsoft.com/office/drawing/2014/main" id="{FCB55F70-6D9A-415C-82BE-CBDB3A3541E6}"/>
                          </a:ext>
                        </a:extLst>
                      </p:cNvPr>
                      <p:cNvPicPr/>
                      <p:nvPr/>
                    </p:nvPicPr>
                    <p:blipFill>
                      <a:blip r:embed="rId12"/>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07F893DE-55B2-4BF3-87B6-545011BEFD97}"/>
              </a:ext>
            </a:extLst>
          </p:cNvPr>
          <p:cNvSpPr/>
          <p:nvPr userDrawn="1">
            <p:custDataLst>
              <p:tags r:id="rId2"/>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7" name="RectangleDark">
            <a:extLst>
              <a:ext uri="{FF2B5EF4-FFF2-40B4-BE49-F238E27FC236}">
                <a16:creationId xmlns:a16="http://schemas.microsoft.com/office/drawing/2014/main" id="{2365F90A-9CD8-40EE-93CD-2729135A9569}"/>
              </a:ext>
            </a:extLst>
          </p:cNvPr>
          <p:cNvSpPr/>
          <p:nvPr userDrawn="1">
            <p:custDataLst>
              <p:tags r:id="rId3"/>
            </p:custDataLst>
          </p:nvPr>
        </p:nvSpPr>
        <p:spPr bwMode="ltGray">
          <a:xfrm>
            <a:off x="-5702" y="0"/>
            <a:ext cx="3410584" cy="6858000"/>
          </a:xfrm>
          <a:prstGeom prst="rect">
            <a:avLst/>
          </a:prstGeom>
          <a:solidFill>
            <a:schemeClr val="bg1"/>
          </a:solidFill>
          <a:ln w="6350">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endParaRPr lang="en-US" dirty="0">
              <a:solidFill>
                <a:srgbClr val="F0F0F0"/>
              </a:solidFill>
              <a:latin typeface="Arial" panose="020B0604020202020204" pitchFamily="34" charset="0"/>
            </a:endParaRPr>
          </a:p>
        </p:txBody>
      </p:sp>
      <p:sp>
        <p:nvSpPr>
          <p:cNvPr id="16" name="SlideLogoText">
            <a:extLst>
              <a:ext uri="{FF2B5EF4-FFF2-40B4-BE49-F238E27FC236}">
                <a16:creationId xmlns:a16="http://schemas.microsoft.com/office/drawing/2014/main" id="{AEC46ACE-42CD-4304-9E51-86DBC38CA4EB}"/>
              </a:ext>
            </a:extLst>
          </p:cNvPr>
          <p:cNvSpPr txBox="1"/>
          <p:nvPr userDrawn="1">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2"/>
                </a:solidFill>
                <a:latin typeface="+mn-lt"/>
                <a:ea typeface="+mn-ea"/>
                <a:cs typeface="Arial" panose="020B0604020202020204" pitchFamily="34" charset="0"/>
              </a:rPr>
              <a:t>McKinsey &amp; Company</a:t>
            </a:r>
          </a:p>
        </p:txBody>
      </p:sp>
      <p:sp>
        <p:nvSpPr>
          <p:cNvPr id="17" name="Slide Number">
            <a:extLst>
              <a:ext uri="{FF2B5EF4-FFF2-40B4-BE49-F238E27FC236}">
                <a16:creationId xmlns:a16="http://schemas.microsoft.com/office/drawing/2014/main" id="{3B7A7C0C-AC02-4989-860B-73442D510162}"/>
              </a:ext>
            </a:extLst>
          </p:cNvPr>
          <p:cNvSpPr>
            <a:spLocks noChangeArrowheads="1"/>
          </p:cNvSpPr>
          <p:nvPr userDrawn="1">
            <p:custDataLst>
              <p:tags r:id="rId5"/>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2"/>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2"/>
              </a:solidFill>
              <a:latin typeface="+mn-lt"/>
              <a:ea typeface="+mn-ea"/>
              <a:cs typeface="Arial" panose="020B0604020202020204" pitchFamily="34" charset="0"/>
            </a:endParaRPr>
          </a:p>
        </p:txBody>
      </p:sp>
      <p:sp>
        <p:nvSpPr>
          <p:cNvPr id="18" name="5. Source" hidden="1">
            <a:extLst>
              <a:ext uri="{FF2B5EF4-FFF2-40B4-BE49-F238E27FC236}">
                <a16:creationId xmlns:a16="http://schemas.microsoft.com/office/drawing/2014/main" id="{143701BF-655B-4E75-9AF7-14445CDB19BD}"/>
              </a:ext>
            </a:extLst>
          </p:cNvPr>
          <p:cNvSpPr txBox="1"/>
          <p:nvPr userDrawn="1">
            <p:custDataLst>
              <p:tags r:id="rId6"/>
            </p:custDataLst>
          </p:nvPr>
        </p:nvSpPr>
        <p:spPr>
          <a:xfrm>
            <a:off x="554735" y="6501669"/>
            <a:ext cx="6967729"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solidFill>
                  <a:schemeClr val="tx1"/>
                </a:solidFill>
              </a:rPr>
              <a:t>Source: …</a:t>
            </a:r>
          </a:p>
        </p:txBody>
      </p:sp>
      <p:sp>
        <p:nvSpPr>
          <p:cNvPr id="24" name="2. Slide Title">
            <a:extLst>
              <a:ext uri="{FF2B5EF4-FFF2-40B4-BE49-F238E27FC236}">
                <a16:creationId xmlns:a16="http://schemas.microsoft.com/office/drawing/2014/main" id="{931FDB32-E5DC-4F7F-A1B1-FB3CC830903E}"/>
              </a:ext>
            </a:extLst>
          </p:cNvPr>
          <p:cNvSpPr>
            <a:spLocks noGrp="1"/>
          </p:cNvSpPr>
          <p:nvPr>
            <p:ph type="title" hasCustomPrompt="1"/>
            <p:custDataLst>
              <p:tags r:id="rId7"/>
            </p:custDataLst>
          </p:nvPr>
        </p:nvSpPr>
        <p:spPr>
          <a:xfrm>
            <a:off x="554736" y="2743200"/>
            <a:ext cx="2514600" cy="770400"/>
          </a:xfrm>
        </p:spPr>
        <p:txBody>
          <a:bodyPr vert="horz"/>
          <a:lstStyle>
            <a:lvl1pPr>
              <a:defRPr>
                <a:solidFill>
                  <a:schemeClr val="tx1"/>
                </a:solidFill>
              </a:defRPr>
            </a:lvl1pPr>
          </a:lstStyle>
          <a:p>
            <a:r>
              <a:rPr lang="en-US" dirty="0"/>
              <a:t>Click to edit title style</a:t>
            </a:r>
          </a:p>
        </p:txBody>
      </p:sp>
      <p:sp>
        <p:nvSpPr>
          <p:cNvPr id="25" name="3. Subtitle">
            <a:extLst>
              <a:ext uri="{FF2B5EF4-FFF2-40B4-BE49-F238E27FC236}">
                <a16:creationId xmlns:a16="http://schemas.microsoft.com/office/drawing/2014/main" id="{04057707-3F89-441E-A13E-6FCB40A78D50}"/>
              </a:ext>
            </a:extLst>
          </p:cNvPr>
          <p:cNvSpPr>
            <a:spLocks noGrp="1"/>
          </p:cNvSpPr>
          <p:nvPr>
            <p:ph type="subTitle" idx="1" hasCustomPrompt="1"/>
            <p:custDataLst>
              <p:tags r:id="rId8"/>
            </p:custDataLst>
          </p:nvPr>
        </p:nvSpPr>
        <p:spPr>
          <a:xfrm>
            <a:off x="554736" y="3661200"/>
            <a:ext cx="2514600" cy="246221"/>
          </a:xfrm>
        </p:spPr>
        <p:txBody>
          <a:bodyPr anchor="t" anchorCtr="0">
            <a:spAutoFit/>
          </a:bodyPr>
          <a:lstStyle>
            <a:lvl1pPr>
              <a:defRPr>
                <a:solidFill>
                  <a:schemeClr val="tx1"/>
                </a:solidFill>
              </a:defRPr>
            </a:lvl1pPr>
          </a:lstStyle>
          <a:p>
            <a:r>
              <a:rPr lang="en-US" sz="1600" dirty="0"/>
              <a:t>Click to edit subtitle style</a:t>
            </a:r>
          </a:p>
        </p:txBody>
      </p:sp>
      <p:sp>
        <p:nvSpPr>
          <p:cNvPr id="26" name="1. On-page tracker">
            <a:extLst>
              <a:ext uri="{FF2B5EF4-FFF2-40B4-BE49-F238E27FC236}">
                <a16:creationId xmlns:a16="http://schemas.microsoft.com/office/drawing/2014/main" id="{95F50EB6-435E-4A8C-B188-9BE2198DB2B9}"/>
              </a:ext>
            </a:extLst>
          </p:cNvPr>
          <p:cNvSpPr>
            <a:spLocks noGrp="1"/>
          </p:cNvSpPr>
          <p:nvPr>
            <p:ph type="body" sz="quarter" idx="17" hasCustomPrompt="1"/>
            <p:custDataLst>
              <p:tags r:id="rId9"/>
            </p:custDataLst>
          </p:nvPr>
        </p:nvSpPr>
        <p:spPr>
          <a:xfrm>
            <a:off x="7156704" y="78768"/>
            <a:ext cx="4480560" cy="123111"/>
          </a:xfrm>
        </p:spPr>
        <p:txBody>
          <a:bodyPr anchor="ctr" anchorCtr="0">
            <a:spAutoFit/>
          </a:bodyPr>
          <a:lstStyle>
            <a:lvl1pPr algn="r">
              <a:defRPr sz="800">
                <a:solidFill>
                  <a:schemeClr val="tx2"/>
                </a:solidFill>
                <a:latin typeface="+mn-lt"/>
              </a:defRPr>
            </a:lvl1pPr>
          </a:lstStyle>
          <a:p>
            <a:pPr lvl="0"/>
            <a:r>
              <a:rPr lang="en-US" dirty="0"/>
              <a:t>Chapter › Topic</a:t>
            </a:r>
          </a:p>
        </p:txBody>
      </p:sp>
    </p:spTree>
    <p:extLst>
      <p:ext uri="{BB962C8B-B14F-4D97-AF65-F5344CB8AC3E}">
        <p14:creationId xmlns:p14="http://schemas.microsoft.com/office/powerpoint/2010/main" val="1379885565"/>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Contrast 3-line">
    <p:spTree>
      <p:nvGrpSpPr>
        <p:cNvPr id="1" name=""/>
        <p:cNvGrpSpPr/>
        <p:nvPr/>
      </p:nvGrpSpPr>
      <p:grpSpPr>
        <a:xfrm>
          <a:off x="0" y="0"/>
          <a:ext cx="0" cy="0"/>
          <a:chOff x="0" y="0"/>
          <a:chExt cx="0" cy="0"/>
        </a:xfrm>
      </p:grpSpPr>
      <p:sp>
        <p:nvSpPr>
          <p:cNvPr id="14" name="SlideLogoText">
            <a:extLst>
              <a:ext uri="{FF2B5EF4-FFF2-40B4-BE49-F238E27FC236}">
                <a16:creationId xmlns:a16="http://schemas.microsoft.com/office/drawing/2014/main" id="{B789CE62-716F-47B1-B8FE-60436A1FA5A7}"/>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15" name="Slide Number">
            <a:extLst>
              <a:ext uri="{FF2B5EF4-FFF2-40B4-BE49-F238E27FC236}">
                <a16:creationId xmlns:a16="http://schemas.microsoft.com/office/drawing/2014/main" id="{0AA537C7-2883-43C1-848C-3A4E9645077F}"/>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4" name="2. Slide Title">
            <a:extLst>
              <a:ext uri="{FF2B5EF4-FFF2-40B4-BE49-F238E27FC236}">
                <a16:creationId xmlns:a16="http://schemas.microsoft.com/office/drawing/2014/main" id="{6C3D89FC-A4B9-4683-B64F-B0644150274F}"/>
              </a:ext>
            </a:extLst>
          </p:cNvPr>
          <p:cNvSpPr>
            <a:spLocks noGrp="1"/>
          </p:cNvSpPr>
          <p:nvPr>
            <p:ph type="title"/>
            <p:custDataLst>
              <p:tags r:id="rId3"/>
            </p:custDataLst>
          </p:nvPr>
        </p:nvSpPr>
        <p:spPr>
          <a:xfrm>
            <a:off x="554736" y="175171"/>
            <a:ext cx="11082528" cy="989512"/>
          </a:xfrm>
        </p:spPr>
        <p:txBody>
          <a:bodyPr>
            <a:noAutofit/>
          </a:bodyPr>
          <a:lstStyle>
            <a:lvl1pPr>
              <a:defRPr/>
            </a:lvl1pPr>
          </a:lstStyle>
          <a:p>
            <a:r>
              <a:rPr lang="en-US" dirty="0"/>
              <a:t>Click to edit Master title style</a:t>
            </a:r>
          </a:p>
        </p:txBody>
      </p:sp>
      <p:sp>
        <p:nvSpPr>
          <p:cNvPr id="10" name="5. Source" hidden="1">
            <a:extLst>
              <a:ext uri="{FF2B5EF4-FFF2-40B4-BE49-F238E27FC236}">
                <a16:creationId xmlns:a16="http://schemas.microsoft.com/office/drawing/2014/main" id="{67B1A162-B59D-4B89-B39B-FBDD9E751175}"/>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9" name="1. On-page tracker">
            <a:extLst>
              <a:ext uri="{FF2B5EF4-FFF2-40B4-BE49-F238E27FC236}">
                <a16:creationId xmlns:a16="http://schemas.microsoft.com/office/drawing/2014/main" id="{4511BB28-C86B-4C18-B1A3-EF33CF458B8E}"/>
              </a:ext>
            </a:extLst>
          </p:cNvPr>
          <p:cNvSpPr>
            <a:spLocks noGrp="1"/>
          </p:cNvSpPr>
          <p:nvPr>
            <p:ph type="body" sz="quarter" idx="17" hasCustomPrompt="1"/>
            <p:custDataLst>
              <p:tags r:id="rId5"/>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154640795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Contrast Custom">
    <p:spTree>
      <p:nvGrpSpPr>
        <p:cNvPr id="1" name=""/>
        <p:cNvGrpSpPr/>
        <p:nvPr/>
      </p:nvGrpSpPr>
      <p:grpSpPr>
        <a:xfrm>
          <a:off x="0" y="0"/>
          <a:ext cx="0" cy="0"/>
          <a:chOff x="0" y="0"/>
          <a:chExt cx="0" cy="0"/>
        </a:xfrm>
      </p:grpSpPr>
      <p:sp>
        <p:nvSpPr>
          <p:cNvPr id="4" name="SlideLogoText">
            <a:extLst>
              <a:ext uri="{FF2B5EF4-FFF2-40B4-BE49-F238E27FC236}">
                <a16:creationId xmlns:a16="http://schemas.microsoft.com/office/drawing/2014/main" id="{2F705A80-1DB0-43C3-A71A-9587E6BCC3AD}"/>
              </a:ext>
            </a:extLst>
          </p:cNvPr>
          <p:cNvSpPr txBox="1"/>
          <p:nvPr userDrawn="1">
            <p:custDataLst>
              <p:tags r:id="rId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5" name="Slide Number">
            <a:extLst>
              <a:ext uri="{FF2B5EF4-FFF2-40B4-BE49-F238E27FC236}">
                <a16:creationId xmlns:a16="http://schemas.microsoft.com/office/drawing/2014/main" id="{4833D5AF-2A75-4978-AA54-00BA594BBA72}"/>
              </a:ext>
            </a:extLst>
          </p:cNvPr>
          <p:cNvSpPr>
            <a:spLocks noChangeArrowheads="1"/>
          </p:cNvSpPr>
          <p:nvPr userDrawn="1">
            <p:custDataLst>
              <p:tags r:id="rId2"/>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algn="r" defTabSz="610744" fontAlgn="auto">
              <a:spcBef>
                <a:spcPts val="0"/>
              </a:spcBef>
              <a:spcAft>
                <a:spcPts val="0"/>
              </a:spcAft>
              <a:defRPr/>
            </a:pPr>
            <a:fld id="{4ABDCABE-3F10-B64C-92F1-862014417034}" type="slidenum">
              <a:rPr lang="en-US" sz="900" smtClean="0">
                <a:solidFill>
                  <a:schemeClr val="tx1"/>
                </a:solidFill>
                <a:latin typeface="+mn-lt"/>
                <a:ea typeface="+mn-ea"/>
                <a:cs typeface="Arial" panose="020B0604020202020204" pitchFamily="34" charset="0"/>
              </a:rPr>
              <a:pPr algn="r" defTabSz="610744" fontAlgn="auto">
                <a:spcBef>
                  <a:spcPts val="0"/>
                </a:spcBef>
                <a:spcAft>
                  <a:spcPts val="0"/>
                </a:spcAft>
                <a:defRPr/>
              </a:pPr>
              <a:t>‹#›</a:t>
            </a:fld>
            <a:endParaRPr lang="en-US" sz="900">
              <a:solidFill>
                <a:schemeClr val="tx1"/>
              </a:solidFill>
              <a:latin typeface="+mn-lt"/>
              <a:ea typeface="+mn-ea"/>
              <a:cs typeface="Arial" panose="020B0604020202020204" pitchFamily="34" charset="0"/>
            </a:endParaRPr>
          </a:p>
        </p:txBody>
      </p:sp>
      <p:sp>
        <p:nvSpPr>
          <p:cNvPr id="6" name="5. Source" hidden="1">
            <a:extLst>
              <a:ext uri="{FF2B5EF4-FFF2-40B4-BE49-F238E27FC236}">
                <a16:creationId xmlns:a16="http://schemas.microsoft.com/office/drawing/2014/main" id="{48684DB6-320C-4E95-A29C-791B412C8164}"/>
              </a:ext>
            </a:extLst>
          </p:cNvPr>
          <p:cNvSpPr txBox="1"/>
          <p:nvPr userDrawn="1">
            <p:custDataLst>
              <p:tags r:id="rId3"/>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
        <p:nvSpPr>
          <p:cNvPr id="7" name="1. On-page tracker">
            <a:extLst>
              <a:ext uri="{FF2B5EF4-FFF2-40B4-BE49-F238E27FC236}">
                <a16:creationId xmlns:a16="http://schemas.microsoft.com/office/drawing/2014/main" id="{AD9436C5-E5F5-42BD-9013-D04449180E92}"/>
              </a:ext>
            </a:extLst>
          </p:cNvPr>
          <p:cNvSpPr>
            <a:spLocks noGrp="1"/>
          </p:cNvSpPr>
          <p:nvPr>
            <p:ph type="body" sz="quarter" idx="17" hasCustomPrompt="1"/>
            <p:custDataLst>
              <p:tags r:id="rId4"/>
            </p:custDataLst>
          </p:nvPr>
        </p:nvSpPr>
        <p:spPr>
          <a:xfrm>
            <a:off x="7156704" y="78768"/>
            <a:ext cx="4480560" cy="123111"/>
          </a:xfrm>
        </p:spPr>
        <p:txBody>
          <a:bodyPr anchor="ctr" anchorCtr="0">
            <a:spAutoFit/>
          </a:bodyPr>
          <a:lstStyle>
            <a:lvl1pPr algn="r">
              <a:defRPr sz="800">
                <a:solidFill>
                  <a:schemeClr val="tx1"/>
                </a:solidFill>
                <a:latin typeface="+mn-lt"/>
              </a:defRPr>
            </a:lvl1pPr>
          </a:lstStyle>
          <a:p>
            <a:pPr lvl="0"/>
            <a:r>
              <a:rPr lang="en-US" dirty="0"/>
              <a:t>Chapter › Topic</a:t>
            </a:r>
          </a:p>
        </p:txBody>
      </p:sp>
    </p:spTree>
    <p:extLst>
      <p:ext uri="{BB962C8B-B14F-4D97-AF65-F5344CB8AC3E}">
        <p14:creationId xmlns:p14="http://schemas.microsoft.com/office/powerpoint/2010/main" val="31964906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Contrast End">
    <p:bg>
      <p:bgPr>
        <a:solidFill>
          <a:srgbClr val="FFFFFF"/>
        </a:solidFill>
        <a:effectLst/>
      </p:bgPr>
    </p:bg>
    <p:spTree>
      <p:nvGrpSpPr>
        <p:cNvPr id="1" name=""/>
        <p:cNvGrpSpPr/>
        <p:nvPr/>
      </p:nvGrpSpPr>
      <p:grpSpPr>
        <a:xfrm>
          <a:off x="0" y="0"/>
          <a:ext cx="0" cy="0"/>
          <a:chOff x="0" y="0"/>
          <a:chExt cx="0" cy="0"/>
        </a:xfrm>
      </p:grpSpPr>
      <p:pic>
        <p:nvPicPr>
          <p:cNvPr id="7" name="Background">
            <a:extLst>
              <a:ext uri="{FF2B5EF4-FFF2-40B4-BE49-F238E27FC236}">
                <a16:creationId xmlns:a16="http://schemas.microsoft.com/office/drawing/2014/main" id="{CA123D5B-74B8-F064-78F4-0D9EDB033343}"/>
              </a:ext>
            </a:extLst>
          </p:cNvPr>
          <p:cNvPicPr>
            <a:picLocks noChangeAspect="1"/>
          </p:cNvPicPr>
          <p:nvPr userDrawn="1">
            <p:custDataLst>
              <p:tags r:id="rId1"/>
            </p:custDataLst>
          </p:nvPr>
        </p:nvPicPr>
        <p:blipFill>
          <a:blip r:embed="rId6"/>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D491B0EE-37B4-4A8C-9C8F-48909747EA09}"/>
              </a:ext>
            </a:extLst>
          </p:cNvPr>
          <p:cNvGraphicFramePr>
            <a:graphicFrameLocks noChangeAspect="1"/>
          </p:cNvGraphicFramePr>
          <p:nvPr userDrawn="1">
            <p:custDataLst>
              <p:tags r:id="rId2"/>
            </p:custDataLst>
            <p:extLst>
              <p:ext uri="{D42A27DB-BD31-4B8C-83A1-F6EECF244321}">
                <p14:modId xmlns:p14="http://schemas.microsoft.com/office/powerpoint/2010/main" val="1842263024"/>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344" imgH="344" progId="TCLayout.ActiveDocument.1">
                  <p:embed/>
                </p:oleObj>
              </mc:Choice>
              <mc:Fallback>
                <p:oleObj name="think-cell Slide" r:id="rId7" imgW="344" imgH="344" progId="TCLayout.ActiveDocument.1">
                  <p:embed/>
                  <p:pic>
                    <p:nvPicPr>
                      <p:cNvPr id="2" name="Object 1" hidden="1">
                        <a:extLst>
                          <a:ext uri="{FF2B5EF4-FFF2-40B4-BE49-F238E27FC236}">
                            <a16:creationId xmlns:a16="http://schemas.microsoft.com/office/drawing/2014/main" id="{D491B0EE-37B4-4A8C-9C8F-48909747EA09}"/>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grpSp>
        <p:nvGrpSpPr>
          <p:cNvPr id="13" name="logoimage">
            <a:extLst>
              <a:ext uri="{FF2B5EF4-FFF2-40B4-BE49-F238E27FC236}">
                <a16:creationId xmlns:a16="http://schemas.microsoft.com/office/drawing/2014/main" id="{AD0997EF-FD61-992F-A8FF-31AE0FC310F2}"/>
              </a:ext>
            </a:extLst>
          </p:cNvPr>
          <p:cNvGrpSpPr/>
          <p:nvPr userDrawn="1">
            <p:custDataLst>
              <p:tags r:id="rId3"/>
            </p:custDataLst>
          </p:nvPr>
        </p:nvGrpSpPr>
        <p:grpSpPr>
          <a:xfrm>
            <a:off x="549271" y="481161"/>
            <a:ext cx="1893202" cy="585216"/>
            <a:chOff x="549271" y="481161"/>
            <a:chExt cx="1893202" cy="585216"/>
          </a:xfrm>
        </p:grpSpPr>
        <p:sp>
          <p:nvSpPr>
            <p:cNvPr id="8" name="AutoShape 3">
              <a:extLst>
                <a:ext uri="{FF2B5EF4-FFF2-40B4-BE49-F238E27FC236}">
                  <a16:creationId xmlns:a16="http://schemas.microsoft.com/office/drawing/2014/main" id="{FD120780-E7D0-42EA-AB5A-363335299EBE}"/>
                </a:ext>
              </a:extLst>
            </p:cNvPr>
            <p:cNvSpPr>
              <a:spLocks noChangeAspect="1" noChangeArrowheads="1" noTextEdit="1"/>
            </p:cNvSpPr>
            <p:nvPr userDrawn="1"/>
          </p:nvSpPr>
          <p:spPr bwMode="black">
            <a:xfrm>
              <a:off x="549271" y="481161"/>
              <a:ext cx="1893202" cy="5852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sp>
          <p:nvSpPr>
            <p:cNvPr id="9" name="Freeform 5">
              <a:extLst>
                <a:ext uri="{FF2B5EF4-FFF2-40B4-BE49-F238E27FC236}">
                  <a16:creationId xmlns:a16="http://schemas.microsoft.com/office/drawing/2014/main" id="{A9C60168-96E8-4CC3-91EC-B2F7F57959D9}"/>
                </a:ext>
              </a:extLst>
            </p:cNvPr>
            <p:cNvSpPr>
              <a:spLocks noEditPoints="1"/>
            </p:cNvSpPr>
            <p:nvPr userDrawn="1"/>
          </p:nvSpPr>
          <p:spPr bwMode="black">
            <a:xfrm>
              <a:off x="549271" y="481408"/>
              <a:ext cx="1893202" cy="584969"/>
            </a:xfrm>
            <a:custGeom>
              <a:avLst/>
              <a:gdLst>
                <a:gd name="T0" fmla="*/ 4209 w 15155"/>
                <a:gd name="T1" fmla="*/ 2986 h 4678"/>
                <a:gd name="T2" fmla="*/ 3707 w 15155"/>
                <a:gd name="T3" fmla="*/ 2422 h 4678"/>
                <a:gd name="T4" fmla="*/ 3712 w 15155"/>
                <a:gd name="T5" fmla="*/ 2340 h 4678"/>
                <a:gd name="T6" fmla="*/ 4724 w 15155"/>
                <a:gd name="T7" fmla="*/ 4124 h 4678"/>
                <a:gd name="T8" fmla="*/ 3330 w 15155"/>
                <a:gd name="T9" fmla="*/ 3521 h 4678"/>
                <a:gd name="T10" fmla="*/ 5673 w 15155"/>
                <a:gd name="T11" fmla="*/ 3002 h 4678"/>
                <a:gd name="T12" fmla="*/ 6627 w 15155"/>
                <a:gd name="T13" fmla="*/ 2408 h 4678"/>
                <a:gd name="T14" fmla="*/ 6279 w 15155"/>
                <a:gd name="T15" fmla="*/ 4007 h 4678"/>
                <a:gd name="T16" fmla="*/ 10270 w 15155"/>
                <a:gd name="T17" fmla="*/ 3073 h 4678"/>
                <a:gd name="T18" fmla="*/ 10801 w 15155"/>
                <a:gd name="T19" fmla="*/ 4678 h 4678"/>
                <a:gd name="T20" fmla="*/ 11466 w 15155"/>
                <a:gd name="T21" fmla="*/ 3537 h 4678"/>
                <a:gd name="T22" fmla="*/ 10602 w 15155"/>
                <a:gd name="T23" fmla="*/ 3405 h 4678"/>
                <a:gd name="T24" fmla="*/ 14762 w 15155"/>
                <a:gd name="T25" fmla="*/ 3073 h 4678"/>
                <a:gd name="T26" fmla="*/ 14505 w 15155"/>
                <a:gd name="T27" fmla="*/ 2986 h 4678"/>
                <a:gd name="T28" fmla="*/ 14145 w 15155"/>
                <a:gd name="T29" fmla="*/ 4620 h 4678"/>
                <a:gd name="T30" fmla="*/ 15155 w 15155"/>
                <a:gd name="T31" fmla="*/ 2986 h 4678"/>
                <a:gd name="T32" fmla="*/ 10231 w 15155"/>
                <a:gd name="T33" fmla="*/ 4037 h 4678"/>
                <a:gd name="T34" fmla="*/ 9005 w 15155"/>
                <a:gd name="T35" fmla="*/ 2961 h 4678"/>
                <a:gd name="T36" fmla="*/ 8378 w 15155"/>
                <a:gd name="T37" fmla="*/ 3194 h 4678"/>
                <a:gd name="T38" fmla="*/ 8775 w 15155"/>
                <a:gd name="T39" fmla="*/ 4037 h 4678"/>
                <a:gd name="T40" fmla="*/ 9107 w 15155"/>
                <a:gd name="T41" fmla="*/ 3916 h 4678"/>
                <a:gd name="T42" fmla="*/ 9439 w 15155"/>
                <a:gd name="T43" fmla="*/ 4037 h 4678"/>
                <a:gd name="T44" fmla="*/ 9712 w 15155"/>
                <a:gd name="T45" fmla="*/ 4037 h 4678"/>
                <a:gd name="T46" fmla="*/ 7962 w 15155"/>
                <a:gd name="T47" fmla="*/ 3741 h 4678"/>
                <a:gd name="T48" fmla="*/ 7962 w 15155"/>
                <a:gd name="T49" fmla="*/ 3741 h 4678"/>
                <a:gd name="T50" fmla="*/ 12654 w 15155"/>
                <a:gd name="T51" fmla="*/ 2986 h 4678"/>
                <a:gd name="T52" fmla="*/ 12586 w 15155"/>
                <a:gd name="T53" fmla="*/ 4036 h 4678"/>
                <a:gd name="T54" fmla="*/ 11780 w 15155"/>
                <a:gd name="T55" fmla="*/ 3367 h 4678"/>
                <a:gd name="T56" fmla="*/ 11871 w 15155"/>
                <a:gd name="T57" fmla="*/ 4146 h 4678"/>
                <a:gd name="T58" fmla="*/ 13060 w 15155"/>
                <a:gd name="T59" fmla="*/ 3917 h 4678"/>
                <a:gd name="T60" fmla="*/ 13423 w 15155"/>
                <a:gd name="T61" fmla="*/ 4037 h 4678"/>
                <a:gd name="T62" fmla="*/ 12250 w 15155"/>
                <a:gd name="T63" fmla="*/ 3787 h 4678"/>
                <a:gd name="T64" fmla="*/ 12250 w 15155"/>
                <a:gd name="T65" fmla="*/ 3787 h 4678"/>
                <a:gd name="T66" fmla="*/ 8758 w 15155"/>
                <a:gd name="T67" fmla="*/ 1080 h 4678"/>
                <a:gd name="T68" fmla="*/ 8559 w 15155"/>
                <a:gd name="T69" fmla="*/ 1013 h 4678"/>
                <a:gd name="T70" fmla="*/ 9105 w 15155"/>
                <a:gd name="T71" fmla="*/ 2310 h 4678"/>
                <a:gd name="T72" fmla="*/ 9553 w 15155"/>
                <a:gd name="T73" fmla="*/ 626 h 4678"/>
                <a:gd name="T74" fmla="*/ 9293 w 15155"/>
                <a:gd name="T75" fmla="*/ 713 h 4678"/>
                <a:gd name="T76" fmla="*/ 8947 w 15155"/>
                <a:gd name="T77" fmla="*/ 843 h 4678"/>
                <a:gd name="T78" fmla="*/ 5105 w 15155"/>
                <a:gd name="T79" fmla="*/ 349 h 4678"/>
                <a:gd name="T80" fmla="*/ 3793 w 15155"/>
                <a:gd name="T81" fmla="*/ 882 h 4678"/>
                <a:gd name="T82" fmla="*/ 5848 w 15155"/>
                <a:gd name="T83" fmla="*/ 981 h 4678"/>
                <a:gd name="T84" fmla="*/ 6211 w 15155"/>
                <a:gd name="T85" fmla="*/ 1763 h 4678"/>
                <a:gd name="T86" fmla="*/ 6296 w 15155"/>
                <a:gd name="T87" fmla="*/ 601 h 4678"/>
                <a:gd name="T88" fmla="*/ 5638 w 15155"/>
                <a:gd name="T89" fmla="*/ 833 h 4678"/>
                <a:gd name="T90" fmla="*/ 4836 w 15155"/>
                <a:gd name="T91" fmla="*/ 625 h 4678"/>
                <a:gd name="T92" fmla="*/ 4778 w 15155"/>
                <a:gd name="T93" fmla="*/ 1676 h 4678"/>
                <a:gd name="T94" fmla="*/ 4692 w 15155"/>
                <a:gd name="T95" fmla="*/ 0 h 4678"/>
                <a:gd name="T96" fmla="*/ 3614 w 15155"/>
                <a:gd name="T97" fmla="*/ 221 h 4678"/>
                <a:gd name="T98" fmla="*/ 3236 w 15155"/>
                <a:gd name="T99" fmla="*/ 88 h 4678"/>
                <a:gd name="T100" fmla="*/ 3836 w 15155"/>
                <a:gd name="T101" fmla="*/ 1763 h 4678"/>
                <a:gd name="T102" fmla="*/ 7219 w 15155"/>
                <a:gd name="T103" fmla="*/ 683 h 4678"/>
                <a:gd name="T104" fmla="*/ 7226 w 15155"/>
                <a:gd name="T105" fmla="*/ 598 h 4678"/>
                <a:gd name="T106" fmla="*/ 6952 w 15155"/>
                <a:gd name="T107" fmla="*/ 1361 h 4678"/>
                <a:gd name="T108" fmla="*/ 7720 w 15155"/>
                <a:gd name="T109" fmla="*/ 1446 h 4678"/>
                <a:gd name="T110" fmla="*/ 3049 w 15155"/>
                <a:gd name="T111" fmla="*/ 753 h 4678"/>
                <a:gd name="T112" fmla="*/ 2703 w 15155"/>
                <a:gd name="T113" fmla="*/ 1584 h 4678"/>
                <a:gd name="T114" fmla="*/ 87 w 15155"/>
                <a:gd name="T115" fmla="*/ 88 h 4678"/>
                <a:gd name="T116" fmla="*/ 549 w 15155"/>
                <a:gd name="T117" fmla="*/ 1763 h 4678"/>
                <a:gd name="T118" fmla="*/ 1609 w 15155"/>
                <a:gd name="T119" fmla="*/ 259 h 4678"/>
                <a:gd name="T120" fmla="*/ 2069 w 15155"/>
                <a:gd name="T121" fmla="*/ 1676 h 4678"/>
                <a:gd name="T122" fmla="*/ 2070 w 15155"/>
                <a:gd name="T123" fmla="*/ 0 h 4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5155" h="4678">
                  <a:moveTo>
                    <a:pt x="4451" y="3751"/>
                  </a:moveTo>
                  <a:cubicBezTo>
                    <a:pt x="4549" y="3607"/>
                    <a:pt x="4604" y="3438"/>
                    <a:pt x="4609" y="3264"/>
                  </a:cubicBezTo>
                  <a:cubicBezTo>
                    <a:pt x="4611" y="3211"/>
                    <a:pt x="4732" y="3072"/>
                    <a:pt x="4766" y="3072"/>
                  </a:cubicBezTo>
                  <a:cubicBezTo>
                    <a:pt x="4834" y="3072"/>
                    <a:pt x="4834" y="3072"/>
                    <a:pt x="4834" y="3072"/>
                  </a:cubicBezTo>
                  <a:cubicBezTo>
                    <a:pt x="4834" y="2986"/>
                    <a:pt x="4834" y="2986"/>
                    <a:pt x="4834" y="2986"/>
                  </a:cubicBezTo>
                  <a:cubicBezTo>
                    <a:pt x="4209" y="2986"/>
                    <a:pt x="4209" y="2986"/>
                    <a:pt x="4209" y="2986"/>
                  </a:cubicBezTo>
                  <a:cubicBezTo>
                    <a:pt x="4209" y="3073"/>
                    <a:pt x="4209" y="3073"/>
                    <a:pt x="4209" y="3073"/>
                  </a:cubicBezTo>
                  <a:cubicBezTo>
                    <a:pt x="4380" y="3078"/>
                    <a:pt x="4487" y="3175"/>
                    <a:pt x="4487" y="3337"/>
                  </a:cubicBezTo>
                  <a:cubicBezTo>
                    <a:pt x="4487" y="3482"/>
                    <a:pt x="4463" y="3591"/>
                    <a:pt x="4395" y="3702"/>
                  </a:cubicBezTo>
                  <a:cubicBezTo>
                    <a:pt x="4155" y="3489"/>
                    <a:pt x="3882" y="3230"/>
                    <a:pt x="3654" y="2986"/>
                  </a:cubicBezTo>
                  <a:cubicBezTo>
                    <a:pt x="3501" y="2928"/>
                    <a:pt x="3404" y="2814"/>
                    <a:pt x="3404" y="2673"/>
                  </a:cubicBezTo>
                  <a:cubicBezTo>
                    <a:pt x="3404" y="2514"/>
                    <a:pt x="3518" y="2422"/>
                    <a:pt x="3707" y="2422"/>
                  </a:cubicBezTo>
                  <a:cubicBezTo>
                    <a:pt x="3942" y="2422"/>
                    <a:pt x="4116" y="2659"/>
                    <a:pt x="4116" y="2777"/>
                  </a:cubicBezTo>
                  <a:cubicBezTo>
                    <a:pt x="4191" y="2777"/>
                    <a:pt x="4191" y="2777"/>
                    <a:pt x="4191" y="2777"/>
                  </a:cubicBezTo>
                  <a:cubicBezTo>
                    <a:pt x="4191" y="2362"/>
                    <a:pt x="4191" y="2362"/>
                    <a:pt x="4191" y="2362"/>
                  </a:cubicBezTo>
                  <a:cubicBezTo>
                    <a:pt x="4116" y="2362"/>
                    <a:pt x="4116" y="2362"/>
                    <a:pt x="4116" y="2362"/>
                  </a:cubicBezTo>
                  <a:cubicBezTo>
                    <a:pt x="4097" y="2391"/>
                    <a:pt x="4074" y="2393"/>
                    <a:pt x="4034" y="2393"/>
                  </a:cubicBezTo>
                  <a:cubicBezTo>
                    <a:pt x="3959" y="2393"/>
                    <a:pt x="3874" y="2340"/>
                    <a:pt x="3712" y="2340"/>
                  </a:cubicBezTo>
                  <a:cubicBezTo>
                    <a:pt x="3453" y="2340"/>
                    <a:pt x="3288" y="2480"/>
                    <a:pt x="3288" y="2732"/>
                  </a:cubicBezTo>
                  <a:cubicBezTo>
                    <a:pt x="3288" y="2887"/>
                    <a:pt x="3346" y="2991"/>
                    <a:pt x="3431" y="3100"/>
                  </a:cubicBezTo>
                  <a:cubicBezTo>
                    <a:pt x="3253" y="3219"/>
                    <a:pt x="3146" y="3420"/>
                    <a:pt x="3148" y="3634"/>
                  </a:cubicBezTo>
                  <a:cubicBezTo>
                    <a:pt x="3148" y="3944"/>
                    <a:pt x="3421" y="4155"/>
                    <a:pt x="3707" y="4155"/>
                  </a:cubicBezTo>
                  <a:cubicBezTo>
                    <a:pt x="3966" y="4155"/>
                    <a:pt x="4145" y="4080"/>
                    <a:pt x="4286" y="3944"/>
                  </a:cubicBezTo>
                  <a:cubicBezTo>
                    <a:pt x="4431" y="4078"/>
                    <a:pt x="4552" y="4124"/>
                    <a:pt x="4724" y="4124"/>
                  </a:cubicBezTo>
                  <a:cubicBezTo>
                    <a:pt x="4913" y="4124"/>
                    <a:pt x="4913" y="4124"/>
                    <a:pt x="4913" y="4124"/>
                  </a:cubicBezTo>
                  <a:cubicBezTo>
                    <a:pt x="4913" y="4036"/>
                    <a:pt x="4913" y="4036"/>
                    <a:pt x="4913" y="4036"/>
                  </a:cubicBezTo>
                  <a:cubicBezTo>
                    <a:pt x="4809" y="4036"/>
                    <a:pt x="4809" y="4036"/>
                    <a:pt x="4809" y="4036"/>
                  </a:cubicBezTo>
                  <a:cubicBezTo>
                    <a:pt x="4685" y="3947"/>
                    <a:pt x="4565" y="3852"/>
                    <a:pt x="4451" y="3751"/>
                  </a:cubicBezTo>
                  <a:close/>
                  <a:moveTo>
                    <a:pt x="3851" y="4015"/>
                  </a:moveTo>
                  <a:cubicBezTo>
                    <a:pt x="3599" y="4015"/>
                    <a:pt x="3330" y="3772"/>
                    <a:pt x="3330" y="3521"/>
                  </a:cubicBezTo>
                  <a:cubicBezTo>
                    <a:pt x="3330" y="3339"/>
                    <a:pt x="3378" y="3243"/>
                    <a:pt x="3470" y="3148"/>
                  </a:cubicBezTo>
                  <a:cubicBezTo>
                    <a:pt x="3707" y="3414"/>
                    <a:pt x="3962" y="3664"/>
                    <a:pt x="4233" y="3896"/>
                  </a:cubicBezTo>
                  <a:cubicBezTo>
                    <a:pt x="4134" y="3971"/>
                    <a:pt x="4008" y="4015"/>
                    <a:pt x="3851" y="4015"/>
                  </a:cubicBezTo>
                  <a:close/>
                  <a:moveTo>
                    <a:pt x="6279" y="4007"/>
                  </a:moveTo>
                  <a:cubicBezTo>
                    <a:pt x="5920" y="4007"/>
                    <a:pt x="5707" y="3758"/>
                    <a:pt x="5678" y="3450"/>
                  </a:cubicBezTo>
                  <a:cubicBezTo>
                    <a:pt x="5664" y="3301"/>
                    <a:pt x="5663" y="3151"/>
                    <a:pt x="5673" y="3002"/>
                  </a:cubicBezTo>
                  <a:cubicBezTo>
                    <a:pt x="5705" y="2605"/>
                    <a:pt x="5887" y="2435"/>
                    <a:pt x="6192" y="2435"/>
                  </a:cubicBezTo>
                  <a:cubicBezTo>
                    <a:pt x="6523" y="2435"/>
                    <a:pt x="6726" y="2803"/>
                    <a:pt x="6726" y="2985"/>
                  </a:cubicBezTo>
                  <a:cubicBezTo>
                    <a:pt x="6801" y="2985"/>
                    <a:pt x="6801" y="2985"/>
                    <a:pt x="6801" y="2985"/>
                  </a:cubicBezTo>
                  <a:cubicBezTo>
                    <a:pt x="6801" y="2362"/>
                    <a:pt x="6801" y="2362"/>
                    <a:pt x="6801" y="2362"/>
                  </a:cubicBezTo>
                  <a:cubicBezTo>
                    <a:pt x="6736" y="2362"/>
                    <a:pt x="6736" y="2362"/>
                    <a:pt x="6736" y="2362"/>
                  </a:cubicBezTo>
                  <a:cubicBezTo>
                    <a:pt x="6709" y="2393"/>
                    <a:pt x="6683" y="2408"/>
                    <a:pt x="6627" y="2408"/>
                  </a:cubicBezTo>
                  <a:cubicBezTo>
                    <a:pt x="6489" y="2408"/>
                    <a:pt x="6370" y="2330"/>
                    <a:pt x="6181" y="2330"/>
                  </a:cubicBezTo>
                  <a:cubicBezTo>
                    <a:pt x="5687" y="2330"/>
                    <a:pt x="5392" y="2732"/>
                    <a:pt x="5392" y="3236"/>
                  </a:cubicBezTo>
                  <a:cubicBezTo>
                    <a:pt x="5392" y="3740"/>
                    <a:pt x="5719" y="4156"/>
                    <a:pt x="6225" y="4156"/>
                  </a:cubicBezTo>
                  <a:cubicBezTo>
                    <a:pt x="6577" y="4156"/>
                    <a:pt x="6824" y="3967"/>
                    <a:pt x="6937" y="3652"/>
                  </a:cubicBezTo>
                  <a:cubicBezTo>
                    <a:pt x="6845" y="3652"/>
                    <a:pt x="6845" y="3652"/>
                    <a:pt x="6845" y="3652"/>
                  </a:cubicBezTo>
                  <a:cubicBezTo>
                    <a:pt x="6731" y="3884"/>
                    <a:pt x="6583" y="4007"/>
                    <a:pt x="6279" y="4007"/>
                  </a:cubicBezTo>
                  <a:close/>
                  <a:moveTo>
                    <a:pt x="11018" y="2957"/>
                  </a:moveTo>
                  <a:cubicBezTo>
                    <a:pt x="10830" y="2957"/>
                    <a:pt x="10704" y="3037"/>
                    <a:pt x="10605" y="3221"/>
                  </a:cubicBezTo>
                  <a:cubicBezTo>
                    <a:pt x="10566" y="2986"/>
                    <a:pt x="10566" y="2986"/>
                    <a:pt x="10566" y="2986"/>
                  </a:cubicBezTo>
                  <a:cubicBezTo>
                    <a:pt x="10195" y="2986"/>
                    <a:pt x="10195" y="2986"/>
                    <a:pt x="10195" y="2986"/>
                  </a:cubicBezTo>
                  <a:cubicBezTo>
                    <a:pt x="10195" y="3073"/>
                    <a:pt x="10195" y="3073"/>
                    <a:pt x="10195" y="3073"/>
                  </a:cubicBezTo>
                  <a:cubicBezTo>
                    <a:pt x="10270" y="3073"/>
                    <a:pt x="10270" y="3073"/>
                    <a:pt x="10270" y="3073"/>
                  </a:cubicBezTo>
                  <a:cubicBezTo>
                    <a:pt x="10304" y="3073"/>
                    <a:pt x="10391" y="3158"/>
                    <a:pt x="10391" y="3194"/>
                  </a:cubicBezTo>
                  <a:cubicBezTo>
                    <a:pt x="10391" y="4470"/>
                    <a:pt x="10391" y="4470"/>
                    <a:pt x="10391" y="4470"/>
                  </a:cubicBezTo>
                  <a:cubicBezTo>
                    <a:pt x="10391" y="4508"/>
                    <a:pt x="10304" y="4591"/>
                    <a:pt x="10270" y="4591"/>
                  </a:cubicBezTo>
                  <a:cubicBezTo>
                    <a:pt x="10195" y="4591"/>
                    <a:pt x="10195" y="4591"/>
                    <a:pt x="10195" y="4591"/>
                  </a:cubicBezTo>
                  <a:cubicBezTo>
                    <a:pt x="10195" y="4678"/>
                    <a:pt x="10195" y="4678"/>
                    <a:pt x="10195" y="4678"/>
                  </a:cubicBezTo>
                  <a:cubicBezTo>
                    <a:pt x="10801" y="4678"/>
                    <a:pt x="10801" y="4678"/>
                    <a:pt x="10801" y="4678"/>
                  </a:cubicBezTo>
                  <a:cubicBezTo>
                    <a:pt x="10801" y="4591"/>
                    <a:pt x="10801" y="4591"/>
                    <a:pt x="10801" y="4591"/>
                  </a:cubicBezTo>
                  <a:cubicBezTo>
                    <a:pt x="10726" y="4591"/>
                    <a:pt x="10726" y="4591"/>
                    <a:pt x="10726" y="4591"/>
                  </a:cubicBezTo>
                  <a:cubicBezTo>
                    <a:pt x="10694" y="4591"/>
                    <a:pt x="10605" y="4508"/>
                    <a:pt x="10605" y="4470"/>
                  </a:cubicBezTo>
                  <a:cubicBezTo>
                    <a:pt x="10605" y="3922"/>
                    <a:pt x="10605" y="3922"/>
                    <a:pt x="10605" y="3922"/>
                  </a:cubicBezTo>
                  <a:cubicBezTo>
                    <a:pt x="10687" y="4070"/>
                    <a:pt x="10793" y="4147"/>
                    <a:pt x="10994" y="4147"/>
                  </a:cubicBezTo>
                  <a:cubicBezTo>
                    <a:pt x="11272" y="4147"/>
                    <a:pt x="11466" y="3888"/>
                    <a:pt x="11466" y="3537"/>
                  </a:cubicBezTo>
                  <a:cubicBezTo>
                    <a:pt x="11466" y="3186"/>
                    <a:pt x="11297" y="2957"/>
                    <a:pt x="11018" y="2957"/>
                  </a:cubicBezTo>
                  <a:close/>
                  <a:moveTo>
                    <a:pt x="11246" y="3722"/>
                  </a:moveTo>
                  <a:cubicBezTo>
                    <a:pt x="11222" y="3903"/>
                    <a:pt x="11130" y="4027"/>
                    <a:pt x="10934" y="4027"/>
                  </a:cubicBezTo>
                  <a:cubicBezTo>
                    <a:pt x="10753" y="4029"/>
                    <a:pt x="10604" y="3884"/>
                    <a:pt x="10602" y="3703"/>
                  </a:cubicBezTo>
                  <a:cubicBezTo>
                    <a:pt x="10602" y="3701"/>
                    <a:pt x="10602" y="3698"/>
                    <a:pt x="10602" y="3695"/>
                  </a:cubicBezTo>
                  <a:cubicBezTo>
                    <a:pt x="10602" y="3405"/>
                    <a:pt x="10602" y="3405"/>
                    <a:pt x="10602" y="3405"/>
                  </a:cubicBezTo>
                  <a:cubicBezTo>
                    <a:pt x="10658" y="3225"/>
                    <a:pt x="10767" y="3092"/>
                    <a:pt x="10961" y="3092"/>
                  </a:cubicBezTo>
                  <a:cubicBezTo>
                    <a:pt x="11125" y="3092"/>
                    <a:pt x="11224" y="3208"/>
                    <a:pt x="11249" y="3390"/>
                  </a:cubicBezTo>
                  <a:cubicBezTo>
                    <a:pt x="11262" y="3500"/>
                    <a:pt x="11261" y="3612"/>
                    <a:pt x="11246" y="3722"/>
                  </a:cubicBezTo>
                  <a:close/>
                  <a:moveTo>
                    <a:pt x="14693" y="2986"/>
                  </a:moveTo>
                  <a:cubicBezTo>
                    <a:pt x="14693" y="3073"/>
                    <a:pt x="14693" y="3073"/>
                    <a:pt x="14693" y="3073"/>
                  </a:cubicBezTo>
                  <a:cubicBezTo>
                    <a:pt x="14762" y="3073"/>
                    <a:pt x="14762" y="3073"/>
                    <a:pt x="14762" y="3073"/>
                  </a:cubicBezTo>
                  <a:cubicBezTo>
                    <a:pt x="14794" y="3073"/>
                    <a:pt x="14864" y="3153"/>
                    <a:pt x="14862" y="3199"/>
                  </a:cubicBezTo>
                  <a:cubicBezTo>
                    <a:pt x="14610" y="3758"/>
                    <a:pt x="14610" y="3758"/>
                    <a:pt x="14610" y="3758"/>
                  </a:cubicBezTo>
                  <a:cubicBezTo>
                    <a:pt x="14335" y="3196"/>
                    <a:pt x="14335" y="3196"/>
                    <a:pt x="14335" y="3196"/>
                  </a:cubicBezTo>
                  <a:cubicBezTo>
                    <a:pt x="14335" y="3154"/>
                    <a:pt x="14403" y="3073"/>
                    <a:pt x="14434" y="3073"/>
                  </a:cubicBezTo>
                  <a:cubicBezTo>
                    <a:pt x="14505" y="3073"/>
                    <a:pt x="14505" y="3073"/>
                    <a:pt x="14505" y="3073"/>
                  </a:cubicBezTo>
                  <a:cubicBezTo>
                    <a:pt x="14505" y="2986"/>
                    <a:pt x="14505" y="2986"/>
                    <a:pt x="14505" y="2986"/>
                  </a:cubicBezTo>
                  <a:cubicBezTo>
                    <a:pt x="13889" y="2986"/>
                    <a:pt x="13889" y="2986"/>
                    <a:pt x="13889" y="2986"/>
                  </a:cubicBezTo>
                  <a:cubicBezTo>
                    <a:pt x="13889" y="3073"/>
                    <a:pt x="13889" y="3073"/>
                    <a:pt x="13889" y="3073"/>
                  </a:cubicBezTo>
                  <a:cubicBezTo>
                    <a:pt x="13940" y="3073"/>
                    <a:pt x="13940" y="3073"/>
                    <a:pt x="13940" y="3073"/>
                  </a:cubicBezTo>
                  <a:cubicBezTo>
                    <a:pt x="13969" y="3073"/>
                    <a:pt x="14068" y="3167"/>
                    <a:pt x="14087" y="3204"/>
                  </a:cubicBezTo>
                  <a:cubicBezTo>
                    <a:pt x="14489" y="3995"/>
                    <a:pt x="14489" y="3995"/>
                    <a:pt x="14489" y="3995"/>
                  </a:cubicBezTo>
                  <a:cubicBezTo>
                    <a:pt x="14145" y="4620"/>
                    <a:pt x="14145" y="4620"/>
                    <a:pt x="14145" y="4620"/>
                  </a:cubicBezTo>
                  <a:cubicBezTo>
                    <a:pt x="14245" y="4671"/>
                    <a:pt x="14245" y="4671"/>
                    <a:pt x="14245" y="4671"/>
                  </a:cubicBezTo>
                  <a:cubicBezTo>
                    <a:pt x="14584" y="4030"/>
                    <a:pt x="14584" y="4030"/>
                    <a:pt x="14584" y="4030"/>
                  </a:cubicBezTo>
                  <a:cubicBezTo>
                    <a:pt x="14968" y="3199"/>
                    <a:pt x="14968" y="3199"/>
                    <a:pt x="14968" y="3199"/>
                  </a:cubicBezTo>
                  <a:cubicBezTo>
                    <a:pt x="14993" y="3161"/>
                    <a:pt x="15075" y="3073"/>
                    <a:pt x="15102" y="3073"/>
                  </a:cubicBezTo>
                  <a:cubicBezTo>
                    <a:pt x="15155" y="3073"/>
                    <a:pt x="15155" y="3073"/>
                    <a:pt x="15155" y="3073"/>
                  </a:cubicBezTo>
                  <a:cubicBezTo>
                    <a:pt x="15155" y="2986"/>
                    <a:pt x="15155" y="2986"/>
                    <a:pt x="15155" y="2986"/>
                  </a:cubicBezTo>
                  <a:lnTo>
                    <a:pt x="14693" y="2986"/>
                  </a:lnTo>
                  <a:close/>
                  <a:moveTo>
                    <a:pt x="9712" y="4037"/>
                  </a:moveTo>
                  <a:cubicBezTo>
                    <a:pt x="9647" y="4037"/>
                    <a:pt x="9647" y="4037"/>
                    <a:pt x="9647" y="4037"/>
                  </a:cubicBezTo>
                  <a:cubicBezTo>
                    <a:pt x="9647" y="4124"/>
                    <a:pt x="9647" y="4124"/>
                    <a:pt x="9647" y="4124"/>
                  </a:cubicBezTo>
                  <a:cubicBezTo>
                    <a:pt x="10231" y="4124"/>
                    <a:pt x="10231" y="4124"/>
                    <a:pt x="10231" y="4124"/>
                  </a:cubicBezTo>
                  <a:cubicBezTo>
                    <a:pt x="10231" y="4037"/>
                    <a:pt x="10231" y="4037"/>
                    <a:pt x="10231" y="4037"/>
                  </a:cubicBezTo>
                  <a:cubicBezTo>
                    <a:pt x="10165" y="4037"/>
                    <a:pt x="10165" y="4037"/>
                    <a:pt x="10165" y="4037"/>
                  </a:cubicBezTo>
                  <a:cubicBezTo>
                    <a:pt x="10131" y="4037"/>
                    <a:pt x="10044" y="3954"/>
                    <a:pt x="10044" y="3916"/>
                  </a:cubicBezTo>
                  <a:cubicBezTo>
                    <a:pt x="10044" y="3288"/>
                    <a:pt x="10044" y="3288"/>
                    <a:pt x="10044" y="3288"/>
                  </a:cubicBezTo>
                  <a:cubicBezTo>
                    <a:pt x="10044" y="3080"/>
                    <a:pt x="9904" y="2964"/>
                    <a:pt x="9732" y="2964"/>
                  </a:cubicBezTo>
                  <a:cubicBezTo>
                    <a:pt x="9538" y="2964"/>
                    <a:pt x="9448" y="3066"/>
                    <a:pt x="9308" y="3204"/>
                  </a:cubicBezTo>
                  <a:cubicBezTo>
                    <a:pt x="9287" y="3044"/>
                    <a:pt x="9158" y="2961"/>
                    <a:pt x="9005" y="2961"/>
                  </a:cubicBezTo>
                  <a:cubicBezTo>
                    <a:pt x="8804" y="2961"/>
                    <a:pt x="8720" y="3068"/>
                    <a:pt x="8589" y="3206"/>
                  </a:cubicBezTo>
                  <a:cubicBezTo>
                    <a:pt x="8544" y="2986"/>
                    <a:pt x="8544" y="2986"/>
                    <a:pt x="8544" y="2986"/>
                  </a:cubicBezTo>
                  <a:cubicBezTo>
                    <a:pt x="8192" y="2986"/>
                    <a:pt x="8192" y="2986"/>
                    <a:pt x="8192" y="2986"/>
                  </a:cubicBezTo>
                  <a:cubicBezTo>
                    <a:pt x="8192" y="3073"/>
                    <a:pt x="8192" y="3073"/>
                    <a:pt x="8192" y="3073"/>
                  </a:cubicBezTo>
                  <a:cubicBezTo>
                    <a:pt x="8257" y="3073"/>
                    <a:pt x="8257" y="3073"/>
                    <a:pt x="8257" y="3073"/>
                  </a:cubicBezTo>
                  <a:cubicBezTo>
                    <a:pt x="8291" y="3073"/>
                    <a:pt x="8378" y="3158"/>
                    <a:pt x="8378" y="3194"/>
                  </a:cubicBezTo>
                  <a:cubicBezTo>
                    <a:pt x="8378" y="3916"/>
                    <a:pt x="8378" y="3916"/>
                    <a:pt x="8378" y="3916"/>
                  </a:cubicBezTo>
                  <a:cubicBezTo>
                    <a:pt x="8378" y="3954"/>
                    <a:pt x="8291" y="4037"/>
                    <a:pt x="8257" y="4037"/>
                  </a:cubicBezTo>
                  <a:cubicBezTo>
                    <a:pt x="8192" y="4037"/>
                    <a:pt x="8192" y="4037"/>
                    <a:pt x="8192" y="4037"/>
                  </a:cubicBezTo>
                  <a:cubicBezTo>
                    <a:pt x="8192" y="4124"/>
                    <a:pt x="8192" y="4124"/>
                    <a:pt x="8192" y="4124"/>
                  </a:cubicBezTo>
                  <a:cubicBezTo>
                    <a:pt x="8775" y="4124"/>
                    <a:pt x="8775" y="4124"/>
                    <a:pt x="8775" y="4124"/>
                  </a:cubicBezTo>
                  <a:cubicBezTo>
                    <a:pt x="8775" y="4037"/>
                    <a:pt x="8775" y="4037"/>
                    <a:pt x="8775" y="4037"/>
                  </a:cubicBezTo>
                  <a:cubicBezTo>
                    <a:pt x="8710" y="4037"/>
                    <a:pt x="8710" y="4037"/>
                    <a:pt x="8710" y="4037"/>
                  </a:cubicBezTo>
                  <a:cubicBezTo>
                    <a:pt x="8676" y="4037"/>
                    <a:pt x="8589" y="3954"/>
                    <a:pt x="8589" y="3916"/>
                  </a:cubicBezTo>
                  <a:cubicBezTo>
                    <a:pt x="8589" y="3330"/>
                    <a:pt x="8589" y="3330"/>
                    <a:pt x="8589" y="3330"/>
                  </a:cubicBezTo>
                  <a:cubicBezTo>
                    <a:pt x="8589" y="3252"/>
                    <a:pt x="8775" y="3099"/>
                    <a:pt x="8925" y="3099"/>
                  </a:cubicBezTo>
                  <a:cubicBezTo>
                    <a:pt x="9049" y="3099"/>
                    <a:pt x="9107" y="3177"/>
                    <a:pt x="9107" y="3288"/>
                  </a:cubicBezTo>
                  <a:cubicBezTo>
                    <a:pt x="9107" y="3916"/>
                    <a:pt x="9107" y="3916"/>
                    <a:pt x="9107" y="3916"/>
                  </a:cubicBezTo>
                  <a:cubicBezTo>
                    <a:pt x="9107" y="3954"/>
                    <a:pt x="9020" y="4037"/>
                    <a:pt x="8986" y="4037"/>
                  </a:cubicBezTo>
                  <a:cubicBezTo>
                    <a:pt x="8921" y="4037"/>
                    <a:pt x="8921" y="4037"/>
                    <a:pt x="8921" y="4037"/>
                  </a:cubicBezTo>
                  <a:cubicBezTo>
                    <a:pt x="8921" y="4124"/>
                    <a:pt x="8921" y="4124"/>
                    <a:pt x="8921" y="4124"/>
                  </a:cubicBezTo>
                  <a:cubicBezTo>
                    <a:pt x="9504" y="4124"/>
                    <a:pt x="9504" y="4124"/>
                    <a:pt x="9504" y="4124"/>
                  </a:cubicBezTo>
                  <a:cubicBezTo>
                    <a:pt x="9504" y="4037"/>
                    <a:pt x="9504" y="4037"/>
                    <a:pt x="9504" y="4037"/>
                  </a:cubicBezTo>
                  <a:cubicBezTo>
                    <a:pt x="9439" y="4037"/>
                    <a:pt x="9439" y="4037"/>
                    <a:pt x="9439" y="4037"/>
                  </a:cubicBezTo>
                  <a:cubicBezTo>
                    <a:pt x="9405" y="4037"/>
                    <a:pt x="9318" y="3954"/>
                    <a:pt x="9318" y="3916"/>
                  </a:cubicBezTo>
                  <a:cubicBezTo>
                    <a:pt x="9318" y="3323"/>
                    <a:pt x="9318" y="3323"/>
                    <a:pt x="9318" y="3323"/>
                  </a:cubicBezTo>
                  <a:cubicBezTo>
                    <a:pt x="9318" y="3246"/>
                    <a:pt x="9504" y="3101"/>
                    <a:pt x="9654" y="3101"/>
                  </a:cubicBezTo>
                  <a:cubicBezTo>
                    <a:pt x="9778" y="3101"/>
                    <a:pt x="9833" y="3178"/>
                    <a:pt x="9833" y="3289"/>
                  </a:cubicBezTo>
                  <a:cubicBezTo>
                    <a:pt x="9833" y="3917"/>
                    <a:pt x="9833" y="3917"/>
                    <a:pt x="9833" y="3917"/>
                  </a:cubicBezTo>
                  <a:cubicBezTo>
                    <a:pt x="9833" y="3954"/>
                    <a:pt x="9746" y="4037"/>
                    <a:pt x="9712" y="4037"/>
                  </a:cubicBezTo>
                  <a:close/>
                  <a:moveTo>
                    <a:pt x="7623" y="2957"/>
                  </a:moveTo>
                  <a:cubicBezTo>
                    <a:pt x="7320" y="2957"/>
                    <a:pt x="7051" y="3184"/>
                    <a:pt x="7051" y="3555"/>
                  </a:cubicBezTo>
                  <a:cubicBezTo>
                    <a:pt x="7051" y="3926"/>
                    <a:pt x="7320" y="4156"/>
                    <a:pt x="7623" y="4156"/>
                  </a:cubicBezTo>
                  <a:cubicBezTo>
                    <a:pt x="7925" y="4156"/>
                    <a:pt x="8192" y="3926"/>
                    <a:pt x="8192" y="3555"/>
                  </a:cubicBezTo>
                  <a:cubicBezTo>
                    <a:pt x="8192" y="3185"/>
                    <a:pt x="7925" y="2957"/>
                    <a:pt x="7623" y="2957"/>
                  </a:cubicBezTo>
                  <a:close/>
                  <a:moveTo>
                    <a:pt x="7962" y="3741"/>
                  </a:moveTo>
                  <a:cubicBezTo>
                    <a:pt x="7940" y="3920"/>
                    <a:pt x="7841" y="4044"/>
                    <a:pt x="7625" y="4044"/>
                  </a:cubicBezTo>
                  <a:cubicBezTo>
                    <a:pt x="7415" y="4044"/>
                    <a:pt x="7315" y="3916"/>
                    <a:pt x="7289" y="3739"/>
                  </a:cubicBezTo>
                  <a:cubicBezTo>
                    <a:pt x="7272" y="3613"/>
                    <a:pt x="7272" y="3485"/>
                    <a:pt x="7289" y="3359"/>
                  </a:cubicBezTo>
                  <a:cubicBezTo>
                    <a:pt x="7315" y="3177"/>
                    <a:pt x="7420" y="3056"/>
                    <a:pt x="7625" y="3056"/>
                  </a:cubicBezTo>
                  <a:cubicBezTo>
                    <a:pt x="7839" y="3056"/>
                    <a:pt x="7940" y="3177"/>
                    <a:pt x="7962" y="3361"/>
                  </a:cubicBezTo>
                  <a:cubicBezTo>
                    <a:pt x="7976" y="3487"/>
                    <a:pt x="7976" y="3615"/>
                    <a:pt x="7962" y="3741"/>
                  </a:cubicBezTo>
                  <a:close/>
                  <a:moveTo>
                    <a:pt x="13826" y="3916"/>
                  </a:moveTo>
                  <a:cubicBezTo>
                    <a:pt x="13826" y="3288"/>
                    <a:pt x="13826" y="3288"/>
                    <a:pt x="13826" y="3288"/>
                  </a:cubicBezTo>
                  <a:cubicBezTo>
                    <a:pt x="13826" y="3092"/>
                    <a:pt x="13685" y="2961"/>
                    <a:pt x="13509" y="2961"/>
                  </a:cubicBezTo>
                  <a:cubicBezTo>
                    <a:pt x="13303" y="2961"/>
                    <a:pt x="13196" y="3080"/>
                    <a:pt x="13058" y="3221"/>
                  </a:cubicBezTo>
                  <a:cubicBezTo>
                    <a:pt x="13016" y="2986"/>
                    <a:pt x="13016" y="2986"/>
                    <a:pt x="13016" y="2986"/>
                  </a:cubicBezTo>
                  <a:cubicBezTo>
                    <a:pt x="12654" y="2986"/>
                    <a:pt x="12654" y="2986"/>
                    <a:pt x="12654" y="2986"/>
                  </a:cubicBezTo>
                  <a:cubicBezTo>
                    <a:pt x="12654" y="3073"/>
                    <a:pt x="12654" y="3073"/>
                    <a:pt x="12654" y="3073"/>
                  </a:cubicBezTo>
                  <a:cubicBezTo>
                    <a:pt x="12724" y="3073"/>
                    <a:pt x="12724" y="3073"/>
                    <a:pt x="12724" y="3073"/>
                  </a:cubicBezTo>
                  <a:cubicBezTo>
                    <a:pt x="12758" y="3073"/>
                    <a:pt x="12850" y="3158"/>
                    <a:pt x="12850" y="3194"/>
                  </a:cubicBezTo>
                  <a:cubicBezTo>
                    <a:pt x="12850" y="3915"/>
                    <a:pt x="12850" y="3915"/>
                    <a:pt x="12850" y="3915"/>
                  </a:cubicBezTo>
                  <a:cubicBezTo>
                    <a:pt x="12850" y="3954"/>
                    <a:pt x="12758" y="4036"/>
                    <a:pt x="12724" y="4036"/>
                  </a:cubicBezTo>
                  <a:cubicBezTo>
                    <a:pt x="12586" y="4036"/>
                    <a:pt x="12586" y="4036"/>
                    <a:pt x="12586" y="4036"/>
                  </a:cubicBezTo>
                  <a:cubicBezTo>
                    <a:pt x="12555" y="4036"/>
                    <a:pt x="12460" y="3954"/>
                    <a:pt x="12460" y="3915"/>
                  </a:cubicBezTo>
                  <a:cubicBezTo>
                    <a:pt x="12460" y="3302"/>
                    <a:pt x="12460" y="3302"/>
                    <a:pt x="12460" y="3302"/>
                  </a:cubicBezTo>
                  <a:cubicBezTo>
                    <a:pt x="12460" y="3077"/>
                    <a:pt x="12267" y="2956"/>
                    <a:pt x="12020" y="2956"/>
                  </a:cubicBezTo>
                  <a:cubicBezTo>
                    <a:pt x="11787" y="2956"/>
                    <a:pt x="11639" y="3041"/>
                    <a:pt x="11545" y="3138"/>
                  </a:cubicBezTo>
                  <a:cubicBezTo>
                    <a:pt x="11698" y="3367"/>
                    <a:pt x="11698" y="3367"/>
                    <a:pt x="11698" y="3367"/>
                  </a:cubicBezTo>
                  <a:cubicBezTo>
                    <a:pt x="11780" y="3367"/>
                    <a:pt x="11780" y="3367"/>
                    <a:pt x="11780" y="3367"/>
                  </a:cubicBezTo>
                  <a:cubicBezTo>
                    <a:pt x="11695" y="3171"/>
                    <a:pt x="11773" y="3041"/>
                    <a:pt x="11969" y="3041"/>
                  </a:cubicBezTo>
                  <a:cubicBezTo>
                    <a:pt x="12175" y="3041"/>
                    <a:pt x="12252" y="3138"/>
                    <a:pt x="12250" y="3300"/>
                  </a:cubicBezTo>
                  <a:cubicBezTo>
                    <a:pt x="12247" y="3435"/>
                    <a:pt x="12247" y="3435"/>
                    <a:pt x="12247" y="3435"/>
                  </a:cubicBezTo>
                  <a:cubicBezTo>
                    <a:pt x="11952" y="3496"/>
                    <a:pt x="11952" y="3496"/>
                    <a:pt x="11952" y="3496"/>
                  </a:cubicBezTo>
                  <a:cubicBezTo>
                    <a:pt x="11790" y="3531"/>
                    <a:pt x="11578" y="3608"/>
                    <a:pt x="11578" y="3836"/>
                  </a:cubicBezTo>
                  <a:cubicBezTo>
                    <a:pt x="11578" y="4023"/>
                    <a:pt x="11714" y="4146"/>
                    <a:pt x="11871" y="4146"/>
                  </a:cubicBezTo>
                  <a:cubicBezTo>
                    <a:pt x="12041" y="4146"/>
                    <a:pt x="12162" y="4008"/>
                    <a:pt x="12254" y="3890"/>
                  </a:cubicBezTo>
                  <a:cubicBezTo>
                    <a:pt x="12283" y="4125"/>
                    <a:pt x="12283" y="4125"/>
                    <a:pt x="12283" y="4125"/>
                  </a:cubicBezTo>
                  <a:cubicBezTo>
                    <a:pt x="13251" y="4125"/>
                    <a:pt x="13251" y="4125"/>
                    <a:pt x="13251" y="4125"/>
                  </a:cubicBezTo>
                  <a:cubicBezTo>
                    <a:pt x="13251" y="4038"/>
                    <a:pt x="13251" y="4038"/>
                    <a:pt x="13251" y="4038"/>
                  </a:cubicBezTo>
                  <a:cubicBezTo>
                    <a:pt x="13186" y="4038"/>
                    <a:pt x="13186" y="4038"/>
                    <a:pt x="13186" y="4038"/>
                  </a:cubicBezTo>
                  <a:cubicBezTo>
                    <a:pt x="13152" y="4038"/>
                    <a:pt x="13060" y="3955"/>
                    <a:pt x="13060" y="3917"/>
                  </a:cubicBezTo>
                  <a:cubicBezTo>
                    <a:pt x="13060" y="3342"/>
                    <a:pt x="13060" y="3342"/>
                    <a:pt x="13060" y="3342"/>
                  </a:cubicBezTo>
                  <a:cubicBezTo>
                    <a:pt x="13060" y="3264"/>
                    <a:pt x="13271" y="3104"/>
                    <a:pt x="13433" y="3104"/>
                  </a:cubicBezTo>
                  <a:cubicBezTo>
                    <a:pt x="13557" y="3104"/>
                    <a:pt x="13615" y="3190"/>
                    <a:pt x="13615" y="3301"/>
                  </a:cubicBezTo>
                  <a:cubicBezTo>
                    <a:pt x="13615" y="3916"/>
                    <a:pt x="13615" y="3916"/>
                    <a:pt x="13615" y="3916"/>
                  </a:cubicBezTo>
                  <a:cubicBezTo>
                    <a:pt x="13615" y="3954"/>
                    <a:pt x="13523" y="4037"/>
                    <a:pt x="13489" y="4037"/>
                  </a:cubicBezTo>
                  <a:cubicBezTo>
                    <a:pt x="13423" y="4037"/>
                    <a:pt x="13423" y="4037"/>
                    <a:pt x="13423" y="4037"/>
                  </a:cubicBezTo>
                  <a:cubicBezTo>
                    <a:pt x="13423" y="4124"/>
                    <a:pt x="13423" y="4124"/>
                    <a:pt x="13423" y="4124"/>
                  </a:cubicBezTo>
                  <a:cubicBezTo>
                    <a:pt x="14022" y="4124"/>
                    <a:pt x="14022" y="4124"/>
                    <a:pt x="14022" y="4124"/>
                  </a:cubicBezTo>
                  <a:cubicBezTo>
                    <a:pt x="14022" y="4037"/>
                    <a:pt x="14022" y="4037"/>
                    <a:pt x="14022" y="4037"/>
                  </a:cubicBezTo>
                  <a:cubicBezTo>
                    <a:pt x="13952" y="4037"/>
                    <a:pt x="13952" y="4037"/>
                    <a:pt x="13952" y="4037"/>
                  </a:cubicBezTo>
                  <a:cubicBezTo>
                    <a:pt x="13918" y="4037"/>
                    <a:pt x="13826" y="3954"/>
                    <a:pt x="13826" y="3916"/>
                  </a:cubicBezTo>
                  <a:close/>
                  <a:moveTo>
                    <a:pt x="12250" y="3787"/>
                  </a:moveTo>
                  <a:cubicBezTo>
                    <a:pt x="12201" y="3873"/>
                    <a:pt x="12080" y="3988"/>
                    <a:pt x="11969" y="3988"/>
                  </a:cubicBezTo>
                  <a:cubicBezTo>
                    <a:pt x="11872" y="3993"/>
                    <a:pt x="11789" y="3918"/>
                    <a:pt x="11785" y="3820"/>
                  </a:cubicBezTo>
                  <a:cubicBezTo>
                    <a:pt x="11785" y="3816"/>
                    <a:pt x="11785" y="3811"/>
                    <a:pt x="11785" y="3807"/>
                  </a:cubicBezTo>
                  <a:cubicBezTo>
                    <a:pt x="11785" y="3693"/>
                    <a:pt x="11833" y="3618"/>
                    <a:pt x="11977" y="3582"/>
                  </a:cubicBezTo>
                  <a:cubicBezTo>
                    <a:pt x="12251" y="3511"/>
                    <a:pt x="12251" y="3511"/>
                    <a:pt x="12251" y="3511"/>
                  </a:cubicBezTo>
                  <a:lnTo>
                    <a:pt x="12250" y="3787"/>
                  </a:lnTo>
                  <a:close/>
                  <a:moveTo>
                    <a:pt x="8336" y="1790"/>
                  </a:moveTo>
                  <a:cubicBezTo>
                    <a:pt x="8617" y="1790"/>
                    <a:pt x="8765" y="1637"/>
                    <a:pt x="8840" y="1388"/>
                  </a:cubicBezTo>
                  <a:cubicBezTo>
                    <a:pt x="8769" y="1388"/>
                    <a:pt x="8769" y="1388"/>
                    <a:pt x="8769" y="1388"/>
                  </a:cubicBezTo>
                  <a:cubicBezTo>
                    <a:pt x="8697" y="1519"/>
                    <a:pt x="8605" y="1584"/>
                    <a:pt x="8411" y="1584"/>
                  </a:cubicBezTo>
                  <a:cubicBezTo>
                    <a:pt x="8152" y="1584"/>
                    <a:pt x="8002" y="1349"/>
                    <a:pt x="7997" y="1141"/>
                  </a:cubicBezTo>
                  <a:cubicBezTo>
                    <a:pt x="8758" y="1080"/>
                    <a:pt x="8758" y="1080"/>
                    <a:pt x="8758" y="1080"/>
                  </a:cubicBezTo>
                  <a:cubicBezTo>
                    <a:pt x="8753" y="997"/>
                    <a:pt x="8753" y="997"/>
                    <a:pt x="8753" y="997"/>
                  </a:cubicBezTo>
                  <a:cubicBezTo>
                    <a:pt x="8740" y="774"/>
                    <a:pt x="8595" y="600"/>
                    <a:pt x="8336" y="598"/>
                  </a:cubicBezTo>
                  <a:cubicBezTo>
                    <a:pt x="8041" y="595"/>
                    <a:pt x="7811" y="857"/>
                    <a:pt x="7811" y="1196"/>
                  </a:cubicBezTo>
                  <a:cubicBezTo>
                    <a:pt x="7811" y="1519"/>
                    <a:pt x="8033" y="1790"/>
                    <a:pt x="8336" y="1790"/>
                  </a:cubicBezTo>
                  <a:close/>
                  <a:moveTo>
                    <a:pt x="8331" y="686"/>
                  </a:moveTo>
                  <a:cubicBezTo>
                    <a:pt x="8554" y="686"/>
                    <a:pt x="8578" y="850"/>
                    <a:pt x="8559" y="1013"/>
                  </a:cubicBezTo>
                  <a:cubicBezTo>
                    <a:pt x="7990" y="1061"/>
                    <a:pt x="7990" y="1061"/>
                    <a:pt x="7990" y="1061"/>
                  </a:cubicBezTo>
                  <a:cubicBezTo>
                    <a:pt x="7997" y="882"/>
                    <a:pt x="8094" y="686"/>
                    <a:pt x="8331" y="686"/>
                  </a:cubicBezTo>
                  <a:close/>
                  <a:moveTo>
                    <a:pt x="8947" y="843"/>
                  </a:moveTo>
                  <a:cubicBezTo>
                    <a:pt x="9349" y="1635"/>
                    <a:pt x="9349" y="1635"/>
                    <a:pt x="9349" y="1635"/>
                  </a:cubicBezTo>
                  <a:cubicBezTo>
                    <a:pt x="9005" y="2259"/>
                    <a:pt x="9005" y="2259"/>
                    <a:pt x="9005" y="2259"/>
                  </a:cubicBezTo>
                  <a:cubicBezTo>
                    <a:pt x="9105" y="2310"/>
                    <a:pt x="9105" y="2310"/>
                    <a:pt x="9105" y="2310"/>
                  </a:cubicBezTo>
                  <a:cubicBezTo>
                    <a:pt x="9444" y="1669"/>
                    <a:pt x="9444" y="1669"/>
                    <a:pt x="9444" y="1669"/>
                  </a:cubicBezTo>
                  <a:cubicBezTo>
                    <a:pt x="9828" y="839"/>
                    <a:pt x="9828" y="839"/>
                    <a:pt x="9828" y="839"/>
                  </a:cubicBezTo>
                  <a:cubicBezTo>
                    <a:pt x="9853" y="800"/>
                    <a:pt x="9935" y="713"/>
                    <a:pt x="9962" y="713"/>
                  </a:cubicBezTo>
                  <a:cubicBezTo>
                    <a:pt x="10015" y="713"/>
                    <a:pt x="10015" y="713"/>
                    <a:pt x="10015" y="713"/>
                  </a:cubicBezTo>
                  <a:cubicBezTo>
                    <a:pt x="10015" y="626"/>
                    <a:pt x="10015" y="626"/>
                    <a:pt x="10015" y="626"/>
                  </a:cubicBezTo>
                  <a:cubicBezTo>
                    <a:pt x="9553" y="626"/>
                    <a:pt x="9553" y="626"/>
                    <a:pt x="9553" y="626"/>
                  </a:cubicBezTo>
                  <a:cubicBezTo>
                    <a:pt x="9553" y="713"/>
                    <a:pt x="9553" y="713"/>
                    <a:pt x="9553" y="713"/>
                  </a:cubicBezTo>
                  <a:cubicBezTo>
                    <a:pt x="9623" y="713"/>
                    <a:pt x="9623" y="713"/>
                    <a:pt x="9623" y="713"/>
                  </a:cubicBezTo>
                  <a:cubicBezTo>
                    <a:pt x="9654" y="713"/>
                    <a:pt x="9725" y="793"/>
                    <a:pt x="9722" y="839"/>
                  </a:cubicBezTo>
                  <a:cubicBezTo>
                    <a:pt x="9470" y="1398"/>
                    <a:pt x="9470" y="1398"/>
                    <a:pt x="9470" y="1398"/>
                  </a:cubicBezTo>
                  <a:cubicBezTo>
                    <a:pt x="9194" y="836"/>
                    <a:pt x="9194" y="836"/>
                    <a:pt x="9194" y="836"/>
                  </a:cubicBezTo>
                  <a:cubicBezTo>
                    <a:pt x="9194" y="794"/>
                    <a:pt x="9262" y="713"/>
                    <a:pt x="9293" y="713"/>
                  </a:cubicBezTo>
                  <a:cubicBezTo>
                    <a:pt x="9364" y="713"/>
                    <a:pt x="9364" y="713"/>
                    <a:pt x="9364" y="713"/>
                  </a:cubicBezTo>
                  <a:cubicBezTo>
                    <a:pt x="9364" y="626"/>
                    <a:pt x="9364" y="626"/>
                    <a:pt x="9364" y="626"/>
                  </a:cubicBezTo>
                  <a:cubicBezTo>
                    <a:pt x="8749" y="626"/>
                    <a:pt x="8749" y="626"/>
                    <a:pt x="8749" y="626"/>
                  </a:cubicBezTo>
                  <a:cubicBezTo>
                    <a:pt x="8749" y="713"/>
                    <a:pt x="8749" y="713"/>
                    <a:pt x="8749" y="713"/>
                  </a:cubicBezTo>
                  <a:cubicBezTo>
                    <a:pt x="8800" y="713"/>
                    <a:pt x="8800" y="713"/>
                    <a:pt x="8800" y="713"/>
                  </a:cubicBezTo>
                  <a:cubicBezTo>
                    <a:pt x="8829" y="712"/>
                    <a:pt x="8928" y="807"/>
                    <a:pt x="8947" y="843"/>
                  </a:cubicBezTo>
                  <a:close/>
                  <a:moveTo>
                    <a:pt x="5117" y="349"/>
                  </a:moveTo>
                  <a:cubicBezTo>
                    <a:pt x="5195" y="353"/>
                    <a:pt x="5261" y="293"/>
                    <a:pt x="5265" y="215"/>
                  </a:cubicBezTo>
                  <a:cubicBezTo>
                    <a:pt x="5265" y="210"/>
                    <a:pt x="5265" y="206"/>
                    <a:pt x="5265" y="201"/>
                  </a:cubicBezTo>
                  <a:cubicBezTo>
                    <a:pt x="5265" y="112"/>
                    <a:pt x="5202" y="56"/>
                    <a:pt x="5117" y="56"/>
                  </a:cubicBezTo>
                  <a:cubicBezTo>
                    <a:pt x="5032" y="56"/>
                    <a:pt x="4967" y="112"/>
                    <a:pt x="4967" y="201"/>
                  </a:cubicBezTo>
                  <a:cubicBezTo>
                    <a:pt x="4965" y="280"/>
                    <a:pt x="5026" y="346"/>
                    <a:pt x="5105" y="349"/>
                  </a:cubicBezTo>
                  <a:cubicBezTo>
                    <a:pt x="5109" y="349"/>
                    <a:pt x="5113" y="349"/>
                    <a:pt x="5117" y="349"/>
                  </a:cubicBezTo>
                  <a:close/>
                  <a:moveTo>
                    <a:pt x="3836" y="1676"/>
                  </a:moveTo>
                  <a:cubicBezTo>
                    <a:pt x="3749" y="1676"/>
                    <a:pt x="3749" y="1676"/>
                    <a:pt x="3749" y="1676"/>
                  </a:cubicBezTo>
                  <a:cubicBezTo>
                    <a:pt x="3715" y="1676"/>
                    <a:pt x="3613" y="1579"/>
                    <a:pt x="3613" y="1543"/>
                  </a:cubicBezTo>
                  <a:cubicBezTo>
                    <a:pt x="3613" y="1075"/>
                    <a:pt x="3613" y="1075"/>
                    <a:pt x="3613" y="1075"/>
                  </a:cubicBezTo>
                  <a:cubicBezTo>
                    <a:pt x="3793" y="882"/>
                    <a:pt x="3793" y="882"/>
                    <a:pt x="3793" y="882"/>
                  </a:cubicBezTo>
                  <a:cubicBezTo>
                    <a:pt x="4403" y="1763"/>
                    <a:pt x="4403" y="1763"/>
                    <a:pt x="4403" y="1763"/>
                  </a:cubicBezTo>
                  <a:cubicBezTo>
                    <a:pt x="6040" y="1763"/>
                    <a:pt x="6040" y="1763"/>
                    <a:pt x="6040" y="1763"/>
                  </a:cubicBezTo>
                  <a:cubicBezTo>
                    <a:pt x="6040" y="1676"/>
                    <a:pt x="6040" y="1676"/>
                    <a:pt x="6040" y="1676"/>
                  </a:cubicBezTo>
                  <a:cubicBezTo>
                    <a:pt x="5974" y="1676"/>
                    <a:pt x="5974" y="1676"/>
                    <a:pt x="5974" y="1676"/>
                  </a:cubicBezTo>
                  <a:cubicBezTo>
                    <a:pt x="5940" y="1676"/>
                    <a:pt x="5848" y="1594"/>
                    <a:pt x="5848" y="1555"/>
                  </a:cubicBezTo>
                  <a:cubicBezTo>
                    <a:pt x="5848" y="981"/>
                    <a:pt x="5848" y="981"/>
                    <a:pt x="5848" y="981"/>
                  </a:cubicBezTo>
                  <a:cubicBezTo>
                    <a:pt x="5848" y="904"/>
                    <a:pt x="6059" y="744"/>
                    <a:pt x="6221" y="744"/>
                  </a:cubicBezTo>
                  <a:cubicBezTo>
                    <a:pt x="6345" y="744"/>
                    <a:pt x="6403" y="829"/>
                    <a:pt x="6403" y="940"/>
                  </a:cubicBezTo>
                  <a:cubicBezTo>
                    <a:pt x="6403" y="1555"/>
                    <a:pt x="6403" y="1555"/>
                    <a:pt x="6403" y="1555"/>
                  </a:cubicBezTo>
                  <a:cubicBezTo>
                    <a:pt x="6403" y="1594"/>
                    <a:pt x="6311" y="1676"/>
                    <a:pt x="6277" y="1676"/>
                  </a:cubicBezTo>
                  <a:cubicBezTo>
                    <a:pt x="6211" y="1676"/>
                    <a:pt x="6211" y="1676"/>
                    <a:pt x="6211" y="1676"/>
                  </a:cubicBezTo>
                  <a:cubicBezTo>
                    <a:pt x="6211" y="1763"/>
                    <a:pt x="6211" y="1763"/>
                    <a:pt x="6211" y="1763"/>
                  </a:cubicBezTo>
                  <a:cubicBezTo>
                    <a:pt x="6810" y="1763"/>
                    <a:pt x="6810" y="1763"/>
                    <a:pt x="6810" y="1763"/>
                  </a:cubicBezTo>
                  <a:cubicBezTo>
                    <a:pt x="6810" y="1676"/>
                    <a:pt x="6810" y="1676"/>
                    <a:pt x="6810" y="1676"/>
                  </a:cubicBezTo>
                  <a:cubicBezTo>
                    <a:pt x="6739" y="1676"/>
                    <a:pt x="6739" y="1676"/>
                    <a:pt x="6739" y="1676"/>
                  </a:cubicBezTo>
                  <a:cubicBezTo>
                    <a:pt x="6706" y="1676"/>
                    <a:pt x="6613" y="1594"/>
                    <a:pt x="6613" y="1555"/>
                  </a:cubicBezTo>
                  <a:cubicBezTo>
                    <a:pt x="6613" y="928"/>
                    <a:pt x="6613" y="928"/>
                    <a:pt x="6613" y="928"/>
                  </a:cubicBezTo>
                  <a:cubicBezTo>
                    <a:pt x="6613" y="732"/>
                    <a:pt x="6473" y="601"/>
                    <a:pt x="6296" y="601"/>
                  </a:cubicBezTo>
                  <a:cubicBezTo>
                    <a:pt x="6091" y="601"/>
                    <a:pt x="5984" y="720"/>
                    <a:pt x="5846" y="860"/>
                  </a:cubicBezTo>
                  <a:cubicBezTo>
                    <a:pt x="5803" y="625"/>
                    <a:pt x="5803" y="625"/>
                    <a:pt x="5803" y="625"/>
                  </a:cubicBezTo>
                  <a:cubicBezTo>
                    <a:pt x="5441" y="625"/>
                    <a:pt x="5441" y="625"/>
                    <a:pt x="5441" y="625"/>
                  </a:cubicBezTo>
                  <a:cubicBezTo>
                    <a:pt x="5441" y="712"/>
                    <a:pt x="5441" y="712"/>
                    <a:pt x="5441" y="712"/>
                  </a:cubicBezTo>
                  <a:cubicBezTo>
                    <a:pt x="5512" y="712"/>
                    <a:pt x="5512" y="712"/>
                    <a:pt x="5512" y="712"/>
                  </a:cubicBezTo>
                  <a:cubicBezTo>
                    <a:pt x="5546" y="712"/>
                    <a:pt x="5638" y="798"/>
                    <a:pt x="5638" y="833"/>
                  </a:cubicBezTo>
                  <a:cubicBezTo>
                    <a:pt x="5638" y="1555"/>
                    <a:pt x="5638" y="1555"/>
                    <a:pt x="5638" y="1555"/>
                  </a:cubicBezTo>
                  <a:cubicBezTo>
                    <a:pt x="5638" y="1593"/>
                    <a:pt x="5546" y="1676"/>
                    <a:pt x="5512" y="1676"/>
                  </a:cubicBezTo>
                  <a:cubicBezTo>
                    <a:pt x="5371" y="1676"/>
                    <a:pt x="5371" y="1676"/>
                    <a:pt x="5371" y="1676"/>
                  </a:cubicBezTo>
                  <a:cubicBezTo>
                    <a:pt x="5340" y="1676"/>
                    <a:pt x="5245" y="1593"/>
                    <a:pt x="5245" y="1555"/>
                  </a:cubicBezTo>
                  <a:cubicBezTo>
                    <a:pt x="5245" y="625"/>
                    <a:pt x="5245" y="625"/>
                    <a:pt x="5245" y="625"/>
                  </a:cubicBezTo>
                  <a:cubicBezTo>
                    <a:pt x="4836" y="625"/>
                    <a:pt x="4836" y="625"/>
                    <a:pt x="4836" y="625"/>
                  </a:cubicBezTo>
                  <a:cubicBezTo>
                    <a:pt x="4836" y="712"/>
                    <a:pt x="4836" y="712"/>
                    <a:pt x="4836" y="712"/>
                  </a:cubicBezTo>
                  <a:cubicBezTo>
                    <a:pt x="4906" y="712"/>
                    <a:pt x="4906" y="712"/>
                    <a:pt x="4906" y="712"/>
                  </a:cubicBezTo>
                  <a:cubicBezTo>
                    <a:pt x="4940" y="712"/>
                    <a:pt x="5032" y="798"/>
                    <a:pt x="5032" y="833"/>
                  </a:cubicBezTo>
                  <a:cubicBezTo>
                    <a:pt x="5032" y="1555"/>
                    <a:pt x="5032" y="1555"/>
                    <a:pt x="5032" y="1555"/>
                  </a:cubicBezTo>
                  <a:cubicBezTo>
                    <a:pt x="5032" y="1594"/>
                    <a:pt x="4940" y="1676"/>
                    <a:pt x="4906" y="1676"/>
                  </a:cubicBezTo>
                  <a:cubicBezTo>
                    <a:pt x="4778" y="1676"/>
                    <a:pt x="4778" y="1676"/>
                    <a:pt x="4778" y="1676"/>
                  </a:cubicBezTo>
                  <a:cubicBezTo>
                    <a:pt x="4742" y="1676"/>
                    <a:pt x="4599" y="1567"/>
                    <a:pt x="4570" y="1528"/>
                  </a:cubicBezTo>
                  <a:cubicBezTo>
                    <a:pt x="3953" y="707"/>
                    <a:pt x="3953" y="707"/>
                    <a:pt x="3953" y="707"/>
                  </a:cubicBezTo>
                  <a:cubicBezTo>
                    <a:pt x="4381" y="247"/>
                    <a:pt x="4381" y="247"/>
                    <a:pt x="4381" y="247"/>
                  </a:cubicBezTo>
                  <a:cubicBezTo>
                    <a:pt x="4405" y="221"/>
                    <a:pt x="4572" y="88"/>
                    <a:pt x="4606" y="88"/>
                  </a:cubicBezTo>
                  <a:cubicBezTo>
                    <a:pt x="4692" y="88"/>
                    <a:pt x="4692" y="88"/>
                    <a:pt x="4692" y="88"/>
                  </a:cubicBezTo>
                  <a:cubicBezTo>
                    <a:pt x="4692" y="0"/>
                    <a:pt x="4692" y="0"/>
                    <a:pt x="4692" y="0"/>
                  </a:cubicBezTo>
                  <a:cubicBezTo>
                    <a:pt x="4052" y="0"/>
                    <a:pt x="4052" y="0"/>
                    <a:pt x="4052" y="0"/>
                  </a:cubicBezTo>
                  <a:cubicBezTo>
                    <a:pt x="4052" y="88"/>
                    <a:pt x="4052" y="88"/>
                    <a:pt x="4052" y="88"/>
                  </a:cubicBezTo>
                  <a:cubicBezTo>
                    <a:pt x="4137" y="88"/>
                    <a:pt x="4137" y="88"/>
                    <a:pt x="4137" y="88"/>
                  </a:cubicBezTo>
                  <a:cubicBezTo>
                    <a:pt x="4171" y="88"/>
                    <a:pt x="4270" y="209"/>
                    <a:pt x="4244" y="240"/>
                  </a:cubicBezTo>
                  <a:cubicBezTo>
                    <a:pt x="3614" y="942"/>
                    <a:pt x="3614" y="942"/>
                    <a:pt x="3614" y="942"/>
                  </a:cubicBezTo>
                  <a:cubicBezTo>
                    <a:pt x="3614" y="221"/>
                    <a:pt x="3614" y="221"/>
                    <a:pt x="3614" y="221"/>
                  </a:cubicBezTo>
                  <a:cubicBezTo>
                    <a:pt x="3614" y="184"/>
                    <a:pt x="3716" y="88"/>
                    <a:pt x="3750" y="88"/>
                  </a:cubicBezTo>
                  <a:cubicBezTo>
                    <a:pt x="3837" y="88"/>
                    <a:pt x="3837" y="88"/>
                    <a:pt x="3837" y="88"/>
                  </a:cubicBezTo>
                  <a:cubicBezTo>
                    <a:pt x="3837" y="0"/>
                    <a:pt x="3837" y="0"/>
                    <a:pt x="3837" y="0"/>
                  </a:cubicBezTo>
                  <a:cubicBezTo>
                    <a:pt x="3149" y="0"/>
                    <a:pt x="3149" y="0"/>
                    <a:pt x="3149" y="0"/>
                  </a:cubicBezTo>
                  <a:cubicBezTo>
                    <a:pt x="3149" y="88"/>
                    <a:pt x="3149" y="88"/>
                    <a:pt x="3149" y="88"/>
                  </a:cubicBezTo>
                  <a:cubicBezTo>
                    <a:pt x="3236" y="88"/>
                    <a:pt x="3236" y="88"/>
                    <a:pt x="3236" y="88"/>
                  </a:cubicBezTo>
                  <a:cubicBezTo>
                    <a:pt x="3270" y="88"/>
                    <a:pt x="3371" y="184"/>
                    <a:pt x="3371" y="221"/>
                  </a:cubicBezTo>
                  <a:cubicBezTo>
                    <a:pt x="3371" y="1543"/>
                    <a:pt x="3371" y="1543"/>
                    <a:pt x="3371" y="1543"/>
                  </a:cubicBezTo>
                  <a:cubicBezTo>
                    <a:pt x="3371" y="1579"/>
                    <a:pt x="3270" y="1676"/>
                    <a:pt x="3236" y="1676"/>
                  </a:cubicBezTo>
                  <a:cubicBezTo>
                    <a:pt x="3149" y="1676"/>
                    <a:pt x="3149" y="1676"/>
                    <a:pt x="3149" y="1676"/>
                  </a:cubicBezTo>
                  <a:cubicBezTo>
                    <a:pt x="3149" y="1763"/>
                    <a:pt x="3149" y="1763"/>
                    <a:pt x="3149" y="1763"/>
                  </a:cubicBezTo>
                  <a:cubicBezTo>
                    <a:pt x="3836" y="1763"/>
                    <a:pt x="3836" y="1763"/>
                    <a:pt x="3836" y="1763"/>
                  </a:cubicBezTo>
                  <a:lnTo>
                    <a:pt x="3836" y="1676"/>
                  </a:lnTo>
                  <a:close/>
                  <a:moveTo>
                    <a:pt x="7720" y="1446"/>
                  </a:moveTo>
                  <a:cubicBezTo>
                    <a:pt x="7720" y="1262"/>
                    <a:pt x="7579" y="1163"/>
                    <a:pt x="7456" y="1114"/>
                  </a:cubicBezTo>
                  <a:cubicBezTo>
                    <a:pt x="7361" y="1078"/>
                    <a:pt x="7296" y="1049"/>
                    <a:pt x="7209" y="1013"/>
                  </a:cubicBezTo>
                  <a:cubicBezTo>
                    <a:pt x="7090" y="962"/>
                    <a:pt x="7023" y="927"/>
                    <a:pt x="7023" y="829"/>
                  </a:cubicBezTo>
                  <a:cubicBezTo>
                    <a:pt x="7023" y="739"/>
                    <a:pt x="7085" y="683"/>
                    <a:pt x="7219" y="683"/>
                  </a:cubicBezTo>
                  <a:cubicBezTo>
                    <a:pt x="7432" y="683"/>
                    <a:pt x="7565" y="884"/>
                    <a:pt x="7565" y="979"/>
                  </a:cubicBezTo>
                  <a:cubicBezTo>
                    <a:pt x="7635" y="979"/>
                    <a:pt x="7635" y="979"/>
                    <a:pt x="7635" y="979"/>
                  </a:cubicBezTo>
                  <a:cubicBezTo>
                    <a:pt x="7635" y="625"/>
                    <a:pt x="7635" y="625"/>
                    <a:pt x="7635" y="625"/>
                  </a:cubicBezTo>
                  <a:cubicBezTo>
                    <a:pt x="7572" y="625"/>
                    <a:pt x="7572" y="625"/>
                    <a:pt x="7572" y="625"/>
                  </a:cubicBezTo>
                  <a:cubicBezTo>
                    <a:pt x="7562" y="649"/>
                    <a:pt x="7543" y="657"/>
                    <a:pt x="7509" y="657"/>
                  </a:cubicBezTo>
                  <a:cubicBezTo>
                    <a:pt x="7422" y="657"/>
                    <a:pt x="7352" y="598"/>
                    <a:pt x="7226" y="598"/>
                  </a:cubicBezTo>
                  <a:cubicBezTo>
                    <a:pt x="7015" y="598"/>
                    <a:pt x="6882" y="707"/>
                    <a:pt x="6882" y="913"/>
                  </a:cubicBezTo>
                  <a:cubicBezTo>
                    <a:pt x="6882" y="1071"/>
                    <a:pt x="6986" y="1160"/>
                    <a:pt x="7124" y="1223"/>
                  </a:cubicBezTo>
                  <a:cubicBezTo>
                    <a:pt x="7216" y="1264"/>
                    <a:pt x="7282" y="1291"/>
                    <a:pt x="7361" y="1325"/>
                  </a:cubicBezTo>
                  <a:cubicBezTo>
                    <a:pt x="7463" y="1367"/>
                    <a:pt x="7577" y="1412"/>
                    <a:pt x="7577" y="1540"/>
                  </a:cubicBezTo>
                  <a:cubicBezTo>
                    <a:pt x="7577" y="1647"/>
                    <a:pt x="7497" y="1695"/>
                    <a:pt x="7354" y="1695"/>
                  </a:cubicBezTo>
                  <a:cubicBezTo>
                    <a:pt x="7107" y="1695"/>
                    <a:pt x="6952" y="1468"/>
                    <a:pt x="6952" y="1361"/>
                  </a:cubicBezTo>
                  <a:cubicBezTo>
                    <a:pt x="6882" y="1361"/>
                    <a:pt x="6882" y="1361"/>
                    <a:pt x="6882" y="1361"/>
                  </a:cubicBezTo>
                  <a:cubicBezTo>
                    <a:pt x="6882" y="1763"/>
                    <a:pt x="6882" y="1763"/>
                    <a:pt x="6882" y="1763"/>
                  </a:cubicBezTo>
                  <a:cubicBezTo>
                    <a:pt x="6938" y="1763"/>
                    <a:pt x="6938" y="1763"/>
                    <a:pt x="6938" y="1763"/>
                  </a:cubicBezTo>
                  <a:cubicBezTo>
                    <a:pt x="6967" y="1737"/>
                    <a:pt x="6979" y="1725"/>
                    <a:pt x="7025" y="1725"/>
                  </a:cubicBezTo>
                  <a:cubicBezTo>
                    <a:pt x="7124" y="1725"/>
                    <a:pt x="7209" y="1790"/>
                    <a:pt x="7354" y="1790"/>
                  </a:cubicBezTo>
                  <a:cubicBezTo>
                    <a:pt x="7570" y="1790"/>
                    <a:pt x="7720" y="1664"/>
                    <a:pt x="7720" y="1446"/>
                  </a:cubicBezTo>
                  <a:close/>
                  <a:moveTo>
                    <a:pt x="2703" y="1584"/>
                  </a:moveTo>
                  <a:cubicBezTo>
                    <a:pt x="2442" y="1584"/>
                    <a:pt x="2282" y="1383"/>
                    <a:pt x="2282" y="1129"/>
                  </a:cubicBezTo>
                  <a:cubicBezTo>
                    <a:pt x="2282" y="860"/>
                    <a:pt x="2391" y="683"/>
                    <a:pt x="2618" y="683"/>
                  </a:cubicBezTo>
                  <a:cubicBezTo>
                    <a:pt x="2815" y="683"/>
                    <a:pt x="2844" y="840"/>
                    <a:pt x="2812" y="1017"/>
                  </a:cubicBezTo>
                  <a:cubicBezTo>
                    <a:pt x="2882" y="1013"/>
                    <a:pt x="2882" y="1013"/>
                    <a:pt x="2882" y="1013"/>
                  </a:cubicBezTo>
                  <a:cubicBezTo>
                    <a:pt x="3049" y="753"/>
                    <a:pt x="3049" y="753"/>
                    <a:pt x="3049" y="753"/>
                  </a:cubicBezTo>
                  <a:cubicBezTo>
                    <a:pt x="2945" y="649"/>
                    <a:pt x="2824" y="596"/>
                    <a:pt x="2645" y="596"/>
                  </a:cubicBezTo>
                  <a:cubicBezTo>
                    <a:pt x="2345" y="596"/>
                    <a:pt x="2100" y="833"/>
                    <a:pt x="2100" y="1201"/>
                  </a:cubicBezTo>
                  <a:cubicBezTo>
                    <a:pt x="2100" y="1526"/>
                    <a:pt x="2306" y="1792"/>
                    <a:pt x="2623" y="1792"/>
                  </a:cubicBezTo>
                  <a:cubicBezTo>
                    <a:pt x="2909" y="1792"/>
                    <a:pt x="3061" y="1635"/>
                    <a:pt x="3136" y="1386"/>
                  </a:cubicBezTo>
                  <a:cubicBezTo>
                    <a:pt x="3066" y="1386"/>
                    <a:pt x="3066" y="1386"/>
                    <a:pt x="3066" y="1386"/>
                  </a:cubicBezTo>
                  <a:cubicBezTo>
                    <a:pt x="2986" y="1519"/>
                    <a:pt x="2902" y="1584"/>
                    <a:pt x="2703" y="1584"/>
                  </a:cubicBezTo>
                  <a:close/>
                  <a:moveTo>
                    <a:pt x="1053" y="1322"/>
                  </a:moveTo>
                  <a:cubicBezTo>
                    <a:pt x="1041" y="1322"/>
                    <a:pt x="1041" y="1322"/>
                    <a:pt x="1041" y="1322"/>
                  </a:cubicBezTo>
                  <a:cubicBezTo>
                    <a:pt x="511" y="0"/>
                    <a:pt x="511" y="0"/>
                    <a:pt x="511" y="0"/>
                  </a:cubicBezTo>
                  <a:cubicBezTo>
                    <a:pt x="0" y="0"/>
                    <a:pt x="0" y="0"/>
                    <a:pt x="0" y="0"/>
                  </a:cubicBezTo>
                  <a:cubicBezTo>
                    <a:pt x="0" y="88"/>
                    <a:pt x="0" y="88"/>
                    <a:pt x="0" y="88"/>
                  </a:cubicBezTo>
                  <a:cubicBezTo>
                    <a:pt x="87" y="88"/>
                    <a:pt x="87" y="88"/>
                    <a:pt x="87" y="88"/>
                  </a:cubicBezTo>
                  <a:cubicBezTo>
                    <a:pt x="121" y="88"/>
                    <a:pt x="223" y="184"/>
                    <a:pt x="223" y="221"/>
                  </a:cubicBezTo>
                  <a:cubicBezTo>
                    <a:pt x="223" y="1543"/>
                    <a:pt x="223" y="1543"/>
                    <a:pt x="223" y="1543"/>
                  </a:cubicBezTo>
                  <a:cubicBezTo>
                    <a:pt x="223" y="1579"/>
                    <a:pt x="121" y="1676"/>
                    <a:pt x="87" y="1676"/>
                  </a:cubicBezTo>
                  <a:cubicBezTo>
                    <a:pt x="0" y="1676"/>
                    <a:pt x="0" y="1676"/>
                    <a:pt x="0" y="1676"/>
                  </a:cubicBezTo>
                  <a:cubicBezTo>
                    <a:pt x="0" y="1763"/>
                    <a:pt x="0" y="1763"/>
                    <a:pt x="0" y="1763"/>
                  </a:cubicBezTo>
                  <a:cubicBezTo>
                    <a:pt x="549" y="1763"/>
                    <a:pt x="549" y="1763"/>
                    <a:pt x="549" y="1763"/>
                  </a:cubicBezTo>
                  <a:cubicBezTo>
                    <a:pt x="549" y="1676"/>
                    <a:pt x="549" y="1676"/>
                    <a:pt x="549" y="1676"/>
                  </a:cubicBezTo>
                  <a:cubicBezTo>
                    <a:pt x="462" y="1676"/>
                    <a:pt x="462" y="1676"/>
                    <a:pt x="462" y="1676"/>
                  </a:cubicBezTo>
                  <a:cubicBezTo>
                    <a:pt x="428" y="1676"/>
                    <a:pt x="327" y="1579"/>
                    <a:pt x="327" y="1543"/>
                  </a:cubicBezTo>
                  <a:cubicBezTo>
                    <a:pt x="327" y="233"/>
                    <a:pt x="327" y="233"/>
                    <a:pt x="327" y="233"/>
                  </a:cubicBezTo>
                  <a:cubicBezTo>
                    <a:pt x="968" y="1794"/>
                    <a:pt x="968" y="1794"/>
                    <a:pt x="968" y="1794"/>
                  </a:cubicBezTo>
                  <a:cubicBezTo>
                    <a:pt x="1609" y="259"/>
                    <a:pt x="1609" y="259"/>
                    <a:pt x="1609" y="259"/>
                  </a:cubicBezTo>
                  <a:cubicBezTo>
                    <a:pt x="1609" y="1543"/>
                    <a:pt x="1609" y="1543"/>
                    <a:pt x="1609" y="1543"/>
                  </a:cubicBezTo>
                  <a:cubicBezTo>
                    <a:pt x="1609" y="1579"/>
                    <a:pt x="1507" y="1676"/>
                    <a:pt x="1473" y="1676"/>
                  </a:cubicBezTo>
                  <a:cubicBezTo>
                    <a:pt x="1386" y="1676"/>
                    <a:pt x="1386" y="1676"/>
                    <a:pt x="1386" y="1676"/>
                  </a:cubicBezTo>
                  <a:cubicBezTo>
                    <a:pt x="1386" y="1763"/>
                    <a:pt x="1386" y="1763"/>
                    <a:pt x="1386" y="1763"/>
                  </a:cubicBezTo>
                  <a:cubicBezTo>
                    <a:pt x="2069" y="1763"/>
                    <a:pt x="2069" y="1763"/>
                    <a:pt x="2069" y="1763"/>
                  </a:cubicBezTo>
                  <a:cubicBezTo>
                    <a:pt x="2069" y="1676"/>
                    <a:pt x="2069" y="1676"/>
                    <a:pt x="2069" y="1676"/>
                  </a:cubicBezTo>
                  <a:cubicBezTo>
                    <a:pt x="1983" y="1676"/>
                    <a:pt x="1983" y="1676"/>
                    <a:pt x="1983" y="1676"/>
                  </a:cubicBezTo>
                  <a:cubicBezTo>
                    <a:pt x="1949" y="1676"/>
                    <a:pt x="1848" y="1579"/>
                    <a:pt x="1848" y="1543"/>
                  </a:cubicBezTo>
                  <a:cubicBezTo>
                    <a:pt x="1848" y="221"/>
                    <a:pt x="1848" y="221"/>
                    <a:pt x="1848" y="221"/>
                  </a:cubicBezTo>
                  <a:cubicBezTo>
                    <a:pt x="1848" y="184"/>
                    <a:pt x="1949" y="88"/>
                    <a:pt x="1983" y="88"/>
                  </a:cubicBezTo>
                  <a:cubicBezTo>
                    <a:pt x="2070" y="88"/>
                    <a:pt x="2070" y="88"/>
                    <a:pt x="2070" y="88"/>
                  </a:cubicBezTo>
                  <a:cubicBezTo>
                    <a:pt x="2070" y="0"/>
                    <a:pt x="2070" y="0"/>
                    <a:pt x="2070" y="0"/>
                  </a:cubicBezTo>
                  <a:cubicBezTo>
                    <a:pt x="1610" y="0"/>
                    <a:pt x="1610" y="0"/>
                    <a:pt x="1610" y="0"/>
                  </a:cubicBezTo>
                  <a:lnTo>
                    <a:pt x="1053" y="1322"/>
                  </a:lnTo>
                  <a:close/>
                </a:path>
              </a:pathLst>
            </a:custGeom>
            <a:solidFill>
              <a:srgbClr val="FFFFFF"/>
            </a:solidFill>
            <a:ln>
              <a:noFill/>
            </a:ln>
          </p:spPr>
          <p:txBody>
            <a:bodyPr vert="horz" wrap="square" lIns="91440" tIns="45720" rIns="91440" bIns="45720" numCol="1" anchor="t" anchorCtr="0" compatLnSpc="1">
              <a:prstTxWarp prst="textNoShape">
                <a:avLst/>
              </a:prstTxWarp>
            </a:bodyPr>
            <a:lstStyle/>
            <a:p>
              <a:endParaRPr lang="en-US" dirty="0">
                <a:latin typeface="Arial" panose="020B0604020202020204" pitchFamily="34" charset="0"/>
              </a:endParaRPr>
            </a:p>
          </p:txBody>
        </p:sp>
      </p:grpSp>
      <p:sp>
        <p:nvSpPr>
          <p:cNvPr id="10" name="5. Source" hidden="1">
            <a:extLst>
              <a:ext uri="{FF2B5EF4-FFF2-40B4-BE49-F238E27FC236}">
                <a16:creationId xmlns:a16="http://schemas.microsoft.com/office/drawing/2014/main" id="{EED9D83D-9CC3-45F3-876D-CC42BC0B70E0}"/>
              </a:ext>
            </a:extLst>
          </p:cNvPr>
          <p:cNvSpPr txBox="1"/>
          <p:nvPr userDrawn="1">
            <p:custDataLst>
              <p:tags r:id="rId4"/>
            </p:custDataLst>
          </p:nvPr>
        </p:nvSpPr>
        <p:spPr>
          <a:xfrm>
            <a:off x="554735" y="6501669"/>
            <a:ext cx="7277861" cy="123111"/>
          </a:xfrm>
          <a:prstGeom prst="rect">
            <a:avLst/>
          </a:prstGeom>
        </p:spPr>
        <p:txBody>
          <a:bodyPr vert="horz" wrap="square" lIns="0" tIns="0" rIns="0" bIns="0" rtlCol="0" anchor="t">
            <a:spAutoFit/>
          </a:bodyPr>
          <a:lstStyle>
            <a:lvl1pPr indent="0">
              <a:lnSpc>
                <a:spcPct val="100000"/>
              </a:lnSpc>
              <a:spcBef>
                <a:spcPts val="300"/>
              </a:spcBef>
              <a:spcAft>
                <a:spcPts val="300"/>
              </a:spcAft>
              <a:buFont typeface="Segoe UI" panose="020B0502040204020203" pitchFamily="34" charset="0"/>
              <a:buChar char="​"/>
              <a:defRPr lang="en-US" sz="900" dirty="0">
                <a:cs typeface="Arial" panose="020B0604020202020204" pitchFamily="34" charset="0"/>
              </a:defRPr>
            </a:lvl1pPr>
            <a:lvl2pPr marL="228600"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r>
              <a:rPr lang="en-US" sz="800" dirty="0"/>
              <a:t>Source: …</a:t>
            </a:r>
          </a:p>
        </p:txBody>
      </p:sp>
    </p:spTree>
    <p:extLst>
      <p:ext uri="{BB962C8B-B14F-4D97-AF65-F5344CB8AC3E}">
        <p14:creationId xmlns:p14="http://schemas.microsoft.com/office/powerpoint/2010/main" val="13897050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tags" Target="../tags/tag2.xml"/><Relationship Id="rId17" Type="http://schemas.openxmlformats.org/officeDocument/2006/relationships/tags" Target="../tags/tag3.xml"/><Relationship Id="rId18" Type="http://schemas.openxmlformats.org/officeDocument/2006/relationships/tags" Target="../tags/tag4.xml"/><Relationship Id="rId19" Type="http://schemas.openxmlformats.org/officeDocument/2006/relationships/tags" Target="../tags/tag5.xml"/><Relationship Id="rId20" Type="http://schemas.openxmlformats.org/officeDocument/2006/relationships/tags" Target="../tags/tag6.xml"/><Relationship Id="rId21" Type="http://schemas.openxmlformats.org/officeDocument/2006/relationships/tags" Target="../tags/tag7.xml"/><Relationship Id="rId22" Type="http://schemas.openxmlformats.org/officeDocument/2006/relationships/tags" Target="../tags/tag8.xml"/><Relationship Id="rId23" Type="http://schemas.openxmlformats.org/officeDocument/2006/relationships/tags" Target="../tags/tag9.xml"/><Relationship Id="rId24" Type="http://schemas.openxmlformats.org/officeDocument/2006/relationships/tags" Target="../tags/tag10.xml"/><Relationship Id="rId25" Type="http://schemas.openxmlformats.org/officeDocument/2006/relationships/tags" Target="../tags/tag11.xml"/><Relationship Id="rId26" Type="http://schemas.openxmlformats.org/officeDocument/2006/relationships/tags" Target="../tags/tag12.xml"/><Relationship Id="rId27" Type="http://schemas.openxmlformats.org/officeDocument/2006/relationships/tags" Target="../tags/tag13.xml"/><Relationship Id="rId28" Type="http://schemas.openxmlformats.org/officeDocument/2006/relationships/tags" Target="../tags/tag14.xml"/><Relationship Id="rId29" Type="http://schemas.openxmlformats.org/officeDocument/2006/relationships/tags" Target="../tags/tag15.xml"/><Relationship Id="rId30" Type="http://schemas.openxmlformats.org/officeDocument/2006/relationships/tags" Target="../tags/tag16.xml"/><Relationship Id="rId31" Type="http://schemas.openxmlformats.org/officeDocument/2006/relationships/tags" Target="../tags/tag17.xml"/><Relationship Id="rId32" Type="http://schemas.openxmlformats.org/officeDocument/2006/relationships/tags" Target="../tags/tag18.xml"/><Relationship Id="rId33" Type="http://schemas.openxmlformats.org/officeDocument/2006/relationships/tags" Target="../tags/tag19.xml"/><Relationship Id="rId34" Type="http://schemas.openxmlformats.org/officeDocument/2006/relationships/tags" Target="../tags/tag20.xml"/><Relationship Id="rId35" Type="http://schemas.openxmlformats.org/officeDocument/2006/relationships/tags" Target="../tags/tag21.xml"/><Relationship Id="rId36" Type="http://schemas.openxmlformats.org/officeDocument/2006/relationships/tags" Target="../tags/tag22.xml"/><Relationship Id="rId37" Type="http://schemas.openxmlformats.org/officeDocument/2006/relationships/oleObject" Target="../embeddings/oleObject1.bin"/><Relationship Id="rId38" Type="http://schemas.openxmlformats.org/officeDocument/2006/relationships/image" Target="../media/image1.emf"/><Relationship Id="rId39"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slideLayout" Target="../slideLayouts/slideLayout16.xml"/><Relationship Id="rId3" Type="http://schemas.openxmlformats.org/officeDocument/2006/relationships/slideLayout" Target="../slideLayouts/slideLayout17.xml"/><Relationship Id="rId4" Type="http://schemas.openxmlformats.org/officeDocument/2006/relationships/slideLayout" Target="../slideLayouts/slideLayout18.xml"/><Relationship Id="rId5" Type="http://schemas.openxmlformats.org/officeDocument/2006/relationships/slideLayout" Target="../slideLayouts/slideLayout19.xml"/><Relationship Id="rId6" Type="http://schemas.openxmlformats.org/officeDocument/2006/relationships/slideLayout" Target="../slideLayouts/slideLayout20.xml"/><Relationship Id="rId7" Type="http://schemas.openxmlformats.org/officeDocument/2006/relationships/slideLayout" Target="../slideLayouts/slideLayout21.xml"/><Relationship Id="rId8" Type="http://schemas.openxmlformats.org/officeDocument/2006/relationships/slideLayout" Target="../slideLayouts/slideLayout22.xml"/><Relationship Id="rId9" Type="http://schemas.openxmlformats.org/officeDocument/2006/relationships/slideLayout" Target="../slideLayouts/slideLayout23.xml"/><Relationship Id="rId10" Type="http://schemas.openxmlformats.org/officeDocument/2006/relationships/slideLayout" Target="../slideLayouts/slideLayout24.xml"/><Relationship Id="rId11" Type="http://schemas.openxmlformats.org/officeDocument/2006/relationships/slideLayout" Target="../slideLayouts/slideLayout25.xml"/><Relationship Id="rId12" Type="http://schemas.openxmlformats.org/officeDocument/2006/relationships/slideLayout" Target="../slideLayouts/slideLayout26.xml"/><Relationship Id="rId13" Type="http://schemas.openxmlformats.org/officeDocument/2006/relationships/slideLayout" Target="../slideLayouts/slideLayout27.xml"/><Relationship Id="rId14" Type="http://schemas.openxmlformats.org/officeDocument/2006/relationships/slideLayout" Target="../slideLayouts/slideLayout28.xml"/><Relationship Id="rId15" Type="http://schemas.openxmlformats.org/officeDocument/2006/relationships/slideLayout" Target="../slideLayouts/slideLayout29.xml"/><Relationship Id="rId16" Type="http://schemas.openxmlformats.org/officeDocument/2006/relationships/slideLayout" Target="../slideLayouts/slideLayout30.xml"/><Relationship Id="rId17" Type="http://schemas.openxmlformats.org/officeDocument/2006/relationships/slideLayout" Target="../slideLayouts/slideLayout31.xml"/><Relationship Id="rId18" Type="http://schemas.openxmlformats.org/officeDocument/2006/relationships/theme" Target="../theme/theme2.xml"/><Relationship Id="rId19" Type="http://schemas.openxmlformats.org/officeDocument/2006/relationships/tags" Target="../tags/tag118.xml"/><Relationship Id="rId20" Type="http://schemas.openxmlformats.org/officeDocument/2006/relationships/tags" Target="../tags/tag119.xml"/><Relationship Id="rId21" Type="http://schemas.openxmlformats.org/officeDocument/2006/relationships/tags" Target="../tags/tag120.xml"/><Relationship Id="rId22" Type="http://schemas.openxmlformats.org/officeDocument/2006/relationships/tags" Target="../tags/tag121.xml"/><Relationship Id="rId23" Type="http://schemas.openxmlformats.org/officeDocument/2006/relationships/tags" Target="../tags/tag122.xml"/><Relationship Id="rId24" Type="http://schemas.openxmlformats.org/officeDocument/2006/relationships/tags" Target="../tags/tag123.xml"/><Relationship Id="rId25" Type="http://schemas.openxmlformats.org/officeDocument/2006/relationships/tags" Target="../tags/tag124.xml"/><Relationship Id="rId26" Type="http://schemas.openxmlformats.org/officeDocument/2006/relationships/tags" Target="../tags/tag125.xml"/><Relationship Id="rId27" Type="http://schemas.openxmlformats.org/officeDocument/2006/relationships/tags" Target="../tags/tag126.xml"/><Relationship Id="rId28" Type="http://schemas.openxmlformats.org/officeDocument/2006/relationships/tags" Target="../tags/tag127.xml"/><Relationship Id="rId29" Type="http://schemas.openxmlformats.org/officeDocument/2006/relationships/tags" Target="../tags/tag128.xml"/><Relationship Id="rId30" Type="http://schemas.openxmlformats.org/officeDocument/2006/relationships/tags" Target="../tags/tag129.xml"/><Relationship Id="rId31" Type="http://schemas.openxmlformats.org/officeDocument/2006/relationships/tags" Target="../tags/tag130.xml"/><Relationship Id="rId32" Type="http://schemas.openxmlformats.org/officeDocument/2006/relationships/tags" Target="../tags/tag131.xml"/><Relationship Id="rId33" Type="http://schemas.openxmlformats.org/officeDocument/2006/relationships/tags" Target="../tags/tag132.xml"/><Relationship Id="rId34" Type="http://schemas.openxmlformats.org/officeDocument/2006/relationships/tags" Target="../tags/tag133.xml"/><Relationship Id="rId35" Type="http://schemas.openxmlformats.org/officeDocument/2006/relationships/tags" Target="../tags/tag134.xml"/><Relationship Id="rId36" Type="http://schemas.openxmlformats.org/officeDocument/2006/relationships/tags" Target="../tags/tag135.xml"/><Relationship Id="rId37" Type="http://schemas.openxmlformats.org/officeDocument/2006/relationships/tags" Target="../tags/tag136.xml"/><Relationship Id="rId38" Type="http://schemas.openxmlformats.org/officeDocument/2006/relationships/tags" Target="../tags/tag137.xml"/><Relationship Id="rId39" Type="http://schemas.openxmlformats.org/officeDocument/2006/relationships/tags" Target="../tags/tag138.xml"/><Relationship Id="rId40" Type="http://schemas.openxmlformats.org/officeDocument/2006/relationships/oleObject" Target="../embeddings/oleObject11.bin"/><Relationship Id="rId41" Type="http://schemas.openxmlformats.org/officeDocument/2006/relationships/image" Target="../media/image5.emf"/><Relationship Id="rId42" Type="http://schemas.openxmlformats.org/officeDocument/2006/relationships/image" Target="../media/image8.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4BC40847-AF8B-4097-9A07-2349A751A051}"/>
              </a:ext>
            </a:extLst>
          </p:cNvPr>
          <p:cNvGraphicFramePr>
            <a:graphicFrameLocks noChangeAspect="1"/>
          </p:cNvGraphicFramePr>
          <p:nvPr userDrawn="1">
            <p:custDataLst>
              <p:tags r:id="rId16"/>
            </p:custDataLst>
            <p:extLst>
              <p:ext uri="{D42A27DB-BD31-4B8C-83A1-F6EECF244321}">
                <p14:modId xmlns:p14="http://schemas.microsoft.com/office/powerpoint/2010/main" val="15842838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37" imgW="413" imgH="416" progId="TCLayout.ActiveDocument.1">
                  <p:embed/>
                </p:oleObj>
              </mc:Choice>
              <mc:Fallback>
                <p:oleObj name="think-cell Slide" r:id="rId37" imgW="413" imgH="416" progId="TCLayout.ActiveDocument.1">
                  <p:embed/>
                  <p:pic>
                    <p:nvPicPr>
                      <p:cNvPr id="3" name="Object 2" hidden="1">
                        <a:extLst>
                          <a:ext uri="{FF2B5EF4-FFF2-40B4-BE49-F238E27FC236}">
                            <a16:creationId xmlns:a16="http://schemas.microsoft.com/office/drawing/2014/main" id="{4BC40847-AF8B-4097-9A07-2349A751A051}"/>
                          </a:ext>
                        </a:extLst>
                      </p:cNvPr>
                      <p:cNvPicPr/>
                      <p:nvPr/>
                    </p:nvPicPr>
                    <p:blipFill>
                      <a:blip r:embed="rId38"/>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A194173E-7BB3-47F4-8EAD-18BFC563F97A}"/>
              </a:ext>
            </a:extLst>
          </p:cNvPr>
          <p:cNvSpPr/>
          <p:nvPr userDrawn="1">
            <p:custDataLst>
              <p:tags r:id="rId17"/>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100000"/>
              </a:lnSpc>
              <a:spcBef>
                <a:spcPct val="0"/>
              </a:spcBef>
              <a:spcAft>
                <a:spcPct val="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18"/>
            </p:custDataLst>
          </p:nvPr>
        </p:nvSpPr>
        <p:spPr>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dirty="0">
                <a:solidFill>
                  <a:schemeClr val="tx1"/>
                </a:solidFill>
                <a:latin typeface="+mn-lt"/>
                <a:ea typeface="+mn-ea"/>
                <a:cs typeface="Arial" panose="020B0604020202020204" pitchFamily="34" charset="0"/>
              </a:rPr>
              <a:t>McKinsey &amp; Company</a:t>
            </a:r>
          </a:p>
        </p:txBody>
      </p:sp>
      <p:sp>
        <p:nvSpPr>
          <p:cNvPr id="16" name="4. Footnote" hidden="1">
            <a:extLst>
              <a:ext uri="{FF2B5EF4-FFF2-40B4-BE49-F238E27FC236}">
                <a16:creationId xmlns:a16="http://schemas.microsoft.com/office/drawing/2014/main" id="{772E4927-517C-4D61-9929-9FFDE5F31A03}"/>
              </a:ext>
            </a:extLst>
          </p:cNvPr>
          <p:cNvSpPr txBox="1"/>
          <p:nvPr userDrawn="1">
            <p:custDataLst>
              <p:tags r:id="rId19"/>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sp>
        <p:nvSpPr>
          <p:cNvPr id="57" name="2. Slide Title">
            <a:extLst>
              <a:ext uri="{FF2B5EF4-FFF2-40B4-BE49-F238E27FC236}">
                <a16:creationId xmlns:a16="http://schemas.microsoft.com/office/drawing/2014/main" id="{98FF70AE-7EF6-4E5B-9FFE-B44C852C9FBA}"/>
              </a:ext>
            </a:extLst>
          </p:cNvPr>
          <p:cNvSpPr>
            <a:spLocks noGrp="1"/>
          </p:cNvSpPr>
          <p:nvPr>
            <p:ph type="title"/>
            <p:custDataLst>
              <p:tags r:id="rId20"/>
            </p:custDataLst>
          </p:nvPr>
        </p:nvSpPr>
        <p:spPr>
          <a:xfrm>
            <a:off x="554736" y="172212"/>
            <a:ext cx="11082528" cy="731520"/>
          </a:xfrm>
          <a:prstGeom prst="rect">
            <a:avLst/>
          </a:prstGeom>
        </p:spPr>
        <p:txBody>
          <a:bodyPr vert="horz" wrap="square" lIns="0" tIns="0" rIns="0" bIns="0" rtlCol="0" anchor="b" anchorCtr="0">
            <a:noAutofit/>
          </a:bodyPr>
          <a:lstStyle/>
          <a:p>
            <a:r>
              <a:rPr lang="en-US"/>
              <a:t>Click to edit Master title style</a:t>
            </a:r>
            <a:endParaRPr lang="en-US" dirty="0"/>
          </a:p>
        </p:txBody>
      </p:sp>
      <p:sp>
        <p:nvSpPr>
          <p:cNvPr id="58" name="Text Placeholder 2">
            <a:extLst>
              <a:ext uri="{FF2B5EF4-FFF2-40B4-BE49-F238E27FC236}">
                <a16:creationId xmlns:a16="http://schemas.microsoft.com/office/drawing/2014/main" id="{192DB789-515B-4504-BE53-6445F2427687}"/>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6" name="Grid" hidden="1">
            <a:extLst>
              <a:ext uri="{FF2B5EF4-FFF2-40B4-BE49-F238E27FC236}">
                <a16:creationId xmlns:a16="http://schemas.microsoft.com/office/drawing/2014/main" id="{6579EC00-B6CE-6B6A-27BD-68A33477E9F1}"/>
              </a:ext>
            </a:extLst>
          </p:cNvPr>
          <p:cNvPicPr>
            <a:picLocks noChangeAspect="1"/>
          </p:cNvPicPr>
          <p:nvPr userDrawn="1">
            <p:custDataLst>
              <p:tags r:id="rId21"/>
            </p:custDataLst>
          </p:nvPr>
        </p:nvPicPr>
        <p:blipFill>
          <a:blip>
            <a:extLst>
              <a:ext uri="{96DAC541-7B7A-43D3-8B79-37D633B846F1}">
                <asvg:svgBlip xmlns:asvg="http://schemas.microsoft.com/office/drawing/2016/SVG/main" r:embed="rId39"/>
              </a:ext>
            </a:extLst>
          </a:blip>
          <a:stretch>
            <a:fillRect/>
          </a:stretch>
        </p:blipFill>
        <p:spPr>
          <a:xfrm>
            <a:off x="3699" y="0"/>
            <a:ext cx="12184602" cy="6858000"/>
          </a:xfrm>
          <a:prstGeom prst="rect">
            <a:avLst/>
          </a:prstGeom>
        </p:spPr>
      </p:pic>
      <p:grpSp>
        <p:nvGrpSpPr>
          <p:cNvPr id="187" name="LegendBoxes" hidden="1">
            <a:extLst>
              <a:ext uri="{FF2B5EF4-FFF2-40B4-BE49-F238E27FC236}">
                <a16:creationId xmlns:a16="http://schemas.microsoft.com/office/drawing/2014/main" id="{5048A9C9-0655-49B2-A283-6A54678F321B}"/>
              </a:ext>
            </a:extLst>
          </p:cNvPr>
          <p:cNvGrpSpPr/>
          <p:nvPr userDrawn="1"/>
        </p:nvGrpSpPr>
        <p:grpSpPr>
          <a:xfrm>
            <a:off x="10728000" y="4323600"/>
            <a:ext cx="984864" cy="1717282"/>
            <a:chOff x="9585951" y="2980105"/>
            <a:chExt cx="984864" cy="1717282"/>
          </a:xfrm>
        </p:grpSpPr>
        <p:sp>
          <p:nvSpPr>
            <p:cNvPr id="188" name="RectangleLegend1">
              <a:extLst>
                <a:ext uri="{FF2B5EF4-FFF2-40B4-BE49-F238E27FC236}">
                  <a16:creationId xmlns:a16="http://schemas.microsoft.com/office/drawing/2014/main" id="{8F219674-AEDF-41A7-B3C3-07BD8D165776}"/>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2">
              <a:extLst>
                <a:ext uri="{FF2B5EF4-FFF2-40B4-BE49-F238E27FC236}">
                  <a16:creationId xmlns:a16="http://schemas.microsoft.com/office/drawing/2014/main" id="{76884974-3CCD-4F11-B109-02708F18B04E}"/>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3">
              <a:extLst>
                <a:ext uri="{FF2B5EF4-FFF2-40B4-BE49-F238E27FC236}">
                  <a16:creationId xmlns:a16="http://schemas.microsoft.com/office/drawing/2014/main" id="{D440B2EC-6FE5-4259-BA11-DC2E3B68E637}"/>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RectangleLegend4">
              <a:extLst>
                <a:ext uri="{FF2B5EF4-FFF2-40B4-BE49-F238E27FC236}">
                  <a16:creationId xmlns:a16="http://schemas.microsoft.com/office/drawing/2014/main" id="{52FE9D34-332E-47CD-94B8-12A069181C03}"/>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2" name="RectangleLegend5">
              <a:extLst>
                <a:ext uri="{FF2B5EF4-FFF2-40B4-BE49-F238E27FC236}">
                  <a16:creationId xmlns:a16="http://schemas.microsoft.com/office/drawing/2014/main" id="{1D6EA8D9-42BE-4743-876B-1050D1436021}"/>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3" name="Legend1">
              <a:extLst>
                <a:ext uri="{FF2B5EF4-FFF2-40B4-BE49-F238E27FC236}">
                  <a16:creationId xmlns:a16="http://schemas.microsoft.com/office/drawing/2014/main" id="{50F3208A-D1A9-4DEE-B968-1381D0DE88E8}"/>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2">
              <a:extLst>
                <a:ext uri="{FF2B5EF4-FFF2-40B4-BE49-F238E27FC236}">
                  <a16:creationId xmlns:a16="http://schemas.microsoft.com/office/drawing/2014/main" id="{69AC8C80-52E4-4497-A147-009E23FB42A5}"/>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3">
              <a:extLst>
                <a:ext uri="{FF2B5EF4-FFF2-40B4-BE49-F238E27FC236}">
                  <a16:creationId xmlns:a16="http://schemas.microsoft.com/office/drawing/2014/main" id="{218BEB5C-C19E-451D-B538-56A492CF74C6}"/>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6" name="Legend4">
              <a:extLst>
                <a:ext uri="{FF2B5EF4-FFF2-40B4-BE49-F238E27FC236}">
                  <a16:creationId xmlns:a16="http://schemas.microsoft.com/office/drawing/2014/main" id="{B77C1590-32D9-4A52-8AF0-454D06E80BF2}"/>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7" name="Legend5">
              <a:extLst>
                <a:ext uri="{FF2B5EF4-FFF2-40B4-BE49-F238E27FC236}">
                  <a16:creationId xmlns:a16="http://schemas.microsoft.com/office/drawing/2014/main" id="{A40A9DB6-E1B2-47A6-8B66-4FCDC31DD60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A74D0957-B8E1-0203-5942-B3CDCECEFC07}"/>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A579D789-E781-7373-9902-2ED2044F84A0}"/>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AE219666-526F-9C6F-0799-DEDE1ED7C6B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22CE313E-44F3-0F57-9118-789F5A7E4BE2}"/>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D0B5E1D7-1CD7-D84F-3620-B4FA0EF324DB}"/>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F40C396B-7721-8A80-0BC4-C8F93B6E54CA}"/>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D19BD4EA-9682-50D3-B979-152445E49E10}"/>
                </a:ext>
              </a:extLst>
            </p:cNvPr>
            <p:cNvGrpSpPr>
              <a:grpSpLocks noChangeAspect="1"/>
            </p:cNvGrpSpPr>
            <p:nvPr>
              <p:custDataLst>
                <p:tags r:id="rId22"/>
              </p:custDataLst>
            </p:nvPr>
          </p:nvGrpSpPr>
          <p:grpSpPr>
            <a:xfrm>
              <a:off x="7723680" y="1702457"/>
              <a:ext cx="228600" cy="228600"/>
              <a:chOff x="762000" y="1270000"/>
              <a:chExt cx="254000" cy="254000"/>
            </a:xfrm>
          </p:grpSpPr>
          <p:sp>
            <p:nvSpPr>
              <p:cNvPr id="24" name="Oval 23">
                <a:extLst>
                  <a:ext uri="{FF2B5EF4-FFF2-40B4-BE49-F238E27FC236}">
                    <a16:creationId xmlns:a16="http://schemas.microsoft.com/office/drawing/2014/main" id="{4A0B6C31-1F56-F41C-44CD-9D5FBF4D0344}"/>
                  </a:ext>
                </a:extLst>
              </p:cNvPr>
              <p:cNvSpPr/>
              <p:nvPr>
                <p:custDataLst>
                  <p:tags r:id="rId35"/>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5" name="Arc 24" hidden="1">
                <a:extLst>
                  <a:ext uri="{FF2B5EF4-FFF2-40B4-BE49-F238E27FC236}">
                    <a16:creationId xmlns:a16="http://schemas.microsoft.com/office/drawing/2014/main" id="{B50CF1FE-8D31-700D-F0C2-ACB607372AE4}"/>
                  </a:ext>
                </a:extLst>
              </p:cNvPr>
              <p:cNvSpPr/>
              <p:nvPr>
                <p:custDataLst>
                  <p:tags r:id="rId36"/>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E34FB525-F2A2-061A-A353-799809BF5FC7}"/>
                </a:ext>
              </a:extLst>
            </p:cNvPr>
            <p:cNvGrpSpPr>
              <a:grpSpLocks noChangeAspect="1"/>
            </p:cNvGrpSpPr>
            <p:nvPr>
              <p:custDataLst>
                <p:tags r:id="rId23"/>
              </p:custDataLst>
            </p:nvPr>
          </p:nvGrpSpPr>
          <p:grpSpPr>
            <a:xfrm>
              <a:off x="7723680" y="2078270"/>
              <a:ext cx="228600" cy="228600"/>
              <a:chOff x="762000" y="1270000"/>
              <a:chExt cx="254000" cy="254000"/>
            </a:xfrm>
          </p:grpSpPr>
          <p:sp>
            <p:nvSpPr>
              <p:cNvPr id="22" name="Oval 21">
                <a:extLst>
                  <a:ext uri="{FF2B5EF4-FFF2-40B4-BE49-F238E27FC236}">
                    <a16:creationId xmlns:a16="http://schemas.microsoft.com/office/drawing/2014/main" id="{0DC6EA1B-42E3-0F8A-87FD-05CAF1FDA5FA}"/>
                  </a:ext>
                </a:extLst>
              </p:cNvPr>
              <p:cNvSpPr/>
              <p:nvPr>
                <p:custDataLst>
                  <p:tags r:id="rId33"/>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3" name="Arc 22">
                <a:extLst>
                  <a:ext uri="{FF2B5EF4-FFF2-40B4-BE49-F238E27FC236}">
                    <a16:creationId xmlns:a16="http://schemas.microsoft.com/office/drawing/2014/main" id="{349961EB-4044-DDFA-0CF7-F5D66FDD64FA}"/>
                  </a:ext>
                </a:extLst>
              </p:cNvPr>
              <p:cNvSpPr/>
              <p:nvPr>
                <p:custDataLst>
                  <p:tags r:id="rId34"/>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81D58525-2DB4-58E3-4841-2B88C4F9BBE1}"/>
                </a:ext>
              </a:extLst>
            </p:cNvPr>
            <p:cNvGrpSpPr>
              <a:grpSpLocks noChangeAspect="1"/>
            </p:cNvGrpSpPr>
            <p:nvPr>
              <p:custDataLst>
                <p:tags r:id="rId24"/>
              </p:custDataLst>
            </p:nvPr>
          </p:nvGrpSpPr>
          <p:grpSpPr>
            <a:xfrm>
              <a:off x="7723680" y="2454085"/>
              <a:ext cx="228600" cy="228600"/>
              <a:chOff x="762000" y="1270000"/>
              <a:chExt cx="254000" cy="254000"/>
            </a:xfrm>
          </p:grpSpPr>
          <p:sp>
            <p:nvSpPr>
              <p:cNvPr id="20" name="Oval 19">
                <a:extLst>
                  <a:ext uri="{FF2B5EF4-FFF2-40B4-BE49-F238E27FC236}">
                    <a16:creationId xmlns:a16="http://schemas.microsoft.com/office/drawing/2014/main" id="{6D052903-9CD8-AB5E-E69F-03405F848828}"/>
                  </a:ext>
                </a:extLst>
              </p:cNvPr>
              <p:cNvSpPr/>
              <p:nvPr>
                <p:custDataLst>
                  <p:tags r:id="rId31"/>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1" name="Arc 20">
                <a:extLst>
                  <a:ext uri="{FF2B5EF4-FFF2-40B4-BE49-F238E27FC236}">
                    <a16:creationId xmlns:a16="http://schemas.microsoft.com/office/drawing/2014/main" id="{BB370F7E-886E-6962-667A-24DD8C636B1C}"/>
                  </a:ext>
                </a:extLst>
              </p:cNvPr>
              <p:cNvSpPr/>
              <p:nvPr>
                <p:custDataLst>
                  <p:tags r:id="rId32"/>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12DC2918-BD74-B2EB-0BB2-D46E7084496E}"/>
                </a:ext>
              </a:extLst>
            </p:cNvPr>
            <p:cNvGrpSpPr>
              <a:grpSpLocks noChangeAspect="1"/>
            </p:cNvGrpSpPr>
            <p:nvPr>
              <p:custDataLst>
                <p:tags r:id="rId25"/>
              </p:custDataLst>
            </p:nvPr>
          </p:nvGrpSpPr>
          <p:grpSpPr>
            <a:xfrm>
              <a:off x="7723680" y="2829900"/>
              <a:ext cx="228600" cy="228600"/>
              <a:chOff x="762000" y="1270000"/>
              <a:chExt cx="254000" cy="254000"/>
            </a:xfrm>
          </p:grpSpPr>
          <p:sp>
            <p:nvSpPr>
              <p:cNvPr id="18" name="Oval 17">
                <a:extLst>
                  <a:ext uri="{FF2B5EF4-FFF2-40B4-BE49-F238E27FC236}">
                    <a16:creationId xmlns:a16="http://schemas.microsoft.com/office/drawing/2014/main" id="{78309338-2E0C-8EAB-278B-36BB84E8955A}"/>
                  </a:ext>
                </a:extLst>
              </p:cNvPr>
              <p:cNvSpPr/>
              <p:nvPr>
                <p:custDataLst>
                  <p:tags r:id="rId29"/>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9" name="Arc 18">
                <a:extLst>
                  <a:ext uri="{FF2B5EF4-FFF2-40B4-BE49-F238E27FC236}">
                    <a16:creationId xmlns:a16="http://schemas.microsoft.com/office/drawing/2014/main" id="{28AA2C47-9903-4C18-8098-1106BE8B1977}"/>
                  </a:ext>
                </a:extLst>
              </p:cNvPr>
              <p:cNvSpPr/>
              <p:nvPr>
                <p:custDataLst>
                  <p:tags r:id="rId30"/>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85016F10-0401-6973-A0D0-23D227FF8FED}"/>
                </a:ext>
              </a:extLst>
            </p:cNvPr>
            <p:cNvGrpSpPr>
              <a:grpSpLocks noChangeAspect="1"/>
            </p:cNvGrpSpPr>
            <p:nvPr>
              <p:custDataLst>
                <p:tags r:id="rId26"/>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88041A10-C91C-7EF2-F7EA-D1D0412188C6}"/>
                  </a:ext>
                </a:extLst>
              </p:cNvPr>
              <p:cNvSpPr/>
              <p:nvPr>
                <p:custDataLst>
                  <p:tags r:id="rId27"/>
                </p:custDataLst>
              </p:nvPr>
            </p:nvSpPr>
            <p:spPr>
              <a:xfrm>
                <a:off x="762000" y="1270000"/>
                <a:ext cx="254000" cy="254000"/>
              </a:xfrm>
              <a:prstGeom prst="ellipse">
                <a:avLst/>
              </a:prstGeom>
              <a:solidFill>
                <a:srgbClr val="CCCCCC"/>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7" name="Arc 16">
                <a:extLst>
                  <a:ext uri="{FF2B5EF4-FFF2-40B4-BE49-F238E27FC236}">
                    <a16:creationId xmlns:a16="http://schemas.microsoft.com/office/drawing/2014/main" id="{B1A7ADC8-55DF-963B-3C8A-AAB44F2EF672}"/>
                  </a:ext>
                </a:extLst>
              </p:cNvPr>
              <p:cNvSpPr/>
              <p:nvPr>
                <p:custDataLst>
                  <p:tags r:id="rId28"/>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9" name="Sticker" hidden="1">
            <a:extLst>
              <a:ext uri="{FF2B5EF4-FFF2-40B4-BE49-F238E27FC236}">
                <a16:creationId xmlns:a16="http://schemas.microsoft.com/office/drawing/2014/main" id="{2FA9271D-5EE0-4D66-9FDF-E4D1535949E8}"/>
              </a:ext>
            </a:extLst>
          </p:cNvPr>
          <p:cNvGrpSpPr>
            <a:grpSpLocks noChangeAspect="1"/>
          </p:cNvGrpSpPr>
          <p:nvPr userDrawn="1"/>
        </p:nvGrpSpPr>
        <p:grpSpPr bwMode="gray">
          <a:xfrm>
            <a:off x="558192" y="1289273"/>
            <a:ext cx="429605" cy="156997"/>
            <a:chOff x="8456447" y="272180"/>
            <a:chExt cx="322188" cy="156966"/>
          </a:xfrm>
        </p:grpSpPr>
        <p:sp>
          <p:nvSpPr>
            <p:cNvPr id="170" name="StickerRectangle">
              <a:extLst>
                <a:ext uri="{FF2B5EF4-FFF2-40B4-BE49-F238E27FC236}">
                  <a16:creationId xmlns:a16="http://schemas.microsoft.com/office/drawing/2014/main" id="{27342EFB-A6AF-4379-A9C9-4F8DD97D160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71" name="StickerUnderline">
              <a:extLst>
                <a:ext uri="{FF2B5EF4-FFF2-40B4-BE49-F238E27FC236}">
                  <a16:creationId xmlns:a16="http://schemas.microsoft.com/office/drawing/2014/main" id="{AC518518-EC41-445B-B558-9DBD24A778EA}"/>
                </a:ext>
              </a:extLst>
            </p:cNvPr>
            <p:cNvCxnSpPr>
              <a:cxnSpLocks noChangeShapeType="1"/>
              <a:stCxn id="170" idx="4"/>
              <a:endCxn id="170"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79" name="LegendLines" hidden="1">
            <a:extLst>
              <a:ext uri="{FF2B5EF4-FFF2-40B4-BE49-F238E27FC236}">
                <a16:creationId xmlns:a16="http://schemas.microsoft.com/office/drawing/2014/main" id="{BA3F11B7-574B-46B5-AA05-051B7C0195CA}"/>
              </a:ext>
            </a:extLst>
          </p:cNvPr>
          <p:cNvGrpSpPr/>
          <p:nvPr userDrawn="1"/>
        </p:nvGrpSpPr>
        <p:grpSpPr>
          <a:xfrm>
            <a:off x="10440000" y="3243600"/>
            <a:ext cx="1269335" cy="958286"/>
            <a:chOff x="4372690" y="3739101"/>
            <a:chExt cx="1269335" cy="958286"/>
          </a:xfrm>
        </p:grpSpPr>
        <p:sp>
          <p:nvSpPr>
            <p:cNvPr id="180" name="Legend1">
              <a:extLst>
                <a:ext uri="{FF2B5EF4-FFF2-40B4-BE49-F238E27FC236}">
                  <a16:creationId xmlns:a16="http://schemas.microsoft.com/office/drawing/2014/main" id="{A89F3277-B9B0-4605-94B5-1A0F3CF3FD94}"/>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1" name="Legend2">
              <a:extLst>
                <a:ext uri="{FF2B5EF4-FFF2-40B4-BE49-F238E27FC236}">
                  <a16:creationId xmlns:a16="http://schemas.microsoft.com/office/drawing/2014/main" id="{728FD0F6-6F17-4DBC-A433-275600325C11}"/>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2" name="Legend3">
              <a:extLst>
                <a:ext uri="{FF2B5EF4-FFF2-40B4-BE49-F238E27FC236}">
                  <a16:creationId xmlns:a16="http://schemas.microsoft.com/office/drawing/2014/main" id="{824D0AAE-0E8B-4539-A5E0-724A7C2C5FB7}"/>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83" name="LineLegend3">
              <a:extLst>
                <a:ext uri="{FF2B5EF4-FFF2-40B4-BE49-F238E27FC236}">
                  <a16:creationId xmlns:a16="http://schemas.microsoft.com/office/drawing/2014/main" id="{15B966CE-74A4-42D7-84D1-50EE1BD807B7}"/>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4" name="LineLegend2">
              <a:extLst>
                <a:ext uri="{FF2B5EF4-FFF2-40B4-BE49-F238E27FC236}">
                  <a16:creationId xmlns:a16="http://schemas.microsoft.com/office/drawing/2014/main" id="{4AD11E2E-205C-4B89-BD31-DA18921C3385}"/>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85" name="LineLegend1">
              <a:extLst>
                <a:ext uri="{FF2B5EF4-FFF2-40B4-BE49-F238E27FC236}">
                  <a16:creationId xmlns:a16="http://schemas.microsoft.com/office/drawing/2014/main" id="{393D5D55-EAFF-4EBE-B2CF-AF057C324E68}"/>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2969229741"/>
      </p:ext>
    </p:extLst>
  </p:cSld>
  <p:clrMap bg1="lt1" tx1="dk1" bg2="lt2" tx2="dk2" accent1="accent1" accent2="accent2" accent3="accent3" accent4="accent4" accent5="accent5" accent6="accent6" hlink="hlink" folHlink="folHlink"/>
  <p:sldLayoutIdLst>
    <p:sldLayoutId id="2147483794" r:id="rId1"/>
    <p:sldLayoutId id="2147483654" r:id="rId2"/>
    <p:sldLayoutId id="2147483807" r:id="rId3"/>
    <p:sldLayoutId id="2147483800" r:id="rId4"/>
    <p:sldLayoutId id="2147483659" r:id="rId5"/>
    <p:sldLayoutId id="2147483804" r:id="rId6"/>
    <p:sldLayoutId id="2147483886" r:id="rId7"/>
    <p:sldLayoutId id="2147483887" r:id="rId8"/>
    <p:sldLayoutId id="2147483888" r:id="rId9"/>
    <p:sldLayoutId id="2147483889" r:id="rId10"/>
    <p:sldLayoutId id="2147483890" r:id="rId11"/>
    <p:sldLayoutId id="2147483879" r:id="rId12"/>
    <p:sldLayoutId id="2147483706" r:id="rId13"/>
    <p:sldLayoutId id="2147483718" r:id="rId14"/>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6pPr>
      <a:lvl7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7pPr>
      <a:lvl8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8pPr>
      <a:lvl9pPr marL="1085850" indent="-171450" algn="l" defTabSz="914400" rtl="0" eaLnBrk="1" latinLnBrk="0" hangingPunct="1">
        <a:lnSpc>
          <a:spcPct val="100000"/>
        </a:lnSpc>
        <a:spcBef>
          <a:spcPts val="0"/>
        </a:spcBef>
        <a:spcAft>
          <a:spcPts val="300"/>
        </a:spcAft>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8800E62-ECD5-472D-995B-013B57BB4C07}"/>
              </a:ext>
            </a:extLst>
          </p:cNvPr>
          <p:cNvGraphicFramePr>
            <a:graphicFrameLocks noChangeAspect="1"/>
          </p:cNvGraphicFramePr>
          <p:nvPr userDrawn="1">
            <p:custDataLst>
              <p:tags r:id="rId19"/>
            </p:custDataLst>
            <p:extLst>
              <p:ext uri="{D42A27DB-BD31-4B8C-83A1-F6EECF244321}">
                <p14:modId xmlns:p14="http://schemas.microsoft.com/office/powerpoint/2010/main" val="236443739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40" imgW="344" imgH="344" progId="TCLayout.ActiveDocument.1">
                  <p:embed/>
                </p:oleObj>
              </mc:Choice>
              <mc:Fallback>
                <p:oleObj name="think-cell Slide" r:id="rId40" imgW="344" imgH="344" progId="TCLayout.ActiveDocument.1">
                  <p:embed/>
                  <p:pic>
                    <p:nvPicPr>
                      <p:cNvPr id="3" name="Object 2" hidden="1">
                        <a:extLst>
                          <a:ext uri="{FF2B5EF4-FFF2-40B4-BE49-F238E27FC236}">
                            <a16:creationId xmlns:a16="http://schemas.microsoft.com/office/drawing/2014/main" id="{08800E62-ECD5-472D-995B-013B57BB4C07}"/>
                          </a:ext>
                        </a:extLst>
                      </p:cNvPr>
                      <p:cNvPicPr/>
                      <p:nvPr/>
                    </p:nvPicPr>
                    <p:blipFill>
                      <a:blip r:embed="rId41"/>
                      <a:stretch>
                        <a:fillRect/>
                      </a:stretch>
                    </p:blipFill>
                    <p:spPr>
                      <a:xfrm>
                        <a:off x="1588" y="1588"/>
                        <a:ext cx="1588" cy="1588"/>
                      </a:xfrm>
                      <a:prstGeom prst="rect">
                        <a:avLst/>
                      </a:prstGeom>
                    </p:spPr>
                  </p:pic>
                </p:oleObj>
              </mc:Fallback>
            </mc:AlternateContent>
          </a:graphicData>
        </a:graphic>
      </p:graphicFrame>
      <p:sp>
        <p:nvSpPr>
          <p:cNvPr id="2" name="Rectangle 1" hidden="1">
            <a:extLst>
              <a:ext uri="{FF2B5EF4-FFF2-40B4-BE49-F238E27FC236}">
                <a16:creationId xmlns:a16="http://schemas.microsoft.com/office/drawing/2014/main" id="{1D1744EB-7E76-4AE2-88F6-C0D4CE03B5BB}"/>
              </a:ext>
            </a:extLst>
          </p:cNvPr>
          <p:cNvSpPr/>
          <p:nvPr userDrawn="1">
            <p:custDataLst>
              <p:tags r:id="rId20"/>
            </p:custDataLst>
          </p:nvPr>
        </p:nvSpPr>
        <p:spPr>
          <a:xfrm>
            <a:off x="0" y="0"/>
            <a:ext cx="158750" cy="158750"/>
          </a:xfrm>
          <a:prstGeom prst="rect">
            <a:avLst/>
          </a:prstGeom>
          <a:solidFill>
            <a:schemeClr val="tx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a:spcBef>
                <a:spcPts val="300"/>
              </a:spcBef>
              <a:spcAft>
                <a:spcPts val="300"/>
              </a:spcAft>
            </a:pPr>
            <a:endParaRPr lang="en-US" sz="2500" b="1" i="0" baseline="0" dirty="0" err="1">
              <a:solidFill>
                <a:schemeClr val="bg1"/>
              </a:solidFill>
              <a:latin typeface="Georgia" panose="02040502050405020303" pitchFamily="18" charset="0"/>
              <a:ea typeface="+mj-ea"/>
              <a:cs typeface="+mj-cs"/>
              <a:sym typeface="Georgia" panose="02040502050405020303" pitchFamily="18" charset="0"/>
            </a:endParaRPr>
          </a:p>
        </p:txBody>
      </p:sp>
      <p:sp>
        <p:nvSpPr>
          <p:cNvPr id="103" name="SlideLogoText">
            <a:extLst>
              <a:ext uri="{FF2B5EF4-FFF2-40B4-BE49-F238E27FC236}">
                <a16:creationId xmlns:a16="http://schemas.microsoft.com/office/drawing/2014/main" id="{69FC0062-74AE-4BDA-ACE7-D069B448DDBC}"/>
              </a:ext>
            </a:extLst>
          </p:cNvPr>
          <p:cNvSpPr txBox="1"/>
          <p:nvPr userDrawn="1">
            <p:custDataLst>
              <p:tags r:id="rId21"/>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900" kern="1200">
                <a:solidFill>
                  <a:schemeClr val="tx1"/>
                </a:solidFill>
                <a:latin typeface="+mn-lt"/>
                <a:ea typeface="+mn-ea"/>
                <a:cs typeface="Arial" panose="020B0604020202020204" pitchFamily="34" charset="0"/>
              </a:rPr>
              <a:t>McKinsey &amp; Company</a:t>
            </a:r>
          </a:p>
        </p:txBody>
      </p:sp>
      <p:sp>
        <p:nvSpPr>
          <p:cNvPr id="53" name="2. Slide Title">
            <a:extLst>
              <a:ext uri="{FF2B5EF4-FFF2-40B4-BE49-F238E27FC236}">
                <a16:creationId xmlns:a16="http://schemas.microsoft.com/office/drawing/2014/main" id="{7C8D601E-A2E1-4979-AE83-B694B9829662}"/>
              </a:ext>
            </a:extLst>
          </p:cNvPr>
          <p:cNvSpPr>
            <a:spLocks noGrp="1"/>
          </p:cNvSpPr>
          <p:nvPr>
            <p:ph type="title"/>
            <p:custDataLst>
              <p:tags r:id="rId22"/>
            </p:custDataLst>
          </p:nvPr>
        </p:nvSpPr>
        <p:spPr>
          <a:xfrm>
            <a:off x="554736" y="172212"/>
            <a:ext cx="11082528" cy="731520"/>
          </a:xfrm>
          <a:prstGeom prst="rect">
            <a:avLst/>
          </a:prstGeom>
        </p:spPr>
        <p:txBody>
          <a:bodyPr vert="horz" wrap="square" lIns="0" tIns="0" rIns="0" bIns="0" rtlCol="0" anchor="b" anchorCtr="0">
            <a:noAutofit/>
          </a:bodyPr>
          <a:lstStyle/>
          <a:p>
            <a:r>
              <a:rPr lang="en-US" dirty="0"/>
              <a:t>Click to edit Master title style</a:t>
            </a:r>
          </a:p>
        </p:txBody>
      </p:sp>
      <p:sp>
        <p:nvSpPr>
          <p:cNvPr id="54" name="Text Placeholder 2">
            <a:extLst>
              <a:ext uri="{FF2B5EF4-FFF2-40B4-BE49-F238E27FC236}">
                <a16:creationId xmlns:a16="http://schemas.microsoft.com/office/drawing/2014/main" id="{6A9C4AD8-E579-4AD3-9B92-5A31AC8DDA01}"/>
              </a:ext>
            </a:extLst>
          </p:cNvPr>
          <p:cNvSpPr>
            <a:spLocks noGrp="1"/>
          </p:cNvSpPr>
          <p:nvPr>
            <p:ph type="body" idx="1"/>
          </p:nvPr>
        </p:nvSpPr>
        <p:spPr>
          <a:xfrm>
            <a:off x="554736" y="2171700"/>
            <a:ext cx="11082528" cy="2523768"/>
          </a:xfrm>
          <a:prstGeom prst="rect">
            <a:avLst/>
          </a:prstGeom>
        </p:spPr>
        <p:txBody>
          <a:bodyPr vert="horz" lIns="0" tIns="0" rIns="0" bIns="0" rtlCol="0">
            <a:no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25" name="Grid" hidden="1">
            <a:extLst>
              <a:ext uri="{FF2B5EF4-FFF2-40B4-BE49-F238E27FC236}">
                <a16:creationId xmlns:a16="http://schemas.microsoft.com/office/drawing/2014/main" id="{4ADF17BC-6AB0-D905-BDC8-DB658360EB6C}"/>
              </a:ext>
            </a:extLst>
          </p:cNvPr>
          <p:cNvPicPr>
            <a:picLocks noChangeAspect="1"/>
          </p:cNvPicPr>
          <p:nvPr userDrawn="1">
            <p:custDataLst>
              <p:tags r:id="rId23"/>
            </p:custDataLst>
          </p:nvPr>
        </p:nvPicPr>
        <p:blipFill>
          <a:blip>
            <a:extLst>
              <a:ext uri="{96DAC541-7B7A-43D3-8B79-37D633B846F1}">
                <asvg:svgBlip xmlns:asvg="http://schemas.microsoft.com/office/drawing/2016/SVG/main" r:embed="rId42"/>
              </a:ext>
            </a:extLst>
          </a:blip>
          <a:stretch>
            <a:fillRect/>
          </a:stretch>
        </p:blipFill>
        <p:spPr>
          <a:xfrm>
            <a:off x="3699" y="0"/>
            <a:ext cx="12184602" cy="6858000"/>
          </a:xfrm>
          <a:prstGeom prst="rect">
            <a:avLst/>
          </a:prstGeom>
        </p:spPr>
      </p:pic>
      <p:sp>
        <p:nvSpPr>
          <p:cNvPr id="145" name="4. Footnote" hidden="1">
            <a:extLst>
              <a:ext uri="{FF2B5EF4-FFF2-40B4-BE49-F238E27FC236}">
                <a16:creationId xmlns:a16="http://schemas.microsoft.com/office/drawing/2014/main" id="{56E3DC21-21DB-42FE-8721-1BC0E89F13AE}"/>
              </a:ext>
            </a:extLst>
          </p:cNvPr>
          <p:cNvSpPr txBox="1"/>
          <p:nvPr userDrawn="1">
            <p:custDataLst>
              <p:tags r:id="rId24"/>
            </p:custDataLst>
          </p:nvPr>
        </p:nvSpPr>
        <p:spPr>
          <a:xfrm>
            <a:off x="553972" y="6279028"/>
            <a:ext cx="7278624" cy="123111"/>
          </a:xfrm>
          <a:prstGeom prst="rect">
            <a:avLst/>
          </a:prstGeom>
          <a:noFill/>
        </p:spPr>
        <p:txBody>
          <a:bodyPr wrap="square" lIns="0" tIns="0" rIns="0" bIns="0" rtlCol="0" anchor="b">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800" kern="1200" dirty="0">
                <a:latin typeface="+mn-lt"/>
                <a:ea typeface="+mn-ea"/>
                <a:cs typeface="Arial" panose="020B0604020202020204" pitchFamily="34" charset="0"/>
              </a:rPr>
              <a:t>Footnotes</a:t>
            </a:r>
          </a:p>
        </p:txBody>
      </p:sp>
      <p:grpSp>
        <p:nvGrpSpPr>
          <p:cNvPr id="185" name="LegendBoxes" hidden="1">
            <a:extLst>
              <a:ext uri="{FF2B5EF4-FFF2-40B4-BE49-F238E27FC236}">
                <a16:creationId xmlns:a16="http://schemas.microsoft.com/office/drawing/2014/main" id="{28785628-9685-42DD-85C6-4A7FDEAEB9E4}"/>
              </a:ext>
            </a:extLst>
          </p:cNvPr>
          <p:cNvGrpSpPr/>
          <p:nvPr userDrawn="1"/>
        </p:nvGrpSpPr>
        <p:grpSpPr>
          <a:xfrm>
            <a:off x="10722394" y="4323600"/>
            <a:ext cx="984864" cy="1717282"/>
            <a:chOff x="9585951" y="2980105"/>
            <a:chExt cx="984864" cy="1717282"/>
          </a:xfrm>
        </p:grpSpPr>
        <p:sp>
          <p:nvSpPr>
            <p:cNvPr id="186" name="RectangleLegend1">
              <a:extLst>
                <a:ext uri="{FF2B5EF4-FFF2-40B4-BE49-F238E27FC236}">
                  <a16:creationId xmlns:a16="http://schemas.microsoft.com/office/drawing/2014/main" id="{F6C915EA-5130-4DA7-8B9A-5E522A1DBE2F}"/>
                </a:ext>
              </a:extLst>
            </p:cNvPr>
            <p:cNvSpPr/>
            <p:nvPr/>
          </p:nvSpPr>
          <p:spPr>
            <a:xfrm>
              <a:off x="9585951" y="3001463"/>
              <a:ext cx="172729" cy="172729"/>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7" name="RectangleLegend2">
              <a:extLst>
                <a:ext uri="{FF2B5EF4-FFF2-40B4-BE49-F238E27FC236}">
                  <a16:creationId xmlns:a16="http://schemas.microsoft.com/office/drawing/2014/main" id="{056BAC0D-94D9-4BAA-A238-909A42CD485B}"/>
                </a:ext>
              </a:extLst>
            </p:cNvPr>
            <p:cNvSpPr/>
            <p:nvPr/>
          </p:nvSpPr>
          <p:spPr>
            <a:xfrm>
              <a:off x="9585951" y="3380961"/>
              <a:ext cx="172729" cy="172729"/>
            </a:xfrm>
            <a:prstGeom prst="rect">
              <a:avLst/>
            </a:prstGeom>
            <a:solidFill>
              <a:schemeClr val="accent2"/>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8" name="RectangleLegend3">
              <a:extLst>
                <a:ext uri="{FF2B5EF4-FFF2-40B4-BE49-F238E27FC236}">
                  <a16:creationId xmlns:a16="http://schemas.microsoft.com/office/drawing/2014/main" id="{BC7BB400-0474-421B-B1C4-D9D83F8D7025}"/>
                </a:ext>
              </a:extLst>
            </p:cNvPr>
            <p:cNvSpPr/>
            <p:nvPr/>
          </p:nvSpPr>
          <p:spPr>
            <a:xfrm>
              <a:off x="9585951" y="3754557"/>
              <a:ext cx="172729" cy="172729"/>
            </a:xfrm>
            <a:prstGeom prst="rect">
              <a:avLst/>
            </a:prstGeom>
            <a:solidFill>
              <a:schemeClr val="accent3"/>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89" name="RectangleLegend4">
              <a:extLst>
                <a:ext uri="{FF2B5EF4-FFF2-40B4-BE49-F238E27FC236}">
                  <a16:creationId xmlns:a16="http://schemas.microsoft.com/office/drawing/2014/main" id="{5D84FBCC-8195-429D-ADA2-ADF26D0822E2}"/>
                </a:ext>
              </a:extLst>
            </p:cNvPr>
            <p:cNvSpPr/>
            <p:nvPr/>
          </p:nvSpPr>
          <p:spPr>
            <a:xfrm>
              <a:off x="9585951" y="4128153"/>
              <a:ext cx="172729" cy="172729"/>
            </a:xfrm>
            <a:prstGeom prst="rect">
              <a:avLst/>
            </a:prstGeom>
            <a:solidFill>
              <a:schemeClr val="accent4"/>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0" name="RectangleLegend5">
              <a:extLst>
                <a:ext uri="{FF2B5EF4-FFF2-40B4-BE49-F238E27FC236}">
                  <a16:creationId xmlns:a16="http://schemas.microsoft.com/office/drawing/2014/main" id="{655825D0-671B-44EC-90C5-7913A4E7BAB9}"/>
                </a:ext>
              </a:extLst>
            </p:cNvPr>
            <p:cNvSpPr/>
            <p:nvPr/>
          </p:nvSpPr>
          <p:spPr>
            <a:xfrm>
              <a:off x="9585951" y="4501749"/>
              <a:ext cx="172729" cy="172729"/>
            </a:xfrm>
            <a:prstGeom prst="rect">
              <a:avLst/>
            </a:prstGeom>
            <a:solidFill>
              <a:schemeClr val="accent5"/>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400" err="1">
                <a:solidFill>
                  <a:schemeClr val="tx1"/>
                </a:solidFill>
              </a:endParaRPr>
            </a:p>
          </p:txBody>
        </p:sp>
        <p:sp>
          <p:nvSpPr>
            <p:cNvPr id="191" name="Legend1">
              <a:extLst>
                <a:ext uri="{FF2B5EF4-FFF2-40B4-BE49-F238E27FC236}">
                  <a16:creationId xmlns:a16="http://schemas.microsoft.com/office/drawing/2014/main" id="{CD018A8B-4FD0-4C99-AA47-D684D1049136}"/>
                </a:ext>
              </a:extLst>
            </p:cNvPr>
            <p:cNvSpPr txBox="1"/>
            <p:nvPr/>
          </p:nvSpPr>
          <p:spPr>
            <a:xfrm>
              <a:off x="9912097" y="2980105"/>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2" name="Legend2">
              <a:extLst>
                <a:ext uri="{FF2B5EF4-FFF2-40B4-BE49-F238E27FC236}">
                  <a16:creationId xmlns:a16="http://schemas.microsoft.com/office/drawing/2014/main" id="{24E194E3-38A9-4A3A-AEBA-D1DCF1935051}"/>
                </a:ext>
              </a:extLst>
            </p:cNvPr>
            <p:cNvSpPr txBox="1"/>
            <p:nvPr/>
          </p:nvSpPr>
          <p:spPr>
            <a:xfrm>
              <a:off x="9912097" y="3359603"/>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3" name="Legend3">
              <a:extLst>
                <a:ext uri="{FF2B5EF4-FFF2-40B4-BE49-F238E27FC236}">
                  <a16:creationId xmlns:a16="http://schemas.microsoft.com/office/drawing/2014/main" id="{DCCF084D-A8B2-46B3-BE03-CFDA8E58B2B9}"/>
                </a:ext>
              </a:extLst>
            </p:cNvPr>
            <p:cNvSpPr txBox="1"/>
            <p:nvPr/>
          </p:nvSpPr>
          <p:spPr>
            <a:xfrm>
              <a:off x="9912097" y="3739101"/>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4" name="Legend4">
              <a:extLst>
                <a:ext uri="{FF2B5EF4-FFF2-40B4-BE49-F238E27FC236}">
                  <a16:creationId xmlns:a16="http://schemas.microsoft.com/office/drawing/2014/main" id="{0E49468C-EFEE-4C9A-BECB-CC10BE34BF4B}"/>
                </a:ext>
              </a:extLst>
            </p:cNvPr>
            <p:cNvSpPr txBox="1"/>
            <p:nvPr/>
          </p:nvSpPr>
          <p:spPr>
            <a:xfrm>
              <a:off x="9912097" y="4110522"/>
              <a:ext cx="658718"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95" name="Legend5">
              <a:extLst>
                <a:ext uri="{FF2B5EF4-FFF2-40B4-BE49-F238E27FC236}">
                  <a16:creationId xmlns:a16="http://schemas.microsoft.com/office/drawing/2014/main" id="{443480AB-89E7-497E-A131-91869590BDB0}"/>
                </a:ext>
              </a:extLst>
            </p:cNvPr>
            <p:cNvSpPr txBox="1"/>
            <p:nvPr/>
          </p:nvSpPr>
          <p:spPr>
            <a:xfrm>
              <a:off x="9912097"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grpSp>
        <p:nvGrpSpPr>
          <p:cNvPr id="4" name="LegendMoons" hidden="1">
            <a:extLst>
              <a:ext uri="{FF2B5EF4-FFF2-40B4-BE49-F238E27FC236}">
                <a16:creationId xmlns:a16="http://schemas.microsoft.com/office/drawing/2014/main" id="{78CA310D-6D76-F64D-43BD-A9F8058D0B83}"/>
              </a:ext>
            </a:extLst>
          </p:cNvPr>
          <p:cNvGrpSpPr/>
          <p:nvPr userDrawn="1"/>
        </p:nvGrpSpPr>
        <p:grpSpPr>
          <a:xfrm>
            <a:off x="10692000" y="1339200"/>
            <a:ext cx="1023616" cy="1731859"/>
            <a:chOff x="7723680" y="1702457"/>
            <a:chExt cx="1023616" cy="1731859"/>
          </a:xfrm>
        </p:grpSpPr>
        <p:sp>
          <p:nvSpPr>
            <p:cNvPr id="5" name="Legend1">
              <a:extLst>
                <a:ext uri="{FF2B5EF4-FFF2-40B4-BE49-F238E27FC236}">
                  <a16:creationId xmlns:a16="http://schemas.microsoft.com/office/drawing/2014/main" id="{5EB4C1BD-D02B-BD12-5727-6F58C39BD4CB}"/>
                </a:ext>
              </a:extLst>
            </p:cNvPr>
            <p:cNvSpPr txBox="1"/>
            <p:nvPr/>
          </p:nvSpPr>
          <p:spPr>
            <a:xfrm>
              <a:off x="8076312" y="1709816"/>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6" name="Legend2">
              <a:extLst>
                <a:ext uri="{FF2B5EF4-FFF2-40B4-BE49-F238E27FC236}">
                  <a16:creationId xmlns:a16="http://schemas.microsoft.com/office/drawing/2014/main" id="{760D5CA7-F2EA-45CF-81C8-C3EDA5FA3954}"/>
                </a:ext>
              </a:extLst>
            </p:cNvPr>
            <p:cNvSpPr txBox="1"/>
            <p:nvPr/>
          </p:nvSpPr>
          <p:spPr>
            <a:xfrm>
              <a:off x="8076312" y="2085275"/>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7" name="Legend3">
              <a:extLst>
                <a:ext uri="{FF2B5EF4-FFF2-40B4-BE49-F238E27FC236}">
                  <a16:creationId xmlns:a16="http://schemas.microsoft.com/office/drawing/2014/main" id="{EB43A491-1FC0-C08D-DC0F-9312F78D3BB5}"/>
                </a:ext>
              </a:extLst>
            </p:cNvPr>
            <p:cNvSpPr txBox="1"/>
            <p:nvPr/>
          </p:nvSpPr>
          <p:spPr>
            <a:xfrm>
              <a:off x="8076312" y="246073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8" name="Legend4">
              <a:extLst>
                <a:ext uri="{FF2B5EF4-FFF2-40B4-BE49-F238E27FC236}">
                  <a16:creationId xmlns:a16="http://schemas.microsoft.com/office/drawing/2014/main" id="{41DC0170-C64F-96F4-DD57-F6BBE781B8CA}"/>
                </a:ext>
              </a:extLst>
            </p:cNvPr>
            <p:cNvSpPr txBox="1"/>
            <p:nvPr/>
          </p:nvSpPr>
          <p:spPr>
            <a:xfrm>
              <a:off x="8076312" y="2836193"/>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9" name="Legend5">
              <a:extLst>
                <a:ext uri="{FF2B5EF4-FFF2-40B4-BE49-F238E27FC236}">
                  <a16:creationId xmlns:a16="http://schemas.microsoft.com/office/drawing/2014/main" id="{7E1C2B9C-8B0A-AC6B-B386-E28E8F253128}"/>
                </a:ext>
              </a:extLst>
            </p:cNvPr>
            <p:cNvSpPr txBox="1"/>
            <p:nvPr/>
          </p:nvSpPr>
          <p:spPr>
            <a:xfrm>
              <a:off x="8076312" y="3211654"/>
              <a:ext cx="670984"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grpSp>
          <p:nvGrpSpPr>
            <p:cNvPr id="10" name="MoonLegend1">
              <a:extLst>
                <a:ext uri="{FF2B5EF4-FFF2-40B4-BE49-F238E27FC236}">
                  <a16:creationId xmlns:a16="http://schemas.microsoft.com/office/drawing/2014/main" id="{C1E862B0-BA6B-93BC-31CC-9EDF1CA824BB}"/>
                </a:ext>
              </a:extLst>
            </p:cNvPr>
            <p:cNvGrpSpPr>
              <a:grpSpLocks noChangeAspect="1"/>
            </p:cNvGrpSpPr>
            <p:nvPr>
              <p:custDataLst>
                <p:tags r:id="rId25"/>
              </p:custDataLst>
            </p:nvPr>
          </p:nvGrpSpPr>
          <p:grpSpPr>
            <a:xfrm>
              <a:off x="7723680" y="1702457"/>
              <a:ext cx="228600" cy="228600"/>
              <a:chOff x="762000" y="1270000"/>
              <a:chExt cx="254000" cy="254000"/>
            </a:xfrm>
          </p:grpSpPr>
          <p:sp>
            <p:nvSpPr>
              <p:cNvPr id="23" name="Oval 22">
                <a:extLst>
                  <a:ext uri="{FF2B5EF4-FFF2-40B4-BE49-F238E27FC236}">
                    <a16:creationId xmlns:a16="http://schemas.microsoft.com/office/drawing/2014/main" id="{34A84F48-2944-98CC-156D-EC5FA62990B9}"/>
                  </a:ext>
                </a:extLst>
              </p:cNvPr>
              <p:cNvSpPr/>
              <p:nvPr>
                <p:custDataLst>
                  <p:tags r:id="rId38"/>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4" name="Arc 23" hidden="1">
                <a:extLst>
                  <a:ext uri="{FF2B5EF4-FFF2-40B4-BE49-F238E27FC236}">
                    <a16:creationId xmlns:a16="http://schemas.microsoft.com/office/drawing/2014/main" id="{49AE9D7C-3BC5-C5DD-0AFA-71D915D9D8D1}"/>
                  </a:ext>
                </a:extLst>
              </p:cNvPr>
              <p:cNvSpPr/>
              <p:nvPr>
                <p:custDataLst>
                  <p:tags r:id="rId39"/>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1" name="MoonLegend2">
              <a:extLst>
                <a:ext uri="{FF2B5EF4-FFF2-40B4-BE49-F238E27FC236}">
                  <a16:creationId xmlns:a16="http://schemas.microsoft.com/office/drawing/2014/main" id="{3623EFE0-7A55-35A0-763D-A7CCEABC5767}"/>
                </a:ext>
              </a:extLst>
            </p:cNvPr>
            <p:cNvGrpSpPr>
              <a:grpSpLocks noChangeAspect="1"/>
            </p:cNvGrpSpPr>
            <p:nvPr>
              <p:custDataLst>
                <p:tags r:id="rId26"/>
              </p:custDataLst>
            </p:nvPr>
          </p:nvGrpSpPr>
          <p:grpSpPr>
            <a:xfrm>
              <a:off x="7723680" y="2078270"/>
              <a:ext cx="228600" cy="228600"/>
              <a:chOff x="762000" y="1270000"/>
              <a:chExt cx="254000" cy="254000"/>
            </a:xfrm>
          </p:grpSpPr>
          <p:sp>
            <p:nvSpPr>
              <p:cNvPr id="21" name="Oval 20">
                <a:extLst>
                  <a:ext uri="{FF2B5EF4-FFF2-40B4-BE49-F238E27FC236}">
                    <a16:creationId xmlns:a16="http://schemas.microsoft.com/office/drawing/2014/main" id="{FA3B4311-025C-426B-9E06-BDDA476EF4AE}"/>
                  </a:ext>
                </a:extLst>
              </p:cNvPr>
              <p:cNvSpPr/>
              <p:nvPr>
                <p:custDataLst>
                  <p:tags r:id="rId36"/>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2" name="Arc 21">
                <a:extLst>
                  <a:ext uri="{FF2B5EF4-FFF2-40B4-BE49-F238E27FC236}">
                    <a16:creationId xmlns:a16="http://schemas.microsoft.com/office/drawing/2014/main" id="{9ABB8959-417A-20E2-3BFB-820D653F8B1E}"/>
                  </a:ext>
                </a:extLst>
              </p:cNvPr>
              <p:cNvSpPr/>
              <p:nvPr>
                <p:custDataLst>
                  <p:tags r:id="rId37"/>
                </p:custDataLst>
              </p:nvPr>
            </p:nvSpPr>
            <p:spPr>
              <a:xfrm>
                <a:off x="762000" y="1270000"/>
                <a:ext cx="254000" cy="254000"/>
              </a:xfrm>
              <a:prstGeom prst="arc">
                <a:avLst>
                  <a:gd name="adj1" fmla="val 16200000"/>
                  <a:gd name="adj2" fmla="val 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2" name="MoonLegend3">
              <a:extLst>
                <a:ext uri="{FF2B5EF4-FFF2-40B4-BE49-F238E27FC236}">
                  <a16:creationId xmlns:a16="http://schemas.microsoft.com/office/drawing/2014/main" id="{7A7E4CBF-9B94-C8D7-EF8F-9662FD33055A}"/>
                </a:ext>
              </a:extLst>
            </p:cNvPr>
            <p:cNvGrpSpPr>
              <a:grpSpLocks noChangeAspect="1"/>
            </p:cNvGrpSpPr>
            <p:nvPr>
              <p:custDataLst>
                <p:tags r:id="rId27"/>
              </p:custDataLst>
            </p:nvPr>
          </p:nvGrpSpPr>
          <p:grpSpPr>
            <a:xfrm>
              <a:off x="7723680" y="2454085"/>
              <a:ext cx="228600" cy="228600"/>
              <a:chOff x="762000" y="1270000"/>
              <a:chExt cx="254000" cy="254000"/>
            </a:xfrm>
          </p:grpSpPr>
          <p:sp>
            <p:nvSpPr>
              <p:cNvPr id="19" name="Oval 18">
                <a:extLst>
                  <a:ext uri="{FF2B5EF4-FFF2-40B4-BE49-F238E27FC236}">
                    <a16:creationId xmlns:a16="http://schemas.microsoft.com/office/drawing/2014/main" id="{25A66490-5468-AC46-5ED5-E8212992AFCC}"/>
                  </a:ext>
                </a:extLst>
              </p:cNvPr>
              <p:cNvSpPr/>
              <p:nvPr>
                <p:custDataLst>
                  <p:tags r:id="rId34"/>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20" name="Arc 19">
                <a:extLst>
                  <a:ext uri="{FF2B5EF4-FFF2-40B4-BE49-F238E27FC236}">
                    <a16:creationId xmlns:a16="http://schemas.microsoft.com/office/drawing/2014/main" id="{2164DC02-AF00-DEB2-344B-46D05BDC2865}"/>
                  </a:ext>
                </a:extLst>
              </p:cNvPr>
              <p:cNvSpPr/>
              <p:nvPr>
                <p:custDataLst>
                  <p:tags r:id="rId35"/>
                </p:custDataLst>
              </p:nvPr>
            </p:nvSpPr>
            <p:spPr>
              <a:xfrm>
                <a:off x="762000" y="1270000"/>
                <a:ext cx="254000" cy="254000"/>
              </a:xfrm>
              <a:prstGeom prst="arc">
                <a:avLst>
                  <a:gd name="adj1" fmla="val 16200000"/>
                  <a:gd name="adj2" fmla="val 54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3" name="MoonLegend4">
              <a:extLst>
                <a:ext uri="{FF2B5EF4-FFF2-40B4-BE49-F238E27FC236}">
                  <a16:creationId xmlns:a16="http://schemas.microsoft.com/office/drawing/2014/main" id="{37ACCC41-9C6B-7C20-5C62-B34B467FA718}"/>
                </a:ext>
              </a:extLst>
            </p:cNvPr>
            <p:cNvGrpSpPr>
              <a:grpSpLocks noChangeAspect="1"/>
            </p:cNvGrpSpPr>
            <p:nvPr>
              <p:custDataLst>
                <p:tags r:id="rId28"/>
              </p:custDataLst>
            </p:nvPr>
          </p:nvGrpSpPr>
          <p:grpSpPr>
            <a:xfrm>
              <a:off x="7723680" y="2829900"/>
              <a:ext cx="228600" cy="228600"/>
              <a:chOff x="762000" y="1270000"/>
              <a:chExt cx="254000" cy="254000"/>
            </a:xfrm>
          </p:grpSpPr>
          <p:sp>
            <p:nvSpPr>
              <p:cNvPr id="17" name="Oval 16">
                <a:extLst>
                  <a:ext uri="{FF2B5EF4-FFF2-40B4-BE49-F238E27FC236}">
                    <a16:creationId xmlns:a16="http://schemas.microsoft.com/office/drawing/2014/main" id="{14731651-049D-FD74-10A9-3B77CDA9C266}"/>
                  </a:ext>
                </a:extLst>
              </p:cNvPr>
              <p:cNvSpPr/>
              <p:nvPr>
                <p:custDataLst>
                  <p:tags r:id="rId32"/>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8" name="Arc 17">
                <a:extLst>
                  <a:ext uri="{FF2B5EF4-FFF2-40B4-BE49-F238E27FC236}">
                    <a16:creationId xmlns:a16="http://schemas.microsoft.com/office/drawing/2014/main" id="{5AADA01A-6C4E-7E32-6930-9C7BE1CCCDFC}"/>
                  </a:ext>
                </a:extLst>
              </p:cNvPr>
              <p:cNvSpPr/>
              <p:nvPr>
                <p:custDataLst>
                  <p:tags r:id="rId33"/>
                </p:custDataLst>
              </p:nvPr>
            </p:nvSpPr>
            <p:spPr>
              <a:xfrm>
                <a:off x="762000" y="1270000"/>
                <a:ext cx="254000" cy="254000"/>
              </a:xfrm>
              <a:prstGeom prst="arc">
                <a:avLst>
                  <a:gd name="adj1" fmla="val 16200000"/>
                  <a:gd name="adj2" fmla="val 108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nvGrpSpPr>
            <p:cNvPr id="14" name="MoonLegend5">
              <a:extLst>
                <a:ext uri="{FF2B5EF4-FFF2-40B4-BE49-F238E27FC236}">
                  <a16:creationId xmlns:a16="http://schemas.microsoft.com/office/drawing/2014/main" id="{E9C1FE7B-027B-2A18-4D77-A6B6DC1EDC9F}"/>
                </a:ext>
              </a:extLst>
            </p:cNvPr>
            <p:cNvGrpSpPr>
              <a:grpSpLocks noChangeAspect="1"/>
            </p:cNvGrpSpPr>
            <p:nvPr>
              <p:custDataLst>
                <p:tags r:id="rId29"/>
              </p:custDataLst>
            </p:nvPr>
          </p:nvGrpSpPr>
          <p:grpSpPr>
            <a:xfrm>
              <a:off x="7723680" y="3205716"/>
              <a:ext cx="228600" cy="228600"/>
              <a:chOff x="762000" y="1270000"/>
              <a:chExt cx="254000" cy="254000"/>
            </a:xfrm>
          </p:grpSpPr>
          <p:sp>
            <p:nvSpPr>
              <p:cNvPr id="15" name="Oval 14">
                <a:extLst>
                  <a:ext uri="{FF2B5EF4-FFF2-40B4-BE49-F238E27FC236}">
                    <a16:creationId xmlns:a16="http://schemas.microsoft.com/office/drawing/2014/main" id="{25520F20-D7D9-7F64-BF4E-B26721F00ED8}"/>
                  </a:ext>
                </a:extLst>
              </p:cNvPr>
              <p:cNvSpPr/>
              <p:nvPr>
                <p:custDataLst>
                  <p:tags r:id="rId30"/>
                </p:custDataLst>
              </p:nvPr>
            </p:nvSpPr>
            <p:spPr>
              <a:xfrm>
                <a:off x="762000" y="1270000"/>
                <a:ext cx="254000" cy="254000"/>
              </a:xfrm>
              <a:prstGeom prst="ellipse">
                <a:avLst/>
              </a:prstGeom>
              <a:solidFill>
                <a:srgbClr val="757575"/>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err="1">
                  <a:solidFill>
                    <a:schemeClr val="tx1"/>
                  </a:solidFill>
                </a:endParaRPr>
              </a:p>
            </p:txBody>
          </p:sp>
          <p:sp>
            <p:nvSpPr>
              <p:cNvPr id="16" name="Arc 15">
                <a:extLst>
                  <a:ext uri="{FF2B5EF4-FFF2-40B4-BE49-F238E27FC236}">
                    <a16:creationId xmlns:a16="http://schemas.microsoft.com/office/drawing/2014/main" id="{1AC3D5E5-FFBA-7695-4382-807739B76632}"/>
                  </a:ext>
                </a:extLst>
              </p:cNvPr>
              <p:cNvSpPr/>
              <p:nvPr>
                <p:custDataLst>
                  <p:tags r:id="rId31"/>
                </p:custDataLst>
              </p:nvPr>
            </p:nvSpPr>
            <p:spPr>
              <a:xfrm>
                <a:off x="762000" y="1270000"/>
                <a:ext cx="254000" cy="254000"/>
              </a:xfrm>
              <a:prstGeom prst="arc">
                <a:avLst>
                  <a:gd name="adj1" fmla="val 16200000"/>
                  <a:gd name="adj2" fmla="val 16200000"/>
                </a:avLst>
              </a:prstGeom>
              <a:solidFill>
                <a:schemeClr val="accent1"/>
              </a:solidFill>
              <a:ln w="9525" cap="flat" cmpd="sng" algn="ctr">
                <a:noFill/>
                <a:prstDash val="solid"/>
              </a:ln>
              <a:effectLst/>
              <a:extLst>
                <a:ext uri="{91240B29-F687-4F45-9708-019B960494DF}">
                  <a14:hiddenLine xmlns:a14="http://schemas.microsoft.com/office/drawing/2010/main" w="0" cap="flat" cmpd="sng" algn="ctr">
                    <a:solidFill>
                      <a:schemeClr val="bg1"/>
                    </a:solidFill>
                    <a:prstDash val="solid"/>
                    <a:round/>
                    <a:headEnd type="none" w="med" len="med"/>
                    <a:tailEnd type="none" w="med" len="med"/>
                  </a14:hiddenLine>
                </a:ext>
              </a:extLst>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grpSp>
      <p:grpSp>
        <p:nvGrpSpPr>
          <p:cNvPr id="167" name="Sticker" hidden="1">
            <a:extLst>
              <a:ext uri="{FF2B5EF4-FFF2-40B4-BE49-F238E27FC236}">
                <a16:creationId xmlns:a16="http://schemas.microsoft.com/office/drawing/2014/main" id="{174FA759-1A16-45E2-B8DB-6AC61DFC92D4}"/>
              </a:ext>
            </a:extLst>
          </p:cNvPr>
          <p:cNvGrpSpPr>
            <a:grpSpLocks noChangeAspect="1"/>
          </p:cNvGrpSpPr>
          <p:nvPr userDrawn="1"/>
        </p:nvGrpSpPr>
        <p:grpSpPr bwMode="gray">
          <a:xfrm>
            <a:off x="559460" y="1289273"/>
            <a:ext cx="428337" cy="156997"/>
            <a:chOff x="8456447" y="272180"/>
            <a:chExt cx="322188" cy="156966"/>
          </a:xfrm>
        </p:grpSpPr>
        <p:sp>
          <p:nvSpPr>
            <p:cNvPr id="168" name="StickerRectangle">
              <a:extLst>
                <a:ext uri="{FF2B5EF4-FFF2-40B4-BE49-F238E27FC236}">
                  <a16:creationId xmlns:a16="http://schemas.microsoft.com/office/drawing/2014/main" id="{99FB5892-A9FF-4D0E-8661-19A39D5E096E}"/>
                </a:ext>
              </a:extLst>
            </p:cNvPr>
            <p:cNvSpPr>
              <a:spLocks noChangeArrowheads="1"/>
            </p:cNvSpPr>
            <p:nvPr userDrawn="1"/>
          </p:nvSpPr>
          <p:spPr bwMode="gray">
            <a:xfrm>
              <a:off x="8456447" y="272180"/>
              <a:ext cx="322188" cy="156966"/>
            </a:xfrm>
            <a:prstGeom prst="leftRightArrow">
              <a:avLst>
                <a:gd name="adj1" fmla="val 100000"/>
                <a:gd name="adj2" fmla="val 0"/>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0" tIns="0" rIns="0" bIns="18288" anchor="t" anchorCtr="0">
              <a:spAutoFit/>
            </a:bodyPr>
            <a:lstStyle/>
            <a:p>
              <a:pPr algn="l" defTabSz="1193860">
                <a:buClr>
                  <a:schemeClr val="tx2"/>
                </a:buClr>
              </a:pPr>
              <a:r>
                <a:rPr lang="en-US" sz="900" b="1" spc="50" dirty="0">
                  <a:ln w="3175">
                    <a:noFill/>
                  </a:ln>
                  <a:solidFill>
                    <a:schemeClr val="tx1"/>
                  </a:solidFill>
                </a:rPr>
                <a:t>Sticker</a:t>
              </a:r>
              <a:endParaRPr lang="en-US" sz="800" baseline="0" dirty="0">
                <a:solidFill>
                  <a:schemeClr val="tx1"/>
                </a:solidFill>
                <a:latin typeface="+mn-lt"/>
                <a:ea typeface="+mn-ea"/>
              </a:endParaRPr>
            </a:p>
          </p:txBody>
        </p:sp>
        <p:cxnSp>
          <p:nvCxnSpPr>
            <p:cNvPr id="169" name="StickerUnderline">
              <a:extLst>
                <a:ext uri="{FF2B5EF4-FFF2-40B4-BE49-F238E27FC236}">
                  <a16:creationId xmlns:a16="http://schemas.microsoft.com/office/drawing/2014/main" id="{B821CB31-49E5-49E7-966F-3C5449557168}"/>
                </a:ext>
              </a:extLst>
            </p:cNvPr>
            <p:cNvCxnSpPr>
              <a:cxnSpLocks noChangeShapeType="1"/>
              <a:stCxn id="168" idx="4"/>
              <a:endCxn id="168" idx="6"/>
            </p:cNvCxnSpPr>
            <p:nvPr/>
          </p:nvCxnSpPr>
          <p:spPr bwMode="gray">
            <a:xfrm>
              <a:off x="8456447" y="429146"/>
              <a:ext cx="322188" cy="0"/>
            </a:xfrm>
            <a:prstGeom prst="straightConnector1">
              <a:avLst/>
            </a:prstGeom>
            <a:noFill/>
            <a:ln w="4191">
              <a:solidFill>
                <a:schemeClr val="tx1"/>
              </a:solidFill>
              <a:round/>
              <a:headEnd/>
              <a:tailEnd/>
            </a:ln>
            <a:extLst>
              <a:ext uri="{909E8E84-426E-40DD-AFC4-6F175D3DCCD1}">
                <a14:hiddenFill xmlns:a14="http://schemas.microsoft.com/office/drawing/2010/main">
                  <a:noFill/>
                </a14:hiddenFill>
              </a:ext>
            </a:extLst>
          </p:spPr>
        </p:cxnSp>
      </p:grpSp>
      <p:grpSp>
        <p:nvGrpSpPr>
          <p:cNvPr id="144" name="LegendLines" hidden="1">
            <a:extLst>
              <a:ext uri="{FF2B5EF4-FFF2-40B4-BE49-F238E27FC236}">
                <a16:creationId xmlns:a16="http://schemas.microsoft.com/office/drawing/2014/main" id="{96520A0D-E8D0-48B5-8162-BA1976A5C3E1}"/>
              </a:ext>
            </a:extLst>
          </p:cNvPr>
          <p:cNvGrpSpPr/>
          <p:nvPr userDrawn="1"/>
        </p:nvGrpSpPr>
        <p:grpSpPr>
          <a:xfrm>
            <a:off x="10440000" y="3243600"/>
            <a:ext cx="1269335" cy="958286"/>
            <a:chOff x="4372690" y="3739101"/>
            <a:chExt cx="1269335" cy="958286"/>
          </a:xfrm>
        </p:grpSpPr>
        <p:sp>
          <p:nvSpPr>
            <p:cNvPr id="170" name="Legend1">
              <a:extLst>
                <a:ext uri="{FF2B5EF4-FFF2-40B4-BE49-F238E27FC236}">
                  <a16:creationId xmlns:a16="http://schemas.microsoft.com/office/drawing/2014/main" id="{D5E27233-7661-43E0-8C1B-859EBE562598}"/>
                </a:ext>
              </a:extLst>
            </p:cNvPr>
            <p:cNvSpPr txBox="1"/>
            <p:nvPr/>
          </p:nvSpPr>
          <p:spPr>
            <a:xfrm>
              <a:off x="4988914" y="3739101"/>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1" name="Legend2">
              <a:extLst>
                <a:ext uri="{FF2B5EF4-FFF2-40B4-BE49-F238E27FC236}">
                  <a16:creationId xmlns:a16="http://schemas.microsoft.com/office/drawing/2014/main" id="{215BA769-FC3A-4971-81E8-16C8E7138029}"/>
                </a:ext>
              </a:extLst>
            </p:cNvPr>
            <p:cNvSpPr txBox="1"/>
            <p:nvPr/>
          </p:nvSpPr>
          <p:spPr>
            <a:xfrm>
              <a:off x="4988914" y="4110522"/>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2" name="Legend3">
              <a:extLst>
                <a:ext uri="{FF2B5EF4-FFF2-40B4-BE49-F238E27FC236}">
                  <a16:creationId xmlns:a16="http://schemas.microsoft.com/office/drawing/2014/main" id="{75880242-A8D7-441D-805E-B817DF5CA854}"/>
                </a:ext>
              </a:extLst>
            </p:cNvPr>
            <p:cNvSpPr txBox="1"/>
            <p:nvPr/>
          </p:nvSpPr>
          <p:spPr>
            <a:xfrm>
              <a:off x="4988914" y="4481943"/>
              <a:ext cx="653111" cy="215444"/>
            </a:xfrm>
            <a:prstGeom prst="rect">
              <a:avLst/>
            </a:prstGeom>
            <a:noFill/>
            <a:ln>
              <a:noFill/>
              <a:miter lim="800000"/>
            </a:ln>
          </p:spPr>
          <p:txBody>
            <a:bodyPr wrap="square" lIns="0" tIns="0" rIns="0" bIns="0" rtlCol="0" anchor="ctr" anchorCtr="0">
              <a:spAutoFit/>
            </a:bodyPr>
            <a:lstStyle/>
            <a:p>
              <a:pPr>
                <a:spcAft>
                  <a:spcPts val="600"/>
                </a:spcAft>
              </a:pPr>
              <a:r>
                <a:rPr lang="en-US" sz="1400" dirty="0"/>
                <a:t>Legend</a:t>
              </a:r>
            </a:p>
          </p:txBody>
        </p:sp>
        <p:sp>
          <p:nvSpPr>
            <p:cNvPr id="173" name="LineLegend3">
              <a:extLst>
                <a:ext uri="{FF2B5EF4-FFF2-40B4-BE49-F238E27FC236}">
                  <a16:creationId xmlns:a16="http://schemas.microsoft.com/office/drawing/2014/main" id="{5C3089E9-5649-4103-BA5F-72175F24BEF8}"/>
                </a:ext>
              </a:extLst>
            </p:cNvPr>
            <p:cNvSpPr>
              <a:spLocks noChangeShapeType="1"/>
            </p:cNvSpPr>
            <p:nvPr/>
          </p:nvSpPr>
          <p:spPr bwMode="gray">
            <a:xfrm>
              <a:off x="4372690" y="4588113"/>
              <a:ext cx="457200" cy="0"/>
            </a:xfrm>
            <a:prstGeom prst="line">
              <a:avLst/>
            </a:prstGeom>
            <a:noFill/>
            <a:ln w="28575">
              <a:solidFill>
                <a:schemeClr val="accent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4" name="LineLegend2">
              <a:extLst>
                <a:ext uri="{FF2B5EF4-FFF2-40B4-BE49-F238E27FC236}">
                  <a16:creationId xmlns:a16="http://schemas.microsoft.com/office/drawing/2014/main" id="{70A7CFCE-D526-433E-9FBC-6DEF2F5E9EB4}"/>
                </a:ext>
              </a:extLst>
            </p:cNvPr>
            <p:cNvSpPr>
              <a:spLocks noChangeShapeType="1"/>
            </p:cNvSpPr>
            <p:nvPr/>
          </p:nvSpPr>
          <p:spPr bwMode="gray">
            <a:xfrm>
              <a:off x="4372690" y="4214754"/>
              <a:ext cx="457200" cy="0"/>
            </a:xfrm>
            <a:prstGeom prst="line">
              <a:avLst/>
            </a:prstGeom>
            <a:noFill/>
            <a:ln w="28575">
              <a:solidFill>
                <a:schemeClr val="accent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sp>
          <p:nvSpPr>
            <p:cNvPr id="175" name="LineLegend1">
              <a:extLst>
                <a:ext uri="{FF2B5EF4-FFF2-40B4-BE49-F238E27FC236}">
                  <a16:creationId xmlns:a16="http://schemas.microsoft.com/office/drawing/2014/main" id="{4AD9EC0A-8F45-49FA-BB0F-195682A6F6BE}"/>
                </a:ext>
              </a:extLst>
            </p:cNvPr>
            <p:cNvSpPr>
              <a:spLocks noChangeShapeType="1"/>
            </p:cNvSpPr>
            <p:nvPr/>
          </p:nvSpPr>
          <p:spPr bwMode="gray">
            <a:xfrm>
              <a:off x="4372690" y="3846823"/>
              <a:ext cx="457200" cy="0"/>
            </a:xfrm>
            <a:prstGeom prst="line">
              <a:avLst/>
            </a:prstGeom>
            <a:noFill/>
            <a:ln w="28575">
              <a:solidFill>
                <a:schemeClr val="accent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en-US" baseline="0" dirty="0">
                <a:latin typeface="+mn-lt"/>
                <a:ea typeface="+mn-ea"/>
              </a:endParaRPr>
            </a:p>
          </p:txBody>
        </p:sp>
      </p:grpSp>
    </p:spTree>
    <p:extLst>
      <p:ext uri="{BB962C8B-B14F-4D97-AF65-F5344CB8AC3E}">
        <p14:creationId xmlns:p14="http://schemas.microsoft.com/office/powerpoint/2010/main" val="3386525249"/>
      </p:ext>
    </p:extLst>
  </p:cSld>
  <p:clrMap bg1="lt1" tx1="dk1" bg2="lt2" tx2="dk2" accent1="accent1" accent2="accent2" accent3="accent3" accent4="accent4" accent5="accent5" accent6="accent6" hlink="hlink" folHlink="folHlink"/>
  <p:sldLayoutIdLst>
    <p:sldLayoutId id="2147483865" r:id="rId1"/>
    <p:sldLayoutId id="2147483866" r:id="rId2"/>
    <p:sldLayoutId id="2147483867" r:id="rId3"/>
    <p:sldLayoutId id="2147483868" r:id="rId4"/>
    <p:sldLayoutId id="2147483870" r:id="rId5"/>
    <p:sldLayoutId id="2147483871" r:id="rId6"/>
    <p:sldLayoutId id="2147483891" r:id="rId7"/>
    <p:sldLayoutId id="2147483892" r:id="rId8"/>
    <p:sldLayoutId id="2147483893" r:id="rId9"/>
    <p:sldLayoutId id="2147483894" r:id="rId10"/>
    <p:sldLayoutId id="2147483895" r:id="rId11"/>
    <p:sldLayoutId id="2147483896" r:id="rId12"/>
    <p:sldLayoutId id="2147483897" r:id="rId13"/>
    <p:sldLayoutId id="2147483898" r:id="rId14"/>
    <p:sldLayoutId id="2147483880" r:id="rId15"/>
    <p:sldLayoutId id="2147483877" r:id="rId16"/>
    <p:sldLayoutId id="2147483899" r:id="rId17"/>
  </p:sldLayoutIdLst>
  <p:txStyles>
    <p:titleStyle>
      <a:lvl1pPr algn="l" defTabSz="914400" rtl="0" eaLnBrk="1" latinLnBrk="0" hangingPunct="1">
        <a:lnSpc>
          <a:spcPct val="93000"/>
        </a:lnSpc>
        <a:spcBef>
          <a:spcPct val="0"/>
        </a:spcBef>
        <a:buNone/>
        <a:defRPr sz="2500" b="1" kern="1200" spc="0" baseline="0">
          <a:ln w="6350" cap="flat">
            <a:noFill/>
            <a:miter lim="800000"/>
          </a:ln>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Segoe UI" panose="020B0502040204020203" pitchFamily="34" charset="0"/>
        <a:buChar char="​"/>
        <a:defRPr sz="1600" kern="1200">
          <a:solidFill>
            <a:schemeClr val="tx1"/>
          </a:solidFill>
          <a:latin typeface="+mn-lt"/>
          <a:ea typeface="+mn-ea"/>
          <a:cs typeface="Arial" panose="020B0604020202020204" pitchFamily="34" charset="0"/>
        </a:defRPr>
      </a:lvl1pPr>
      <a:lvl2pPr marL="228600" indent="-225425" algn="l" defTabSz="914400" rtl="0" eaLnBrk="1" latinLnBrk="0" hangingPunct="1">
        <a:lnSpc>
          <a:spcPct val="100000"/>
        </a:lnSpc>
        <a:spcBef>
          <a:spcPts val="0"/>
        </a:spcBef>
        <a:spcAft>
          <a:spcPts val="300"/>
        </a:spcAft>
        <a:buClr>
          <a:schemeClr val="tx1"/>
        </a:buClr>
        <a:buFont typeface="Wingdings" panose="05000000000000000000" pitchFamily="2" charset="2"/>
        <a:buChar char=""/>
        <a:defRPr sz="1600" kern="1200">
          <a:solidFill>
            <a:schemeClr val="tx1"/>
          </a:solidFill>
          <a:latin typeface="+mn-lt"/>
          <a:ea typeface="+mn-ea"/>
          <a:cs typeface="Arial" panose="020B0604020202020204" pitchFamily="34" charset="0"/>
        </a:defRPr>
      </a:lvl2pPr>
      <a:lvl3pPr marL="515938" indent="-287338"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3pPr>
      <a:lvl4pPr marL="742950" indent="-182563" algn="l" defTabSz="914400" rtl="0" eaLnBrk="1" latinLnBrk="0" hangingPunct="1">
        <a:lnSpc>
          <a:spcPct val="100000"/>
        </a:lnSpc>
        <a:spcBef>
          <a:spcPts val="0"/>
        </a:spcBef>
        <a:spcAft>
          <a:spcPts val="300"/>
        </a:spcAft>
        <a:buClr>
          <a:schemeClr val="tx1"/>
        </a:buClr>
        <a:buFont typeface="Arial" panose="020B0604020202020204" pitchFamily="34" charset="0"/>
        <a:buChar char="»"/>
        <a:defRPr sz="1600" kern="1200">
          <a:solidFill>
            <a:schemeClr val="tx1"/>
          </a:solidFill>
          <a:latin typeface="+mn-lt"/>
          <a:ea typeface="+mn-ea"/>
          <a:cs typeface="Arial" panose="020B0604020202020204" pitchFamily="34" charset="0"/>
        </a:defRPr>
      </a:lvl4pPr>
      <a:lvl5pPr marL="914400" indent="-136525" algn="l" defTabSz="914400" rtl="0" eaLnBrk="1" latinLnBrk="0" hangingPunct="1">
        <a:lnSpc>
          <a:spcPct val="100000"/>
        </a:lnSpc>
        <a:spcBef>
          <a:spcPts val="0"/>
        </a:spcBef>
        <a:spcAft>
          <a:spcPts val="300"/>
        </a:spcAft>
        <a:buClr>
          <a:schemeClr val="tx1"/>
        </a:buClr>
        <a:buSzPct val="100000"/>
        <a:buFont typeface="Arial" panose="020B0604020202020204" pitchFamily="34" charset="0"/>
        <a:buChar char="›"/>
        <a:defRPr sz="1600" kern="1200">
          <a:solidFill>
            <a:schemeClr val="tx1"/>
          </a:solidFill>
          <a:latin typeface="+mn-lt"/>
          <a:ea typeface="+mn-ea"/>
          <a:cs typeface="Arial" panose="020B0604020202020204" pitchFamily="34" charset="0"/>
        </a:defRPr>
      </a:lvl5pPr>
      <a:lvl6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6pPr>
      <a:lvl7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7pPr>
      <a:lvl8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8pPr>
      <a:lvl9pPr marL="914400" indent="0" algn="l" defTabSz="914400" rtl="0" eaLnBrk="1" latinLnBrk="0" hangingPunct="1">
        <a:lnSpc>
          <a:spcPct val="100000"/>
        </a:lnSpc>
        <a:spcBef>
          <a:spcPts val="0"/>
        </a:spcBef>
        <a:spcAft>
          <a:spcPts val="300"/>
        </a:spcAft>
        <a:buSzPct val="100000"/>
        <a:buFont typeface="Arial" panose="020B0604020202020204" pitchFamily="34" charset="0"/>
        <a:buNone/>
        <a:defRPr sz="1600" kern="1200">
          <a:solidFill>
            <a:schemeClr val="tx1"/>
          </a:solidFill>
          <a:latin typeface="+mn-lt"/>
          <a:ea typeface="+mn-ea"/>
          <a:cs typeface="Arial" panose="020B0604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68">
          <p15:clr>
            <a:srgbClr val="5ACBF0"/>
          </p15:clr>
        </p15:guide>
        <p15:guide id="3" orient="horz" pos="3912">
          <p15:clr>
            <a:srgbClr val="5ACBF0"/>
          </p15:clr>
        </p15:guide>
        <p15:guide id="4" orient="horz" pos="1075">
          <p15:clr>
            <a:srgbClr val="F26B43"/>
          </p15:clr>
        </p15:guide>
        <p15:guide id="5" pos="7329">
          <p15:clr>
            <a:srgbClr val="F26B43"/>
          </p15:clr>
        </p15:guide>
        <p15:guide id="6" pos="345">
          <p15:clr>
            <a:srgbClr val="F26B43"/>
          </p15:clr>
        </p15:guide>
        <p15:guide id="8" orient="horz" pos="4063">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tags" Target="../tags/tag261.xml"/><Relationship Id="rId2" Type="http://schemas.openxmlformats.org/officeDocument/2006/relationships/tags" Target="../tags/tag262.xml"/><Relationship Id="rId3" Type="http://schemas.openxmlformats.org/officeDocument/2006/relationships/tags" Target="../tags/tag263.xml"/><Relationship Id="rId4" Type="http://schemas.openxmlformats.org/officeDocument/2006/relationships/tags" Target="../tags/tag264.xml"/><Relationship Id="rId5" Type="http://schemas.openxmlformats.org/officeDocument/2006/relationships/tags" Target="../tags/tag265.xml"/><Relationship Id="rId6" Type="http://schemas.openxmlformats.org/officeDocument/2006/relationships/slideLayout" Target="../slideLayouts/slideLayout1.xml"/><Relationship Id="rId7" Type="http://schemas.openxmlformats.org/officeDocument/2006/relationships/notesSlide" Target="../notesSlides/notesSlide1.xml"/><Relationship Id="rId8" Type="http://schemas.openxmlformats.org/officeDocument/2006/relationships/oleObject" Target="../embeddings/oleObject25.bin"/><Relationship Id="rId9" Type="http://schemas.openxmlformats.org/officeDocument/2006/relationships/image" Target="../media/image7.emf"/><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tags" Target="../tags/tag266.xml"/><Relationship Id="rId2" Type="http://schemas.openxmlformats.org/officeDocument/2006/relationships/tags" Target="../tags/tag267.xml"/><Relationship Id="rId3" Type="http://schemas.openxmlformats.org/officeDocument/2006/relationships/tags" Target="../tags/tag268.xml"/><Relationship Id="rId4" Type="http://schemas.openxmlformats.org/officeDocument/2006/relationships/tags" Target="../tags/tag269.xml"/><Relationship Id="rId5" Type="http://schemas.openxmlformats.org/officeDocument/2006/relationships/tags" Target="../tags/tag270.xml"/><Relationship Id="rId6" Type="http://schemas.openxmlformats.org/officeDocument/2006/relationships/tags" Target="../tags/tag271.xml"/><Relationship Id="rId7" Type="http://schemas.openxmlformats.org/officeDocument/2006/relationships/tags" Target="../tags/tag272.xml"/><Relationship Id="rId8" Type="http://schemas.openxmlformats.org/officeDocument/2006/relationships/slideLayout" Target="../slideLayouts/slideLayout2.xml"/><Relationship Id="rId9" Type="http://schemas.openxmlformats.org/officeDocument/2006/relationships/oleObject" Target="../embeddings/oleObject26.bin"/><Relationship Id="rId10" Type="http://schemas.openxmlformats.org/officeDocument/2006/relationships/image" Target="../media/image11.emf"/><Relationship Id="rId11" Type="http://schemas.openxmlformats.org/officeDocument/2006/relationships/image" Target="../media/image12.svg"/><Relationship Id="rId12" Type="http://schemas.openxmlformats.org/officeDocument/2006/relationships/image" Target="../media/image13.svg"/><Relationship Id="rId13" Type="http://schemas.openxmlformats.org/officeDocument/2006/relationships/image" Target="../media/image14.svg"/><Relationship Id="rId14" Type="http://schemas.openxmlformats.org/officeDocument/2006/relationships/image" Target="../media/image15.svg"/><Relationship Id="rId15" Type="http://schemas.openxmlformats.org/officeDocument/2006/relationships/image" Target="../media/image16.svg"/></Relationships>
</file>

<file path=ppt/slides/_rels/slide3.xml.rels><?xml version='1.0' encoding='UTF-8' standalone='yes'?>
<Relationships xmlns="http://schemas.openxmlformats.org/package/2006/relationships"><Relationship Id="rId1" Type="http://schemas.openxmlformats.org/officeDocument/2006/relationships/tags" Target="../tags/tag273.xml"/><Relationship Id="rId2" Type="http://schemas.openxmlformats.org/officeDocument/2006/relationships/tags" Target="../tags/tag274.xml"/><Relationship Id="rId3" Type="http://schemas.openxmlformats.org/officeDocument/2006/relationships/tags" Target="../tags/tag275.xml"/><Relationship Id="rId4" Type="http://schemas.openxmlformats.org/officeDocument/2006/relationships/tags" Target="../tags/tag276.xml"/><Relationship Id="rId5" Type="http://schemas.openxmlformats.org/officeDocument/2006/relationships/tags" Target="../tags/tag277.xml"/><Relationship Id="rId6" Type="http://schemas.openxmlformats.org/officeDocument/2006/relationships/tags" Target="../tags/tag278.xml"/><Relationship Id="rId7" Type="http://schemas.openxmlformats.org/officeDocument/2006/relationships/tags" Target="../tags/tag279.xml"/><Relationship Id="rId8" Type="http://schemas.openxmlformats.org/officeDocument/2006/relationships/tags" Target="../tags/tag280.xml"/><Relationship Id="rId9" Type="http://schemas.openxmlformats.org/officeDocument/2006/relationships/tags" Target="../tags/tag281.xml"/><Relationship Id="rId10" Type="http://schemas.openxmlformats.org/officeDocument/2006/relationships/tags" Target="../tags/tag282.xml"/><Relationship Id="rId11" Type="http://schemas.openxmlformats.org/officeDocument/2006/relationships/tags" Target="../tags/tag283.xml"/><Relationship Id="rId12" Type="http://schemas.openxmlformats.org/officeDocument/2006/relationships/tags" Target="../tags/tag284.xml"/><Relationship Id="rId13" Type="http://schemas.openxmlformats.org/officeDocument/2006/relationships/tags" Target="../tags/tag285.xml"/><Relationship Id="rId14" Type="http://schemas.openxmlformats.org/officeDocument/2006/relationships/tags" Target="../tags/tag286.xml"/><Relationship Id="rId15" Type="http://schemas.openxmlformats.org/officeDocument/2006/relationships/tags" Target="../tags/tag287.xml"/><Relationship Id="rId16" Type="http://schemas.openxmlformats.org/officeDocument/2006/relationships/tags" Target="../tags/tag288.xml"/><Relationship Id="rId17" Type="http://schemas.openxmlformats.org/officeDocument/2006/relationships/tags" Target="../tags/tag289.xml"/><Relationship Id="rId18" Type="http://schemas.openxmlformats.org/officeDocument/2006/relationships/tags" Target="../tags/tag290.xml"/><Relationship Id="rId19" Type="http://schemas.openxmlformats.org/officeDocument/2006/relationships/slideLayout" Target="../slideLayouts/slideLayout2.xml"/><Relationship Id="rId20" Type="http://schemas.openxmlformats.org/officeDocument/2006/relationships/oleObject" Target="../embeddings/oleObject27.bin"/><Relationship Id="rId21" Type="http://schemas.openxmlformats.org/officeDocument/2006/relationships/image" Target="../media/image11.emf"/></Relationships>
</file>

<file path=ppt/slides/_rels/slide4.xml.rels><?xml version='1.0' encoding='UTF-8' standalone='yes'?>
<Relationships xmlns="http://schemas.openxmlformats.org/package/2006/relationships"><Relationship Id="rId1" Type="http://schemas.openxmlformats.org/officeDocument/2006/relationships/tags" Target="../tags/tag291.xml"/><Relationship Id="rId2" Type="http://schemas.openxmlformats.org/officeDocument/2006/relationships/tags" Target="../tags/tag292.xml"/><Relationship Id="rId3" Type="http://schemas.openxmlformats.org/officeDocument/2006/relationships/tags" Target="../tags/tag293.xml"/><Relationship Id="rId4" Type="http://schemas.openxmlformats.org/officeDocument/2006/relationships/tags" Target="../tags/tag294.xml"/><Relationship Id="rId5" Type="http://schemas.openxmlformats.org/officeDocument/2006/relationships/tags" Target="../tags/tag295.xml"/><Relationship Id="rId6" Type="http://schemas.openxmlformats.org/officeDocument/2006/relationships/tags" Target="../tags/tag296.xml"/><Relationship Id="rId7" Type="http://schemas.openxmlformats.org/officeDocument/2006/relationships/slideLayout" Target="../slideLayouts/slideLayout8.xml"/><Relationship Id="rId8" Type="http://schemas.openxmlformats.org/officeDocument/2006/relationships/oleObject" Target="../embeddings/oleObject28.bin"/><Relationship Id="rId9" Type="http://schemas.openxmlformats.org/officeDocument/2006/relationships/image" Target="../media/image9.emf"/></Relationships>
</file>

<file path=ppt/slides/_rels/slide5.xml.rels><?xml version='1.0' encoding='UTF-8' standalone='yes'?>
<Relationships xmlns="http://schemas.openxmlformats.org/package/2006/relationships"><Relationship Id="rId1" Type="http://schemas.openxmlformats.org/officeDocument/2006/relationships/tags" Target="../tags/tag297.xml"/><Relationship Id="rId2" Type="http://schemas.openxmlformats.org/officeDocument/2006/relationships/tags" Target="../tags/tag298.xml"/><Relationship Id="rId3" Type="http://schemas.openxmlformats.org/officeDocument/2006/relationships/tags" Target="../tags/tag299.xml"/><Relationship Id="rId4" Type="http://schemas.openxmlformats.org/officeDocument/2006/relationships/tags" Target="../tags/tag300.xml"/><Relationship Id="rId5" Type="http://schemas.openxmlformats.org/officeDocument/2006/relationships/tags" Target="../tags/tag301.xml"/><Relationship Id="rId6" Type="http://schemas.openxmlformats.org/officeDocument/2006/relationships/tags" Target="../tags/tag302.xml"/><Relationship Id="rId7" Type="http://schemas.openxmlformats.org/officeDocument/2006/relationships/tags" Target="../tags/tag303.xml"/><Relationship Id="rId8" Type="http://schemas.openxmlformats.org/officeDocument/2006/relationships/tags" Target="../tags/tag304.xml"/><Relationship Id="rId9" Type="http://schemas.openxmlformats.org/officeDocument/2006/relationships/tags" Target="../tags/tag305.xml"/><Relationship Id="rId10" Type="http://schemas.openxmlformats.org/officeDocument/2006/relationships/tags" Target="../tags/tag306.xml"/><Relationship Id="rId11" Type="http://schemas.openxmlformats.org/officeDocument/2006/relationships/tags" Target="../tags/tag307.xml"/><Relationship Id="rId12" Type="http://schemas.openxmlformats.org/officeDocument/2006/relationships/tags" Target="../tags/tag308.xml"/><Relationship Id="rId13" Type="http://schemas.openxmlformats.org/officeDocument/2006/relationships/tags" Target="../tags/tag309.xml"/><Relationship Id="rId14" Type="http://schemas.openxmlformats.org/officeDocument/2006/relationships/tags" Target="../tags/tag310.xml"/><Relationship Id="rId15" Type="http://schemas.openxmlformats.org/officeDocument/2006/relationships/tags" Target="../tags/tag311.xml"/><Relationship Id="rId16" Type="http://schemas.openxmlformats.org/officeDocument/2006/relationships/tags" Target="../tags/tag312.xml"/><Relationship Id="rId17" Type="http://schemas.openxmlformats.org/officeDocument/2006/relationships/slideLayout" Target="../slideLayouts/slideLayout2.xml"/><Relationship Id="rId18" Type="http://schemas.openxmlformats.org/officeDocument/2006/relationships/oleObject" Target="../embeddings/oleObject29.bin"/><Relationship Id="rId19" Type="http://schemas.openxmlformats.org/officeDocument/2006/relationships/image" Target="../media/image9.emf"/><Relationship Id="rId20" Type="http://schemas.openxmlformats.org/officeDocument/2006/relationships/image" Target="../media/image13.svg"/><Relationship Id="rId21" Type="http://schemas.openxmlformats.org/officeDocument/2006/relationships/image" Target="../media/image17.svg"/><Relationship Id="rId22" Type="http://schemas.openxmlformats.org/officeDocument/2006/relationships/image" Target="../media/image18.svg"/><Relationship Id="rId23" Type="http://schemas.openxmlformats.org/officeDocument/2006/relationships/image" Target="../media/image19.svg"/><Relationship Id="rId24" Type="http://schemas.openxmlformats.org/officeDocument/2006/relationships/image" Target="../media/image20.svg"/></Relationships>
</file>

<file path=ppt/slides/_rels/slide6.xml.rels><?xml version='1.0' encoding='UTF-8' standalone='yes'?>
<Relationships xmlns="http://schemas.openxmlformats.org/package/2006/relationships"><Relationship Id="rId1" Type="http://schemas.openxmlformats.org/officeDocument/2006/relationships/tags" Target="../tags/tag313.xml"/><Relationship Id="rId2" Type="http://schemas.openxmlformats.org/officeDocument/2006/relationships/tags" Target="../tags/tag314.xml"/><Relationship Id="rId3" Type="http://schemas.openxmlformats.org/officeDocument/2006/relationships/tags" Target="../tags/tag315.xml"/><Relationship Id="rId4" Type="http://schemas.openxmlformats.org/officeDocument/2006/relationships/tags" Target="../tags/tag316.xml"/><Relationship Id="rId5" Type="http://schemas.openxmlformats.org/officeDocument/2006/relationships/tags" Target="../tags/tag317.xml"/><Relationship Id="rId6" Type="http://schemas.openxmlformats.org/officeDocument/2006/relationships/slideLayout" Target="../slideLayouts/slideLayout2.xml"/><Relationship Id="rId7" Type="http://schemas.openxmlformats.org/officeDocument/2006/relationships/oleObject" Target="../embeddings/oleObject30.bin"/><Relationship Id="rId8" Type="http://schemas.openxmlformats.org/officeDocument/2006/relationships/image" Target="../media/image11.emf"/><Relationship Id="rId9" Type="http://schemas.openxmlformats.org/officeDocument/2006/relationships/image" Target="../media/image21.svg"/><Relationship Id="rId10" Type="http://schemas.openxmlformats.org/officeDocument/2006/relationships/image" Target="../media/image22.svg"/><Relationship Id="rId11" Type="http://schemas.openxmlformats.org/officeDocument/2006/relationships/image" Target="../media/image23.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tags" Target="../tags/tag318.xml"/><Relationship Id="rId2" Type="http://schemas.openxmlformats.org/officeDocument/2006/relationships/tags" Target="../tags/tag319.xml"/><Relationship Id="rId3" Type="http://schemas.openxmlformats.org/officeDocument/2006/relationships/tags" Target="../tags/tag320.xml"/><Relationship Id="rId4" Type="http://schemas.openxmlformats.org/officeDocument/2006/relationships/tags" Target="../tags/tag321.xml"/><Relationship Id="rId5" Type="http://schemas.openxmlformats.org/officeDocument/2006/relationships/slideLayout" Target="../slideLayouts/slideLayout2.xml"/><Relationship Id="rId6" Type="http://schemas.openxmlformats.org/officeDocument/2006/relationships/oleObject" Target="../embeddings/oleObject31.bin"/><Relationship Id="rId7" Type="http://schemas.openxmlformats.org/officeDocument/2006/relationships/image" Target="../media/image24.emf"/></Relationships>
</file>

<file path=ppt/slides/_rels/slide9.xml.rels><?xml version='1.0' encoding='UTF-8' standalone='yes'?>
<Relationships xmlns="http://schemas.openxmlformats.org/package/2006/relationships"><Relationship Id="rId1" Type="http://schemas.openxmlformats.org/officeDocument/2006/relationships/tags" Target="../tags/tag322.xml"/><Relationship Id="rId2" Type="http://schemas.openxmlformats.org/officeDocument/2006/relationships/tags" Target="../tags/tag323.xml"/><Relationship Id="rId3" Type="http://schemas.openxmlformats.org/officeDocument/2006/relationships/tags" Target="../tags/tag324.xml"/><Relationship Id="rId4" Type="http://schemas.openxmlformats.org/officeDocument/2006/relationships/tags" Target="../tags/tag325.xml"/><Relationship Id="rId5" Type="http://schemas.openxmlformats.org/officeDocument/2006/relationships/tags" Target="../tags/tag326.xml"/><Relationship Id="rId6" Type="http://schemas.openxmlformats.org/officeDocument/2006/relationships/tags" Target="../tags/tag327.xml"/><Relationship Id="rId7" Type="http://schemas.openxmlformats.org/officeDocument/2006/relationships/tags" Target="../tags/tag328.xml"/><Relationship Id="rId8" Type="http://schemas.openxmlformats.org/officeDocument/2006/relationships/tags" Target="../tags/tag329.xml"/><Relationship Id="rId9" Type="http://schemas.openxmlformats.org/officeDocument/2006/relationships/tags" Target="../tags/tag330.xml"/><Relationship Id="rId10" Type="http://schemas.openxmlformats.org/officeDocument/2006/relationships/tags" Target="../tags/tag331.xml"/><Relationship Id="rId11" Type="http://schemas.openxmlformats.org/officeDocument/2006/relationships/tags" Target="../tags/tag332.xml"/><Relationship Id="rId12" Type="http://schemas.openxmlformats.org/officeDocument/2006/relationships/tags" Target="../tags/tag333.xml"/><Relationship Id="rId13" Type="http://schemas.openxmlformats.org/officeDocument/2006/relationships/tags" Target="../tags/tag334.xml"/><Relationship Id="rId14" Type="http://schemas.openxmlformats.org/officeDocument/2006/relationships/tags" Target="../tags/tag335.xml"/><Relationship Id="rId15" Type="http://schemas.openxmlformats.org/officeDocument/2006/relationships/tags" Target="../tags/tag336.xml"/><Relationship Id="rId16" Type="http://schemas.openxmlformats.org/officeDocument/2006/relationships/tags" Target="../tags/tag337.xml"/><Relationship Id="rId17" Type="http://schemas.openxmlformats.org/officeDocument/2006/relationships/tags" Target="../tags/tag338.xml"/><Relationship Id="rId18" Type="http://schemas.openxmlformats.org/officeDocument/2006/relationships/tags" Target="../tags/tag339.xml"/><Relationship Id="rId19" Type="http://schemas.openxmlformats.org/officeDocument/2006/relationships/tags" Target="../tags/tag340.xml"/><Relationship Id="rId20" Type="http://schemas.openxmlformats.org/officeDocument/2006/relationships/tags" Target="../tags/tag341.xml"/><Relationship Id="rId21" Type="http://schemas.openxmlformats.org/officeDocument/2006/relationships/slideLayout" Target="../slideLayouts/slideLayout2.xml"/><Relationship Id="rId22" Type="http://schemas.openxmlformats.org/officeDocument/2006/relationships/notesSlide" Target="../notesSlides/notesSlide2.xml"/><Relationship Id="rId23" Type="http://schemas.openxmlformats.org/officeDocument/2006/relationships/oleObject" Target="../embeddings/oleObject32.bin"/><Relationship Id="rId24" Type="http://schemas.openxmlformats.org/officeDocument/2006/relationships/image" Target="../media/image6.emf"/><Relationship Id="rId25" Type="http://schemas.openxmlformats.org/officeDocument/2006/relationships/image" Target="../media/image25.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Object 8" hidden="1">
            <a:extLst>
              <a:ext uri="{FF2B5EF4-FFF2-40B4-BE49-F238E27FC236}">
                <a16:creationId xmlns:a16="http://schemas.microsoft.com/office/drawing/2014/main" id="{DFC82A3A-0A2D-4C91-9164-E53833C359F6}"/>
              </a:ext>
            </a:extLst>
          </p:cNvPr>
          <p:cNvGraphicFramePr>
            <a:graphicFrameLocks noChangeAspect="1"/>
          </p:cNvGraphicFramePr>
          <p:nvPr>
            <p:custDataLst>
              <p:tags r:id="rId1"/>
            </p:custDataLst>
            <p:extLst>
              <p:ext uri="{D42A27DB-BD31-4B8C-83A1-F6EECF244321}">
                <p14:modId xmlns:p14="http://schemas.microsoft.com/office/powerpoint/2010/main" val="302407985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572" imgH="588" progId="TCLayout.ActiveDocument.1">
                  <p:embed/>
                </p:oleObj>
              </mc:Choice>
              <mc:Fallback>
                <p:oleObj name="think-cell Slide" r:id="rId8" imgW="572" imgH="588" progId="TCLayout.ActiveDocument.1">
                  <p:embed/>
                  <p:pic>
                    <p:nvPicPr>
                      <p:cNvPr id="3" name="Object 8" hidden="1">
                        <a:extLst>
                          <a:ext uri="{FF2B5EF4-FFF2-40B4-BE49-F238E27FC236}">
                            <a16:creationId xmlns:a16="http://schemas.microsoft.com/office/drawing/2014/main" id="{DFC82A3A-0A2D-4C91-9164-E53833C359F6}"/>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2" name="Background" hidden="1">
            <a:extLst>
              <a:ext uri="{FF2B5EF4-FFF2-40B4-BE49-F238E27FC236}">
                <a16:creationId xmlns:a16="http://schemas.microsoft.com/office/drawing/2014/main" id="{108DE052-9238-470A-B7A3-D8EB461E3CEB}"/>
              </a:ext>
            </a:extLst>
          </p:cNvPr>
          <p:cNvSpPr/>
          <p:nvPr>
            <p:custDataLst>
              <p:tags r:id="rId2"/>
            </p:custDataLst>
          </p:nvPr>
        </p:nvSpPr>
        <p:spPr>
          <a:xfrm>
            <a:off x="0" y="0"/>
            <a:ext cx="158750" cy="158750"/>
          </a:xfrm>
          <a:prstGeom prst="rect">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algn="ctr">
              <a:spcBef>
                <a:spcPct val="0"/>
              </a:spcBef>
              <a:spcAft>
                <a:spcPct val="0"/>
              </a:spcAft>
            </a:pPr>
            <a:endParaRPr lang="en-US" sz="4400" b="1" err="1">
              <a:solidFill>
                <a:schemeClr val="bg1"/>
              </a:solidFill>
              <a:latin typeface="Georgia" panose="02040502050405020303" pitchFamily="18" charset="0"/>
              <a:ea typeface="+mj-ea"/>
              <a:cs typeface="+mj-cs"/>
              <a:sym typeface="Georgia" panose="02040502050405020303" pitchFamily="18" charset="0"/>
            </a:endParaRPr>
          </a:p>
        </p:txBody>
      </p:sp>
      <p:sp>
        <p:nvSpPr>
          <p:cNvPr id="14" name="Documenttype">
            <a:extLst>
              <a:ext uri="{FF2B5EF4-FFF2-40B4-BE49-F238E27FC236}">
                <a16:creationId xmlns:a16="http://schemas.microsoft.com/office/drawing/2014/main" id="{7835DA42-CBF3-4299-9CD7-2662B8C52E8E}"/>
              </a:ext>
            </a:extLst>
          </p:cNvPr>
          <p:cNvSpPr>
            <a:spLocks noGrp="1"/>
          </p:cNvSpPr>
          <p:nvPr>
            <p:ph type="body" sz="quarter" idx="13"/>
            <p:custDataLst>
              <p:tags r:id="rId3"/>
            </p:custDataLst>
          </p:nvPr>
        </p:nvSpPr>
        <p:spPr/>
        <p:txBody>
          <a:bodyPr/>
          <a:lstStyle/>
          <a:p>
            <a:r>
              <a:rPr lang="en-US" dirty="0"/>
              <a:t>July 22, 2026</a:t>
            </a:r>
          </a:p>
        </p:txBody>
      </p:sp>
      <p:sp>
        <p:nvSpPr>
          <p:cNvPr id="13" name="Subtitle">
            <a:extLst>
              <a:ext uri="{FF2B5EF4-FFF2-40B4-BE49-F238E27FC236}">
                <a16:creationId xmlns:a16="http://schemas.microsoft.com/office/drawing/2014/main" id="{507EE703-C870-469C-8AF6-3299EC835F50}"/>
              </a:ext>
            </a:extLst>
          </p:cNvPr>
          <p:cNvSpPr>
            <a:spLocks noGrp="1"/>
          </p:cNvSpPr>
          <p:nvPr>
            <p:ph type="subTitle" idx="1"/>
            <p:custDataLst>
              <p:tags r:id="rId4"/>
            </p:custDataLst>
          </p:nvPr>
        </p:nvSpPr>
        <p:spPr/>
        <p:txBody>
          <a:bodyPr/>
          <a:lstStyle/>
          <a:p>
            <a:r>
              <a:rPr lang="en-US"/>
              <a:t>Discussion document</a:t>
            </a:r>
          </a:p>
        </p:txBody>
      </p:sp>
      <p:sp>
        <p:nvSpPr>
          <p:cNvPr id="4" name="Title">
            <a:extLst>
              <a:ext uri="{FF2B5EF4-FFF2-40B4-BE49-F238E27FC236}">
                <a16:creationId xmlns:a16="http://schemas.microsoft.com/office/drawing/2014/main" id="{FA5D4630-F7DD-45DE-8B28-13C4C3DDAD21}"/>
              </a:ext>
            </a:extLst>
          </p:cNvPr>
          <p:cNvSpPr>
            <a:spLocks noGrp="1"/>
          </p:cNvSpPr>
          <p:nvPr>
            <p:ph type="title"/>
            <p:custDataLst>
              <p:tags r:id="rId5"/>
            </p:custDataLst>
          </p:nvPr>
        </p:nvSpPr>
        <p:spPr/>
        <p:txBody>
          <a:bodyPr vert="horz">
            <a:normAutofit/>
          </a:bodyPr>
          <a:lstStyle/>
          <a:p>
            <a:r>
              <a:rPr lang="en-US" dirty="0"/>
              <a:t>AI domain prioritization and org blueprint </a:t>
            </a:r>
          </a:p>
        </p:txBody>
      </p:sp>
      <p:pic>
        <p:nvPicPr>
          <p:cNvPr id="26" name="Picture 2">
            <a:extLst>
              <a:ext uri="{FF2B5EF4-FFF2-40B4-BE49-F238E27FC236}">
                <a16:creationId xmlns:a16="http://schemas.microsoft.com/office/drawing/2014/main" id="{8D51E193-B1E8-2A25-BE1D-03596C9C8512}"/>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551942" y="4895850"/>
            <a:ext cx="1862908" cy="493380"/>
          </a:xfrm>
          <a:prstGeom prst="rect">
            <a:avLst/>
          </a:prstGeom>
          <a:noFill/>
          <a:extLst>
            <a:ext uri="{909E8E84-426E-40DD-AFC4-6F175D3DCCD1}">
              <a14:hiddenFill xmlns:a14="http://schemas.microsoft.com/office/drawing/2010/main">
                <a:solidFill>
                  <a:srgbClr val="FFFFFF"/>
                </a:solidFill>
              </a14:hiddenFill>
            </a:ext>
          </a:extLst>
        </p:spPr>
      </p:pic>
      <p:sp>
        <p:nvSpPr>
          <p:cNvPr id="27"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301519062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5228F5-1095-0135-8943-AE2E6911147B}"/>
            </a:ext>
          </a:extLst>
        </p:cNvPr>
        <p:cNvGrpSpPr/>
        <p:nvPr/>
      </p:nvGrpSpPr>
      <p:grpSpPr>
        <a:xfrm>
          <a:off x="0" y="0"/>
          <a:ext cx="0" cy="0"/>
          <a:chOff x="0" y="0"/>
          <a:chExt cx="0" cy="0"/>
        </a:xfrm>
      </p:grpSpPr>
      <p:graphicFrame>
        <p:nvGraphicFramePr>
          <p:cNvPr id="31" name="Object 2" hidden="1">
            <a:extLst>
              <a:ext uri="{FF2B5EF4-FFF2-40B4-BE49-F238E27FC236}">
                <a16:creationId xmlns:a16="http://schemas.microsoft.com/office/drawing/2014/main" id="{015E0E99-84EE-5540-B7A6-C42D47C89E70}"/>
              </a:ext>
            </a:extLst>
          </p:cNvPr>
          <p:cNvGraphicFramePr>
            <a:graphicFrameLocks noChangeAspect="1"/>
          </p:cNvGraphicFramePr>
          <p:nvPr>
            <p:custDataLst>
              <p:tags r:id="rId1"/>
            </p:custDataLst>
            <p:extLst>
              <p:ext uri="{D42A27DB-BD31-4B8C-83A1-F6EECF244321}">
                <p14:modId xmlns:p14="http://schemas.microsoft.com/office/powerpoint/2010/main" val="212363263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428" imgH="428" progId="TCLayout.ActiveDocument.1">
                  <p:embed/>
                </p:oleObj>
              </mc:Choice>
              <mc:Fallback>
                <p:oleObj name="think-cell Slide" r:id="rId9" imgW="428" imgH="428" progId="TCLayout.ActiveDocument.1">
                  <p:embed/>
                  <p:pic>
                    <p:nvPicPr>
                      <p:cNvPr id="31" name="Object 2" hidden="1">
                        <a:extLst>
                          <a:ext uri="{FF2B5EF4-FFF2-40B4-BE49-F238E27FC236}">
                            <a16:creationId xmlns:a16="http://schemas.microsoft.com/office/drawing/2014/main" id="{015E0E99-84EE-5540-B7A6-C42D47C89E70}"/>
                          </a:ext>
                        </a:extLst>
                      </p:cNvPr>
                      <p:cNvPicPr/>
                      <p:nvPr/>
                    </p:nvPicPr>
                    <p:blipFill>
                      <a:blip r:embed="rId10"/>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4941565-BFF6-527C-DB0D-6F65E38AE702}"/>
              </a:ext>
            </a:extLst>
          </p:cNvPr>
          <p:cNvSpPr>
            <a:spLocks noGrp="1"/>
          </p:cNvSpPr>
          <p:nvPr>
            <p:ph type="title"/>
            <p:custDataLst>
              <p:tags r:id="rId2"/>
            </p:custDataLst>
          </p:nvPr>
        </p:nvSpPr>
        <p:spPr/>
        <p:txBody>
          <a:bodyPr vert="horz"/>
          <a:lstStyle/>
          <a:p>
            <a:r>
              <a:rPr lang="en-US" dirty="0"/>
              <a:t>TU is at an inflection point to identify </a:t>
            </a:r>
            <a:r>
              <a:rPr lang="en-US" dirty="0">
                <a:solidFill>
                  <a:srgbClr val="000000"/>
                </a:solidFill>
              </a:rPr>
              <a:t>and focus where AI creates value and build the organization to deliver it</a:t>
            </a:r>
            <a:endParaRPr b="1" dirty="0">
              <a:solidFill>
                <a:srgbClr val="000000"/>
              </a:solidFill>
            </a:endParaRPr>
          </a:p>
        </p:txBody>
      </p:sp>
      <p:sp>
        <p:nvSpPr>
          <p:cNvPr id="3" name="TextBox 2">
            <a:extLst>
              <a:ext uri="{FF2B5EF4-FFF2-40B4-BE49-F238E27FC236}">
                <a16:creationId xmlns:a16="http://schemas.microsoft.com/office/drawing/2014/main" id="{559F8C83-C6EA-1407-195E-64F51419E49B}"/>
              </a:ext>
            </a:extLst>
          </p:cNvPr>
          <p:cNvSpPr txBox="1">
            <a:spLocks/>
          </p:cNvSpPr>
          <p:nvPr/>
        </p:nvSpPr>
        <p:spPr>
          <a:xfrm>
            <a:off x="557784" y="1093088"/>
            <a:ext cx="11082528" cy="512063"/>
          </a:xfrm>
          <a:prstGeom prst="rect">
            <a:avLst/>
          </a:prstGeom>
          <a:noFill/>
        </p:spPr>
        <p:txBody>
          <a:bodyPr wrap="square" lIns="0" tIns="0" rIns="0" bIns="0" anchor="t">
            <a:noAutofit/>
          </a:bodyPr>
          <a:lstStyle/>
          <a:p>
            <a:pPr>
              <a:lnSpc>
                <a:spcPct val="108000"/>
              </a:lnSpc>
              <a:spcBef>
                <a:spcPts val="600"/>
              </a:spcBef>
              <a:spcAft>
                <a:spcPts val="300"/>
              </a:spcAft>
            </a:pPr>
            <a:r>
              <a:rPr lang="en-US" sz="1600" dirty="0">
                <a:solidFill>
                  <a:srgbClr val="000000"/>
                </a:solidFill>
              </a:rPr>
              <a:t>TU has evolved from a credit bureau, to a product company, and now to a </a:t>
            </a:r>
            <a:r>
              <a:rPr lang="en-US" sz="1600" b="1" dirty="0">
                <a:solidFill>
                  <a:srgbClr val="000000"/>
                </a:solidFill>
              </a:rPr>
              <a:t>platform organization with “thin products on thick platforms“. It has also embarked on its AI journey</a:t>
            </a:r>
            <a:r>
              <a:rPr lang="en-US" sz="1600" dirty="0">
                <a:solidFill>
                  <a:srgbClr val="000000"/>
                </a:solidFill>
              </a:rPr>
              <a:t>, albeit still early in pockets. Two </a:t>
            </a:r>
            <a:r>
              <a:rPr lang="en-US" sz="1600" dirty="0"/>
              <a:t>tracks</a:t>
            </a:r>
            <a:r>
              <a:rPr lang="en-US" sz="1600" dirty="0">
                <a:solidFill>
                  <a:srgbClr val="E33B3B"/>
                </a:solidFill>
              </a:rPr>
              <a:t> </a:t>
            </a:r>
            <a:r>
              <a:rPr lang="en-US" sz="1600" dirty="0">
                <a:solidFill>
                  <a:srgbClr val="000000"/>
                </a:solidFill>
              </a:rPr>
              <a:t>follow from here: </a:t>
            </a:r>
          </a:p>
        </p:txBody>
      </p:sp>
      <p:sp>
        <p:nvSpPr>
          <p:cNvPr id="29" name="TextBox 28">
            <a:extLst>
              <a:ext uri="{FF2B5EF4-FFF2-40B4-BE49-F238E27FC236}">
                <a16:creationId xmlns:a16="http://schemas.microsoft.com/office/drawing/2014/main" id="{860E5D85-AEDE-FFFF-D5D9-DA30DB421FBB}"/>
              </a:ext>
            </a:extLst>
          </p:cNvPr>
          <p:cNvSpPr txBox="1"/>
          <p:nvPr/>
        </p:nvSpPr>
        <p:spPr>
          <a:xfrm>
            <a:off x="612957" y="6332543"/>
            <a:ext cx="11082528" cy="261610"/>
          </a:xfrm>
          <a:prstGeom prst="rect">
            <a:avLst/>
          </a:prstGeom>
          <a:noFill/>
        </p:spPr>
        <p:txBody>
          <a:bodyPr wrap="square" lIns="0" tIns="0" rIns="0" bIns="0" anchor="t">
            <a:spAutoFit/>
          </a:bodyPr>
          <a:lstStyle/>
          <a:p>
            <a:pPr algn="l"/>
            <a:r>
              <a:rPr sz="850" b="0" i="0" dirty="0">
                <a:solidFill>
                  <a:srgbClr val="63666A"/>
                </a:solidFill>
                <a:latin typeface="Arial"/>
              </a:rPr>
              <a:t>1. </a:t>
            </a:r>
            <a:r>
              <a:rPr lang="en-US" sz="850" b="0" i="0" dirty="0">
                <a:solidFill>
                  <a:srgbClr val="63666A"/>
                </a:solidFill>
                <a:latin typeface="Arial"/>
              </a:rPr>
              <a:t>A domain is one unit of transformation (an end-to-end journey, workflow, or function reimagined as a whole, not use case by use case) that (i) holds a meaningful value pool, with material upside in revenue, cost, risk, or customer experience, and (ii) is big enough to matter and specific enough to own, with one accountable owner, a measurable baseline, and a sequenced roadmap.</a:t>
            </a:r>
            <a:endParaRPr sz="850" b="0" i="0" dirty="0">
              <a:solidFill>
                <a:srgbClr val="63666A"/>
              </a:solidFill>
              <a:latin typeface="Arial"/>
            </a:endParaRPr>
          </a:p>
        </p:txBody>
      </p:sp>
      <p:sp>
        <p:nvSpPr>
          <p:cNvPr id="105" name="TextBox 104">
            <a:extLst>
              <a:ext uri="{FF2B5EF4-FFF2-40B4-BE49-F238E27FC236}">
                <a16:creationId xmlns:a16="http://schemas.microsoft.com/office/drawing/2014/main" id="{0BD6BC06-DC88-41F1-910B-B848E5DD50F4}"/>
              </a:ext>
            </a:extLst>
          </p:cNvPr>
          <p:cNvSpPr txBox="1"/>
          <p:nvPr/>
        </p:nvSpPr>
        <p:spPr>
          <a:xfrm>
            <a:off x="832104" y="1880921"/>
            <a:ext cx="11082528" cy="1425198"/>
          </a:xfrm>
          <a:prstGeom prst="rect">
            <a:avLst/>
          </a:prstGeom>
          <a:noFill/>
        </p:spPr>
        <p:txBody>
          <a:bodyPr wrap="square" lIns="0" tIns="0" rIns="0" bIns="0" anchor="t">
            <a:spAutoFit/>
          </a:bodyPr>
          <a:lstStyle/>
          <a:p>
            <a:pPr marL="342900" indent="-342900">
              <a:lnSpc>
                <a:spcPct val="108000"/>
              </a:lnSpc>
              <a:spcBef>
                <a:spcPts val="600"/>
              </a:spcBef>
              <a:spcAft>
                <a:spcPts val="300"/>
              </a:spcAft>
              <a:buFont typeface="+mj-lt"/>
              <a:buAutoNum type="arabicPeriod"/>
            </a:pPr>
            <a:r>
              <a:rPr lang="en-US" sz="1600" b="1" dirty="0">
                <a:solidFill>
                  <a:srgbClr val="000000"/>
                </a:solidFill>
              </a:rPr>
              <a:t>Top-down identification and prioritization of key domains</a:t>
            </a:r>
            <a:r>
              <a:rPr lang="en-US" sz="1600" b="1" baseline="30000" dirty="0">
                <a:solidFill>
                  <a:srgbClr val="000000"/>
                </a:solidFill>
              </a:rPr>
              <a:t>1</a:t>
            </a:r>
            <a:r>
              <a:rPr lang="en-US" sz="1600" b="1" dirty="0">
                <a:solidFill>
                  <a:srgbClr val="000000"/>
                </a:solidFill>
              </a:rPr>
              <a:t> for AI-led reimagination</a:t>
            </a:r>
            <a:r>
              <a:rPr lang="en-US" sz="1600" dirty="0">
                <a:solidFill>
                  <a:srgbClr val="000000"/>
                </a:solidFill>
              </a:rPr>
              <a:t> that typically hold 40–50% of the enterprise value at stake. TU leadership has begun an inventory of AI initiatives; the next step is to cluster them into E2E domains and to assess, size, and prioritize where to focus</a:t>
            </a:r>
          </a:p>
          <a:p>
            <a:pPr marL="342900" indent="-342900">
              <a:lnSpc>
                <a:spcPct val="108000"/>
              </a:lnSpc>
              <a:spcBef>
                <a:spcPts val="600"/>
              </a:spcBef>
              <a:spcAft>
                <a:spcPts val="300"/>
              </a:spcAft>
              <a:buFont typeface="+mj-lt"/>
              <a:buAutoNum type="arabicPeriod"/>
            </a:pPr>
            <a:r>
              <a:rPr lang="en-US" sz="1600" b="1" dirty="0">
                <a:solidFill>
                  <a:srgbClr val="000000"/>
                </a:solidFill>
              </a:rPr>
              <a:t>Designing the organization of the future </a:t>
            </a:r>
            <a:r>
              <a:rPr lang="en-US" sz="1600" dirty="0">
                <a:solidFill>
                  <a:srgbClr val="000000"/>
                </a:solidFill>
              </a:rPr>
              <a:t>to solidify the new ways of working and keep pace with what it is becoming, a global-platforms company. </a:t>
            </a:r>
          </a:p>
        </p:txBody>
      </p:sp>
      <p:sp>
        <p:nvSpPr>
          <p:cNvPr id="106" name="TextBox 105">
            <a:extLst>
              <a:ext uri="{FF2B5EF4-FFF2-40B4-BE49-F238E27FC236}">
                <a16:creationId xmlns:a16="http://schemas.microsoft.com/office/drawing/2014/main" id="{E8CF6BE3-29A2-26B3-4313-66C66D94BB94}"/>
              </a:ext>
            </a:extLst>
          </p:cNvPr>
          <p:cNvSpPr txBox="1">
            <a:spLocks/>
          </p:cNvSpPr>
          <p:nvPr/>
        </p:nvSpPr>
        <p:spPr>
          <a:xfrm>
            <a:off x="557784" y="3566160"/>
            <a:ext cx="11082528" cy="854080"/>
          </a:xfrm>
          <a:prstGeom prst="rect">
            <a:avLst/>
          </a:prstGeom>
          <a:noFill/>
        </p:spPr>
        <p:txBody>
          <a:bodyPr wrap="square" lIns="0" tIns="0" rIns="0" bIns="0" anchor="t">
            <a:noAutofit/>
          </a:bodyPr>
          <a:lstStyle/>
          <a:p>
            <a:pPr>
              <a:spcBef>
                <a:spcPts val="600"/>
              </a:spcBef>
              <a:spcAft>
                <a:spcPts val="300"/>
              </a:spcAft>
            </a:pPr>
            <a:r>
              <a:rPr lang="en-US" sz="1600" b="1" dirty="0"/>
              <a:t>These are two mutually reinforcing tracks </a:t>
            </a:r>
            <a:r>
              <a:rPr lang="en-US" sz="1600" dirty="0"/>
              <a:t>- transform the highest value AI domains, reconfigure workforce (roles and skills) within those domains, and use this learning to continuously refine and evolve the future-ready workforce view</a:t>
            </a:r>
          </a:p>
          <a:p>
            <a:pPr>
              <a:spcBef>
                <a:spcPts val="600"/>
              </a:spcBef>
              <a:spcAft>
                <a:spcPts val="300"/>
              </a:spcAft>
            </a:pPr>
            <a:r>
              <a:rPr lang="en-US" sz="1600" b="1" dirty="0"/>
              <a:t>Today we’ll align on the questions each track must answer </a:t>
            </a:r>
            <a:r>
              <a:rPr lang="en-US" sz="1600" dirty="0"/>
              <a:t>and the journey ahead for the next quarter (~3 months)  </a:t>
            </a:r>
          </a:p>
        </p:txBody>
      </p:sp>
      <p:sp>
        <p:nvSpPr>
          <p:cNvPr id="107" name="ReviewSticky"/>
          <p:cNvSpPr/>
          <p:nvPr/>
        </p:nvSpPr>
        <p:spPr>
          <a:xfrm>
            <a:off x="9555480" y="36576"/>
            <a:ext cx="2606040" cy="7772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CHANGED: killed the five-front chips per your note; Track 2 sentence no longer says 'spans five fronts' (structure now lives on the new p3 placemat); interlock text moved up.</a:t>
            </a:r>
          </a:p>
        </p:txBody>
      </p:sp>
    </p:spTree>
    <p:extLst>
      <p:ext uri="{BB962C8B-B14F-4D97-AF65-F5344CB8AC3E}">
        <p14:creationId xmlns:p14="http://schemas.microsoft.com/office/powerpoint/2010/main" val="29668559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hink-cell data - do not delete" hidden="1">
            <a:extLst>
              <a:ext uri="{FF2B5EF4-FFF2-40B4-BE49-F238E27FC236}">
                <a16:creationId xmlns:a16="http://schemas.microsoft.com/office/drawing/2014/main" id="{851A58C7-FD5D-B888-8A0F-7C280A0B8CEC}"/>
              </a:ext>
            </a:extLst>
          </p:cNvPr>
          <p:cNvGraphicFramePr>
            <a:graphicFrameLocks noChangeAspect="1"/>
          </p:cNvGraphicFramePr>
          <p:nvPr>
            <p:custDataLst>
              <p:tags r:id="rId1"/>
            </p:custDataLst>
            <p:extLst>
              <p:ext uri="{D42A27DB-BD31-4B8C-83A1-F6EECF244321}">
                <p14:modId xmlns:p14="http://schemas.microsoft.com/office/powerpoint/2010/main" val="188789001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0" imgW="428" imgH="428" progId="TCLayout.ActiveDocument.1">
                  <p:embed/>
                </p:oleObj>
              </mc:Choice>
              <mc:Fallback>
                <p:oleObj name="think-cell Slide" r:id="rId20" imgW="428" imgH="428" progId="TCLayout.ActiveDocument.1">
                  <p:embed/>
                  <p:pic>
                    <p:nvPicPr>
                      <p:cNvPr id="5" name="think-cell data - do not delete" hidden="1">
                        <a:extLst>
                          <a:ext uri="{FF2B5EF4-FFF2-40B4-BE49-F238E27FC236}">
                            <a16:creationId xmlns:a16="http://schemas.microsoft.com/office/drawing/2014/main" id="{851A58C7-FD5D-B888-8A0F-7C280A0B8CEC}"/>
                          </a:ext>
                        </a:extLst>
                      </p:cNvPr>
                      <p:cNvPicPr/>
                      <p:nvPr/>
                    </p:nvPicPr>
                    <p:blipFill>
                      <a:blip r:embed="rId21"/>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B50F98EA-8C01-2A67-5B77-C6DF5130314C}"/>
              </a:ext>
            </a:extLst>
          </p:cNvPr>
          <p:cNvSpPr>
            <a:spLocks noGrp="1"/>
          </p:cNvSpPr>
          <p:nvPr>
            <p:ph type="title"/>
            <p:custDataLst>
              <p:tags r:id="rId2"/>
            </p:custDataLst>
          </p:nvPr>
        </p:nvSpPr>
        <p:spPr/>
        <p:txBody>
          <a:bodyPr/>
          <a:lstStyle/>
          <a:p>
            <a:r>
              <a:t>One journey, two connected tracks: prioritize the AI domains and build the organization to deliver them</a:t>
            </a:r>
            <a:endParaRPr lang="en-US"/>
          </a:p>
        </p:txBody>
      </p:sp>
      <p:sp>
        <p:nvSpPr>
          <p:cNvPr id="6" name="Rounded Rectangle 5"/>
          <p:cNvSpPr/>
          <p:nvPr/>
        </p:nvSpPr>
        <p:spPr>
          <a:xfrm>
            <a:off x="502920" y="932688"/>
            <a:ext cx="5120640" cy="402336"/>
          </a:xfrm>
          <a:prstGeom prst="roundRect">
            <a:avLst>
              <a:gd name="adj" fmla="val 5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lnSpc>
                <a:spcPct val="100000"/>
              </a:lnSpc>
            </a:pPr>
            <a:r>
              <a:rPr sz="1300" b="1" i="0">
                <a:solidFill>
                  <a:srgbClr val="FFFFFF"/>
                </a:solidFill>
                <a:latin typeface="Arial"/>
              </a:rPr>
              <a:t>AI domain prioritization and value roadmap</a:t>
            </a:r>
          </a:p>
        </p:txBody>
      </p:sp>
      <p:sp>
        <p:nvSpPr>
          <p:cNvPr id="7" name="Rounded Rectangle 6"/>
          <p:cNvSpPr/>
          <p:nvPr/>
        </p:nvSpPr>
        <p:spPr>
          <a:xfrm>
            <a:off x="5989320" y="932688"/>
            <a:ext cx="5696712" cy="40233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lnSpc>
                <a:spcPct val="100000"/>
              </a:lnSpc>
            </a:pPr>
            <a:r>
              <a:rPr sz="1300" b="1" i="0">
                <a:solidFill>
                  <a:srgbClr val="FFFFFF"/>
                </a:solidFill>
                <a:latin typeface="Arial"/>
              </a:rPr>
              <a:t>Organization of the future</a:t>
            </a:r>
          </a:p>
        </p:txBody>
      </p:sp>
      <p:sp>
        <p:nvSpPr>
          <p:cNvPr id="8" name="Oval 7"/>
          <p:cNvSpPr/>
          <p:nvPr/>
        </p:nvSpPr>
        <p:spPr>
          <a:xfrm>
            <a:off x="5632704" y="969264"/>
            <a:ext cx="329184" cy="329184"/>
          </a:xfrm>
          <a:prstGeom prst="ellipse">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500" b="1" i="0">
                <a:solidFill>
                  <a:srgbClr val="2251FF"/>
                </a:solidFill>
                <a:latin typeface="Arial"/>
              </a:rPr>
              <a:t>+</a:t>
            </a:r>
          </a:p>
        </p:txBody>
      </p:sp>
      <p:sp>
        <p:nvSpPr>
          <p:cNvPr id="9" name="Rounded Rectangle 8"/>
          <p:cNvSpPr/>
          <p:nvPr/>
        </p:nvSpPr>
        <p:spPr>
          <a:xfrm>
            <a:off x="502920" y="1408176"/>
            <a:ext cx="5120640" cy="4498848"/>
          </a:xfrm>
          <a:prstGeom prst="roundRect">
            <a:avLst>
              <a:gd name="adj" fmla="val 3000"/>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89320" y="1408176"/>
            <a:ext cx="5696712" cy="4498848"/>
          </a:xfrm>
          <a:prstGeom prst="roundRect">
            <a:avLst>
              <a:gd name="adj" fmla="val 3000"/>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58368" y="1517904"/>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Inventory AI initiatives and ideas bottom-up</a:t>
            </a:r>
          </a:p>
          <a:p>
            <a:pPr algn="l">
              <a:lnSpc>
                <a:spcPct val="95000"/>
              </a:lnSpc>
              <a:spcBef>
                <a:spcPts val="200"/>
              </a:spcBef>
            </a:pPr>
            <a:r>
              <a:rPr sz="950" b="0" i="0">
                <a:solidFill>
                  <a:srgbClr val="000000"/>
                </a:solidFill>
                <a:latin typeface="Arial"/>
              </a:rPr>
              <a:t>Capture initiatives and ideas from every function; cluster into E2E domains where material value is at stake</a:t>
            </a:r>
          </a:p>
        </p:txBody>
      </p:sp>
      <p:sp>
        <p:nvSpPr>
          <p:cNvPr id="12" name="Rounded Rectangle 11"/>
          <p:cNvSpPr/>
          <p:nvPr/>
        </p:nvSpPr>
        <p:spPr>
          <a:xfrm>
            <a:off x="658368" y="2249424"/>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Establish a detailed baseline</a:t>
            </a:r>
          </a:p>
          <a:p>
            <a:pPr algn="l">
              <a:lnSpc>
                <a:spcPct val="95000"/>
              </a:lnSpc>
              <a:spcBef>
                <a:spcPts val="200"/>
              </a:spcBef>
            </a:pPr>
            <a:r>
              <a:rPr sz="950" b="0" i="0">
                <a:solidFill>
                  <a:srgbClr val="000000"/>
                </a:solidFill>
                <a:latin typeface="Arial"/>
              </a:rPr>
              <a:t>Current state of each domain including process flow, personnel, performance (e.g., FTE utilization, SLA attainment)</a:t>
            </a:r>
          </a:p>
        </p:txBody>
      </p:sp>
      <p:sp>
        <p:nvSpPr>
          <p:cNvPr id="13" name="Rounded Rectangle 12"/>
          <p:cNvSpPr/>
          <p:nvPr/>
        </p:nvSpPr>
        <p:spPr>
          <a:xfrm>
            <a:off x="658368" y="2980944"/>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Develop prioritization framework</a:t>
            </a:r>
          </a:p>
          <a:p>
            <a:pPr algn="l">
              <a:lnSpc>
                <a:spcPct val="95000"/>
              </a:lnSpc>
              <a:spcBef>
                <a:spcPts val="200"/>
              </a:spcBef>
            </a:pPr>
            <a:r>
              <a:rPr sz="950" b="0" i="0">
                <a:solidFill>
                  <a:srgbClr val="000000"/>
                </a:solidFill>
                <a:latin typeface="Arial"/>
              </a:rPr>
              <a:t>Criteria and weightings agreed with leadership before any domain is scored</a:t>
            </a:r>
          </a:p>
        </p:txBody>
      </p:sp>
      <p:sp>
        <p:nvSpPr>
          <p:cNvPr id="14" name="Rounded Rectangle 13"/>
          <p:cNvSpPr/>
          <p:nvPr/>
        </p:nvSpPr>
        <p:spPr>
          <a:xfrm>
            <a:off x="658368" y="3712463"/>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Assess impact</a:t>
            </a:r>
          </a:p>
          <a:p>
            <a:pPr algn="l">
              <a:lnSpc>
                <a:spcPct val="95000"/>
              </a:lnSpc>
              <a:spcBef>
                <a:spcPts val="200"/>
              </a:spcBef>
            </a:pPr>
            <a:r>
              <a:rPr sz="950" b="0" i="0">
                <a:solidFill>
                  <a:srgbClr val="000000"/>
                </a:solidFill>
                <a:latin typeface="Arial"/>
              </a:rPr>
              <a:t>Scoring of every domain on AI impact potential, strategic readiness, and feasibility, using the agreed criteria</a:t>
            </a:r>
          </a:p>
        </p:txBody>
      </p:sp>
      <p:sp>
        <p:nvSpPr>
          <p:cNvPr id="15" name="Rounded Rectangle 14"/>
          <p:cNvSpPr/>
          <p:nvPr/>
        </p:nvSpPr>
        <p:spPr>
          <a:xfrm>
            <a:off x="658368" y="4443983"/>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Develop a heatmap scorecard</a:t>
            </a:r>
          </a:p>
          <a:p>
            <a:pPr algn="l">
              <a:lnSpc>
                <a:spcPct val="95000"/>
              </a:lnSpc>
              <a:spcBef>
                <a:spcPts val="200"/>
              </a:spcBef>
            </a:pPr>
            <a:r>
              <a:rPr sz="950" b="0" i="0">
                <a:solidFill>
                  <a:srgbClr val="000000"/>
                </a:solidFill>
                <a:latin typeface="Arial"/>
              </a:rPr>
              <a:t>Rank-ordering of the domains on value, readiness, and feasibility to identify the priority domains</a:t>
            </a:r>
          </a:p>
        </p:txBody>
      </p:sp>
      <p:sp>
        <p:nvSpPr>
          <p:cNvPr id="16" name="Rounded Rectangle 15"/>
          <p:cNvSpPr/>
          <p:nvPr/>
        </p:nvSpPr>
        <p:spPr>
          <a:xfrm>
            <a:off x="658368" y="5175503"/>
            <a:ext cx="4809744" cy="658368"/>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bIns="36576"/>
          <a:lstStyle/>
          <a:p>
            <a:pPr algn="l">
              <a:lnSpc>
                <a:spcPct val="95000"/>
              </a:lnSpc>
            </a:pPr>
            <a:r>
              <a:rPr sz="1100" b="1" i="0">
                <a:solidFill>
                  <a:srgbClr val="2251FF"/>
                </a:solidFill>
                <a:latin typeface="Arial"/>
              </a:rPr>
              <a:t>Build execution roadmap</a:t>
            </a:r>
          </a:p>
          <a:p>
            <a:pPr algn="l">
              <a:lnSpc>
                <a:spcPct val="95000"/>
              </a:lnSpc>
              <a:spcBef>
                <a:spcPts val="200"/>
              </a:spcBef>
            </a:pPr>
            <a:r>
              <a:rPr sz="950" b="0" i="0">
                <a:solidFill>
                  <a:srgbClr val="000000"/>
                </a:solidFill>
                <a:latin typeface="Arial"/>
              </a:rPr>
              <a:t>Sequenced path for the priority domains, with owners, milestones (e.g., MVP launch), and enabling investments</a:t>
            </a:r>
          </a:p>
        </p:txBody>
      </p:sp>
      <p:sp>
        <p:nvSpPr>
          <p:cNvPr id="17" name="Rounded Rectangle 16"/>
          <p:cNvSpPr/>
          <p:nvPr/>
        </p:nvSpPr>
        <p:spPr>
          <a:xfrm>
            <a:off x="6126480" y="1517904"/>
            <a:ext cx="5422392" cy="2962656"/>
          </a:xfrm>
          <a:prstGeom prst="roundRect">
            <a:avLst>
              <a:gd name="adj" fmla="val 5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91072" y="1591056"/>
            <a:ext cx="5120640" cy="201168"/>
          </a:xfrm>
          <a:prstGeom prst="rect">
            <a:avLst/>
          </a:prstGeom>
          <a:noFill/>
        </p:spPr>
        <p:txBody>
          <a:bodyPr wrap="square" lIns="0" rIns="0" tIns="0" bIns="0">
            <a:spAutoFit/>
          </a:bodyPr>
          <a:lstStyle/>
          <a:p>
            <a:pPr>
              <a:lnSpc>
                <a:spcPct val="100000"/>
              </a:lnSpc>
            </a:pPr>
            <a:r>
              <a:rPr sz="1050" b="1" i="0">
                <a:solidFill>
                  <a:srgbClr val="061F79"/>
                </a:solidFill>
                <a:latin typeface="Arial"/>
              </a:rPr>
              <a:t>ORG DESIGN</a:t>
            </a:r>
            <a:r>
              <a:rPr sz="850" b="0" i="1">
                <a:solidFill>
                  <a:srgbClr val="63666A"/>
                </a:solidFill>
                <a:latin typeface="Arial"/>
              </a:rPr>
              <a:t>   one macro, four levers designed together</a:t>
            </a:r>
          </a:p>
        </p:txBody>
      </p:sp>
      <p:sp>
        <p:nvSpPr>
          <p:cNvPr id="19" name="Rounded Rectangle 18"/>
          <p:cNvSpPr/>
          <p:nvPr/>
        </p:nvSpPr>
        <p:spPr>
          <a:xfrm>
            <a:off x="6272784" y="188366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Org hygiene</a:t>
            </a:r>
          </a:p>
          <a:p>
            <a:pPr algn="l">
              <a:lnSpc>
                <a:spcPct val="95000"/>
              </a:lnSpc>
              <a:spcBef>
                <a:spcPts val="300"/>
              </a:spcBef>
            </a:pPr>
            <a:r>
              <a:rPr sz="900" b="0" i="0">
                <a:solidFill>
                  <a:srgbClr val="000000"/>
                </a:solidFill>
                <a:latin typeface="Arial"/>
              </a:rPr>
              <a:t>Right-size spans, layers, and leadership density</a:t>
            </a:r>
          </a:p>
        </p:txBody>
      </p:sp>
      <p:sp>
        <p:nvSpPr>
          <p:cNvPr id="20" name="Oval 19"/>
          <p:cNvSpPr/>
          <p:nvPr/>
        </p:nvSpPr>
        <p:spPr>
          <a:xfrm>
            <a:off x="6190488" y="180136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1</a:t>
            </a:r>
          </a:p>
        </p:txBody>
      </p:sp>
      <p:sp>
        <p:nvSpPr>
          <p:cNvPr id="21" name="Rounded Rectangle 20"/>
          <p:cNvSpPr/>
          <p:nvPr/>
        </p:nvSpPr>
        <p:spPr>
          <a:xfrm>
            <a:off x="8979408" y="188366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Platform org of the future</a:t>
            </a:r>
          </a:p>
          <a:p>
            <a:pPr algn="l">
              <a:lnSpc>
                <a:spcPct val="95000"/>
              </a:lnSpc>
              <a:spcBef>
                <a:spcPts val="300"/>
              </a:spcBef>
            </a:pPr>
            <a:r>
              <a:rPr sz="900" b="0" i="0">
                <a:solidFill>
                  <a:srgbClr val="000000"/>
                </a:solidFill>
                <a:latin typeface="Arial"/>
              </a:rPr>
              <a:t>Structure for the platform era, not the product era: which archetype fits TU</a:t>
            </a:r>
          </a:p>
        </p:txBody>
      </p:sp>
      <p:sp>
        <p:nvSpPr>
          <p:cNvPr id="22" name="Oval 21"/>
          <p:cNvSpPr/>
          <p:nvPr/>
        </p:nvSpPr>
        <p:spPr>
          <a:xfrm>
            <a:off x="8897112" y="180136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2</a:t>
            </a:r>
          </a:p>
        </p:txBody>
      </p:sp>
      <p:sp>
        <p:nvSpPr>
          <p:cNvPr id="23" name="Rounded Rectangle 22"/>
          <p:cNvSpPr/>
          <p:nvPr/>
        </p:nvSpPr>
        <p:spPr>
          <a:xfrm>
            <a:off x="6272784" y="316382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Future-ready workforce</a:t>
            </a:r>
          </a:p>
          <a:p>
            <a:pPr algn="l">
              <a:lnSpc>
                <a:spcPct val="95000"/>
              </a:lnSpc>
              <a:spcBef>
                <a:spcPts val="300"/>
              </a:spcBef>
            </a:pPr>
            <a:r>
              <a:rPr sz="900" b="0" i="0">
                <a:solidFill>
                  <a:srgbClr val="000000"/>
                </a:solidFill>
                <a:latin typeface="Arial"/>
              </a:rPr>
              <a:t>The AI-era workforce: 3-year talent demand, job family architecture, AI-ready skills</a:t>
            </a:r>
          </a:p>
        </p:txBody>
      </p:sp>
      <p:sp>
        <p:nvSpPr>
          <p:cNvPr id="24" name="Oval 23"/>
          <p:cNvSpPr/>
          <p:nvPr/>
        </p:nvSpPr>
        <p:spPr>
          <a:xfrm>
            <a:off x="6190488" y="308152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3</a:t>
            </a:r>
          </a:p>
        </p:txBody>
      </p:sp>
      <p:sp>
        <p:nvSpPr>
          <p:cNvPr id="25" name="Rounded Rectangle 24"/>
          <p:cNvSpPr/>
          <p:nvPr/>
        </p:nvSpPr>
        <p:spPr>
          <a:xfrm>
            <a:off x="8979408" y="3163824"/>
            <a:ext cx="2432304" cy="1152144"/>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t" wrap="square" lIns="237744" rIns="73152" tIns="54864" bIns="36576"/>
          <a:lstStyle/>
          <a:p>
            <a:pPr algn="l">
              <a:lnSpc>
                <a:spcPct val="95000"/>
              </a:lnSpc>
            </a:pPr>
            <a:r>
              <a:rPr sz="1050" b="1" i="0">
                <a:solidFill>
                  <a:srgbClr val="2251FF"/>
                </a:solidFill>
                <a:latin typeface="Arial"/>
              </a:rPr>
              <a:t>Global location strategy</a:t>
            </a:r>
          </a:p>
          <a:p>
            <a:pPr algn="l">
              <a:lnSpc>
                <a:spcPct val="95000"/>
              </a:lnSpc>
              <a:spcBef>
                <a:spcPts val="300"/>
              </a:spcBef>
            </a:pPr>
            <a:r>
              <a:rPr sz="900" b="0" i="0">
                <a:solidFill>
                  <a:srgbClr val="000000"/>
                </a:solidFill>
                <a:latin typeface="Arial"/>
              </a:rPr>
              <a:t>The footprint for the future workforce: which roles sit where</a:t>
            </a:r>
          </a:p>
        </p:txBody>
      </p:sp>
      <p:sp>
        <p:nvSpPr>
          <p:cNvPr id="26" name="Oval 25"/>
          <p:cNvSpPr/>
          <p:nvPr/>
        </p:nvSpPr>
        <p:spPr>
          <a:xfrm>
            <a:off x="8897112" y="3081528"/>
            <a:ext cx="256032" cy="256032"/>
          </a:xfrm>
          <a:prstGeom prst="ellipse">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lnSpc>
                <a:spcPct val="100000"/>
              </a:lnSpc>
            </a:pPr>
            <a:r>
              <a:rPr sz="1000" b="1" i="0">
                <a:solidFill>
                  <a:srgbClr val="FFFFFF"/>
                </a:solidFill>
                <a:latin typeface="Arial"/>
              </a:rPr>
              <a:t>4</a:t>
            </a:r>
          </a:p>
        </p:txBody>
      </p:sp>
      <p:sp>
        <p:nvSpPr>
          <p:cNvPr id="27" name="Rounded Rectangle 26"/>
          <p:cNvSpPr/>
          <p:nvPr/>
        </p:nvSpPr>
        <p:spPr>
          <a:xfrm>
            <a:off x="6126480" y="4590288"/>
            <a:ext cx="2651760" cy="1188720"/>
          </a:xfrm>
          <a:prstGeom prst="roundRect">
            <a:avLst>
              <a:gd name="adj" fmla="val 8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64008" bIns="36576"/>
          <a:lstStyle/>
          <a:p>
            <a:pPr algn="l">
              <a:lnSpc>
                <a:spcPct val="95000"/>
              </a:lnSpc>
            </a:pPr>
            <a:r>
              <a:rPr sz="1050" b="1" i="0">
                <a:solidFill>
                  <a:srgbClr val="061F79"/>
                </a:solidFill>
                <a:latin typeface="Arial"/>
              </a:rPr>
              <a:t>SKILLS</a:t>
            </a:r>
          </a:p>
          <a:p>
            <a:pPr algn="l">
              <a:lnSpc>
                <a:spcPct val="95000"/>
              </a:lnSpc>
              <a:spcBef>
                <a:spcPts val="300"/>
              </a:spcBef>
            </a:pPr>
            <a:r>
              <a:rPr sz="900" b="0" i="0">
                <a:solidFill>
                  <a:srgbClr val="000000"/>
                </a:solidFill>
                <a:latin typeface="Arial"/>
              </a:rPr>
              <a:t>Skills to enable the agentic organization: what TU needs, where to source them, and the capability plan</a:t>
            </a:r>
          </a:p>
        </p:txBody>
      </p:sp>
      <p:sp>
        <p:nvSpPr>
          <p:cNvPr id="28" name="Rounded Rectangle 27"/>
          <p:cNvSpPr/>
          <p:nvPr/>
        </p:nvSpPr>
        <p:spPr>
          <a:xfrm>
            <a:off x="8897112" y="4590288"/>
            <a:ext cx="2651760" cy="1188720"/>
          </a:xfrm>
          <a:prstGeom prst="roundRect">
            <a:avLst>
              <a:gd name="adj" fmla="val 8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tIns="64008" bIns="36576"/>
          <a:lstStyle/>
          <a:p>
            <a:pPr algn="l">
              <a:lnSpc>
                <a:spcPct val="95000"/>
              </a:lnSpc>
            </a:pPr>
            <a:r>
              <a:rPr sz="1050" b="1" i="0">
                <a:solidFill>
                  <a:srgbClr val="061F79"/>
                </a:solidFill>
                <a:latin typeface="Arial"/>
              </a:rPr>
              <a:t>CULTURE</a:t>
            </a:r>
          </a:p>
          <a:p>
            <a:pPr algn="l">
              <a:lnSpc>
                <a:spcPct val="95000"/>
              </a:lnSpc>
              <a:spcBef>
                <a:spcPts val="300"/>
              </a:spcBef>
            </a:pPr>
            <a:r>
              <a:rPr sz="900" b="0" i="0">
                <a:solidFill>
                  <a:srgbClr val="000000"/>
                </a:solidFill>
                <a:latin typeface="Arial"/>
              </a:rPr>
              <a:t>The mindset and behavior shifts to make it work, and the change capacity to sustain them</a:t>
            </a:r>
          </a:p>
        </p:txBody>
      </p:sp>
      <p:sp>
        <p:nvSpPr>
          <p:cNvPr id="29" name="Rounded Rectangle 28"/>
          <p:cNvSpPr/>
          <p:nvPr/>
        </p:nvSpPr>
        <p:spPr>
          <a:xfrm>
            <a:off x="502920" y="5943600"/>
            <a:ext cx="11183112" cy="585216"/>
          </a:xfrm>
          <a:prstGeom prst="roundRect">
            <a:avLst>
              <a:gd name="adj" fmla="val 12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28016" bIns="36576"/>
          <a:lstStyle/>
          <a:p>
            <a:pPr algn="l">
              <a:lnSpc>
                <a:spcPct val="100000"/>
              </a:lnSpc>
            </a:pPr>
            <a:r>
              <a:rPr sz="850" b="1" i="0">
                <a:solidFill>
                  <a:srgbClr val="FFFFFF"/>
                </a:solidFill>
                <a:latin typeface="Arial"/>
              </a:rPr>
              <a:t>The two tracks converge in one output, the integrated org of the future: </a:t>
            </a:r>
            <a:r>
              <a:rPr sz="850" b="0" i="0">
                <a:solidFill>
                  <a:srgbClr val="FFFFFF"/>
                </a:solidFill>
                <a:latin typeface="Arial"/>
              </a:rPr>
              <a:t>the target organization structure, spans and layers, size and shape with future agentic roles (e.g., product definers and product builders), the skills to power them, and the global footprint and sourcing mix, informed by the workforce shifts in the priority domains (~60% of TU’s people). </a:t>
            </a:r>
            <a:r>
              <a:rPr sz="850" b="0" i="1">
                <a:solidFill>
                  <a:srgbClr val="FFFFFF"/>
                </a:solidFill>
                <a:latin typeface="Arial"/>
              </a:rPr>
              <a:t>Workforce planning takes an integrated approach across structural, AI/automation, and location levers.</a:t>
            </a:r>
          </a:p>
        </p:txBody>
      </p:sp>
      <p:sp>
        <p:nvSpPr>
          <p:cNvPr id="30" name="ReviewSticky"/>
          <p:cNvSpPr/>
          <p:nvPr/>
        </p:nvSpPr>
        <p:spPr>
          <a:xfrm>
            <a:off x="9555480" y="36576"/>
            <a:ext cx="2606040" cy="10058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REBUILT to your mockup: LHS = six building blocks with descriptions (Jul 17 deck language); RHS = the structure we aligned with Megha (Org design macro with 4 levers + Skills + Culture) in the same card style with the keywords; one output band at bottom = integrated org of the future. Internal shorthand replaced with client-ready language here and on p5–p7.</a:t>
            </a:r>
          </a:p>
        </p:txBody>
      </p:sp>
    </p:spTree>
    <p:extLst>
      <p:ext uri="{BB962C8B-B14F-4D97-AF65-F5344CB8AC3E}">
        <p14:creationId xmlns:p14="http://schemas.microsoft.com/office/powerpoint/2010/main" val="32471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CFFC8DC5-AC4B-4049-9085-CEA8848B29C8}"/>
              </a:ext>
            </a:extLst>
          </p:cNvPr>
          <p:cNvGraphicFramePr>
            <a:graphicFrameLocks noChangeAspect="1"/>
          </p:cNvGraphicFramePr>
          <p:nvPr>
            <p:custDataLst>
              <p:tags r:id="rId1"/>
            </p:custDataLst>
            <p:extLst>
              <p:ext uri="{D42A27DB-BD31-4B8C-83A1-F6EECF244321}">
                <p14:modId xmlns:p14="http://schemas.microsoft.com/office/powerpoint/2010/main" val="11208777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 imgW="395" imgH="394" progId="TCLayout.ActiveDocument.1">
                  <p:embed/>
                </p:oleObj>
              </mc:Choice>
              <mc:Fallback>
                <p:oleObj name="think-cell Slide" r:id="rId8" imgW="395" imgH="394" progId="TCLayout.ActiveDocument.1">
                  <p:embed/>
                  <p:pic>
                    <p:nvPicPr>
                      <p:cNvPr id="5" name="Object 2" hidden="1">
                        <a:extLst>
                          <a:ext uri="{FF2B5EF4-FFF2-40B4-BE49-F238E27FC236}">
                            <a16:creationId xmlns:a16="http://schemas.microsoft.com/office/drawing/2014/main" id="{CFFC8DC5-AC4B-4049-9085-CEA8848B29C8}"/>
                          </a:ext>
                        </a:extLst>
                      </p:cNvPr>
                      <p:cNvPicPr/>
                      <p:nvPr/>
                    </p:nvPicPr>
                    <p:blipFill>
                      <a:blip r:embed="rId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63BA0316-0D9C-4C75-A626-731C8CFBB6B0}"/>
              </a:ext>
            </a:extLst>
          </p:cNvPr>
          <p:cNvSpPr>
            <a:spLocks noGrp="1"/>
          </p:cNvSpPr>
          <p:nvPr>
            <p:ph type="title"/>
            <p:custDataLst>
              <p:tags r:id="rId2"/>
            </p:custDataLst>
          </p:nvPr>
        </p:nvSpPr>
        <p:spPr>
          <a:xfrm>
            <a:off x="554736" y="1411564"/>
            <a:ext cx="3465576" cy="1788951"/>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1: AI Domain prioritization and value roadmap -        </a:t>
            </a:r>
            <a:r>
              <a:rPr lang="en-US" dirty="0">
                <a:solidFill>
                  <a:srgbClr val="000000"/>
                </a:solidFill>
              </a:rPr>
              <a:t>Key questions to be answered</a:t>
            </a:r>
            <a:endParaRPr lang="en-US" dirty="0"/>
          </a:p>
        </p:txBody>
      </p:sp>
      <p:sp>
        <p:nvSpPr>
          <p:cNvPr id="53" name="TextBox 52"/>
          <p:cNvSpPr txBox="1"/>
          <p:nvPr/>
        </p:nvSpPr>
        <p:spPr>
          <a:xfrm>
            <a:off x="4160520" y="457200"/>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1. Identify and cluster domains bottom-up</a:t>
            </a:r>
          </a:p>
        </p:txBody>
      </p:sp>
      <p:sp>
        <p:nvSpPr>
          <p:cNvPr id="54" name="TextBox 53"/>
          <p:cNvSpPr txBox="1"/>
          <p:nvPr/>
        </p:nvSpPr>
        <p:spPr>
          <a:xfrm>
            <a:off x="4361688" y="694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AI initiatives and ideas are in flight or planned across every function (from the AI immersion and an org-wide intake), and how do they cluster into end-to-end domains?</a:t>
            </a:r>
          </a:p>
        </p:txBody>
      </p:sp>
      <p:sp>
        <p:nvSpPr>
          <p:cNvPr id="55" name="TextBox 54"/>
          <p:cNvSpPr txBox="1"/>
          <p:nvPr/>
        </p:nvSpPr>
        <p:spPr>
          <a:xfrm>
            <a:off x="4361688" y="1051560"/>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Which 10–15 candidate domains, anchored in strategic priorities and value pools, hold material value at stake?</a:t>
            </a:r>
          </a:p>
        </p:txBody>
      </p:sp>
      <p:sp>
        <p:nvSpPr>
          <p:cNvPr id="56" name="TextBox 55"/>
          <p:cNvSpPr txBox="1"/>
          <p:nvPr/>
        </p:nvSpPr>
        <p:spPr>
          <a:xfrm>
            <a:off x="4160520" y="1481328"/>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2. Establish detailed baselines</a:t>
            </a:r>
          </a:p>
        </p:txBody>
      </p:sp>
      <p:sp>
        <p:nvSpPr>
          <p:cNvPr id="57" name="TextBox 56"/>
          <p:cNvSpPr txBox="1"/>
          <p:nvPr/>
        </p:nvSpPr>
        <p:spPr>
          <a:xfrm>
            <a:off x="4361688" y="1719072"/>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does each domain run today across people, process, and technology (process flows, headcount, FTE utilization, SLA attainment)?</a:t>
            </a:r>
          </a:p>
        </p:txBody>
      </p:sp>
      <p:sp>
        <p:nvSpPr>
          <p:cNvPr id="58" name="TextBox 57"/>
          <p:cNvSpPr txBox="1"/>
          <p:nvPr/>
        </p:nvSpPr>
        <p:spPr>
          <a:xfrm>
            <a:off x="4361688" y="207568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Where are the highest-impact bottlenecks and value levers, and what future-state improvement is quantifiable?</a:t>
            </a:r>
          </a:p>
        </p:txBody>
      </p:sp>
      <p:sp>
        <p:nvSpPr>
          <p:cNvPr id="59" name="TextBox 58"/>
          <p:cNvSpPr txBox="1"/>
          <p:nvPr/>
        </p:nvSpPr>
        <p:spPr>
          <a:xfrm>
            <a:off x="4160520" y="2505456"/>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3. Develop the prioritization framework</a:t>
            </a:r>
          </a:p>
        </p:txBody>
      </p:sp>
      <p:sp>
        <p:nvSpPr>
          <p:cNvPr id="60" name="TextBox 59"/>
          <p:cNvSpPr txBox="1"/>
          <p:nvPr/>
        </p:nvSpPr>
        <p:spPr>
          <a:xfrm>
            <a:off x="4361688" y="2743200"/>
            <a:ext cx="7251192" cy="173736"/>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criteria and weightings should leadership agree before any domain is scored?</a:t>
            </a:r>
          </a:p>
        </p:txBody>
      </p:sp>
      <p:sp>
        <p:nvSpPr>
          <p:cNvPr id="61" name="TextBox 60"/>
          <p:cNvSpPr txBox="1"/>
          <p:nvPr/>
        </p:nvSpPr>
        <p:spPr>
          <a:xfrm>
            <a:off x="4361688" y="2944368"/>
            <a:ext cx="7251192" cy="484632"/>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TU define value potential (revenue growth, cost reduction), strategic readiness (ways of working, foundational data), and feasibility (decision complexity, regulatory scrutiny, data input readiness, solution simplicity)?</a:t>
            </a:r>
          </a:p>
        </p:txBody>
      </p:sp>
      <p:sp>
        <p:nvSpPr>
          <p:cNvPr id="62" name="TextBox 61"/>
          <p:cNvSpPr txBox="1"/>
          <p:nvPr/>
        </p:nvSpPr>
        <p:spPr>
          <a:xfrm>
            <a:off x="4160520" y="3529584"/>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4. Assess impact and prioritize</a:t>
            </a:r>
          </a:p>
        </p:txBody>
      </p:sp>
      <p:sp>
        <p:nvSpPr>
          <p:cNvPr id="63" name="TextBox 62"/>
          <p:cNvSpPr txBox="1"/>
          <p:nvPr/>
        </p:nvSpPr>
        <p:spPr>
          <a:xfrm>
            <a:off x="4361688" y="3767328"/>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share of each domain’s work can AI power (estimated against benchmarks), and what impact does that imply?</a:t>
            </a:r>
          </a:p>
        </p:txBody>
      </p:sp>
      <p:sp>
        <p:nvSpPr>
          <p:cNvPr id="64" name="TextBox 63"/>
          <p:cNvSpPr txBox="1"/>
          <p:nvPr/>
        </p:nvSpPr>
        <p:spPr>
          <a:xfrm>
            <a:off x="4361688" y="4123944"/>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do the domains rank-order on the heatmap scorecard, and which 5–6 big bets should TU pursue first?</a:t>
            </a:r>
          </a:p>
        </p:txBody>
      </p:sp>
      <p:sp>
        <p:nvSpPr>
          <p:cNvPr id="65" name="TextBox 64"/>
          <p:cNvSpPr txBox="1"/>
          <p:nvPr/>
        </p:nvSpPr>
        <p:spPr>
          <a:xfrm>
            <a:off x="4160520" y="4553712"/>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5. Build the value-backed roadmap</a:t>
            </a:r>
          </a:p>
        </p:txBody>
      </p:sp>
      <p:sp>
        <p:nvSpPr>
          <p:cNvPr id="66" name="TextBox 65"/>
          <p:cNvSpPr txBox="1"/>
          <p:nvPr/>
        </p:nvSpPr>
        <p:spPr>
          <a:xfrm>
            <a:off x="4361688" y="4791455"/>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In what sequence should TU execute the priority domains (reimagine, prove value, then scale), and with what owners, milestones (e.g., MVP launch), and enabling investments?</a:t>
            </a:r>
          </a:p>
        </p:txBody>
      </p:sp>
      <p:sp>
        <p:nvSpPr>
          <p:cNvPr id="67" name="TextBox 66"/>
          <p:cNvSpPr txBox="1"/>
          <p:nvPr/>
        </p:nvSpPr>
        <p:spPr>
          <a:xfrm>
            <a:off x="4160520" y="5221223"/>
            <a:ext cx="7452360" cy="201168"/>
          </a:xfrm>
          <a:prstGeom prst="rect">
            <a:avLst/>
          </a:prstGeom>
          <a:noFill/>
        </p:spPr>
        <p:txBody>
          <a:bodyPr wrap="square" lIns="0" rIns="0" tIns="0" bIns="0">
            <a:spAutoFit/>
          </a:bodyPr>
          <a:lstStyle/>
          <a:p>
            <a:pPr>
              <a:lnSpc>
                <a:spcPct val="100000"/>
              </a:lnSpc>
            </a:pPr>
            <a:r>
              <a:rPr sz="1050" b="1" i="0">
                <a:solidFill>
                  <a:srgbClr val="2251FF"/>
                </a:solidFill>
                <a:latin typeface="Arial"/>
              </a:rPr>
              <a:t>6. Top-down workforce and org shifts</a:t>
            </a:r>
          </a:p>
        </p:txBody>
      </p:sp>
      <p:sp>
        <p:nvSpPr>
          <p:cNvPr id="68" name="TextBox 67"/>
          <p:cNvSpPr txBox="1"/>
          <p:nvPr/>
        </p:nvSpPr>
        <p:spPr>
          <a:xfrm>
            <a:off x="4361688" y="5458967"/>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How will the priority domains reshape the organization: which roles change or phase out, what skills are needed, and how do size and shape shift?</a:t>
            </a:r>
          </a:p>
        </p:txBody>
      </p:sp>
      <p:sp>
        <p:nvSpPr>
          <p:cNvPr id="69" name="TextBox 68"/>
          <p:cNvSpPr txBox="1"/>
          <p:nvPr/>
        </p:nvSpPr>
        <p:spPr>
          <a:xfrm>
            <a:off x="4361688" y="5815583"/>
            <a:ext cx="7251192" cy="329184"/>
          </a:xfrm>
          <a:prstGeom prst="rect">
            <a:avLst/>
          </a:prstGeom>
          <a:noFill/>
        </p:spPr>
        <p:txBody>
          <a:bodyPr wrap="square" lIns="0" rIns="0" tIns="0" bIns="0">
            <a:spAutoFit/>
          </a:bodyPr>
          <a:lstStyle/>
          <a:p>
            <a:pPr marL="137160" indent="-137160">
              <a:lnSpc>
                <a:spcPct val="100000"/>
              </a:lnSpc>
            </a:pPr>
            <a:r>
              <a:rPr sz="950" b="0" i="0">
                <a:solidFill>
                  <a:srgbClr val="000000"/>
                </a:solidFill>
                <a:latin typeface="Arial"/>
              </a:rPr>
              <a:t>•  </a:t>
            </a:r>
            <a:r>
              <a:rPr sz="950" b="0" i="0">
                <a:solidFill>
                  <a:srgbClr val="000000"/>
                </a:solidFill>
                <a:latin typeface="Arial"/>
              </a:rPr>
              <a:t>What workforce value do the shifts unlock, and how do they seed the future-ready workforce view (Track 2)?</a:t>
            </a:r>
          </a:p>
        </p:txBody>
      </p:sp>
      <p:sp>
        <p:nvSpPr>
          <p:cNvPr id="7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ENRICHED from the Jul 17 domain deck per Megha: value pools, people/process/tech baselines with SLA attainment, bottlenecks and value levers, criteria and weightings agreed before scoring, heatmap scorecard, share of work AI can power, reimagine-prove-scale roadmap with owners, milestones, enabling investments.</a:t>
            </a:r>
          </a:p>
        </p:txBody>
      </p:sp>
    </p:spTree>
    <p:extLst>
      <p:ext uri="{BB962C8B-B14F-4D97-AF65-F5344CB8AC3E}">
        <p14:creationId xmlns:p14="http://schemas.microsoft.com/office/powerpoint/2010/main" val="13052690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4C70F-8FDD-0AB6-63CC-2014BE989B5E}"/>
            </a:ext>
          </a:extLst>
        </p:cNvPr>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DD3955BB-E040-C3F3-6F15-8CA9502C6A76}"/>
              </a:ext>
            </a:extLst>
          </p:cNvPr>
          <p:cNvGraphicFramePr>
            <a:graphicFrameLocks noChangeAspect="1"/>
          </p:cNvGraphicFramePr>
          <p:nvPr>
            <p:custDataLst>
              <p:tags r:id="rId1"/>
            </p:custDataLst>
            <p:extLst>
              <p:ext uri="{D42A27DB-BD31-4B8C-83A1-F6EECF244321}">
                <p14:modId xmlns:p14="http://schemas.microsoft.com/office/powerpoint/2010/main" val="148153692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8" imgW="395" imgH="394" progId="TCLayout.ActiveDocument.1">
                  <p:embed/>
                </p:oleObj>
              </mc:Choice>
              <mc:Fallback>
                <p:oleObj name="think-cell Slide" r:id="rId18" imgW="395" imgH="394" progId="TCLayout.ActiveDocument.1">
                  <p:embed/>
                  <p:pic>
                    <p:nvPicPr>
                      <p:cNvPr id="5" name="Object 2" hidden="1">
                        <a:extLst>
                          <a:ext uri="{FF2B5EF4-FFF2-40B4-BE49-F238E27FC236}">
                            <a16:creationId xmlns:a16="http://schemas.microsoft.com/office/drawing/2014/main" id="{DD3955BB-E040-C3F3-6F15-8CA9502C6A76}"/>
                          </a:ext>
                        </a:extLst>
                      </p:cNvPr>
                      <p:cNvPicPr/>
                      <p:nvPr/>
                    </p:nvPicPr>
                    <p:blipFill>
                      <a:blip r:embed="rId19"/>
                      <a:stretch>
                        <a:fillRect/>
                      </a:stretch>
                    </p:blipFill>
                    <p:spPr>
                      <a:xfrm>
                        <a:off x="1588" y="1588"/>
                        <a:ext cx="1588" cy="1588"/>
                      </a:xfrm>
                      <a:prstGeom prst="rect">
                        <a:avLst/>
                      </a:prstGeom>
                    </p:spPr>
                  </p:pic>
                </p:oleObj>
              </mc:Fallback>
            </mc:AlternateContent>
          </a:graphicData>
        </a:graphic>
      </p:graphicFrame>
      <p:sp>
        <p:nvSpPr>
          <p:cNvPr id="52" name="2. Slide Title">
            <a:extLst>
              <a:ext uri="{FF2B5EF4-FFF2-40B4-BE49-F238E27FC236}">
                <a16:creationId xmlns:a16="http://schemas.microsoft.com/office/drawing/2014/main" id="{816D9AEF-20B7-74DF-8611-E28BD67D3AB3}"/>
              </a:ext>
            </a:extLst>
          </p:cNvPr>
          <p:cNvSpPr>
            <a:spLocks noGrp="1"/>
          </p:cNvSpPr>
          <p:nvPr>
            <p:ph type="title"/>
            <p:custDataLst>
              <p:tags r:id="rId2"/>
            </p:custDataLst>
          </p:nvPr>
        </p:nvSpPr>
        <p:spPr>
          <a:xfrm>
            <a:off x="554736" y="263141"/>
            <a:ext cx="11082528" cy="357790"/>
          </a:xfrm>
          <a:noFill/>
          <a:ln/>
          <a:extLst>
            <a:ext uri="{909E8E84-426E-40DD-AFC4-6F175D3DCCD1}">
              <a14:hiddenFill xmlns:a14="http://schemas.microsoft.com/office/drawing/2010/main">
                <a:solidFill>
                  <a:srgbClr val="FFFFFF"/>
                </a:solidFill>
              </a14:hiddenFill>
            </a:ext>
          </a:extLst>
        </p:spPr>
        <p:txBody>
          <a:bodyPr vert="horz" wrap="square" anchor="b" anchorCtr="0">
            <a:spAutoFit/>
          </a:bodyPr>
          <a:lstStyle/>
          <a:p>
            <a:r>
              <a:rPr lang="en-US" dirty="0">
                <a:solidFill>
                  <a:srgbClr val="2251FF"/>
                </a:solidFill>
              </a:rPr>
              <a:t>Track 2: Org of the future - </a:t>
            </a:r>
            <a:r>
              <a:rPr lang="en-US" dirty="0">
                <a:solidFill>
                  <a:srgbClr val="000000"/>
                </a:solidFill>
              </a:rPr>
              <a:t>Key questions to be answered</a:t>
            </a:r>
            <a:endParaRPr lang="en-US" dirty="0"/>
          </a:p>
        </p:txBody>
      </p:sp>
      <p:sp>
        <p:nvSpPr>
          <p:cNvPr id="53" name="Rounded Rectangle 52"/>
          <p:cNvSpPr/>
          <p:nvPr/>
        </p:nvSpPr>
        <p:spPr>
          <a:xfrm>
            <a:off x="557784" y="749808"/>
            <a:ext cx="11082528" cy="3438144"/>
          </a:xfrm>
          <a:prstGeom prst="roundRect">
            <a:avLst>
              <a:gd name="adj" fmla="val 4000"/>
            </a:avLst>
          </a:prstGeom>
          <a:solidFill>
            <a:srgbClr val="F0F4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1520" y="841248"/>
            <a:ext cx="4572000" cy="219456"/>
          </a:xfrm>
          <a:prstGeom prst="rect">
            <a:avLst/>
          </a:prstGeom>
          <a:noFill/>
        </p:spPr>
        <p:txBody>
          <a:bodyPr wrap="square" lIns="0" rIns="0" tIns="0" bIns="0">
            <a:spAutoFit/>
          </a:bodyPr>
          <a:lstStyle/>
          <a:p>
            <a:pPr>
              <a:lnSpc>
                <a:spcPct val="100000"/>
              </a:lnSpc>
            </a:pPr>
            <a:r>
              <a:rPr sz="1100" b="1" i="0">
                <a:solidFill>
                  <a:srgbClr val="061F79"/>
                </a:solidFill>
                <a:latin typeface="Arial"/>
              </a:rPr>
              <a:t>ORG DESIGN</a:t>
            </a:r>
            <a:r>
              <a:rPr sz="950" b="0" i="1">
                <a:solidFill>
                  <a:srgbClr val="63666A"/>
                </a:solidFill>
                <a:latin typeface="Arial"/>
              </a:rPr>
              <a:t>   one macro, four levers designed together</a:t>
            </a:r>
          </a:p>
        </p:txBody>
      </p:sp>
      <p:sp>
        <p:nvSpPr>
          <p:cNvPr id="55" name="TextBox 54"/>
          <p:cNvSpPr txBox="1"/>
          <p:nvPr/>
        </p:nvSpPr>
        <p:spPr>
          <a:xfrm>
            <a:off x="731520" y="11521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Org hygiene</a:t>
            </a:r>
          </a:p>
        </p:txBody>
      </p:sp>
      <p:sp>
        <p:nvSpPr>
          <p:cNvPr id="56" name="TextBox 55"/>
          <p:cNvSpPr txBox="1"/>
          <p:nvPr/>
        </p:nvSpPr>
        <p:spPr>
          <a:xfrm>
            <a:off x="2606040" y="11521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would a right-sized TU org look like (i.e., optimal spans, layers, and leadership density), and what value would it unlock?</a:t>
            </a:r>
          </a:p>
        </p:txBody>
      </p:sp>
      <p:sp>
        <p:nvSpPr>
          <p:cNvPr id="57" name="TextBox 56"/>
          <p:cNvSpPr txBox="1"/>
          <p:nvPr/>
        </p:nvSpPr>
        <p:spPr>
          <a:xfrm>
            <a:off x="731520" y="160934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Platform org of the future</a:t>
            </a:r>
          </a:p>
        </p:txBody>
      </p:sp>
      <p:sp>
        <p:nvSpPr>
          <p:cNvPr id="58" name="TextBox 57"/>
          <p:cNvSpPr txBox="1"/>
          <p:nvPr/>
        </p:nvSpPr>
        <p:spPr>
          <a:xfrm>
            <a:off x="2606040" y="160934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org archetypes in platform companies (e.g., Adobe, Salesforce, Shopify), which should TU adopt, and what will TU have to believe to select one?</a:t>
            </a:r>
          </a:p>
        </p:txBody>
      </p:sp>
      <p:sp>
        <p:nvSpPr>
          <p:cNvPr id="59" name="TextBox 58"/>
          <p:cNvSpPr txBox="1"/>
          <p:nvPr/>
        </p:nvSpPr>
        <p:spPr>
          <a:xfrm>
            <a:off x="2606040" y="1993392"/>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should be the size and composition of product and platform teams, and where should key roles reside (e.g., PMs, Engineering, Data Science / Analytics, UI/UX)?</a:t>
            </a:r>
          </a:p>
        </p:txBody>
      </p:sp>
      <p:sp>
        <p:nvSpPr>
          <p:cNvPr id="60" name="TextBox 59"/>
          <p:cNvSpPr txBox="1"/>
          <p:nvPr/>
        </p:nvSpPr>
        <p:spPr>
          <a:xfrm>
            <a:off x="2606040" y="2377440"/>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operating-model implications of the chosen archetype (e.g., product and platform-centric P&amp;L vs. US/INTL P&amp;L, global vs. regional layers)?</a:t>
            </a:r>
          </a:p>
        </p:txBody>
      </p:sp>
      <p:sp>
        <p:nvSpPr>
          <p:cNvPr id="61" name="TextBox 60"/>
          <p:cNvSpPr txBox="1"/>
          <p:nvPr/>
        </p:nvSpPr>
        <p:spPr>
          <a:xfrm>
            <a:off x="731520" y="2798064"/>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Future-ready workforce</a:t>
            </a:r>
          </a:p>
        </p:txBody>
      </p:sp>
      <p:sp>
        <p:nvSpPr>
          <p:cNvPr id="62" name="TextBox 61"/>
          <p:cNvSpPr txBox="1"/>
          <p:nvPr/>
        </p:nvSpPr>
        <p:spPr>
          <a:xfrm>
            <a:off x="2606040" y="27980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are the 3-year business plans and talent demand for each business and function?</a:t>
            </a:r>
          </a:p>
        </p:txBody>
      </p:sp>
      <p:sp>
        <p:nvSpPr>
          <p:cNvPr id="63" name="TextBox 62"/>
          <p:cNvSpPr txBox="1"/>
          <p:nvPr/>
        </p:nvSpPr>
        <p:spPr>
          <a:xfrm>
            <a:off x="2606040" y="30266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is the automation potential of key processes with AI, and how will it reshape talent demand?</a:t>
            </a:r>
          </a:p>
        </p:txBody>
      </p:sp>
      <p:sp>
        <p:nvSpPr>
          <p:cNvPr id="64" name="TextBox 63"/>
          <p:cNvSpPr txBox="1"/>
          <p:nvPr/>
        </p:nvSpPr>
        <p:spPr>
          <a:xfrm>
            <a:off x="2606040" y="3255264"/>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What size, shape, and skills will the workforce need: the job family architecture, and which roles are reshaped, replaced, or net-new (built vs. bought)?</a:t>
            </a:r>
          </a:p>
        </p:txBody>
      </p:sp>
      <p:sp>
        <p:nvSpPr>
          <p:cNvPr id="65" name="TextBox 64"/>
          <p:cNvSpPr txBox="1"/>
          <p:nvPr/>
        </p:nvSpPr>
        <p:spPr>
          <a:xfrm>
            <a:off x="731520" y="3675887"/>
            <a:ext cx="1737360" cy="548640"/>
          </a:xfrm>
          <a:prstGeom prst="rect">
            <a:avLst/>
          </a:prstGeom>
          <a:noFill/>
        </p:spPr>
        <p:txBody>
          <a:bodyPr wrap="square" lIns="0" rIns="0" tIns="0" bIns="0">
            <a:spAutoFit/>
          </a:bodyPr>
          <a:lstStyle/>
          <a:p>
            <a:pPr>
              <a:lnSpc>
                <a:spcPct val="100000"/>
              </a:lnSpc>
            </a:pPr>
            <a:r>
              <a:rPr sz="1100" b="1" i="0">
                <a:solidFill>
                  <a:srgbClr val="061F79"/>
                </a:solidFill>
                <a:latin typeface="Arial"/>
              </a:rPr>
              <a:t>Global location strategy</a:t>
            </a:r>
          </a:p>
        </p:txBody>
      </p:sp>
      <p:sp>
        <p:nvSpPr>
          <p:cNvPr id="66" name="TextBox 65"/>
          <p:cNvSpPr txBox="1"/>
          <p:nvPr/>
        </p:nvSpPr>
        <p:spPr>
          <a:xfrm>
            <a:off x="2606040" y="36758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Which roles sit where, and what moves now vs. later?</a:t>
            </a:r>
          </a:p>
        </p:txBody>
      </p:sp>
      <p:sp>
        <p:nvSpPr>
          <p:cNvPr id="67" name="TextBox 66"/>
          <p:cNvSpPr txBox="1"/>
          <p:nvPr/>
        </p:nvSpPr>
        <p:spPr>
          <a:xfrm>
            <a:off x="2606040" y="3904487"/>
            <a:ext cx="8823960" cy="274320"/>
          </a:xfrm>
          <a:prstGeom prst="rect">
            <a:avLst/>
          </a:prstGeom>
          <a:noFill/>
        </p:spPr>
        <p:txBody>
          <a:bodyPr wrap="square" lIns="0" rIns="0" tIns="0" bIns="0">
            <a:spAutoFit/>
          </a:bodyPr>
          <a:lstStyle/>
          <a:p>
            <a:pPr marL="137160" indent="-137160">
              <a:lnSpc>
                <a:spcPct val="100000"/>
              </a:lnSpc>
            </a:pPr>
            <a:r>
              <a:rPr sz="1050" b="0" i="0">
                <a:solidFill>
                  <a:srgbClr val="000000"/>
                </a:solidFill>
                <a:latin typeface="Arial"/>
              </a:rPr>
              <a:t>•  </a:t>
            </a:r>
            <a:r>
              <a:rPr sz="1050" b="0" i="0">
                <a:solidFill>
                  <a:srgbClr val="000000"/>
                </a:solidFill>
                <a:latin typeface="Arial"/>
              </a:rPr>
              <a:t>Where will TU access AI-era talent, and what must its global hubs become?</a:t>
            </a:r>
          </a:p>
        </p:txBody>
      </p:sp>
      <p:sp>
        <p:nvSpPr>
          <p:cNvPr id="68" name="Rounded Rectangle 67"/>
          <p:cNvSpPr/>
          <p:nvPr/>
        </p:nvSpPr>
        <p:spPr>
          <a:xfrm>
            <a:off x="557784"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31520"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SKILLS</a:t>
            </a:r>
          </a:p>
        </p:txBody>
      </p:sp>
      <p:sp>
        <p:nvSpPr>
          <p:cNvPr id="70" name="TextBox 69"/>
          <p:cNvSpPr txBox="1"/>
          <p:nvPr/>
        </p:nvSpPr>
        <p:spPr>
          <a:xfrm>
            <a:off x="731520"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skills will the agentic organization need, across leaders, builders, and users?</a:t>
            </a:r>
          </a:p>
        </p:txBody>
      </p:sp>
      <p:sp>
        <p:nvSpPr>
          <p:cNvPr id="71" name="TextBox 70"/>
          <p:cNvSpPr txBox="1"/>
          <p:nvPr/>
        </p:nvSpPr>
        <p:spPr>
          <a:xfrm>
            <a:off x="731520"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Where will TU source them: build, buy, or borrow?</a:t>
            </a:r>
          </a:p>
        </p:txBody>
      </p:sp>
      <p:sp>
        <p:nvSpPr>
          <p:cNvPr id="72" name="TextBox 71"/>
          <p:cNvSpPr txBox="1"/>
          <p:nvPr/>
        </p:nvSpPr>
        <p:spPr>
          <a:xfrm>
            <a:off x="731520" y="50840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does the capability-building plan look like for the whole organization?</a:t>
            </a:r>
          </a:p>
        </p:txBody>
      </p:sp>
      <p:sp>
        <p:nvSpPr>
          <p:cNvPr id="73" name="Rounded Rectangle 72"/>
          <p:cNvSpPr/>
          <p:nvPr/>
        </p:nvSpPr>
        <p:spPr>
          <a:xfrm>
            <a:off x="6172200" y="4315968"/>
            <a:ext cx="5468112" cy="1042415"/>
          </a:xfrm>
          <a:prstGeom prst="roundRect">
            <a:avLst>
              <a:gd name="adj" fmla="val 6000"/>
            </a:avLst>
          </a:prstGeom>
          <a:solidFill>
            <a:srgbClr val="FFFFFF"/>
          </a:solidFill>
          <a:ln w="12700">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345936" y="4389120"/>
            <a:ext cx="2743200" cy="201168"/>
          </a:xfrm>
          <a:prstGeom prst="rect">
            <a:avLst/>
          </a:prstGeom>
          <a:noFill/>
        </p:spPr>
        <p:txBody>
          <a:bodyPr wrap="square" lIns="0" rIns="0" tIns="0" bIns="0">
            <a:spAutoFit/>
          </a:bodyPr>
          <a:lstStyle/>
          <a:p>
            <a:pPr>
              <a:lnSpc>
                <a:spcPct val="100000"/>
              </a:lnSpc>
            </a:pPr>
            <a:r>
              <a:rPr sz="1100" b="1" i="0">
                <a:solidFill>
                  <a:srgbClr val="061F79"/>
                </a:solidFill>
                <a:latin typeface="Arial"/>
              </a:rPr>
              <a:t>CULTURE</a:t>
            </a:r>
          </a:p>
        </p:txBody>
      </p:sp>
      <p:sp>
        <p:nvSpPr>
          <p:cNvPr id="75" name="TextBox 74"/>
          <p:cNvSpPr txBox="1"/>
          <p:nvPr/>
        </p:nvSpPr>
        <p:spPr>
          <a:xfrm>
            <a:off x="6345936" y="4626864"/>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mindset and behavior shifts does the new organization demand?</a:t>
            </a:r>
          </a:p>
        </p:txBody>
      </p:sp>
      <p:sp>
        <p:nvSpPr>
          <p:cNvPr id="76" name="TextBox 75"/>
          <p:cNvSpPr txBox="1"/>
          <p:nvPr/>
        </p:nvSpPr>
        <p:spPr>
          <a:xfrm>
            <a:off x="6345936" y="4864608"/>
            <a:ext cx="5120640" cy="274320"/>
          </a:xfrm>
          <a:prstGeom prst="rect">
            <a:avLst/>
          </a:prstGeom>
          <a:noFill/>
        </p:spPr>
        <p:txBody>
          <a:bodyPr wrap="square" lIns="0" rIns="0" tIns="0" bIns="0">
            <a:spAutoFit/>
          </a:bodyPr>
          <a:lstStyle/>
          <a:p>
            <a:pPr marL="137160" indent="-137160">
              <a:lnSpc>
                <a:spcPct val="100000"/>
              </a:lnSpc>
            </a:pPr>
            <a:r>
              <a:rPr sz="1000" b="0" i="0">
                <a:solidFill>
                  <a:srgbClr val="000000"/>
                </a:solidFill>
                <a:latin typeface="Arial"/>
              </a:rPr>
              <a:t>•  </a:t>
            </a:r>
            <a:r>
              <a:rPr sz="1000" b="0" i="0">
                <a:solidFill>
                  <a:srgbClr val="000000"/>
                </a:solidFill>
                <a:latin typeface="Arial"/>
              </a:rPr>
              <a:t>What is TU’s capacity to absorb change, and how should the work be sequenced to sustain progress and productivity?</a:t>
            </a:r>
          </a:p>
        </p:txBody>
      </p:sp>
      <p:sp>
        <p:nvSpPr>
          <p:cNvPr id="77" name="Rounded Rectangle 76"/>
          <p:cNvSpPr/>
          <p:nvPr/>
        </p:nvSpPr>
        <p:spPr>
          <a:xfrm>
            <a:off x="557784" y="5541264"/>
            <a:ext cx="11082528" cy="67665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859536" y="5614416"/>
            <a:ext cx="10469880" cy="530352"/>
          </a:xfrm>
          <a:prstGeom prst="rect">
            <a:avLst/>
          </a:prstGeom>
          <a:noFill/>
        </p:spPr>
        <p:txBody>
          <a:bodyPr wrap="square" lIns="0" rIns="0" tIns="0" bIns="0">
            <a:spAutoFit/>
          </a:bodyPr>
          <a:lstStyle/>
          <a:p>
            <a:pPr>
              <a:lnSpc>
                <a:spcPct val="105000"/>
              </a:lnSpc>
            </a:pPr>
            <a:r>
              <a:rPr sz="1050" b="1" i="0">
                <a:solidFill>
                  <a:srgbClr val="FFFFFF"/>
                </a:solidFill>
                <a:latin typeface="Arial"/>
              </a:rPr>
              <a:t>The answers converge in one integrated org of the future: </a:t>
            </a:r>
            <a:r>
              <a:rPr sz="1050" b="0" i="0">
                <a:solidFill>
                  <a:srgbClr val="FFFFFF"/>
                </a:solidFill>
                <a:latin typeface="Arial"/>
              </a:rPr>
              <a:t>the target organization structure and reporting lines, spans and layers, size and shape with future agentic roles (e.g., product definers and product builders), the skills to power them, and the global footprint and sourcing mix</a:t>
            </a:r>
          </a:p>
        </p:txBody>
      </p:sp>
      <p:sp>
        <p:nvSpPr>
          <p:cNvPr id="79" name="TextBox 78"/>
          <p:cNvSpPr txBox="1"/>
          <p:nvPr/>
        </p:nvSpPr>
        <p:spPr>
          <a:xfrm>
            <a:off x="557784" y="6309360"/>
            <a:ext cx="11082528" cy="182880"/>
          </a:xfrm>
          <a:prstGeom prst="rect">
            <a:avLst/>
          </a:prstGeom>
          <a:noFill/>
        </p:spPr>
        <p:txBody>
          <a:bodyPr wrap="square" lIns="0" rIns="0" tIns="0" bIns="0">
            <a:spAutoFit/>
          </a:bodyPr>
          <a:lstStyle/>
          <a:p>
            <a:pPr>
              <a:lnSpc>
                <a:spcPct val="100000"/>
              </a:lnSpc>
            </a:pPr>
            <a:r>
              <a:rPr sz="850" b="1" i="1">
                <a:solidFill>
                  <a:srgbClr val="63666A"/>
                </a:solidFill>
                <a:latin typeface="Arial"/>
              </a:rPr>
              <a:t>Guiding principle: </a:t>
            </a:r>
            <a:r>
              <a:rPr sz="850" b="0" i="1">
                <a:solidFill>
                  <a:srgbClr val="63666A"/>
                </a:solidFill>
                <a:latin typeface="Arial"/>
              </a:rPr>
              <a:t>workforce planning takes an integrated approach across structural, AI/automation, and location levers</a:t>
            </a:r>
          </a:p>
        </p:txBody>
      </p:sp>
      <p:sp>
        <p:nvSpPr>
          <p:cNvPr id="80"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RESTRUCTURED per your stickies: Org design is now one macro holding the 4 levers; Skills and Culture pulled out as their own macros (agentic-org skills, sourcing, capability plan); job family architecture added to workforce; integrated org of the future added as the outcome band (chassis, spans/layers, agentic roles, footprint).</a:t>
            </a:r>
          </a:p>
        </p:txBody>
      </p:sp>
    </p:spTree>
    <p:extLst>
      <p:ext uri="{BB962C8B-B14F-4D97-AF65-F5344CB8AC3E}">
        <p14:creationId xmlns:p14="http://schemas.microsoft.com/office/powerpoint/2010/main" val="26593846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3" name="Object 2" hidden="1">
            <a:extLst>
              <a:ext uri="{FF2B5EF4-FFF2-40B4-BE49-F238E27FC236}">
                <a16:creationId xmlns:a16="http://schemas.microsoft.com/office/drawing/2014/main" id="{8781AE29-C0AF-537A-2347-DA45C1358C18}"/>
              </a:ext>
            </a:extLst>
          </p:cNvPr>
          <p:cNvGraphicFramePr>
            <a:graphicFrameLocks noChangeAspect="1"/>
          </p:cNvGraphicFramePr>
          <p:nvPr>
            <p:custDataLst>
              <p:tags r:id="rId1"/>
            </p:custDataLst>
            <p:extLst>
              <p:ext uri="{D42A27DB-BD31-4B8C-83A1-F6EECF244321}">
                <p14:modId xmlns:p14="http://schemas.microsoft.com/office/powerpoint/2010/main" val="342853434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7" imgW="428" imgH="428" progId="TCLayout.ActiveDocument.1">
                  <p:embed/>
                </p:oleObj>
              </mc:Choice>
              <mc:Fallback>
                <p:oleObj name="think-cell Slide" r:id="rId7" imgW="428" imgH="428" progId="TCLayout.ActiveDocument.1">
                  <p:embed/>
                  <p:pic>
                    <p:nvPicPr>
                      <p:cNvPr id="63" name="Object 2" hidden="1">
                        <a:extLst>
                          <a:ext uri="{FF2B5EF4-FFF2-40B4-BE49-F238E27FC236}">
                            <a16:creationId xmlns:a16="http://schemas.microsoft.com/office/drawing/2014/main" id="{8781AE29-C0AF-537A-2347-DA45C1358C18}"/>
                          </a:ext>
                        </a:extLst>
                      </p:cNvPr>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2" name="Title 1"/>
          <p:cNvSpPr>
            <a:spLocks noGrp="1"/>
          </p:cNvSpPr>
          <p:nvPr>
            <p:ph type="title"/>
          </p:nvPr>
        </p:nvSpPr>
        <p:spPr>
          <a:xfrm>
            <a:off x="554736" y="201168"/>
            <a:ext cx="11082528" cy="357790"/>
          </a:xfrm>
        </p:spPr>
        <p:txBody>
          <a:bodyPr vert="horz">
            <a:spAutoFit/>
          </a:bodyPr>
          <a:lstStyle/>
          <a:p>
            <a:r>
              <a:rPr lang="en-US" b="1" dirty="0"/>
              <a:t>Journey ahead: a front-loaded 12-week plan across the two tracks</a:t>
            </a:r>
            <a:endParaRPr b="1" dirty="0">
              <a:solidFill>
                <a:srgbClr val="000000"/>
              </a:solidFill>
            </a:endParaRPr>
          </a:p>
        </p:txBody>
      </p:sp>
      <p:sp>
        <p:nvSpPr>
          <p:cNvPr id="5" name="TextBox 4"/>
          <p:cNvSpPr txBox="1"/>
          <p:nvPr/>
        </p:nvSpPr>
        <p:spPr>
          <a:xfrm>
            <a:off x="210312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a:t>
            </a:r>
          </a:p>
        </p:txBody>
      </p:sp>
      <p:sp>
        <p:nvSpPr>
          <p:cNvPr id="6" name="TextBox 5"/>
          <p:cNvSpPr txBox="1"/>
          <p:nvPr/>
        </p:nvSpPr>
        <p:spPr>
          <a:xfrm>
            <a:off x="289788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2</a:t>
            </a:r>
          </a:p>
        </p:txBody>
      </p:sp>
      <p:sp>
        <p:nvSpPr>
          <p:cNvPr id="7" name="TextBox 6"/>
          <p:cNvSpPr txBox="1"/>
          <p:nvPr/>
        </p:nvSpPr>
        <p:spPr>
          <a:xfrm>
            <a:off x="3692652"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3</a:t>
            </a:r>
          </a:p>
        </p:txBody>
      </p:sp>
      <p:sp>
        <p:nvSpPr>
          <p:cNvPr id="8" name="TextBox 7"/>
          <p:cNvSpPr txBox="1"/>
          <p:nvPr/>
        </p:nvSpPr>
        <p:spPr>
          <a:xfrm>
            <a:off x="448741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4</a:t>
            </a:r>
          </a:p>
        </p:txBody>
      </p:sp>
      <p:sp>
        <p:nvSpPr>
          <p:cNvPr id="9" name="TextBox 8"/>
          <p:cNvSpPr txBox="1"/>
          <p:nvPr/>
        </p:nvSpPr>
        <p:spPr>
          <a:xfrm>
            <a:off x="5282184"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5</a:t>
            </a:r>
          </a:p>
        </p:txBody>
      </p:sp>
      <p:sp>
        <p:nvSpPr>
          <p:cNvPr id="10" name="TextBox 9"/>
          <p:cNvSpPr txBox="1"/>
          <p:nvPr/>
        </p:nvSpPr>
        <p:spPr>
          <a:xfrm>
            <a:off x="607695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6</a:t>
            </a:r>
          </a:p>
        </p:txBody>
      </p:sp>
      <p:sp>
        <p:nvSpPr>
          <p:cNvPr id="11" name="TextBox 10"/>
          <p:cNvSpPr txBox="1"/>
          <p:nvPr/>
        </p:nvSpPr>
        <p:spPr>
          <a:xfrm>
            <a:off x="6871716"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7</a:t>
            </a:r>
          </a:p>
        </p:txBody>
      </p:sp>
      <p:sp>
        <p:nvSpPr>
          <p:cNvPr id="12" name="TextBox 11"/>
          <p:cNvSpPr txBox="1"/>
          <p:nvPr/>
        </p:nvSpPr>
        <p:spPr>
          <a:xfrm>
            <a:off x="7666481"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8</a:t>
            </a:r>
          </a:p>
        </p:txBody>
      </p:sp>
      <p:sp>
        <p:nvSpPr>
          <p:cNvPr id="13" name="TextBox 12"/>
          <p:cNvSpPr txBox="1"/>
          <p:nvPr/>
        </p:nvSpPr>
        <p:spPr>
          <a:xfrm>
            <a:off x="8461248"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9</a:t>
            </a:r>
          </a:p>
        </p:txBody>
      </p:sp>
      <p:sp>
        <p:nvSpPr>
          <p:cNvPr id="14" name="TextBox 13"/>
          <p:cNvSpPr txBox="1"/>
          <p:nvPr/>
        </p:nvSpPr>
        <p:spPr>
          <a:xfrm>
            <a:off x="9256013"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10</a:t>
            </a:r>
          </a:p>
        </p:txBody>
      </p:sp>
      <p:sp>
        <p:nvSpPr>
          <p:cNvPr id="15" name="TextBox 14"/>
          <p:cNvSpPr txBox="1"/>
          <p:nvPr/>
        </p:nvSpPr>
        <p:spPr>
          <a:xfrm>
            <a:off x="10050780"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11</a:t>
            </a:r>
          </a:p>
        </p:txBody>
      </p:sp>
      <p:sp>
        <p:nvSpPr>
          <p:cNvPr id="16" name="TextBox 15"/>
          <p:cNvSpPr txBox="1"/>
          <p:nvPr/>
        </p:nvSpPr>
        <p:spPr>
          <a:xfrm>
            <a:off x="10845545" y="983567"/>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sz="1200" b="0" i="0" u="none" strike="noStrike" kern="1200" cap="none" spc="0" normalizeH="0" baseline="0" noProof="0">
                <a:ln>
                  <a:noFill/>
                </a:ln>
                <a:solidFill>
                  <a:srgbClr val="63666A"/>
                </a:solidFill>
                <a:effectLst/>
                <a:uLnTx/>
                <a:uFillTx/>
                <a:latin typeface="Arial"/>
                <a:ea typeface="+mn-ea"/>
                <a:cs typeface="+mn-cs"/>
              </a:rPr>
              <a:t>Wk 12</a:t>
            </a:r>
          </a:p>
        </p:txBody>
      </p:sp>
      <p:cxnSp>
        <p:nvCxnSpPr>
          <p:cNvPr id="17" name="Connector 16"/>
          <p:cNvCxnSpPr/>
          <p:nvPr/>
        </p:nvCxnSpPr>
        <p:spPr>
          <a:xfrm>
            <a:off x="210312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9788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9265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8741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282184"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07695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6871716"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666481"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461248"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56013"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0780"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845545"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a:cxnSpLocks/>
          </p:cNvCxnSpPr>
          <p:nvPr/>
        </p:nvCxnSpPr>
        <p:spPr>
          <a:xfrm>
            <a:off x="11640312" y="1221311"/>
            <a:ext cx="0" cy="4535424"/>
          </a:xfrm>
          <a:prstGeom prst="line">
            <a:avLst/>
          </a:prstGeom>
          <a:ln w="6350">
            <a:solidFill>
              <a:srgbClr val="E2E4E8"/>
            </a:solidFill>
          </a:ln>
          <a:effectLst/>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557784" y="2139696"/>
            <a:ext cx="1417320" cy="769441"/>
          </a:xfrm>
          <a:prstGeom prst="rect">
            <a:avLst/>
          </a:prstGeom>
          <a:noFill/>
        </p:spPr>
        <p:txBody>
          <a:bodyPr wrap="square" lIns="0" tIns="0" rIns="0" bIns="0" anchor="ctr">
            <a:spAutoFit/>
          </a:bodyPr>
          <a:lstStyle>
            <a:defPPr>
              <a:defRPr lang="en-US"/>
            </a:defPPr>
            <a:lvl1pPr marR="0" lvl="0" indent="0" fontAlgn="auto">
              <a:lnSpc>
                <a:spcPct val="100000"/>
              </a:lnSpc>
              <a:spcBef>
                <a:spcPts val="0"/>
              </a:spcBef>
              <a:spcAft>
                <a:spcPts val="0"/>
              </a:spcAft>
              <a:buClrTx/>
              <a:buSzTx/>
              <a:buFontTx/>
              <a:buNone/>
              <a:tabLst/>
              <a:defRPr kumimoji="0" sz="1250" b="1" i="0" u="none" strike="noStrike" cap="none" spc="0" normalizeH="0" baseline="0">
                <a:ln>
                  <a:noFill/>
                </a:ln>
                <a:solidFill>
                  <a:srgbClr val="2251FF"/>
                </a:solidFill>
                <a:effectLst/>
                <a:uLnTx/>
                <a:uFillTx/>
                <a:latin typeface="Arial"/>
              </a:defRPr>
            </a:lvl1pPr>
          </a:lstStyle>
          <a:p>
            <a:r>
              <a:rPr lang="en-US" dirty="0"/>
              <a:t>Track 1:                        AI Domain prioritization and value roadmap</a:t>
            </a:r>
          </a:p>
        </p:txBody>
      </p:sp>
      <p:cxnSp>
        <p:nvCxnSpPr>
          <p:cNvPr id="46" name="Connector 45"/>
          <p:cNvCxnSpPr/>
          <p:nvPr/>
        </p:nvCxnSpPr>
        <p:spPr>
          <a:xfrm>
            <a:off x="557784" y="3858768"/>
            <a:ext cx="11082527" cy="0"/>
          </a:xfrm>
          <a:prstGeom prst="line">
            <a:avLst/>
          </a:prstGeom>
          <a:ln w="9525">
            <a:solidFill>
              <a:srgbClr val="D0D3D8"/>
            </a:solidFill>
          </a:ln>
          <a:effectLst/>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557784" y="4114800"/>
            <a:ext cx="1417320" cy="16093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48" name="TextBox 47"/>
          <p:cNvSpPr txBox="1"/>
          <p:nvPr/>
        </p:nvSpPr>
        <p:spPr>
          <a:xfrm>
            <a:off x="557784" y="4636008"/>
            <a:ext cx="1417320" cy="577081"/>
          </a:xfrm>
          <a:prstGeom prst="rect">
            <a:avLst/>
          </a:prstGeom>
          <a:noFill/>
        </p:spPr>
        <p:txBody>
          <a:bodyPr wrap="square" lIns="0" tIns="0" rIns="0" bIns="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250" b="1" i="0" u="none" strike="noStrike" kern="1200" cap="none" spc="0" normalizeH="0" baseline="0" noProof="0" dirty="0">
                <a:ln>
                  <a:noFill/>
                </a:ln>
                <a:solidFill>
                  <a:srgbClr val="0679C3"/>
                </a:solidFill>
                <a:effectLst/>
                <a:uLnTx/>
                <a:uFillTx/>
                <a:latin typeface="Arial"/>
                <a:ea typeface="+mn-ea"/>
                <a:cs typeface="+mn-cs"/>
              </a:rPr>
              <a:t>Track 2: Organization of the future</a:t>
            </a:r>
          </a:p>
        </p:txBody>
      </p:sp>
      <p:pic>
        <p:nvPicPr>
          <p:cNvPr id="71" name="CustomIcon">
            <a:extLst>
              <a:ext uri="{FF2B5EF4-FFF2-40B4-BE49-F238E27FC236}">
                <a16:creationId xmlns:a16="http://schemas.microsoft.com/office/drawing/2014/main" id="{9EAFEFED-4C80-0212-7BF4-A43FE813D858}"/>
              </a:ext>
            </a:extLst>
          </p:cNvPr>
          <p:cNvPicPr>
            <a:picLocks/>
          </p:cNvPicPr>
          <p:nvPr>
            <p:custDataLst>
              <p:tags r:id="rId2"/>
            </p:custDataLst>
          </p:nvPr>
        </p:nvPicPr>
        <p:blipFill>
          <a:blip>
            <a:extLst>
              <a:ext uri="{96DAC541-7B7A-43D3-8B79-37D633B846F1}">
                <asvg:svgBlip xmlns:asvg="http://schemas.microsoft.com/office/drawing/2016/SVG/main" r:embed="rId9"/>
              </a:ext>
            </a:extLst>
          </a:blip>
          <a:stretch>
            <a:fillRect/>
          </a:stretch>
        </p:blipFill>
        <p:spPr>
          <a:xfrm>
            <a:off x="618744" y="1700784"/>
            <a:ext cx="390144" cy="390144"/>
          </a:xfrm>
          <a:prstGeom prst="rect">
            <a:avLst/>
          </a:prstGeom>
        </p:spPr>
      </p:pic>
      <p:pic>
        <p:nvPicPr>
          <p:cNvPr id="72" name="CustomIcon">
            <a:extLst>
              <a:ext uri="{FF2B5EF4-FFF2-40B4-BE49-F238E27FC236}">
                <a16:creationId xmlns:a16="http://schemas.microsoft.com/office/drawing/2014/main" id="{D13D7905-DB86-B0FC-CE8E-2E44E76A472B}"/>
              </a:ext>
            </a:extLst>
          </p:cNvPr>
          <p:cNvPicPr>
            <a:picLocks/>
          </p:cNvPicPr>
          <p:nvPr>
            <p:custDataLst>
              <p:tags r:id="rId3"/>
            </p:custDataLst>
          </p:nvPr>
        </p:nvPicPr>
        <p:blipFill>
          <a:blip>
            <a:extLst>
              <a:ext uri="{96DAC541-7B7A-43D3-8B79-37D633B846F1}">
                <asvg:svgBlip xmlns:asvg="http://schemas.microsoft.com/office/drawing/2016/SVG/main" r:embed="rId10"/>
              </a:ext>
            </a:extLst>
          </a:blip>
          <a:stretch>
            <a:fillRect/>
          </a:stretch>
        </p:blipFill>
        <p:spPr>
          <a:xfrm>
            <a:off x="618744" y="4142232"/>
            <a:ext cx="390144" cy="390144"/>
          </a:xfrm>
          <a:prstGeom prst="rect">
            <a:avLst/>
          </a:prstGeom>
        </p:spPr>
      </p:pic>
      <p:sp>
        <p:nvSpPr>
          <p:cNvPr id="81" name="TextBox 80">
            <a:extLst>
              <a:ext uri="{FF2B5EF4-FFF2-40B4-BE49-F238E27FC236}">
                <a16:creationId xmlns:a16="http://schemas.microsoft.com/office/drawing/2014/main" id="{9EC0CA52-F181-0CDB-E8F3-2530A66AE750}"/>
              </a:ext>
            </a:extLst>
          </p:cNvPr>
          <p:cNvSpPr txBox="1"/>
          <p:nvPr/>
        </p:nvSpPr>
        <p:spPr>
          <a:xfrm>
            <a:off x="2103120" y="779106"/>
            <a:ext cx="794766" cy="184666"/>
          </a:xfrm>
          <a:prstGeom prst="rect">
            <a:avLst/>
          </a:prstGeom>
          <a:noFill/>
        </p:spPr>
        <p:txBody>
          <a:bodyPr wrap="squar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Aug ‘26</a:t>
            </a:r>
            <a:endParaRPr kumimoji="0" sz="1200" b="1" i="0" u="none" strike="noStrike" kern="1200" cap="none" spc="0" normalizeH="0" baseline="0" noProof="0" dirty="0">
              <a:ln>
                <a:noFill/>
              </a:ln>
              <a:effectLst/>
              <a:uLnTx/>
              <a:uFillTx/>
              <a:latin typeface="Arial"/>
              <a:ea typeface="+mn-ea"/>
              <a:cs typeface="+mn-cs"/>
            </a:endParaRPr>
          </a:p>
        </p:txBody>
      </p:sp>
      <p:sp>
        <p:nvSpPr>
          <p:cNvPr id="82" name="TextBox 81">
            <a:extLst>
              <a:ext uri="{FF2B5EF4-FFF2-40B4-BE49-F238E27FC236}">
                <a16:creationId xmlns:a16="http://schemas.microsoft.com/office/drawing/2014/main" id="{255759C6-0F59-0939-C090-960AA1697728}"/>
              </a:ext>
            </a:extLst>
          </p:cNvPr>
          <p:cNvSpPr txBox="1"/>
          <p:nvPr/>
        </p:nvSpPr>
        <p:spPr>
          <a:xfrm>
            <a:off x="10845546" y="779106"/>
            <a:ext cx="993862" cy="184666"/>
          </a:xfrm>
          <a:prstGeom prst="rect">
            <a:avLst/>
          </a:prstGeom>
          <a:noFill/>
        </p:spPr>
        <p:txBody>
          <a:bodyPr wrap="none" lIns="0" tIns="0" rIns="0" bIns="0"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effectLst/>
                <a:uLnTx/>
                <a:uFillTx/>
                <a:latin typeface="Arial"/>
                <a:ea typeface="+mn-ea"/>
                <a:cs typeface="+mn-cs"/>
              </a:rPr>
              <a:t>End of Oct’26</a:t>
            </a:r>
          </a:p>
        </p:txBody>
      </p:sp>
      <p:sp>
        <p:nvSpPr>
          <p:cNvPr id="83" name="Rounded Rectangle 82"/>
          <p:cNvSpPr/>
          <p:nvPr/>
        </p:nvSpPr>
        <p:spPr>
          <a:xfrm>
            <a:off x="2103120" y="1298448"/>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Inventory AI initiatives and ideas</a:t>
            </a:r>
          </a:p>
          <a:p>
            <a:pPr algn="l">
              <a:lnSpc>
                <a:spcPct val="95000"/>
              </a:lnSpc>
              <a:spcBef>
                <a:spcPts val="300"/>
              </a:spcBef>
            </a:pPr>
            <a:r>
              <a:rPr sz="800" b="0" i="0">
                <a:solidFill>
                  <a:srgbClr val="FFFFFF"/>
                </a:solidFill>
                <a:latin typeface="Arial"/>
              </a:rPr>
              <a:t>Working sessions with every function; cluster into E2E domains</a:t>
            </a:r>
          </a:p>
        </p:txBody>
      </p:sp>
      <p:sp>
        <p:nvSpPr>
          <p:cNvPr id="84" name="Rounded Rectangle 83"/>
          <p:cNvSpPr/>
          <p:nvPr/>
        </p:nvSpPr>
        <p:spPr>
          <a:xfrm>
            <a:off x="3694176" y="1298448"/>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Assess impact, readiness, feasibility</a:t>
            </a:r>
          </a:p>
          <a:p>
            <a:pPr algn="l">
              <a:lnSpc>
                <a:spcPct val="95000"/>
              </a:lnSpc>
              <a:spcBef>
                <a:spcPts val="300"/>
              </a:spcBef>
            </a:pPr>
            <a:r>
              <a:rPr sz="800" b="0" i="0">
                <a:solidFill>
                  <a:srgbClr val="FFFFFF"/>
                </a:solidFill>
                <a:latin typeface="Arial"/>
              </a:rPr>
              <a:t>Score each domain on the agreed criteria; size the share of work AI can power</a:t>
            </a:r>
          </a:p>
        </p:txBody>
      </p:sp>
      <p:sp>
        <p:nvSpPr>
          <p:cNvPr id="85" name="Rounded Rectangle 84"/>
          <p:cNvSpPr/>
          <p:nvPr/>
        </p:nvSpPr>
        <p:spPr>
          <a:xfrm>
            <a:off x="6080759" y="1298448"/>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Detail workforce and org shifts for priority domain #1</a:t>
            </a:r>
          </a:p>
          <a:p>
            <a:pPr algn="l">
              <a:lnSpc>
                <a:spcPct val="95000"/>
              </a:lnSpc>
              <a:spcBef>
                <a:spcPts val="300"/>
              </a:spcBef>
            </a:pPr>
            <a:r>
              <a:rPr sz="800" b="0" i="0">
                <a:solidFill>
                  <a:srgbClr val="FFFFFF"/>
                </a:solidFill>
                <a:latin typeface="Arial"/>
              </a:rPr>
              <a:t>Roles that change, skills needed, size and shape, value unlocked</a:t>
            </a:r>
          </a:p>
        </p:txBody>
      </p:sp>
      <p:sp>
        <p:nvSpPr>
          <p:cNvPr id="86" name="Rounded Rectangle 85"/>
          <p:cNvSpPr/>
          <p:nvPr/>
        </p:nvSpPr>
        <p:spPr>
          <a:xfrm>
            <a:off x="8467344" y="1298448"/>
            <a:ext cx="3172968" cy="768096"/>
          </a:xfrm>
          <a:prstGeom prst="roundRect">
            <a:avLst>
              <a:gd name="adj" fmla="val 10000"/>
            </a:avLst>
          </a:prstGeom>
          <a:solidFill>
            <a:srgbClr val="F0F4FF"/>
          </a:solidFill>
          <a:ln w="9525">
            <a:solidFill>
              <a:srgbClr val="2251FF"/>
            </a:solid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061F79"/>
                </a:solidFill>
                <a:latin typeface="Arial"/>
              </a:rPr>
              <a:t>Teams, owners, milestones, value tracking; pilots run 12–14 weeks</a:t>
            </a:r>
          </a:p>
        </p:txBody>
      </p:sp>
      <p:sp>
        <p:nvSpPr>
          <p:cNvPr id="87" name="Rounded Rectangle 86"/>
          <p:cNvSpPr/>
          <p:nvPr/>
        </p:nvSpPr>
        <p:spPr>
          <a:xfrm>
            <a:off x="2103120" y="2139696"/>
            <a:ext cx="2386584"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Establish detailed baselines</a:t>
            </a:r>
          </a:p>
          <a:p>
            <a:pPr algn="l">
              <a:lnSpc>
                <a:spcPct val="95000"/>
              </a:lnSpc>
              <a:spcBef>
                <a:spcPts val="300"/>
              </a:spcBef>
            </a:pPr>
            <a:r>
              <a:rPr sz="800" b="0" i="0">
                <a:solidFill>
                  <a:srgbClr val="FFFFFF"/>
                </a:solidFill>
                <a:latin typeface="Arial"/>
              </a:rPr>
              <a:t>Process flows, headcount, FTE utilization, SLA attainment; bottlenecks and value levers</a:t>
            </a:r>
          </a:p>
        </p:txBody>
      </p:sp>
      <p:sp>
        <p:nvSpPr>
          <p:cNvPr id="88" name="Rounded Rectangle 87"/>
          <p:cNvSpPr/>
          <p:nvPr/>
        </p:nvSpPr>
        <p:spPr>
          <a:xfrm>
            <a:off x="4489704" y="2139696"/>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Rank domains on the heatmap scorecard</a:t>
            </a:r>
          </a:p>
          <a:p>
            <a:pPr algn="l">
              <a:lnSpc>
                <a:spcPct val="95000"/>
              </a:lnSpc>
              <a:spcBef>
                <a:spcPts val="300"/>
              </a:spcBef>
            </a:pPr>
            <a:r>
              <a:rPr sz="800" b="0" i="0">
                <a:solidFill>
                  <a:srgbClr val="FFFFFF"/>
                </a:solidFill>
                <a:latin typeface="Arial"/>
              </a:rPr>
              <a:t>Commit to the 5–6 big bets on value, readiness, feasibility</a:t>
            </a:r>
          </a:p>
        </p:txBody>
      </p:sp>
      <p:sp>
        <p:nvSpPr>
          <p:cNvPr id="89" name="Rounded Rectangle 88"/>
          <p:cNvSpPr/>
          <p:nvPr/>
        </p:nvSpPr>
        <p:spPr>
          <a:xfrm>
            <a:off x="2898648" y="2980944"/>
            <a:ext cx="1591056"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Align the prioritization framework</a:t>
            </a:r>
          </a:p>
          <a:p>
            <a:pPr algn="l">
              <a:lnSpc>
                <a:spcPct val="95000"/>
              </a:lnSpc>
              <a:spcBef>
                <a:spcPts val="300"/>
              </a:spcBef>
            </a:pPr>
            <a:r>
              <a:rPr sz="800" b="0" i="0">
                <a:solidFill>
                  <a:srgbClr val="FFFFFF"/>
                </a:solidFill>
                <a:latin typeface="Arial"/>
              </a:rPr>
              <a:t>Criteria and weightings agreed with leadership before scoring</a:t>
            </a:r>
          </a:p>
        </p:txBody>
      </p:sp>
      <p:sp>
        <p:nvSpPr>
          <p:cNvPr id="90" name="Rounded Rectangle 89"/>
          <p:cNvSpPr/>
          <p:nvPr/>
        </p:nvSpPr>
        <p:spPr>
          <a:xfrm>
            <a:off x="4489704" y="2980944"/>
            <a:ext cx="1591055"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value-backed roadmap</a:t>
            </a:r>
          </a:p>
          <a:p>
            <a:pPr algn="l">
              <a:lnSpc>
                <a:spcPct val="95000"/>
              </a:lnSpc>
              <a:spcBef>
                <a:spcPts val="300"/>
              </a:spcBef>
            </a:pPr>
            <a:r>
              <a:rPr sz="800" b="0" i="0">
                <a:solidFill>
                  <a:srgbClr val="FFFFFF"/>
                </a:solidFill>
                <a:latin typeface="Arial"/>
              </a:rPr>
              <a:t>Sequence: reimagine, prove, scale; owners and enabling investments</a:t>
            </a:r>
          </a:p>
        </p:txBody>
      </p:sp>
      <p:sp>
        <p:nvSpPr>
          <p:cNvPr id="91" name="TextBox 90"/>
          <p:cNvSpPr txBox="1"/>
          <p:nvPr/>
        </p:nvSpPr>
        <p:spPr>
          <a:xfrm>
            <a:off x="557784" y="376732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92" name="Diamond 91"/>
          <p:cNvSpPr/>
          <p:nvPr/>
        </p:nvSpPr>
        <p:spPr>
          <a:xfrm>
            <a:off x="3621024"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639312"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94" name="Diamond 93"/>
          <p:cNvSpPr/>
          <p:nvPr/>
        </p:nvSpPr>
        <p:spPr>
          <a:xfrm>
            <a:off x="6007607"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025896"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96" name="Diamond 95"/>
          <p:cNvSpPr/>
          <p:nvPr/>
        </p:nvSpPr>
        <p:spPr>
          <a:xfrm>
            <a:off x="8394192"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8412480" y="3950208"/>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98" name="Diamond 97"/>
          <p:cNvSpPr/>
          <p:nvPr/>
        </p:nvSpPr>
        <p:spPr>
          <a:xfrm>
            <a:off x="11448288" y="3785615"/>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9966960" y="3950208"/>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100" name="Rounded Rectangle 99"/>
          <p:cNvSpPr/>
          <p:nvPr/>
        </p:nvSpPr>
        <p:spPr>
          <a:xfrm>
            <a:off x="2103120" y="4114800"/>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Design the platform org of the future</a:t>
            </a:r>
          </a:p>
          <a:p>
            <a:pPr algn="l">
              <a:lnSpc>
                <a:spcPct val="95000"/>
              </a:lnSpc>
              <a:spcBef>
                <a:spcPts val="300"/>
              </a:spcBef>
            </a:pPr>
            <a:r>
              <a:rPr sz="800" b="0" i="0">
                <a:solidFill>
                  <a:srgbClr val="FFFFFF"/>
                </a:solidFill>
                <a:latin typeface="Arial"/>
              </a:rPr>
              <a:t>2–3 leadership workshops: archetypes, choices, what makes sense for TU; target structure, spans and layers (hygiene baseline)</a:t>
            </a:r>
          </a:p>
        </p:txBody>
      </p:sp>
      <p:sp>
        <p:nvSpPr>
          <p:cNvPr id="101" name="Rounded Rectangle 100"/>
          <p:cNvSpPr/>
          <p:nvPr/>
        </p:nvSpPr>
        <p:spPr>
          <a:xfrm>
            <a:off x="6080759" y="4114800"/>
            <a:ext cx="5559552" cy="768096"/>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102" name="Rounded Rectangle 101"/>
          <p:cNvSpPr/>
          <p:nvPr/>
        </p:nvSpPr>
        <p:spPr>
          <a:xfrm>
            <a:off x="2103120" y="4956048"/>
            <a:ext cx="3977639"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Launch strategic workforce planning</a:t>
            </a:r>
          </a:p>
          <a:p>
            <a:pPr algn="l">
              <a:lnSpc>
                <a:spcPct val="95000"/>
              </a:lnSpc>
              <a:spcBef>
                <a:spcPts val="300"/>
              </a:spcBef>
            </a:pPr>
            <a:r>
              <a:rPr sz="800" b="0" i="0">
                <a:solidFill>
                  <a:srgbClr val="FFFFFF"/>
                </a:solidFill>
                <a:latin typeface="Arial"/>
              </a:rPr>
              <a:t>3-year talent demand, AI automation potential, job family architecture</a:t>
            </a:r>
          </a:p>
        </p:txBody>
      </p:sp>
      <p:sp>
        <p:nvSpPr>
          <p:cNvPr id="103" name="Rounded Rectangle 102"/>
          <p:cNvSpPr/>
          <p:nvPr/>
        </p:nvSpPr>
        <p:spPr>
          <a:xfrm>
            <a:off x="6080759" y="4956048"/>
            <a:ext cx="3182111"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Refresh the global location strategy</a:t>
            </a:r>
          </a:p>
          <a:p>
            <a:pPr algn="l">
              <a:lnSpc>
                <a:spcPct val="95000"/>
              </a:lnSpc>
              <a:spcBef>
                <a:spcPts val="300"/>
              </a:spcBef>
            </a:pPr>
            <a:r>
              <a:rPr sz="800" b="0" i="0">
                <a:solidFill>
                  <a:srgbClr val="FFFFFF"/>
                </a:solidFill>
                <a:latin typeface="Arial"/>
              </a:rPr>
              <a:t>Which roles sit where; what moves first</a:t>
            </a:r>
          </a:p>
        </p:txBody>
      </p:sp>
      <p:sp>
        <p:nvSpPr>
          <p:cNvPr id="104" name="Rounded Rectangle 103"/>
          <p:cNvSpPr/>
          <p:nvPr/>
        </p:nvSpPr>
        <p:spPr>
          <a:xfrm>
            <a:off x="9262872" y="4956048"/>
            <a:ext cx="2377440" cy="768096"/>
          </a:xfrm>
          <a:prstGeom prst="roundRect">
            <a:avLst>
              <a:gd name="adj" fmla="val 1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82296" rIns="82296" bIns="36576"/>
          <a:lstStyle/>
          <a:p>
            <a:pPr algn="l">
              <a:lnSpc>
                <a:spcPct val="95000"/>
              </a:lnSpc>
            </a:pPr>
            <a:r>
              <a:rPr sz="950" b="1" i="0">
                <a:solidFill>
                  <a:srgbClr val="FFFFFF"/>
                </a:solidFill>
                <a:latin typeface="Arial"/>
              </a:rPr>
              <a:t>Build the skills and culture plan</a:t>
            </a:r>
          </a:p>
          <a:p>
            <a:pPr algn="l">
              <a:lnSpc>
                <a:spcPct val="95000"/>
              </a:lnSpc>
              <a:spcBef>
                <a:spcPts val="300"/>
              </a:spcBef>
            </a:pPr>
            <a:r>
              <a:rPr sz="800" b="0" i="0">
                <a:solidFill>
                  <a:srgbClr val="FFFFFF"/>
                </a:solidFill>
                <a:latin typeface="Arial"/>
              </a:rPr>
              <a:t>Sourcing and upskilling; mindset and behavior shifts</a:t>
            </a:r>
          </a:p>
        </p:txBody>
      </p:sp>
      <p:sp>
        <p:nvSpPr>
          <p:cNvPr id="105" name="Down Arrow 104"/>
          <p:cNvSpPr/>
          <p:nvPr/>
        </p:nvSpPr>
        <p:spPr>
          <a:xfrm>
            <a:off x="7818120" y="2103120"/>
            <a:ext cx="219456" cy="1975104"/>
          </a:xfrm>
          <a:prstGeom prst="downArrow">
            <a:avLst>
              <a:gd name="adj1" fmla="val 60000"/>
              <a:gd name="adj2" fmla="val 6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l"/>
          </a:p>
        </p:txBody>
      </p:sp>
      <p:sp>
        <p:nvSpPr>
          <p:cNvPr id="106" name="TextBox 105"/>
          <p:cNvSpPr txBox="1"/>
          <p:nvPr/>
        </p:nvSpPr>
        <p:spPr>
          <a:xfrm>
            <a:off x="8138160" y="2999232"/>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107" name="ReviewSticky"/>
          <p:cNvSpPr/>
          <p:nvPr/>
        </p:nvSpPr>
        <p:spPr>
          <a:xfrm>
            <a:off x="9555480" y="36576"/>
            <a:ext cx="2606040" cy="100584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OPTION A (workplan view). PER YOUR STEER: original box structure kept (not consolidated), front-loaded (domains wks 1–5, domain #1 workforce shifts wks 6–8, platform org + SWP wks 1–5); commentary now inside each box; workshops added as phase events (incl. CM1 prioritization); bottom outcomes row and band killed per Megha (covered on placemat and p5). Platform-org workshops (2–3, per Megha) now noted in-box within wks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Journey ahead: a front-loaded 12-week plan across the two tracks</a:t>
            </a:r>
          </a:p>
        </p:txBody>
      </p:sp>
      <p:sp>
        <p:nvSpPr>
          <p:cNvPr id="3" name="Text Placeholder 2"/>
          <p:cNvSpPr>
            <a:spLocks noGrp="1"/>
          </p:cNvSpPr>
          <p:nvPr>
            <p:ph type="body" idx="17" sz="quarter"/>
          </p:nvPr>
        </p:nvSpPr>
        <p:spPr/>
        <p:txBody>
          <a:bodyPr/>
          <a:lstStyle/>
          <a:p/>
        </p:txBody>
      </p:sp>
      <p:sp>
        <p:nvSpPr>
          <p:cNvPr id="4" name="Subtitle 3"/>
          <p:cNvSpPr>
            <a:spLocks noGrp="1"/>
          </p:cNvSpPr>
          <p:nvPr>
            <p:ph type="subTitle" idx="1"/>
          </p:nvPr>
        </p:nvSpPr>
        <p:spPr/>
        <p:txBody>
          <a:bodyPr/>
          <a:lstStyle/>
          <a:p/>
        </p:txBody>
      </p:sp>
      <p:sp>
        <p:nvSpPr>
          <p:cNvPr id="5" name="TextBox 4"/>
          <p:cNvSpPr txBox="1"/>
          <p:nvPr/>
        </p:nvSpPr>
        <p:spPr>
          <a:xfrm>
            <a:off x="2103120" y="566928"/>
            <a:ext cx="1097280" cy="182880"/>
          </a:xfrm>
          <a:prstGeom prst="rect">
            <a:avLst/>
          </a:prstGeom>
          <a:noFill/>
        </p:spPr>
        <p:txBody>
          <a:bodyPr wrap="square" lIns="0" rIns="0" tIns="0" bIns="0">
            <a:spAutoFit/>
          </a:bodyPr>
          <a:lstStyle/>
          <a:p>
            <a:pPr>
              <a:lnSpc>
                <a:spcPct val="100000"/>
              </a:lnSpc>
            </a:pPr>
            <a:r>
              <a:rPr sz="900" b="1" i="0">
                <a:solidFill>
                  <a:srgbClr val="63666A"/>
                </a:solidFill>
                <a:latin typeface="Arial"/>
              </a:rPr>
              <a:t>Aug ‘26</a:t>
            </a:r>
          </a:p>
        </p:txBody>
      </p:sp>
      <p:sp>
        <p:nvSpPr>
          <p:cNvPr id="6" name="TextBox 5"/>
          <p:cNvSpPr txBox="1"/>
          <p:nvPr/>
        </p:nvSpPr>
        <p:spPr>
          <a:xfrm>
            <a:off x="10424160" y="566928"/>
            <a:ext cx="1216152" cy="182880"/>
          </a:xfrm>
          <a:prstGeom prst="rect">
            <a:avLst/>
          </a:prstGeom>
          <a:noFill/>
        </p:spPr>
        <p:txBody>
          <a:bodyPr wrap="square" lIns="0" rIns="0" tIns="0" bIns="0">
            <a:spAutoFit/>
          </a:bodyPr>
          <a:lstStyle/>
          <a:p>
            <a:pPr algn="r">
              <a:lnSpc>
                <a:spcPct val="100000"/>
              </a:lnSpc>
            </a:pPr>
            <a:r>
              <a:rPr sz="900" b="1" i="0">
                <a:solidFill>
                  <a:srgbClr val="63666A"/>
                </a:solidFill>
                <a:latin typeface="Arial"/>
              </a:rPr>
              <a:t>End of Oct ‘26</a:t>
            </a:r>
          </a:p>
        </p:txBody>
      </p:sp>
      <p:sp>
        <p:nvSpPr>
          <p:cNvPr id="7" name="Rounded Rectangle 6"/>
          <p:cNvSpPr/>
          <p:nvPr/>
        </p:nvSpPr>
        <p:spPr>
          <a:xfrm>
            <a:off x="2103120" y="804672"/>
            <a:ext cx="3922776" cy="31089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Weeks 1–5: prioritize the domains, design the platform org, launch SWP</a:t>
            </a:r>
          </a:p>
        </p:txBody>
      </p:sp>
      <p:sp>
        <p:nvSpPr>
          <p:cNvPr id="8" name="Rounded Rectangle 7"/>
          <p:cNvSpPr/>
          <p:nvPr/>
        </p:nvSpPr>
        <p:spPr>
          <a:xfrm>
            <a:off x="6135624" y="804672"/>
            <a:ext cx="5504688" cy="310896"/>
          </a:xfrm>
          <a:prstGeom prst="roundRect">
            <a:avLst>
              <a:gd name="adj" fmla="val 50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Weeks 6–12: detail domain #1 workforce shifts, integrate the org of the future</a:t>
            </a:r>
          </a:p>
        </p:txBody>
      </p:sp>
      <p:sp>
        <p:nvSpPr>
          <p:cNvPr id="9" name="TextBox 8"/>
          <p:cNvSpPr txBox="1"/>
          <p:nvPr/>
        </p:nvSpPr>
        <p:spPr>
          <a:xfrm>
            <a:off x="2103120"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a:t>
            </a:r>
          </a:p>
        </p:txBody>
      </p:sp>
      <p:sp>
        <p:nvSpPr>
          <p:cNvPr id="10" name="TextBox 9"/>
          <p:cNvSpPr txBox="1"/>
          <p:nvPr/>
        </p:nvSpPr>
        <p:spPr>
          <a:xfrm>
            <a:off x="289864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2</a:t>
            </a:r>
          </a:p>
        </p:txBody>
      </p:sp>
      <p:sp>
        <p:nvSpPr>
          <p:cNvPr id="11" name="TextBox 10"/>
          <p:cNvSpPr txBox="1"/>
          <p:nvPr/>
        </p:nvSpPr>
        <p:spPr>
          <a:xfrm>
            <a:off x="3694176"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3</a:t>
            </a:r>
          </a:p>
        </p:txBody>
      </p:sp>
      <p:sp>
        <p:nvSpPr>
          <p:cNvPr id="12" name="TextBox 11"/>
          <p:cNvSpPr txBox="1"/>
          <p:nvPr/>
        </p:nvSpPr>
        <p:spPr>
          <a:xfrm>
            <a:off x="4489704"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4</a:t>
            </a:r>
          </a:p>
        </p:txBody>
      </p:sp>
      <p:sp>
        <p:nvSpPr>
          <p:cNvPr id="13" name="TextBox 12"/>
          <p:cNvSpPr txBox="1"/>
          <p:nvPr/>
        </p:nvSpPr>
        <p:spPr>
          <a:xfrm>
            <a:off x="5285231"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5</a:t>
            </a:r>
          </a:p>
        </p:txBody>
      </p:sp>
      <p:sp>
        <p:nvSpPr>
          <p:cNvPr id="14" name="TextBox 13"/>
          <p:cNvSpPr txBox="1"/>
          <p:nvPr/>
        </p:nvSpPr>
        <p:spPr>
          <a:xfrm>
            <a:off x="6080759"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6</a:t>
            </a:r>
          </a:p>
        </p:txBody>
      </p:sp>
      <p:sp>
        <p:nvSpPr>
          <p:cNvPr id="15" name="TextBox 14"/>
          <p:cNvSpPr txBox="1"/>
          <p:nvPr/>
        </p:nvSpPr>
        <p:spPr>
          <a:xfrm>
            <a:off x="687628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7</a:t>
            </a:r>
          </a:p>
        </p:txBody>
      </p:sp>
      <p:sp>
        <p:nvSpPr>
          <p:cNvPr id="16" name="TextBox 15"/>
          <p:cNvSpPr txBox="1"/>
          <p:nvPr/>
        </p:nvSpPr>
        <p:spPr>
          <a:xfrm>
            <a:off x="7671816"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8</a:t>
            </a:r>
          </a:p>
        </p:txBody>
      </p:sp>
      <p:sp>
        <p:nvSpPr>
          <p:cNvPr id="17" name="TextBox 16"/>
          <p:cNvSpPr txBox="1"/>
          <p:nvPr/>
        </p:nvSpPr>
        <p:spPr>
          <a:xfrm>
            <a:off x="8467344"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9</a:t>
            </a:r>
          </a:p>
        </p:txBody>
      </p:sp>
      <p:sp>
        <p:nvSpPr>
          <p:cNvPr id="18" name="TextBox 17"/>
          <p:cNvSpPr txBox="1"/>
          <p:nvPr/>
        </p:nvSpPr>
        <p:spPr>
          <a:xfrm>
            <a:off x="9262872"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10</a:t>
            </a:r>
          </a:p>
        </p:txBody>
      </p:sp>
      <p:sp>
        <p:nvSpPr>
          <p:cNvPr id="19" name="TextBox 18"/>
          <p:cNvSpPr txBox="1"/>
          <p:nvPr/>
        </p:nvSpPr>
        <p:spPr>
          <a:xfrm>
            <a:off x="10058400"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11</a:t>
            </a:r>
          </a:p>
        </p:txBody>
      </p:sp>
      <p:sp>
        <p:nvSpPr>
          <p:cNvPr id="20" name="TextBox 19"/>
          <p:cNvSpPr txBox="1"/>
          <p:nvPr/>
        </p:nvSpPr>
        <p:spPr>
          <a:xfrm>
            <a:off x="10853928" y="1188720"/>
            <a:ext cx="795528" cy="164592"/>
          </a:xfrm>
          <a:prstGeom prst="rect">
            <a:avLst/>
          </a:prstGeom>
          <a:noFill/>
        </p:spPr>
        <p:txBody>
          <a:bodyPr wrap="square" lIns="0" rIns="0" tIns="0" bIns="0">
            <a:spAutoFit/>
          </a:bodyPr>
          <a:lstStyle/>
          <a:p>
            <a:pPr algn="ctr">
              <a:lnSpc>
                <a:spcPct val="100000"/>
              </a:lnSpc>
            </a:pPr>
            <a:r>
              <a:rPr sz="850" b="0" i="0">
                <a:solidFill>
                  <a:srgbClr val="63666A"/>
                </a:solidFill>
                <a:latin typeface="Arial"/>
              </a:rPr>
              <a:t>Wk 12</a:t>
            </a:r>
          </a:p>
        </p:txBody>
      </p:sp>
      <p:sp>
        <p:nvSpPr>
          <p:cNvPr id="21" name="Rectangle 20"/>
          <p:cNvSpPr/>
          <p:nvPr/>
        </p:nvSpPr>
        <p:spPr>
          <a:xfrm>
            <a:off x="502920" y="1463040"/>
            <a:ext cx="11210544" cy="2487168"/>
          </a:xfrm>
          <a:prstGeom prst="rect">
            <a:avLst/>
          </a:prstGeom>
          <a:solidFill>
            <a:srgbClr val="F2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4370832"/>
            <a:ext cx="11210544" cy="1719072"/>
          </a:xfrm>
          <a:prstGeom prst="rect">
            <a:avLst/>
          </a:prstGeom>
          <a:solidFill>
            <a:srgbClr val="F5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3" name="Connector 22"/>
          <p:cNvCxnSpPr/>
          <p:nvPr/>
        </p:nvCxnSpPr>
        <p:spPr>
          <a:xfrm>
            <a:off x="2103120"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289864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94176"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489704"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285231"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6080759"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687628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671816"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467344"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62872"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058400"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853928"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1649455" y="1408176"/>
            <a:ext cx="0" cy="4681728"/>
          </a:xfrm>
          <a:prstGeom prst="line">
            <a:avLst/>
          </a:prstGeom>
          <a:ln w="9525">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557784" y="1572768"/>
            <a:ext cx="777240" cy="21945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TRACK 1</a:t>
            </a:r>
          </a:p>
        </p:txBody>
      </p:sp>
      <p:sp>
        <p:nvSpPr>
          <p:cNvPr id="37" name="TextBox 36"/>
          <p:cNvSpPr txBox="1"/>
          <p:nvPr/>
        </p:nvSpPr>
        <p:spPr>
          <a:xfrm>
            <a:off x="557784" y="1865376"/>
            <a:ext cx="1444752" cy="868680"/>
          </a:xfrm>
          <a:prstGeom prst="rect">
            <a:avLst/>
          </a:prstGeom>
          <a:noFill/>
        </p:spPr>
        <p:txBody>
          <a:bodyPr wrap="square" lIns="0" rIns="0" tIns="0" bIns="0">
            <a:spAutoFit/>
          </a:bodyPr>
          <a:lstStyle/>
          <a:p>
            <a:pPr>
              <a:lnSpc>
                <a:spcPct val="105000"/>
              </a:lnSpc>
            </a:pPr>
            <a:r>
              <a:rPr sz="950" b="1" i="0">
                <a:solidFill>
                  <a:srgbClr val="061F79"/>
                </a:solidFill>
                <a:latin typeface="Arial"/>
              </a:rPr>
              <a:t>AI domain prioritization and value roadmap</a:t>
            </a:r>
          </a:p>
        </p:txBody>
      </p:sp>
      <p:sp>
        <p:nvSpPr>
          <p:cNvPr id="38" name="Rounded Rectangle 37"/>
          <p:cNvSpPr/>
          <p:nvPr/>
        </p:nvSpPr>
        <p:spPr>
          <a:xfrm>
            <a:off x="557784" y="4480560"/>
            <a:ext cx="777240" cy="219456"/>
          </a:xfrm>
          <a:prstGeom prst="roundRect">
            <a:avLst>
              <a:gd name="adj" fmla="val 5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lnSpc>
                <a:spcPct val="100000"/>
              </a:lnSpc>
            </a:pPr>
            <a:r>
              <a:rPr sz="800" b="1" i="0">
                <a:solidFill>
                  <a:srgbClr val="FFFFFF"/>
                </a:solidFill>
                <a:latin typeface="Arial"/>
              </a:rPr>
              <a:t>TRACK 2</a:t>
            </a:r>
          </a:p>
        </p:txBody>
      </p:sp>
      <p:sp>
        <p:nvSpPr>
          <p:cNvPr id="39" name="TextBox 38"/>
          <p:cNvSpPr txBox="1"/>
          <p:nvPr/>
        </p:nvSpPr>
        <p:spPr>
          <a:xfrm>
            <a:off x="557784" y="4773168"/>
            <a:ext cx="1444752" cy="640080"/>
          </a:xfrm>
          <a:prstGeom prst="rect">
            <a:avLst/>
          </a:prstGeom>
          <a:noFill/>
        </p:spPr>
        <p:txBody>
          <a:bodyPr wrap="square" lIns="0" rIns="0" tIns="0" bIns="0">
            <a:spAutoFit/>
          </a:bodyPr>
          <a:lstStyle/>
          <a:p>
            <a:pPr>
              <a:lnSpc>
                <a:spcPct val="105000"/>
              </a:lnSpc>
            </a:pPr>
            <a:r>
              <a:rPr sz="950" b="1" i="0">
                <a:solidFill>
                  <a:srgbClr val="061F79"/>
                </a:solidFill>
                <a:latin typeface="Arial"/>
              </a:rPr>
              <a:t>Organization of the future</a:t>
            </a:r>
          </a:p>
        </p:txBody>
      </p:sp>
      <p:sp>
        <p:nvSpPr>
          <p:cNvPr id="40" name="Rounded Rectangle 39"/>
          <p:cNvSpPr/>
          <p:nvPr/>
        </p:nvSpPr>
        <p:spPr>
          <a:xfrm>
            <a:off x="2103120" y="1572768"/>
            <a:ext cx="1591056"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Inventory AI initiatives and ideas</a:t>
            </a:r>
          </a:p>
          <a:p>
            <a:pPr algn="l">
              <a:lnSpc>
                <a:spcPct val="95000"/>
              </a:lnSpc>
              <a:spcBef>
                <a:spcPts val="300"/>
              </a:spcBef>
            </a:pPr>
            <a:r>
              <a:rPr sz="800" b="0" i="0">
                <a:solidFill>
                  <a:srgbClr val="63666A"/>
                </a:solidFill>
                <a:latin typeface="Arial"/>
              </a:rPr>
              <a:t>Working sessions with every function; cluster into E2E domains</a:t>
            </a:r>
          </a:p>
        </p:txBody>
      </p:sp>
      <p:sp>
        <p:nvSpPr>
          <p:cNvPr id="41" name="Rounded Rectangle 40"/>
          <p:cNvSpPr/>
          <p:nvPr/>
        </p:nvSpPr>
        <p:spPr>
          <a:xfrm>
            <a:off x="2121408"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3694176" y="1572768"/>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Assess impact, readiness, feasibility</a:t>
            </a:r>
          </a:p>
          <a:p>
            <a:pPr algn="l">
              <a:lnSpc>
                <a:spcPct val="95000"/>
              </a:lnSpc>
              <a:spcBef>
                <a:spcPts val="300"/>
              </a:spcBef>
            </a:pPr>
            <a:r>
              <a:rPr sz="800" b="0" i="0">
                <a:solidFill>
                  <a:srgbClr val="63666A"/>
                </a:solidFill>
                <a:latin typeface="Arial"/>
              </a:rPr>
              <a:t>Score each domain on the agreed criteria; size the share of work AI can power</a:t>
            </a:r>
          </a:p>
        </p:txBody>
      </p:sp>
      <p:sp>
        <p:nvSpPr>
          <p:cNvPr id="43" name="Rounded Rectangle 42"/>
          <p:cNvSpPr/>
          <p:nvPr/>
        </p:nvSpPr>
        <p:spPr>
          <a:xfrm>
            <a:off x="3712463"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080759" y="1572768"/>
            <a:ext cx="2386584"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Detail workforce and org shifts for priority domain #1</a:t>
            </a:r>
          </a:p>
          <a:p>
            <a:pPr algn="l">
              <a:lnSpc>
                <a:spcPct val="95000"/>
              </a:lnSpc>
              <a:spcBef>
                <a:spcPts val="300"/>
              </a:spcBef>
            </a:pPr>
            <a:r>
              <a:rPr sz="800" b="0" i="0">
                <a:solidFill>
                  <a:srgbClr val="63666A"/>
                </a:solidFill>
                <a:latin typeface="Arial"/>
              </a:rPr>
              <a:t>Roles that change, skills needed, size and shape, value unlocked</a:t>
            </a:r>
          </a:p>
        </p:txBody>
      </p:sp>
      <p:sp>
        <p:nvSpPr>
          <p:cNvPr id="45" name="Rounded Rectangle 44"/>
          <p:cNvSpPr/>
          <p:nvPr/>
        </p:nvSpPr>
        <p:spPr>
          <a:xfrm>
            <a:off x="6099047"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8467344" y="1572768"/>
            <a:ext cx="3172968" cy="731520"/>
          </a:xfrm>
          <a:prstGeom prst="roundRect">
            <a:avLst>
              <a:gd name="adj" fmla="val 10000"/>
            </a:avLst>
          </a:prstGeom>
          <a:solidFill>
            <a:srgbClr val="FFFFFF"/>
          </a:solidFill>
          <a:ln w="12700">
            <a:solidFill>
              <a:srgbClr val="2251F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Mobilize lighthouse pilots in the first big bets</a:t>
            </a:r>
          </a:p>
          <a:p>
            <a:pPr algn="l">
              <a:lnSpc>
                <a:spcPct val="95000"/>
              </a:lnSpc>
              <a:spcBef>
                <a:spcPts val="300"/>
              </a:spcBef>
            </a:pPr>
            <a:r>
              <a:rPr sz="800" b="0" i="0">
                <a:solidFill>
                  <a:srgbClr val="63666A"/>
                </a:solidFill>
                <a:latin typeface="Arial"/>
              </a:rPr>
              <a:t>Teams, owners, milestones, value tracking; pilots run 12–14 weeks</a:t>
            </a:r>
          </a:p>
        </p:txBody>
      </p:sp>
      <p:sp>
        <p:nvSpPr>
          <p:cNvPr id="47" name="Rounded Rectangle 46"/>
          <p:cNvSpPr/>
          <p:nvPr/>
        </p:nvSpPr>
        <p:spPr>
          <a:xfrm>
            <a:off x="8485632" y="1655064"/>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2103120" y="2377440"/>
            <a:ext cx="2386584"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Establish detailed baselines</a:t>
            </a:r>
          </a:p>
          <a:p>
            <a:pPr algn="l">
              <a:lnSpc>
                <a:spcPct val="95000"/>
              </a:lnSpc>
              <a:spcBef>
                <a:spcPts val="300"/>
              </a:spcBef>
            </a:pPr>
            <a:r>
              <a:rPr sz="800" b="0" i="0">
                <a:solidFill>
                  <a:srgbClr val="63666A"/>
                </a:solidFill>
                <a:latin typeface="Arial"/>
              </a:rPr>
              <a:t>Process flows, headcount, FTE utilization, SLA attainment; bottlenecks and value levers</a:t>
            </a:r>
          </a:p>
        </p:txBody>
      </p:sp>
      <p:sp>
        <p:nvSpPr>
          <p:cNvPr id="49" name="Rounded Rectangle 48"/>
          <p:cNvSpPr/>
          <p:nvPr/>
        </p:nvSpPr>
        <p:spPr>
          <a:xfrm>
            <a:off x="2121408" y="2459736"/>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4489704" y="2377440"/>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Rank domains on the heatmap scorecard</a:t>
            </a:r>
          </a:p>
          <a:p>
            <a:pPr algn="l">
              <a:lnSpc>
                <a:spcPct val="95000"/>
              </a:lnSpc>
              <a:spcBef>
                <a:spcPts val="300"/>
              </a:spcBef>
            </a:pPr>
            <a:r>
              <a:rPr sz="800" b="0" i="0">
                <a:solidFill>
                  <a:srgbClr val="63666A"/>
                </a:solidFill>
                <a:latin typeface="Arial"/>
              </a:rPr>
              <a:t>Commit to the 5–6 big bets on value, readiness, feasibility</a:t>
            </a:r>
          </a:p>
        </p:txBody>
      </p:sp>
      <p:sp>
        <p:nvSpPr>
          <p:cNvPr id="51" name="Rounded Rectangle 50"/>
          <p:cNvSpPr/>
          <p:nvPr/>
        </p:nvSpPr>
        <p:spPr>
          <a:xfrm>
            <a:off x="4507992" y="2459736"/>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ounded Rectangle 51"/>
          <p:cNvSpPr/>
          <p:nvPr/>
        </p:nvSpPr>
        <p:spPr>
          <a:xfrm>
            <a:off x="2898648" y="3182112"/>
            <a:ext cx="1591056"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Align the prioritization framework</a:t>
            </a:r>
          </a:p>
          <a:p>
            <a:pPr algn="l">
              <a:lnSpc>
                <a:spcPct val="95000"/>
              </a:lnSpc>
              <a:spcBef>
                <a:spcPts val="300"/>
              </a:spcBef>
            </a:pPr>
            <a:r>
              <a:rPr sz="800" b="0" i="0">
                <a:solidFill>
                  <a:srgbClr val="63666A"/>
                </a:solidFill>
                <a:latin typeface="Arial"/>
              </a:rPr>
              <a:t>Criteria and weightings agreed with leadership before scoring</a:t>
            </a:r>
          </a:p>
        </p:txBody>
      </p:sp>
      <p:sp>
        <p:nvSpPr>
          <p:cNvPr id="53" name="Rounded Rectangle 52"/>
          <p:cNvSpPr/>
          <p:nvPr/>
        </p:nvSpPr>
        <p:spPr>
          <a:xfrm>
            <a:off x="2916936" y="3264408"/>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4489704" y="3182112"/>
            <a:ext cx="1591055"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Build the value-backed roadmap</a:t>
            </a:r>
          </a:p>
          <a:p>
            <a:pPr algn="l">
              <a:lnSpc>
                <a:spcPct val="95000"/>
              </a:lnSpc>
              <a:spcBef>
                <a:spcPts val="300"/>
              </a:spcBef>
            </a:pPr>
            <a:r>
              <a:rPr sz="800" b="0" i="0">
                <a:solidFill>
                  <a:srgbClr val="63666A"/>
                </a:solidFill>
                <a:latin typeface="Arial"/>
              </a:rPr>
              <a:t>Sequence: reimagine, prove, scale; owners and enabling investments</a:t>
            </a:r>
          </a:p>
        </p:txBody>
      </p:sp>
      <p:sp>
        <p:nvSpPr>
          <p:cNvPr id="55" name="Rounded Rectangle 54"/>
          <p:cNvSpPr/>
          <p:nvPr/>
        </p:nvSpPr>
        <p:spPr>
          <a:xfrm>
            <a:off x="4507992" y="3264408"/>
            <a:ext cx="45720" cy="566928"/>
          </a:xfrm>
          <a:prstGeom prst="roundRect">
            <a:avLst>
              <a:gd name="adj" fmla="val 8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6" name="Connector 55"/>
          <p:cNvCxnSpPr/>
          <p:nvPr/>
        </p:nvCxnSpPr>
        <p:spPr>
          <a:xfrm>
            <a:off x="2103120" y="4114800"/>
            <a:ext cx="9537192" cy="0"/>
          </a:xfrm>
          <a:prstGeom prst="line">
            <a:avLst/>
          </a:prstGeom>
          <a:ln w="12700">
            <a:solidFill>
              <a:srgbClr val="D9D9D9"/>
            </a:solidFill>
          </a:ln>
          <a:effectLst/>
        </p:spPr>
        <p:style>
          <a:lnRef idx="2">
            <a:schemeClr val="accent1"/>
          </a:lnRef>
          <a:fillRef idx="0">
            <a:schemeClr val="accent1"/>
          </a:fillRef>
          <a:effectRef idx="1">
            <a:schemeClr val="accent1"/>
          </a:effectRef>
          <a:fontRef idx="minor">
            <a:schemeClr val="tx1"/>
          </a:fontRef>
        </p:style>
      </p:cxnSp>
      <p:sp>
        <p:nvSpPr>
          <p:cNvPr id="57" name="TextBox 56"/>
          <p:cNvSpPr txBox="1"/>
          <p:nvPr/>
        </p:nvSpPr>
        <p:spPr>
          <a:xfrm>
            <a:off x="557784" y="4041648"/>
            <a:ext cx="1463040" cy="164592"/>
          </a:xfrm>
          <a:prstGeom prst="rect">
            <a:avLst/>
          </a:prstGeom>
          <a:noFill/>
        </p:spPr>
        <p:txBody>
          <a:bodyPr wrap="square" lIns="0" rIns="0" tIns="0" bIns="0">
            <a:spAutoFit/>
          </a:bodyPr>
          <a:lstStyle/>
          <a:p>
            <a:pPr>
              <a:lnSpc>
                <a:spcPct val="100000"/>
              </a:lnSpc>
            </a:pPr>
            <a:r>
              <a:rPr sz="850" b="1" i="1">
                <a:solidFill>
                  <a:srgbClr val="63666A"/>
                </a:solidFill>
                <a:latin typeface="Arial"/>
              </a:rPr>
              <a:t>Joint workshops</a:t>
            </a:r>
          </a:p>
        </p:txBody>
      </p:sp>
      <p:sp>
        <p:nvSpPr>
          <p:cNvPr id="58" name="Diamond 57"/>
          <p:cNvSpPr/>
          <p:nvPr/>
        </p:nvSpPr>
        <p:spPr>
          <a:xfrm>
            <a:off x="3621024"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639312"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Framework workshop</a:t>
            </a:r>
          </a:p>
        </p:txBody>
      </p:sp>
      <p:sp>
        <p:nvSpPr>
          <p:cNvPr id="60" name="Diamond 59"/>
          <p:cNvSpPr/>
          <p:nvPr/>
        </p:nvSpPr>
        <p:spPr>
          <a:xfrm>
            <a:off x="6007607"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025896"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CM1 prioritization workshop</a:t>
            </a:r>
          </a:p>
        </p:txBody>
      </p:sp>
      <p:sp>
        <p:nvSpPr>
          <p:cNvPr id="62" name="Diamond 61"/>
          <p:cNvSpPr/>
          <p:nvPr/>
        </p:nvSpPr>
        <p:spPr>
          <a:xfrm>
            <a:off x="8394192"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412480" y="4206240"/>
            <a:ext cx="1691640" cy="128016"/>
          </a:xfrm>
          <a:prstGeom prst="rect">
            <a:avLst/>
          </a:prstGeom>
          <a:noFill/>
        </p:spPr>
        <p:txBody>
          <a:bodyPr wrap="square" lIns="0" rIns="0" tIns="0" bIns="0">
            <a:spAutoFit/>
          </a:bodyPr>
          <a:lstStyle/>
          <a:p>
            <a:pPr>
              <a:lnSpc>
                <a:spcPct val="100000"/>
              </a:lnSpc>
            </a:pPr>
            <a:r>
              <a:rPr sz="750" b="0" i="0">
                <a:solidFill>
                  <a:srgbClr val="061F79"/>
                </a:solidFill>
                <a:latin typeface="Arial"/>
              </a:rPr>
              <a:t>Org design workshop</a:t>
            </a:r>
          </a:p>
        </p:txBody>
      </p:sp>
      <p:sp>
        <p:nvSpPr>
          <p:cNvPr id="64" name="Diamond 63"/>
          <p:cNvSpPr/>
          <p:nvPr/>
        </p:nvSpPr>
        <p:spPr>
          <a:xfrm>
            <a:off x="11448288" y="4041648"/>
            <a:ext cx="146304" cy="146304"/>
          </a:xfrm>
          <a:prstGeom prst="diamond">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9966960" y="4206240"/>
            <a:ext cx="1463040" cy="128016"/>
          </a:xfrm>
          <a:prstGeom prst="rect">
            <a:avLst/>
          </a:prstGeom>
          <a:noFill/>
        </p:spPr>
        <p:txBody>
          <a:bodyPr wrap="square" lIns="0" rIns="0" tIns="0" bIns="0">
            <a:spAutoFit/>
          </a:bodyPr>
          <a:lstStyle/>
          <a:p>
            <a:pPr algn="r">
              <a:lnSpc>
                <a:spcPct val="100000"/>
              </a:lnSpc>
            </a:pPr>
            <a:r>
              <a:rPr sz="750" b="0" i="0">
                <a:solidFill>
                  <a:srgbClr val="061F79"/>
                </a:solidFill>
                <a:latin typeface="Arial"/>
              </a:rPr>
              <a:t>Integrated org workshop</a:t>
            </a:r>
          </a:p>
        </p:txBody>
      </p:sp>
      <p:sp>
        <p:nvSpPr>
          <p:cNvPr id="66" name="Rounded Rectangle 65"/>
          <p:cNvSpPr/>
          <p:nvPr/>
        </p:nvSpPr>
        <p:spPr>
          <a:xfrm>
            <a:off x="2103120" y="4480560"/>
            <a:ext cx="3977639"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Design the platform org of the future</a:t>
            </a:r>
          </a:p>
          <a:p>
            <a:pPr algn="l">
              <a:lnSpc>
                <a:spcPct val="95000"/>
              </a:lnSpc>
              <a:spcBef>
                <a:spcPts val="300"/>
              </a:spcBef>
            </a:pPr>
            <a:r>
              <a:rPr sz="800" b="0" i="0">
                <a:solidFill>
                  <a:srgbClr val="63666A"/>
                </a:solidFill>
                <a:latin typeface="Arial"/>
              </a:rPr>
              <a:t>2–3 leadership workshops: archetypes, choices, what makes sense for TU; target structure, spans and layers (hygiene baseline)</a:t>
            </a:r>
          </a:p>
        </p:txBody>
      </p:sp>
      <p:sp>
        <p:nvSpPr>
          <p:cNvPr id="67" name="Rounded Rectangle 66"/>
          <p:cNvSpPr/>
          <p:nvPr/>
        </p:nvSpPr>
        <p:spPr>
          <a:xfrm>
            <a:off x="2121408" y="4562856"/>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6080759" y="4480560"/>
            <a:ext cx="5559552" cy="731520"/>
          </a:xfrm>
          <a:prstGeom prst="roundRect">
            <a:avLst>
              <a:gd name="adj" fmla="val 10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FFFFFF"/>
                </a:solidFill>
                <a:latin typeface="Arial"/>
              </a:rPr>
              <a:t>Integrate the org of the future</a:t>
            </a:r>
          </a:p>
          <a:p>
            <a:pPr algn="l">
              <a:lnSpc>
                <a:spcPct val="95000"/>
              </a:lnSpc>
              <a:spcBef>
                <a:spcPts val="300"/>
              </a:spcBef>
            </a:pPr>
            <a:r>
              <a:rPr sz="800" b="0" i="0">
                <a:solidFill>
                  <a:srgbClr val="FFFFFF"/>
                </a:solidFill>
                <a:latin typeface="Arial"/>
              </a:rPr>
              <a:t>Fold in Track 1 domain shifts; converge structure, skills, culture, and footprint into one blueprint</a:t>
            </a:r>
          </a:p>
        </p:txBody>
      </p:sp>
      <p:sp>
        <p:nvSpPr>
          <p:cNvPr id="69" name="Rounded Rectangle 68"/>
          <p:cNvSpPr/>
          <p:nvPr/>
        </p:nvSpPr>
        <p:spPr>
          <a:xfrm>
            <a:off x="2103120" y="5285232"/>
            <a:ext cx="3977639"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Launch strategic workforce planning</a:t>
            </a:r>
          </a:p>
          <a:p>
            <a:pPr algn="l">
              <a:lnSpc>
                <a:spcPct val="95000"/>
              </a:lnSpc>
              <a:spcBef>
                <a:spcPts val="300"/>
              </a:spcBef>
            </a:pPr>
            <a:r>
              <a:rPr sz="800" b="0" i="0">
                <a:solidFill>
                  <a:srgbClr val="63666A"/>
                </a:solidFill>
                <a:latin typeface="Arial"/>
              </a:rPr>
              <a:t>3-year talent demand, AI automation potential, job family architecture</a:t>
            </a:r>
          </a:p>
        </p:txBody>
      </p:sp>
      <p:sp>
        <p:nvSpPr>
          <p:cNvPr id="70" name="Rounded Rectangle 69"/>
          <p:cNvSpPr/>
          <p:nvPr/>
        </p:nvSpPr>
        <p:spPr>
          <a:xfrm>
            <a:off x="2121408"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0759" y="5285232"/>
            <a:ext cx="3182111"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Refresh the global location strategy</a:t>
            </a:r>
          </a:p>
          <a:p>
            <a:pPr algn="l">
              <a:lnSpc>
                <a:spcPct val="95000"/>
              </a:lnSpc>
              <a:spcBef>
                <a:spcPts val="300"/>
              </a:spcBef>
            </a:pPr>
            <a:r>
              <a:rPr sz="800" b="0" i="0">
                <a:solidFill>
                  <a:srgbClr val="63666A"/>
                </a:solidFill>
                <a:latin typeface="Arial"/>
              </a:rPr>
              <a:t>Which roles sit where; what moves first</a:t>
            </a:r>
          </a:p>
        </p:txBody>
      </p:sp>
      <p:sp>
        <p:nvSpPr>
          <p:cNvPr id="72" name="Rounded Rectangle 71"/>
          <p:cNvSpPr/>
          <p:nvPr/>
        </p:nvSpPr>
        <p:spPr>
          <a:xfrm>
            <a:off x="6099047"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ounded Rectangle 72"/>
          <p:cNvSpPr/>
          <p:nvPr/>
        </p:nvSpPr>
        <p:spPr>
          <a:xfrm>
            <a:off x="9262872" y="5285232"/>
            <a:ext cx="2377440" cy="731520"/>
          </a:xfrm>
          <a:prstGeom prst="roundRect">
            <a:avLst>
              <a:gd name="adj" fmla="val 10000"/>
            </a:avLst>
          </a:prstGeom>
          <a:solidFill>
            <a:srgbClr val="FFFFFF"/>
          </a:solid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73152" bIns="36576"/>
          <a:lstStyle/>
          <a:p>
            <a:pPr algn="l">
              <a:lnSpc>
                <a:spcPct val="95000"/>
              </a:lnSpc>
            </a:pPr>
            <a:r>
              <a:rPr sz="950" b="1" i="0">
                <a:solidFill>
                  <a:srgbClr val="061F79"/>
                </a:solidFill>
                <a:latin typeface="Arial"/>
              </a:rPr>
              <a:t>Build the skills and culture plan</a:t>
            </a:r>
          </a:p>
          <a:p>
            <a:pPr algn="l">
              <a:lnSpc>
                <a:spcPct val="95000"/>
              </a:lnSpc>
              <a:spcBef>
                <a:spcPts val="300"/>
              </a:spcBef>
            </a:pPr>
            <a:r>
              <a:rPr sz="800" b="0" i="0">
                <a:solidFill>
                  <a:srgbClr val="63666A"/>
                </a:solidFill>
                <a:latin typeface="Arial"/>
              </a:rPr>
              <a:t>Sourcing and upskilling; mindset and behavior shifts</a:t>
            </a:r>
          </a:p>
        </p:txBody>
      </p:sp>
      <p:sp>
        <p:nvSpPr>
          <p:cNvPr id="74" name="Rounded Rectangle 73"/>
          <p:cNvSpPr/>
          <p:nvPr/>
        </p:nvSpPr>
        <p:spPr>
          <a:xfrm>
            <a:off x="9281159" y="5367528"/>
            <a:ext cx="45720" cy="566928"/>
          </a:xfrm>
          <a:prstGeom prst="roundRect">
            <a:avLst>
              <a:gd name="adj" fmla="val 8000"/>
            </a:avLst>
          </a:prstGeom>
          <a:solidFill>
            <a:srgbClr val="061F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Down Arrow 74"/>
          <p:cNvSpPr/>
          <p:nvPr/>
        </p:nvSpPr>
        <p:spPr>
          <a:xfrm>
            <a:off x="7818120" y="2340864"/>
            <a:ext cx="182880" cy="2103120"/>
          </a:xfrm>
          <a:prstGeom prst="downArrow">
            <a:avLst>
              <a:gd name="adj1" fmla="val 62000"/>
              <a:gd name="adj2" fmla="val 62000"/>
            </a:avLst>
          </a:prstGeom>
          <a:solidFill>
            <a:srgbClr val="2251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119872" y="3291840"/>
            <a:ext cx="1783080" cy="365760"/>
          </a:xfrm>
          <a:prstGeom prst="rect">
            <a:avLst/>
          </a:prstGeom>
          <a:noFill/>
        </p:spPr>
        <p:txBody>
          <a:bodyPr wrap="square" lIns="0" rIns="0" tIns="0" bIns="0">
            <a:spAutoFit/>
          </a:bodyPr>
          <a:lstStyle/>
          <a:p>
            <a:pPr>
              <a:lnSpc>
                <a:spcPct val="95000"/>
              </a:lnSpc>
            </a:pPr>
            <a:r>
              <a:rPr sz="800" b="0" i="1">
                <a:solidFill>
                  <a:srgbClr val="061F79"/>
                </a:solidFill>
                <a:latin typeface="Arial"/>
              </a:rPr>
              <a:t>Domain workforce shifts feed the integrated org</a:t>
            </a:r>
          </a:p>
        </p:txBody>
      </p:sp>
      <p:sp>
        <p:nvSpPr>
          <p:cNvPr id="77" name="ReviewSticky"/>
          <p:cNvSpPr/>
          <p:nvPr/>
        </p:nvSpPr>
        <p:spPr>
          <a:xfrm>
            <a:off x="9555480" y="36576"/>
            <a:ext cx="2606040" cy="91440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lnSpc>
                <a:spcPct val="95000"/>
              </a:lnSpc>
            </a:pPr>
            <a:r>
              <a:rPr sz="800" b="0">
                <a:solidFill>
                  <a:srgbClr val="000000"/>
                </a:solidFill>
                <a:latin typeface="Arial"/>
              </a:rPr>
              <a:t>OPTION B (better-looking view): same content as Option A; front-load made visible with phase bands, lane tints, white boxes with accent bars, dashed box for pilots extending beyond the plan. Keep one option, delete the other.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Object 2" hidden="1">
            <a:extLst>
              <a:ext uri="{FF2B5EF4-FFF2-40B4-BE49-F238E27FC236}">
                <a16:creationId xmlns:a16="http://schemas.microsoft.com/office/drawing/2014/main" id="{090FB3AC-E34B-30B9-F23B-7D759C927068}"/>
              </a:ext>
            </a:extLst>
          </p:cNvPr>
          <p:cNvGraphicFramePr>
            <a:graphicFrameLocks noChangeAspect="1"/>
          </p:cNvGraphicFramePr>
          <p:nvPr>
            <p:custDataLst>
              <p:tags r:id="rId1"/>
            </p:custDataLst>
            <p:extLst>
              <p:ext uri="{D42A27DB-BD31-4B8C-83A1-F6EECF244321}">
                <p14:modId xmlns:p14="http://schemas.microsoft.com/office/powerpoint/2010/main" val="409093279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6" imgW="404" imgH="405" progId="TCLayout.ActiveDocument.1">
                  <p:embed/>
                </p:oleObj>
              </mc:Choice>
              <mc:Fallback>
                <p:oleObj name="think-cell Slide" r:id="rId6" imgW="404" imgH="405" progId="TCLayout.ActiveDocument.1">
                  <p:embed/>
                  <p:pic>
                    <p:nvPicPr>
                      <p:cNvPr id="5" name="Object 2" hidden="1">
                        <a:extLst>
                          <a:ext uri="{FF2B5EF4-FFF2-40B4-BE49-F238E27FC236}">
                            <a16:creationId xmlns:a16="http://schemas.microsoft.com/office/drawing/2014/main" id="{090FB3AC-E34B-30B9-F23B-7D759C927068}"/>
                          </a:ext>
                        </a:extLst>
                      </p:cNvPr>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2. Slide Title">
            <a:extLst>
              <a:ext uri="{FF2B5EF4-FFF2-40B4-BE49-F238E27FC236}">
                <a16:creationId xmlns:a16="http://schemas.microsoft.com/office/drawing/2014/main" id="{0AF50648-A519-BEC9-A0CD-8A8212027B92}"/>
              </a:ext>
            </a:extLst>
          </p:cNvPr>
          <p:cNvSpPr>
            <a:spLocks noGrp="1"/>
          </p:cNvSpPr>
          <p:nvPr>
            <p:ph type="title"/>
            <p:custDataLst>
              <p:tags r:id="rId2"/>
            </p:custDataLst>
          </p:nvPr>
        </p:nvSpPr>
        <p:spPr/>
        <p:txBody>
          <a:bodyPr vert="horz"/>
          <a:lstStyle/>
          <a:p>
            <a:r>
              <a:rPr lang="en-US" dirty="0"/>
              <a:t>Appendix</a:t>
            </a:r>
          </a:p>
        </p:txBody>
      </p:sp>
      <p:sp>
        <p:nvSpPr>
          <p:cNvPr id="3" name="1. On-page tracker">
            <a:extLst>
              <a:ext uri="{FF2B5EF4-FFF2-40B4-BE49-F238E27FC236}">
                <a16:creationId xmlns:a16="http://schemas.microsoft.com/office/drawing/2014/main" id="{2901DE5B-D6BC-8A32-7C00-B006A553D995}"/>
              </a:ext>
            </a:extLst>
          </p:cNvPr>
          <p:cNvSpPr>
            <a:spLocks noGrp="1"/>
          </p:cNvSpPr>
          <p:nvPr>
            <p:ph type="body" sz="quarter" idx="17"/>
            <p:custDataLst>
              <p:tags r:id="rId3"/>
            </p:custDataLst>
          </p:nvPr>
        </p:nvSpPr>
        <p:spPr/>
        <p:txBody>
          <a:bodyPr/>
          <a:lstStyle/>
          <a:p>
            <a:endParaRPr lang="en-US"/>
          </a:p>
        </p:txBody>
      </p:sp>
      <p:sp>
        <p:nvSpPr>
          <p:cNvPr id="4" name="3. Subtitle">
            <a:extLst>
              <a:ext uri="{FF2B5EF4-FFF2-40B4-BE49-F238E27FC236}">
                <a16:creationId xmlns:a16="http://schemas.microsoft.com/office/drawing/2014/main" id="{34777898-D986-99A7-29C2-A90E9DC584FE}"/>
              </a:ext>
            </a:extLst>
          </p:cNvPr>
          <p:cNvSpPr>
            <a:spLocks noGrp="1"/>
          </p:cNvSpPr>
          <p:nvPr>
            <p:ph type="subTitle" idx="1"/>
            <p:custDataLst>
              <p:tags r:id="rId4"/>
            </p:custDataLst>
          </p:nvPr>
        </p:nvSpPr>
        <p:spPr/>
        <p:txBody>
          <a:bodyPr/>
          <a:lstStyle/>
          <a:p>
            <a:endParaRPr lang="en-US"/>
          </a:p>
        </p:txBody>
      </p:sp>
      <p:sp>
        <p:nvSpPr>
          <p:cNvPr id="6"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extLst>
      <p:ext uri="{BB962C8B-B14F-4D97-AF65-F5344CB8AC3E}">
        <p14:creationId xmlns:p14="http://schemas.microsoft.com/office/powerpoint/2010/main" val="12698906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83B75-E45E-72D6-D534-6281C167324C}"/>
            </a:ext>
          </a:extLst>
        </p:cNvPr>
        <p:cNvGrpSpPr/>
        <p:nvPr/>
      </p:nvGrpSpPr>
      <p:grpSpPr>
        <a:xfrm>
          <a:off x="0" y="0"/>
          <a:ext cx="0" cy="0"/>
          <a:chOff x="0" y="0"/>
          <a:chExt cx="0" cy="0"/>
        </a:xfrm>
      </p:grpSpPr>
      <p:graphicFrame>
        <p:nvGraphicFramePr>
          <p:cNvPr id="8" name="Object 2" hidden="1">
            <a:extLst>
              <a:ext uri="{FF2B5EF4-FFF2-40B4-BE49-F238E27FC236}">
                <a16:creationId xmlns:a16="http://schemas.microsoft.com/office/drawing/2014/main" id="{79B6A942-7E7E-5937-0B88-F0063CDA7094}"/>
              </a:ext>
            </a:extLst>
          </p:cNvPr>
          <p:cNvGraphicFramePr>
            <a:graphicFrameLocks noChangeAspect="1"/>
          </p:cNvGraphicFramePr>
          <p:nvPr>
            <p:custDataLst>
              <p:tags r:id="rId2"/>
            </p:custDataLst>
            <p:extLst>
              <p:ext uri="{D42A27DB-BD31-4B8C-83A1-F6EECF244321}">
                <p14:modId xmlns:p14="http://schemas.microsoft.com/office/powerpoint/2010/main" val="1898419710"/>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23" imgW="395" imgH="396" progId="TCLayout.ActiveDocument.1">
                  <p:embed/>
                </p:oleObj>
              </mc:Choice>
              <mc:Fallback>
                <p:oleObj name="think-cell Slide" r:id="rId23" imgW="395" imgH="396" progId="TCLayout.ActiveDocument.1">
                  <p:embed/>
                  <p:pic>
                    <p:nvPicPr>
                      <p:cNvPr id="8" name="Object 2" hidden="1">
                        <a:extLst>
                          <a:ext uri="{FF2B5EF4-FFF2-40B4-BE49-F238E27FC236}">
                            <a16:creationId xmlns:a16="http://schemas.microsoft.com/office/drawing/2014/main" id="{79B6A942-7E7E-5937-0B88-F0063CDA7094}"/>
                          </a:ext>
                        </a:extLst>
                      </p:cNvPr>
                      <p:cNvPicPr/>
                      <p:nvPr/>
                    </p:nvPicPr>
                    <p:blipFill>
                      <a:blip r:embed="rId24"/>
                      <a:stretch>
                        <a:fillRect/>
                      </a:stretch>
                    </p:blipFill>
                    <p:spPr>
                      <a:xfrm>
                        <a:off x="1588" y="1588"/>
                        <a:ext cx="1588" cy="1588"/>
                      </a:xfrm>
                      <a:prstGeom prst="rect">
                        <a:avLst/>
                      </a:prstGeom>
                    </p:spPr>
                  </p:pic>
                </p:oleObj>
              </mc:Fallback>
            </mc:AlternateContent>
          </a:graphicData>
        </a:graphic>
      </p:graphicFrame>
      <p:sp>
        <p:nvSpPr>
          <p:cNvPr id="7" name="Slide Number">
            <a:extLst>
              <a:ext uri="{FF2B5EF4-FFF2-40B4-BE49-F238E27FC236}">
                <a16:creationId xmlns:a16="http://schemas.microsoft.com/office/drawing/2014/main" id="{9675B713-DF89-E6FE-206C-43414202239A}"/>
              </a:ext>
            </a:extLst>
          </p:cNvPr>
          <p:cNvSpPr>
            <a:spLocks noChangeArrowheads="1"/>
          </p:cNvSpPr>
          <p:nvPr>
            <p:custDataLst>
              <p:tags r:id="rId3"/>
            </p:custDataLst>
          </p:nvPr>
        </p:nvSpPr>
        <p:spPr bwMode="black">
          <a:xfrm>
            <a:off x="11312525" y="6498754"/>
            <a:ext cx="325501" cy="138499"/>
          </a:xfrm>
          <a:prstGeom prst="rect">
            <a:avLst/>
          </a:prstGeom>
          <a:noFill/>
          <a:ln w="9525" algn="ctr">
            <a:noFill/>
            <a:miter lim="800000"/>
            <a:headEnd/>
            <a:tailEnd/>
          </a:ln>
          <a:effectLst/>
        </p:spPr>
        <p:txBody>
          <a:bodyPr wrap="square" lIns="0" tIns="0" rIns="0" bIns="0" anchor="b">
            <a:spAutoFit/>
          </a:bodyPr>
          <a:lstStyle/>
          <a:p>
            <a:pPr marL="0" marR="0" lvl="0" indent="0" algn="r" defTabSz="610744" rtl="0" eaLnBrk="1" fontAlgn="auto" latinLnBrk="0" hangingPunct="1">
              <a:lnSpc>
                <a:spcPct val="100000"/>
              </a:lnSpc>
              <a:spcBef>
                <a:spcPts val="0"/>
              </a:spcBef>
              <a:spcAft>
                <a:spcPts val="0"/>
              </a:spcAft>
              <a:buClrTx/>
              <a:buSzTx/>
              <a:buFontTx/>
              <a:buNone/>
              <a:tabLst/>
              <a:defRPr/>
            </a:pPr>
            <a:fld id="{4ABDCABE-3F10-B64C-92F1-862014417034}" type="slidenum">
              <a:rPr kumimoji="0" lang="en-US" sz="900" b="0" i="0" u="none" strike="noStrike" kern="1200" cap="none" spc="0" normalizeH="0" baseline="0" noProof="0" smtClean="0">
                <a:ln>
                  <a:noFill/>
                </a:ln>
                <a:effectLst/>
                <a:uLnTx/>
                <a:uFillTx/>
                <a:latin typeface="Arial"/>
                <a:ea typeface="+mn-ea"/>
                <a:cs typeface="Arial" panose="020B0604020202020204" pitchFamily="34" charset="0"/>
              </a:rPr>
              <a:pPr marL="0" marR="0" lvl="0" indent="0" algn="r" defTabSz="610744" rtl="0" eaLnBrk="1" fontAlgn="auto" latinLnBrk="0" hangingPunct="1">
                <a:lnSpc>
                  <a:spcPct val="100000"/>
                </a:lnSpc>
                <a:spcBef>
                  <a:spcPts val="0"/>
                </a:spcBef>
                <a:spcAft>
                  <a:spcPts val="0"/>
                </a:spcAft>
                <a:buClrTx/>
                <a:buSzTx/>
                <a:buFontTx/>
                <a:buNone/>
                <a:tabLst/>
                <a:defRPr/>
              </a:pPr>
              <a:t>8</a:t>
            </a:fld>
            <a:endParaRPr kumimoji="0" lang="en-US" sz="900" b="0" i="0" u="none" strike="noStrike" kern="1200" cap="none" spc="0" normalizeH="0" baseline="0" noProof="0">
              <a:ln>
                <a:noFill/>
              </a:ln>
              <a:effectLst/>
              <a:uLnTx/>
              <a:uFillTx/>
              <a:latin typeface="Arial"/>
              <a:ea typeface="+mn-ea"/>
              <a:cs typeface="Arial" panose="020B0604020202020204" pitchFamily="34" charset="0"/>
            </a:endParaRPr>
          </a:p>
        </p:txBody>
      </p:sp>
      <p:sp>
        <p:nvSpPr>
          <p:cNvPr id="9" name="SlideLogoText">
            <a:extLst>
              <a:ext uri="{FF2B5EF4-FFF2-40B4-BE49-F238E27FC236}">
                <a16:creationId xmlns:a16="http://schemas.microsoft.com/office/drawing/2014/main" id="{1D1C1AB0-89EC-2EC4-05EC-7DB9AE6DA4A0}"/>
              </a:ext>
            </a:extLst>
          </p:cNvPr>
          <p:cNvSpPr txBox="1"/>
          <p:nvPr>
            <p:custDataLst>
              <p:tags r:id="rId4"/>
            </p:custDataLst>
          </p:nvPr>
        </p:nvSpPr>
        <p:spPr bwMode="black">
          <a:xfrm>
            <a:off x="10142505" y="6499381"/>
            <a:ext cx="1134927" cy="138499"/>
          </a:xfrm>
          <a:prstGeom prst="rect">
            <a:avLst/>
          </a:prstGeom>
          <a:noFill/>
        </p:spPr>
        <p:txBody>
          <a:bodyPr wrap="none" lIns="0" tIns="0" rIns="0" bIns="0" rtlCol="0" anchor="b">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effectLst/>
                <a:uLnTx/>
                <a:uFillTx/>
                <a:latin typeface="Arial"/>
                <a:ea typeface="+mn-ea"/>
                <a:cs typeface="Arial" panose="020B0604020202020204" pitchFamily="34" charset="0"/>
              </a:rPr>
              <a:t>McKinsey &amp; Company</a:t>
            </a:r>
          </a:p>
        </p:txBody>
      </p:sp>
      <p:sp>
        <p:nvSpPr>
          <p:cNvPr id="363" name="2. Slide Title">
            <a:extLst>
              <a:ext uri="{FF2B5EF4-FFF2-40B4-BE49-F238E27FC236}">
                <a16:creationId xmlns:a16="http://schemas.microsoft.com/office/drawing/2014/main" id="{3DD49E0E-9840-01D2-98EB-8B3EED16995A}"/>
              </a:ext>
            </a:extLst>
          </p:cNvPr>
          <p:cNvSpPr>
            <a:spLocks noGrp="1"/>
          </p:cNvSpPr>
          <p:nvPr>
            <p:ph type="title"/>
            <p:custDataLst>
              <p:tags r:id="rId5"/>
            </p:custDataLst>
          </p:nvPr>
        </p:nvSpPr>
        <p:spPr/>
        <p:txBody>
          <a:bodyPr vert="horz"/>
          <a:lstStyle/>
          <a:p>
            <a:r>
              <a:rPr lang="en-US">
                <a:solidFill>
                  <a:schemeClr val="accent3"/>
                </a:solidFill>
              </a:rPr>
              <a:t>Identify high-value domains: </a:t>
            </a:r>
            <a:r>
              <a:rPr lang="en-US"/>
              <a:t>End-to-end workflows with clear potential to demonstrate impact</a:t>
            </a:r>
          </a:p>
        </p:txBody>
      </p:sp>
      <p:sp>
        <p:nvSpPr>
          <p:cNvPr id="248" name="TextBox 247">
            <a:extLst>
              <a:ext uri="{FF2B5EF4-FFF2-40B4-BE49-F238E27FC236}">
                <a16:creationId xmlns:a16="http://schemas.microsoft.com/office/drawing/2014/main" id="{B68C46C6-C93D-2091-091A-DD5B3E87A528}"/>
              </a:ext>
            </a:extLst>
          </p:cNvPr>
          <p:cNvSpPr txBox="1">
            <a:spLocks/>
          </p:cNvSpPr>
          <p:nvPr/>
        </p:nvSpPr>
        <p:spPr>
          <a:xfrm>
            <a:off x="6538430" y="3727699"/>
            <a:ext cx="2882397" cy="64633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Balance of E2E impact, leadership excitement, and achievable results in 6-12 m</a:t>
            </a:r>
            <a:r>
              <a:rPr lang="en-US" sz="1400" kern="0" dirty="0">
                <a:latin typeface="Arial"/>
              </a:rPr>
              <a:t>o.</a:t>
            </a:r>
            <a:endParaRPr kumimoji="0" lang="en-US" sz="1400" b="0" i="0" u="none" strike="noStrike" kern="0" cap="none" spc="0" normalizeH="0" baseline="0" noProof="0" dirty="0">
              <a:ln>
                <a:noFill/>
              </a:ln>
              <a:effectLst/>
              <a:uLnTx/>
              <a:uFillTx/>
              <a:latin typeface="Arial"/>
              <a:ea typeface="+mn-ea"/>
              <a:cs typeface="Arial" panose="020B0604020202020204" pitchFamily="34" charset="0"/>
            </a:endParaRPr>
          </a:p>
        </p:txBody>
      </p:sp>
      <p:sp>
        <p:nvSpPr>
          <p:cNvPr id="245" name="TextBox 244">
            <a:extLst>
              <a:ext uri="{FF2B5EF4-FFF2-40B4-BE49-F238E27FC236}">
                <a16:creationId xmlns:a16="http://schemas.microsoft.com/office/drawing/2014/main" id="{F3861F0F-384F-0E3D-4F6A-42F407AEA32C}"/>
              </a:ext>
            </a:extLst>
          </p:cNvPr>
          <p:cNvSpPr txBox="1">
            <a:spLocks/>
          </p:cNvSpPr>
          <p:nvPr/>
        </p:nvSpPr>
        <p:spPr>
          <a:xfrm>
            <a:off x="4049906" y="3727699"/>
            <a:ext cx="2125785" cy="861774"/>
          </a:xfrm>
          <a:prstGeom prst="rect">
            <a:avLst/>
          </a:prstGeom>
          <a:noFill/>
          <a:extLst>
            <a:ext uri="{909E8E84-426E-40DD-AFC4-6F175D3DCCD1}">
              <a14:hiddenFill xmlns:a14="http://schemas.microsoft.com/office/drawing/2010/main">
                <a:solidFill>
                  <a:srgbClr val="FFFFFF"/>
                </a:solidFill>
              </a14:hiddenFill>
            </a:ext>
          </a:extLst>
        </p:spPr>
        <p:txBody>
          <a:bodyPr vert="horz"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many domains, data sets, and stakeholders to be able to get to meaningful impact quickly</a:t>
            </a:r>
          </a:p>
        </p:txBody>
      </p:sp>
      <p:sp>
        <p:nvSpPr>
          <p:cNvPr id="250" name="TextBox 249">
            <a:extLst>
              <a:ext uri="{FF2B5EF4-FFF2-40B4-BE49-F238E27FC236}">
                <a16:creationId xmlns:a16="http://schemas.microsoft.com/office/drawing/2014/main" id="{0321CEA6-6BAC-7B3D-6C8C-C607E24C914D}"/>
              </a:ext>
            </a:extLst>
          </p:cNvPr>
          <p:cNvSpPr txBox="1">
            <a:spLocks/>
          </p:cNvSpPr>
          <p:nvPr/>
        </p:nvSpPr>
        <p:spPr>
          <a:xfrm>
            <a:off x="9909779" y="3727699"/>
            <a:ext cx="1932531" cy="861774"/>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Pct val="125000"/>
              <a:buFont typeface="Segoe UI" panose="020B0502040204020203" pitchFamily="34" charset="0"/>
              <a:buChar char="​"/>
              <a:tabLst/>
              <a:defRPr/>
            </a:pPr>
            <a:r>
              <a:rPr kumimoji="0" lang="en-US" sz="1400" b="0" i="0" u="none" strike="noStrike" kern="0" cap="none" spc="0" normalizeH="0" baseline="0" noProof="0" dirty="0">
                <a:ln>
                  <a:noFill/>
                </a:ln>
                <a:effectLst/>
                <a:uLnTx/>
                <a:uFillTx/>
                <a:latin typeface="Arial"/>
                <a:ea typeface="+mn-ea"/>
                <a:cs typeface="Arial" panose="020B0604020202020204" pitchFamily="34" charset="0"/>
              </a:rPr>
              <a:t>Too niche to demonstrate material impact and no data and technical synergies</a:t>
            </a:r>
          </a:p>
        </p:txBody>
      </p:sp>
      <p:sp>
        <p:nvSpPr>
          <p:cNvPr id="246" name="TextBox 245">
            <a:extLst>
              <a:ext uri="{FF2B5EF4-FFF2-40B4-BE49-F238E27FC236}">
                <a16:creationId xmlns:a16="http://schemas.microsoft.com/office/drawing/2014/main" id="{31019F75-2140-1449-912E-2D8E59FE4FF6}"/>
              </a:ext>
            </a:extLst>
          </p:cNvPr>
          <p:cNvSpPr txBox="1">
            <a:spLocks/>
          </p:cNvSpPr>
          <p:nvPr/>
        </p:nvSpPr>
        <p:spPr>
          <a:xfrm>
            <a:off x="4049906" y="2976164"/>
            <a:ext cx="2125785" cy="707886"/>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Entire enterprise </a:t>
            </a:r>
            <a:r>
              <a:rPr kumimoji="0" lang="en-US" sz="2200" b="1" i="0" u="none" strike="noStrike" kern="0" cap="none" spc="0" normalizeH="0" baseline="0" noProof="0" dirty="0">
                <a:ln>
                  <a:noFill/>
                </a:ln>
                <a:effectLst/>
                <a:uLnTx/>
                <a:uFillTx/>
                <a:latin typeface="Arial"/>
                <a:ea typeface="+mn-ea"/>
                <a:cs typeface="Arial" panose="020B0604020202020204" pitchFamily="34" charset="0"/>
              </a:rPr>
              <a:t>– </a:t>
            </a:r>
            <a:r>
              <a:rPr kumimoji="0" lang="en-US" sz="24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big</a:t>
            </a:r>
          </a:p>
        </p:txBody>
      </p:sp>
      <p:sp>
        <p:nvSpPr>
          <p:cNvPr id="249" name="TextBox 248">
            <a:extLst>
              <a:ext uri="{FF2B5EF4-FFF2-40B4-BE49-F238E27FC236}">
                <a16:creationId xmlns:a16="http://schemas.microsoft.com/office/drawing/2014/main" id="{EA096BE4-EA4A-2D68-9430-7C1467A75194}"/>
              </a:ext>
            </a:extLst>
          </p:cNvPr>
          <p:cNvSpPr txBox="1">
            <a:spLocks/>
          </p:cNvSpPr>
          <p:nvPr/>
        </p:nvSpPr>
        <p:spPr>
          <a:xfrm>
            <a:off x="6538430" y="3206997"/>
            <a:ext cx="2882397" cy="246221"/>
          </a:xfrm>
          <a:prstGeom prst="rect">
            <a:avLst/>
          </a:prstGeom>
        </p:spPr>
        <p:txBody>
          <a:bodyPr vert="horz" wrap="square" lIns="0" tIns="0" rIns="0" bIns="0" rtlCol="0" anchor="t" anchorCtr="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a:ln>
                  <a:noFill/>
                </a:ln>
                <a:effectLst/>
                <a:uLnTx/>
                <a:uFillTx/>
                <a:latin typeface="Arial"/>
                <a:ea typeface="+mn-ea"/>
                <a:cs typeface="Arial" panose="020B0604020202020204" pitchFamily="34" charset="0"/>
              </a:rPr>
              <a:t>E2E domain – </a:t>
            </a:r>
            <a:r>
              <a:rPr kumimoji="0" lang="en-US" sz="1600" b="1" i="0" u="none" strike="noStrike" kern="0" cap="none" spc="0" normalizeH="0" baseline="0" noProof="0">
                <a:ln>
                  <a:noFill/>
                </a:ln>
                <a:solidFill>
                  <a:schemeClr val="accent3"/>
                </a:solidFill>
                <a:effectLst/>
                <a:uLnTx/>
                <a:uFillTx/>
                <a:latin typeface="Arial"/>
                <a:ea typeface="+mn-ea"/>
                <a:cs typeface="Arial" panose="020B0604020202020204" pitchFamily="34" charset="0"/>
              </a:rPr>
              <a:t>Just right</a:t>
            </a:r>
          </a:p>
        </p:txBody>
      </p:sp>
      <p:sp>
        <p:nvSpPr>
          <p:cNvPr id="251" name="TextBox 250">
            <a:extLst>
              <a:ext uri="{FF2B5EF4-FFF2-40B4-BE49-F238E27FC236}">
                <a16:creationId xmlns:a16="http://schemas.microsoft.com/office/drawing/2014/main" id="{754506E4-B667-E3D0-A9DA-292B270AF832}"/>
              </a:ext>
            </a:extLst>
          </p:cNvPr>
          <p:cNvSpPr txBox="1">
            <a:spLocks/>
          </p:cNvSpPr>
          <p:nvPr/>
        </p:nvSpPr>
        <p:spPr>
          <a:xfrm>
            <a:off x="9909780" y="3114664"/>
            <a:ext cx="1756846" cy="430887"/>
          </a:xfrm>
          <a:prstGeom prst="rect">
            <a:avLst/>
          </a:prstGeom>
        </p:spPr>
        <p:txBody>
          <a:bodyPr vert="horz" wrap="square" lIns="0" tIns="0" rIns="0" bIns="0" rtlCol="0" anchor="t" anchorCtr="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600" b="1" i="0" u="none" strike="noStrike" kern="0" cap="none" spc="0" normalizeH="0" baseline="0" noProof="0" dirty="0">
                <a:ln>
                  <a:noFill/>
                </a:ln>
                <a:effectLst/>
                <a:uLnTx/>
                <a:uFillTx/>
                <a:latin typeface="Arial"/>
                <a:ea typeface="+mn-ea"/>
                <a:cs typeface="Arial" panose="020B0604020202020204" pitchFamily="34" charset="0"/>
              </a:rPr>
              <a:t>Use case – </a:t>
            </a:r>
            <a:br>
              <a:rPr kumimoji="0" lang="en-US" sz="1600" b="1" i="0" u="none" strike="noStrike" kern="0" cap="none" spc="0" normalizeH="0" baseline="0" noProof="0" dirty="0">
                <a:ln>
                  <a:noFill/>
                </a:ln>
                <a:effectLst/>
                <a:uLnTx/>
                <a:uFillTx/>
                <a:latin typeface="Arial"/>
                <a:ea typeface="+mn-ea"/>
                <a:cs typeface="Arial" panose="020B0604020202020204" pitchFamily="34" charset="0"/>
              </a:rPr>
            </a:br>
            <a:r>
              <a:rPr kumimoji="0" lang="en-US" sz="1200" b="1" i="0" u="none" strike="noStrike" kern="0" cap="none" spc="0" normalizeH="0" baseline="0" noProof="0" dirty="0">
                <a:ln>
                  <a:noFill/>
                </a:ln>
                <a:solidFill>
                  <a:schemeClr val="accent3"/>
                </a:solidFill>
                <a:effectLst/>
                <a:uLnTx/>
                <a:uFillTx/>
                <a:latin typeface="Arial"/>
                <a:ea typeface="+mn-ea"/>
                <a:cs typeface="Arial" panose="020B0604020202020204" pitchFamily="34" charset="0"/>
              </a:rPr>
              <a:t>Too small</a:t>
            </a:r>
          </a:p>
        </p:txBody>
      </p:sp>
      <p:sp>
        <p:nvSpPr>
          <p:cNvPr id="247" name="Rectangle 246">
            <a:extLst>
              <a:ext uri="{FF2B5EF4-FFF2-40B4-BE49-F238E27FC236}">
                <a16:creationId xmlns:a16="http://schemas.microsoft.com/office/drawing/2014/main" id="{C1E8CC98-7686-057A-F669-30516F6E951E}"/>
              </a:ext>
            </a:extLst>
          </p:cNvPr>
          <p:cNvSpPr>
            <a:spLocks/>
          </p:cNvSpPr>
          <p:nvPr/>
        </p:nvSpPr>
        <p:spPr>
          <a:xfrm>
            <a:off x="4049906" y="1301615"/>
            <a:ext cx="1756847" cy="1605629"/>
          </a:xfrm>
          <a:prstGeom prst="rect">
            <a:avLst/>
          </a:prstGeom>
          <a:solidFill>
            <a:schemeClr val="accent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3" name="Rectangle 252">
            <a:extLst>
              <a:ext uri="{FF2B5EF4-FFF2-40B4-BE49-F238E27FC236}">
                <a16:creationId xmlns:a16="http://schemas.microsoft.com/office/drawing/2014/main" id="{64137625-8984-8659-F295-4D8A056D8791}"/>
              </a:ext>
            </a:extLst>
          </p:cNvPr>
          <p:cNvSpPr/>
          <p:nvPr/>
        </p:nvSpPr>
        <p:spPr>
          <a:xfrm>
            <a:off x="7725607"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4" name="Rectangle 253">
            <a:extLst>
              <a:ext uri="{FF2B5EF4-FFF2-40B4-BE49-F238E27FC236}">
                <a16:creationId xmlns:a16="http://schemas.microsoft.com/office/drawing/2014/main" id="{A7A54794-7B45-DADF-441E-79AE4FA582C4}"/>
              </a:ext>
            </a:extLst>
          </p:cNvPr>
          <p:cNvSpPr/>
          <p:nvPr/>
        </p:nvSpPr>
        <p:spPr>
          <a:xfrm>
            <a:off x="7135843" y="18408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5" name="Rectangle 254">
            <a:extLst>
              <a:ext uri="{FF2B5EF4-FFF2-40B4-BE49-F238E27FC236}">
                <a16:creationId xmlns:a16="http://schemas.microsoft.com/office/drawing/2014/main" id="{8D63EADB-F1D0-951D-EE54-1C91E6177DDC}"/>
              </a:ext>
            </a:extLst>
          </p:cNvPr>
          <p:cNvSpPr/>
          <p:nvPr/>
        </p:nvSpPr>
        <p:spPr>
          <a:xfrm>
            <a:off x="7725892"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6" name="Rectangle 255">
            <a:extLst>
              <a:ext uri="{FF2B5EF4-FFF2-40B4-BE49-F238E27FC236}">
                <a16:creationId xmlns:a16="http://schemas.microsoft.com/office/drawing/2014/main" id="{3559C809-BC75-9628-92CD-E232FAF0F213}"/>
              </a:ext>
            </a:extLst>
          </p:cNvPr>
          <p:cNvSpPr/>
          <p:nvPr/>
        </p:nvSpPr>
        <p:spPr>
          <a:xfrm>
            <a:off x="7135843" y="1301616"/>
            <a:ext cx="577320" cy="527230"/>
          </a:xfrm>
          <a:prstGeom prst="rect">
            <a:avLst/>
          </a:prstGeom>
          <a:solidFill>
            <a:schemeClr val="accent3"/>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7" name="Rectangle 256">
            <a:extLst>
              <a:ext uri="{FF2B5EF4-FFF2-40B4-BE49-F238E27FC236}">
                <a16:creationId xmlns:a16="http://schemas.microsoft.com/office/drawing/2014/main" id="{CAB20E9F-B8B9-A653-3326-7C8AAFD6A0B1}"/>
              </a:ext>
            </a:extLst>
          </p:cNvPr>
          <p:cNvSpPr/>
          <p:nvPr/>
        </p:nvSpPr>
        <p:spPr>
          <a:xfrm>
            <a:off x="8315370" y="1301616"/>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8" name="Rectangle 257">
            <a:extLst>
              <a:ext uri="{FF2B5EF4-FFF2-40B4-BE49-F238E27FC236}">
                <a16:creationId xmlns:a16="http://schemas.microsoft.com/office/drawing/2014/main" id="{47045591-70E4-8FA6-7F6D-3FB9C7FBC10C}"/>
              </a:ext>
            </a:extLst>
          </p:cNvPr>
          <p:cNvSpPr/>
          <p:nvPr/>
        </p:nvSpPr>
        <p:spPr>
          <a:xfrm>
            <a:off x="8315370" y="184047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59" name="Rectangle 258">
            <a:extLst>
              <a:ext uri="{FF2B5EF4-FFF2-40B4-BE49-F238E27FC236}">
                <a16:creationId xmlns:a16="http://schemas.microsoft.com/office/drawing/2014/main" id="{3B8375C5-9538-E615-5ACD-0D8E5B4D16D9}"/>
              </a:ext>
            </a:extLst>
          </p:cNvPr>
          <p:cNvSpPr/>
          <p:nvPr/>
        </p:nvSpPr>
        <p:spPr>
          <a:xfrm>
            <a:off x="7135843"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0" name="Rectangle 259">
            <a:extLst>
              <a:ext uri="{FF2B5EF4-FFF2-40B4-BE49-F238E27FC236}">
                <a16:creationId xmlns:a16="http://schemas.microsoft.com/office/drawing/2014/main" id="{BD9AA7A0-4B0C-53C2-D4C1-E48D8A075D92}"/>
              </a:ext>
            </a:extLst>
          </p:cNvPr>
          <p:cNvSpPr/>
          <p:nvPr/>
        </p:nvSpPr>
        <p:spPr>
          <a:xfrm>
            <a:off x="7725892"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1" name="Rectangle 260">
            <a:extLst>
              <a:ext uri="{FF2B5EF4-FFF2-40B4-BE49-F238E27FC236}">
                <a16:creationId xmlns:a16="http://schemas.microsoft.com/office/drawing/2014/main" id="{B7BE9FD9-2844-386A-C2A6-4853BACF79DA}"/>
              </a:ext>
            </a:extLst>
          </p:cNvPr>
          <p:cNvSpPr/>
          <p:nvPr/>
        </p:nvSpPr>
        <p:spPr>
          <a:xfrm>
            <a:off x="8315370" y="2376940"/>
            <a:ext cx="577320" cy="527230"/>
          </a:xfrm>
          <a:prstGeom prst="rect">
            <a:avLst/>
          </a:prstGeom>
          <a:solidFill>
            <a:schemeClr val="tx1"/>
          </a:solidFill>
          <a:ln w="6350" cap="sq"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3" name="Rectangle 262">
            <a:extLst>
              <a:ext uri="{FF2B5EF4-FFF2-40B4-BE49-F238E27FC236}">
                <a16:creationId xmlns:a16="http://schemas.microsoft.com/office/drawing/2014/main" id="{05E524DA-56D7-0A19-A3F8-2E18ABBC2EF8}"/>
              </a:ext>
            </a:extLst>
          </p:cNvPr>
          <p:cNvSpPr/>
          <p:nvPr/>
        </p:nvSpPr>
        <p:spPr>
          <a:xfrm>
            <a:off x="1008593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4" name="Rectangle 263">
            <a:extLst>
              <a:ext uri="{FF2B5EF4-FFF2-40B4-BE49-F238E27FC236}">
                <a16:creationId xmlns:a16="http://schemas.microsoft.com/office/drawing/2014/main" id="{4822A042-1942-8983-0980-556760ADA929}"/>
              </a:ext>
            </a:extLst>
          </p:cNvPr>
          <p:cNvSpPr/>
          <p:nvPr/>
        </p:nvSpPr>
        <p:spPr>
          <a:xfrm>
            <a:off x="1008593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5" name="Rectangle 264">
            <a:extLst>
              <a:ext uri="{FF2B5EF4-FFF2-40B4-BE49-F238E27FC236}">
                <a16:creationId xmlns:a16="http://schemas.microsoft.com/office/drawing/2014/main" id="{4D338033-E942-3FF7-0E50-EFB775165B2B}"/>
              </a:ext>
            </a:extLst>
          </p:cNvPr>
          <p:cNvSpPr/>
          <p:nvPr/>
        </p:nvSpPr>
        <p:spPr>
          <a:xfrm>
            <a:off x="1008593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6" name="Rectangle 265">
            <a:extLst>
              <a:ext uri="{FF2B5EF4-FFF2-40B4-BE49-F238E27FC236}">
                <a16:creationId xmlns:a16="http://schemas.microsoft.com/office/drawing/2014/main" id="{6A77D376-D876-45B9-556D-3C89AE08C88A}"/>
              </a:ext>
            </a:extLst>
          </p:cNvPr>
          <p:cNvSpPr/>
          <p:nvPr/>
        </p:nvSpPr>
        <p:spPr>
          <a:xfrm>
            <a:off x="1008593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7" name="Rectangle 266">
            <a:extLst>
              <a:ext uri="{FF2B5EF4-FFF2-40B4-BE49-F238E27FC236}">
                <a16:creationId xmlns:a16="http://schemas.microsoft.com/office/drawing/2014/main" id="{1A2D6FB9-B37C-EF9A-AED2-34BC399A8F19}"/>
              </a:ext>
            </a:extLst>
          </p:cNvPr>
          <p:cNvSpPr/>
          <p:nvPr/>
        </p:nvSpPr>
        <p:spPr>
          <a:xfrm>
            <a:off x="1008593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8" name="Rectangle 267">
            <a:extLst>
              <a:ext uri="{FF2B5EF4-FFF2-40B4-BE49-F238E27FC236}">
                <a16:creationId xmlns:a16="http://schemas.microsoft.com/office/drawing/2014/main" id="{D4A2981F-CB12-792D-2142-39B6D4F754ED}"/>
              </a:ext>
            </a:extLst>
          </p:cNvPr>
          <p:cNvSpPr/>
          <p:nvPr/>
        </p:nvSpPr>
        <p:spPr>
          <a:xfrm>
            <a:off x="1008593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69" name="Rectangle 268">
            <a:extLst>
              <a:ext uri="{FF2B5EF4-FFF2-40B4-BE49-F238E27FC236}">
                <a16:creationId xmlns:a16="http://schemas.microsoft.com/office/drawing/2014/main" id="{7C4039AA-543F-63B7-673D-53DF92B219E1}"/>
              </a:ext>
            </a:extLst>
          </p:cNvPr>
          <p:cNvSpPr/>
          <p:nvPr/>
        </p:nvSpPr>
        <p:spPr>
          <a:xfrm>
            <a:off x="1008593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0" name="Rectangle 269">
            <a:extLst>
              <a:ext uri="{FF2B5EF4-FFF2-40B4-BE49-F238E27FC236}">
                <a16:creationId xmlns:a16="http://schemas.microsoft.com/office/drawing/2014/main" id="{7317E06E-E5B1-9A82-ECB9-38EC7E0E8DC2}"/>
              </a:ext>
            </a:extLst>
          </p:cNvPr>
          <p:cNvSpPr/>
          <p:nvPr/>
        </p:nvSpPr>
        <p:spPr>
          <a:xfrm>
            <a:off x="1008593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1" name="Rectangle 270">
            <a:extLst>
              <a:ext uri="{FF2B5EF4-FFF2-40B4-BE49-F238E27FC236}">
                <a16:creationId xmlns:a16="http://schemas.microsoft.com/office/drawing/2014/main" id="{57677F55-57CF-D0A4-9DA7-1782597D6FD1}"/>
              </a:ext>
            </a:extLst>
          </p:cNvPr>
          <p:cNvSpPr/>
          <p:nvPr/>
        </p:nvSpPr>
        <p:spPr>
          <a:xfrm>
            <a:off x="1008593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2" name="Rectangle 271">
            <a:extLst>
              <a:ext uri="{FF2B5EF4-FFF2-40B4-BE49-F238E27FC236}">
                <a16:creationId xmlns:a16="http://schemas.microsoft.com/office/drawing/2014/main" id="{B4E5287E-7FBD-4F5C-FD0F-00FEA8C442B3}"/>
              </a:ext>
            </a:extLst>
          </p:cNvPr>
          <p:cNvSpPr/>
          <p:nvPr/>
        </p:nvSpPr>
        <p:spPr>
          <a:xfrm>
            <a:off x="1008593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3" name="Rectangle 272">
            <a:extLst>
              <a:ext uri="{FF2B5EF4-FFF2-40B4-BE49-F238E27FC236}">
                <a16:creationId xmlns:a16="http://schemas.microsoft.com/office/drawing/2014/main" id="{FC168D1C-28FF-7823-9CC8-A00C84E89B95}"/>
              </a:ext>
            </a:extLst>
          </p:cNvPr>
          <p:cNvSpPr/>
          <p:nvPr/>
        </p:nvSpPr>
        <p:spPr>
          <a:xfrm>
            <a:off x="9909780"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4" name="Rectangle 273">
            <a:extLst>
              <a:ext uri="{FF2B5EF4-FFF2-40B4-BE49-F238E27FC236}">
                <a16:creationId xmlns:a16="http://schemas.microsoft.com/office/drawing/2014/main" id="{97BCB58D-128A-FC69-8193-3CF6FE448CD2}"/>
              </a:ext>
            </a:extLst>
          </p:cNvPr>
          <p:cNvSpPr/>
          <p:nvPr/>
        </p:nvSpPr>
        <p:spPr>
          <a:xfrm>
            <a:off x="9909780" y="1301615"/>
            <a:ext cx="171470" cy="154967"/>
          </a:xfrm>
          <a:prstGeom prst="rect">
            <a:avLst/>
          </a:prstGeom>
          <a:solidFill>
            <a:schemeClr val="accent2"/>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5" name="Rectangle 274">
            <a:extLst>
              <a:ext uri="{FF2B5EF4-FFF2-40B4-BE49-F238E27FC236}">
                <a16:creationId xmlns:a16="http://schemas.microsoft.com/office/drawing/2014/main" id="{5492F869-5800-492D-095C-4FFE66A6416F}"/>
              </a:ext>
            </a:extLst>
          </p:cNvPr>
          <p:cNvSpPr/>
          <p:nvPr/>
        </p:nvSpPr>
        <p:spPr>
          <a:xfrm>
            <a:off x="9909780"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6" name="Rectangle 275">
            <a:extLst>
              <a:ext uri="{FF2B5EF4-FFF2-40B4-BE49-F238E27FC236}">
                <a16:creationId xmlns:a16="http://schemas.microsoft.com/office/drawing/2014/main" id="{065BF2DE-486E-8BF8-6AE2-DB86E5D4248B}"/>
              </a:ext>
            </a:extLst>
          </p:cNvPr>
          <p:cNvSpPr/>
          <p:nvPr/>
        </p:nvSpPr>
        <p:spPr>
          <a:xfrm>
            <a:off x="9909780"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7" name="Rectangle 276">
            <a:extLst>
              <a:ext uri="{FF2B5EF4-FFF2-40B4-BE49-F238E27FC236}">
                <a16:creationId xmlns:a16="http://schemas.microsoft.com/office/drawing/2014/main" id="{5351A0E5-7111-DA1B-83B3-B41D58528198}"/>
              </a:ext>
            </a:extLst>
          </p:cNvPr>
          <p:cNvSpPr/>
          <p:nvPr/>
        </p:nvSpPr>
        <p:spPr>
          <a:xfrm>
            <a:off x="9909780"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8" name="Rectangle 277">
            <a:extLst>
              <a:ext uri="{FF2B5EF4-FFF2-40B4-BE49-F238E27FC236}">
                <a16:creationId xmlns:a16="http://schemas.microsoft.com/office/drawing/2014/main" id="{27350559-75D4-DDF6-2BDD-CEAD9B6094B3}"/>
              </a:ext>
            </a:extLst>
          </p:cNvPr>
          <p:cNvSpPr/>
          <p:nvPr/>
        </p:nvSpPr>
        <p:spPr>
          <a:xfrm>
            <a:off x="9909780"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79" name="Rectangle 278">
            <a:extLst>
              <a:ext uri="{FF2B5EF4-FFF2-40B4-BE49-F238E27FC236}">
                <a16:creationId xmlns:a16="http://schemas.microsoft.com/office/drawing/2014/main" id="{319CE67E-E214-6F1C-80CD-39B1530C6362}"/>
              </a:ext>
            </a:extLst>
          </p:cNvPr>
          <p:cNvSpPr/>
          <p:nvPr/>
        </p:nvSpPr>
        <p:spPr>
          <a:xfrm>
            <a:off x="9909780"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0" name="Rectangle 279">
            <a:extLst>
              <a:ext uri="{FF2B5EF4-FFF2-40B4-BE49-F238E27FC236}">
                <a16:creationId xmlns:a16="http://schemas.microsoft.com/office/drawing/2014/main" id="{825D0880-069B-A112-9D63-7579B840C889}"/>
              </a:ext>
            </a:extLst>
          </p:cNvPr>
          <p:cNvSpPr/>
          <p:nvPr/>
        </p:nvSpPr>
        <p:spPr>
          <a:xfrm>
            <a:off x="9909780"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1" name="Rectangle 280">
            <a:extLst>
              <a:ext uri="{FF2B5EF4-FFF2-40B4-BE49-F238E27FC236}">
                <a16:creationId xmlns:a16="http://schemas.microsoft.com/office/drawing/2014/main" id="{ABA18B62-88D2-3E25-EBCB-B7C571635A45}"/>
              </a:ext>
            </a:extLst>
          </p:cNvPr>
          <p:cNvSpPr/>
          <p:nvPr/>
        </p:nvSpPr>
        <p:spPr>
          <a:xfrm>
            <a:off x="9909780"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2" name="Rectangle 281">
            <a:extLst>
              <a:ext uri="{FF2B5EF4-FFF2-40B4-BE49-F238E27FC236}">
                <a16:creationId xmlns:a16="http://schemas.microsoft.com/office/drawing/2014/main" id="{69FCB4EE-D602-849B-A2D9-6849824C1F2D}"/>
              </a:ext>
            </a:extLst>
          </p:cNvPr>
          <p:cNvSpPr/>
          <p:nvPr/>
        </p:nvSpPr>
        <p:spPr>
          <a:xfrm>
            <a:off x="9909780"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3" name="Rectangle 282">
            <a:extLst>
              <a:ext uri="{FF2B5EF4-FFF2-40B4-BE49-F238E27FC236}">
                <a16:creationId xmlns:a16="http://schemas.microsoft.com/office/drawing/2014/main" id="{26C69276-6D28-0E36-4063-BA4ACD1AF8DE}"/>
              </a:ext>
            </a:extLst>
          </p:cNvPr>
          <p:cNvSpPr/>
          <p:nvPr/>
        </p:nvSpPr>
        <p:spPr>
          <a:xfrm>
            <a:off x="10438238"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4" name="Rectangle 283">
            <a:extLst>
              <a:ext uri="{FF2B5EF4-FFF2-40B4-BE49-F238E27FC236}">
                <a16:creationId xmlns:a16="http://schemas.microsoft.com/office/drawing/2014/main" id="{A5DE53D3-1635-EF13-C0A6-2C7C46619220}"/>
              </a:ext>
            </a:extLst>
          </p:cNvPr>
          <p:cNvSpPr/>
          <p:nvPr/>
        </p:nvSpPr>
        <p:spPr>
          <a:xfrm>
            <a:off x="10438238"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5" name="Rectangle 284">
            <a:extLst>
              <a:ext uri="{FF2B5EF4-FFF2-40B4-BE49-F238E27FC236}">
                <a16:creationId xmlns:a16="http://schemas.microsoft.com/office/drawing/2014/main" id="{4B44ECE7-3DE5-0526-7133-581945FC4CB5}"/>
              </a:ext>
            </a:extLst>
          </p:cNvPr>
          <p:cNvSpPr/>
          <p:nvPr/>
        </p:nvSpPr>
        <p:spPr>
          <a:xfrm>
            <a:off x="10438238"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6" name="Rectangle 285">
            <a:extLst>
              <a:ext uri="{FF2B5EF4-FFF2-40B4-BE49-F238E27FC236}">
                <a16:creationId xmlns:a16="http://schemas.microsoft.com/office/drawing/2014/main" id="{78288B84-1754-F5CD-B1B2-A6CF36AA861A}"/>
              </a:ext>
            </a:extLst>
          </p:cNvPr>
          <p:cNvSpPr/>
          <p:nvPr/>
        </p:nvSpPr>
        <p:spPr>
          <a:xfrm>
            <a:off x="10438238"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7" name="Rectangle 286">
            <a:extLst>
              <a:ext uri="{FF2B5EF4-FFF2-40B4-BE49-F238E27FC236}">
                <a16:creationId xmlns:a16="http://schemas.microsoft.com/office/drawing/2014/main" id="{8EE61FC3-4AA4-3765-AC20-4F9BFFF8218E}"/>
              </a:ext>
            </a:extLst>
          </p:cNvPr>
          <p:cNvSpPr/>
          <p:nvPr/>
        </p:nvSpPr>
        <p:spPr>
          <a:xfrm>
            <a:off x="10438238"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8" name="Rectangle 287">
            <a:extLst>
              <a:ext uri="{FF2B5EF4-FFF2-40B4-BE49-F238E27FC236}">
                <a16:creationId xmlns:a16="http://schemas.microsoft.com/office/drawing/2014/main" id="{3C1A75CF-25AB-BEB1-BE6E-CBDF77A466EB}"/>
              </a:ext>
            </a:extLst>
          </p:cNvPr>
          <p:cNvSpPr/>
          <p:nvPr/>
        </p:nvSpPr>
        <p:spPr>
          <a:xfrm>
            <a:off x="10438238"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89" name="Rectangle 288">
            <a:extLst>
              <a:ext uri="{FF2B5EF4-FFF2-40B4-BE49-F238E27FC236}">
                <a16:creationId xmlns:a16="http://schemas.microsoft.com/office/drawing/2014/main" id="{FFDF2E7D-DE7A-57A8-CDE2-20FF8D01459B}"/>
              </a:ext>
            </a:extLst>
          </p:cNvPr>
          <p:cNvSpPr/>
          <p:nvPr/>
        </p:nvSpPr>
        <p:spPr>
          <a:xfrm>
            <a:off x="10438238"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0" name="Rectangle 289">
            <a:extLst>
              <a:ext uri="{FF2B5EF4-FFF2-40B4-BE49-F238E27FC236}">
                <a16:creationId xmlns:a16="http://schemas.microsoft.com/office/drawing/2014/main" id="{CC9F75AE-7E83-F1F7-F2FD-850A1881A651}"/>
              </a:ext>
            </a:extLst>
          </p:cNvPr>
          <p:cNvSpPr/>
          <p:nvPr/>
        </p:nvSpPr>
        <p:spPr>
          <a:xfrm>
            <a:off x="10438238"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1" name="Rectangle 290">
            <a:extLst>
              <a:ext uri="{FF2B5EF4-FFF2-40B4-BE49-F238E27FC236}">
                <a16:creationId xmlns:a16="http://schemas.microsoft.com/office/drawing/2014/main" id="{B3E3B357-150E-CC7E-CFB6-987EC1F5B40E}"/>
              </a:ext>
            </a:extLst>
          </p:cNvPr>
          <p:cNvSpPr/>
          <p:nvPr/>
        </p:nvSpPr>
        <p:spPr>
          <a:xfrm>
            <a:off x="10438238"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2" name="Rectangle 291">
            <a:extLst>
              <a:ext uri="{FF2B5EF4-FFF2-40B4-BE49-F238E27FC236}">
                <a16:creationId xmlns:a16="http://schemas.microsoft.com/office/drawing/2014/main" id="{F9D56768-1159-E21C-7280-CABD238B88B8}"/>
              </a:ext>
            </a:extLst>
          </p:cNvPr>
          <p:cNvSpPr/>
          <p:nvPr/>
        </p:nvSpPr>
        <p:spPr>
          <a:xfrm>
            <a:off x="10438238"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3" name="Rectangle 292">
            <a:extLst>
              <a:ext uri="{FF2B5EF4-FFF2-40B4-BE49-F238E27FC236}">
                <a16:creationId xmlns:a16="http://schemas.microsoft.com/office/drawing/2014/main" id="{F7C19A52-E402-4989-D602-22A98955BE6E}"/>
              </a:ext>
            </a:extLst>
          </p:cNvPr>
          <p:cNvSpPr/>
          <p:nvPr/>
        </p:nvSpPr>
        <p:spPr>
          <a:xfrm>
            <a:off x="10262085"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4" name="Rectangle 293">
            <a:extLst>
              <a:ext uri="{FF2B5EF4-FFF2-40B4-BE49-F238E27FC236}">
                <a16:creationId xmlns:a16="http://schemas.microsoft.com/office/drawing/2014/main" id="{8DF1FEC8-9208-8A50-DD8D-63026BDB56D8}"/>
              </a:ext>
            </a:extLst>
          </p:cNvPr>
          <p:cNvSpPr/>
          <p:nvPr/>
        </p:nvSpPr>
        <p:spPr>
          <a:xfrm>
            <a:off x="10262085"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5" name="Rectangle 294">
            <a:extLst>
              <a:ext uri="{FF2B5EF4-FFF2-40B4-BE49-F238E27FC236}">
                <a16:creationId xmlns:a16="http://schemas.microsoft.com/office/drawing/2014/main" id="{4E9D3C0A-5E87-CBCE-1BFB-A1C0A9D4BF3F}"/>
              </a:ext>
            </a:extLst>
          </p:cNvPr>
          <p:cNvSpPr/>
          <p:nvPr/>
        </p:nvSpPr>
        <p:spPr>
          <a:xfrm>
            <a:off x="10262085"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6" name="Rectangle 295">
            <a:extLst>
              <a:ext uri="{FF2B5EF4-FFF2-40B4-BE49-F238E27FC236}">
                <a16:creationId xmlns:a16="http://schemas.microsoft.com/office/drawing/2014/main" id="{089E2BDB-8728-ED0E-E86F-4B0D67259464}"/>
              </a:ext>
            </a:extLst>
          </p:cNvPr>
          <p:cNvSpPr/>
          <p:nvPr/>
        </p:nvSpPr>
        <p:spPr>
          <a:xfrm>
            <a:off x="10262085"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7" name="Rectangle 296">
            <a:extLst>
              <a:ext uri="{FF2B5EF4-FFF2-40B4-BE49-F238E27FC236}">
                <a16:creationId xmlns:a16="http://schemas.microsoft.com/office/drawing/2014/main" id="{E6179D89-3EAE-5AA3-E4D1-B810416C8AA3}"/>
              </a:ext>
            </a:extLst>
          </p:cNvPr>
          <p:cNvSpPr/>
          <p:nvPr/>
        </p:nvSpPr>
        <p:spPr>
          <a:xfrm>
            <a:off x="10262085"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8" name="Rectangle 297">
            <a:extLst>
              <a:ext uri="{FF2B5EF4-FFF2-40B4-BE49-F238E27FC236}">
                <a16:creationId xmlns:a16="http://schemas.microsoft.com/office/drawing/2014/main" id="{6692ED7B-2092-7BA0-7927-9A3E2FFFA2BB}"/>
              </a:ext>
            </a:extLst>
          </p:cNvPr>
          <p:cNvSpPr/>
          <p:nvPr/>
        </p:nvSpPr>
        <p:spPr>
          <a:xfrm>
            <a:off x="10262085"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299" name="Rectangle 298">
            <a:extLst>
              <a:ext uri="{FF2B5EF4-FFF2-40B4-BE49-F238E27FC236}">
                <a16:creationId xmlns:a16="http://schemas.microsoft.com/office/drawing/2014/main" id="{3138200D-D3CE-5A61-A2D7-1442B1FB96D0}"/>
              </a:ext>
            </a:extLst>
          </p:cNvPr>
          <p:cNvSpPr/>
          <p:nvPr/>
        </p:nvSpPr>
        <p:spPr>
          <a:xfrm>
            <a:off x="10262085"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0" name="Rectangle 299">
            <a:extLst>
              <a:ext uri="{FF2B5EF4-FFF2-40B4-BE49-F238E27FC236}">
                <a16:creationId xmlns:a16="http://schemas.microsoft.com/office/drawing/2014/main" id="{7DD1331A-485A-967B-F646-1D9EDEE75187}"/>
              </a:ext>
            </a:extLst>
          </p:cNvPr>
          <p:cNvSpPr/>
          <p:nvPr/>
        </p:nvSpPr>
        <p:spPr>
          <a:xfrm>
            <a:off x="10262085"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1" name="Rectangle 300">
            <a:extLst>
              <a:ext uri="{FF2B5EF4-FFF2-40B4-BE49-F238E27FC236}">
                <a16:creationId xmlns:a16="http://schemas.microsoft.com/office/drawing/2014/main" id="{BA9A5F53-98C2-D63A-2454-C764AD0B66DB}"/>
              </a:ext>
            </a:extLst>
          </p:cNvPr>
          <p:cNvSpPr/>
          <p:nvPr/>
        </p:nvSpPr>
        <p:spPr>
          <a:xfrm>
            <a:off x="10262085"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2" name="Rectangle 301">
            <a:extLst>
              <a:ext uri="{FF2B5EF4-FFF2-40B4-BE49-F238E27FC236}">
                <a16:creationId xmlns:a16="http://schemas.microsoft.com/office/drawing/2014/main" id="{D47BE987-AC58-D8A3-BD19-FAA0FF0DD3E1}"/>
              </a:ext>
            </a:extLst>
          </p:cNvPr>
          <p:cNvSpPr/>
          <p:nvPr/>
        </p:nvSpPr>
        <p:spPr>
          <a:xfrm>
            <a:off x="10262085"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3" name="Rectangle 302">
            <a:extLst>
              <a:ext uri="{FF2B5EF4-FFF2-40B4-BE49-F238E27FC236}">
                <a16:creationId xmlns:a16="http://schemas.microsoft.com/office/drawing/2014/main" id="{FC8698D7-9C49-8ED9-E0D0-537737953994}"/>
              </a:ext>
            </a:extLst>
          </p:cNvPr>
          <p:cNvSpPr/>
          <p:nvPr/>
        </p:nvSpPr>
        <p:spPr>
          <a:xfrm>
            <a:off x="10790543"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4" name="Rectangle 303">
            <a:extLst>
              <a:ext uri="{FF2B5EF4-FFF2-40B4-BE49-F238E27FC236}">
                <a16:creationId xmlns:a16="http://schemas.microsoft.com/office/drawing/2014/main" id="{A24711F0-67B7-E95E-4952-C64DC762221D}"/>
              </a:ext>
            </a:extLst>
          </p:cNvPr>
          <p:cNvSpPr/>
          <p:nvPr/>
        </p:nvSpPr>
        <p:spPr>
          <a:xfrm>
            <a:off x="10790543"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5" name="Rectangle 304">
            <a:extLst>
              <a:ext uri="{FF2B5EF4-FFF2-40B4-BE49-F238E27FC236}">
                <a16:creationId xmlns:a16="http://schemas.microsoft.com/office/drawing/2014/main" id="{BDFDF3F4-7814-6C29-4C12-C42B85C67326}"/>
              </a:ext>
            </a:extLst>
          </p:cNvPr>
          <p:cNvSpPr/>
          <p:nvPr/>
        </p:nvSpPr>
        <p:spPr>
          <a:xfrm>
            <a:off x="10790543"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6" name="Rectangle 305">
            <a:extLst>
              <a:ext uri="{FF2B5EF4-FFF2-40B4-BE49-F238E27FC236}">
                <a16:creationId xmlns:a16="http://schemas.microsoft.com/office/drawing/2014/main" id="{8819BFEF-B463-5ECA-4BF4-3F798A99B59D}"/>
              </a:ext>
            </a:extLst>
          </p:cNvPr>
          <p:cNvSpPr/>
          <p:nvPr/>
        </p:nvSpPr>
        <p:spPr>
          <a:xfrm>
            <a:off x="10790543"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7" name="Rectangle 306">
            <a:extLst>
              <a:ext uri="{FF2B5EF4-FFF2-40B4-BE49-F238E27FC236}">
                <a16:creationId xmlns:a16="http://schemas.microsoft.com/office/drawing/2014/main" id="{138DADF2-A4E0-AEAF-2A58-1DEBD62AE51D}"/>
              </a:ext>
            </a:extLst>
          </p:cNvPr>
          <p:cNvSpPr/>
          <p:nvPr/>
        </p:nvSpPr>
        <p:spPr>
          <a:xfrm>
            <a:off x="10790543"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8" name="Rectangle 307">
            <a:extLst>
              <a:ext uri="{FF2B5EF4-FFF2-40B4-BE49-F238E27FC236}">
                <a16:creationId xmlns:a16="http://schemas.microsoft.com/office/drawing/2014/main" id="{FEF41135-20B9-F72D-A069-E0090D919A14}"/>
              </a:ext>
            </a:extLst>
          </p:cNvPr>
          <p:cNvSpPr/>
          <p:nvPr/>
        </p:nvSpPr>
        <p:spPr>
          <a:xfrm>
            <a:off x="10790543"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09" name="Rectangle 308">
            <a:extLst>
              <a:ext uri="{FF2B5EF4-FFF2-40B4-BE49-F238E27FC236}">
                <a16:creationId xmlns:a16="http://schemas.microsoft.com/office/drawing/2014/main" id="{4E36DCDE-BBC3-D6F4-C4C5-02F341F0D666}"/>
              </a:ext>
            </a:extLst>
          </p:cNvPr>
          <p:cNvSpPr/>
          <p:nvPr/>
        </p:nvSpPr>
        <p:spPr>
          <a:xfrm>
            <a:off x="10790543"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0" name="Rectangle 309">
            <a:extLst>
              <a:ext uri="{FF2B5EF4-FFF2-40B4-BE49-F238E27FC236}">
                <a16:creationId xmlns:a16="http://schemas.microsoft.com/office/drawing/2014/main" id="{D0E92541-7852-1798-1CAD-625A2B16034B}"/>
              </a:ext>
            </a:extLst>
          </p:cNvPr>
          <p:cNvSpPr/>
          <p:nvPr/>
        </p:nvSpPr>
        <p:spPr>
          <a:xfrm>
            <a:off x="10790543"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1" name="Rectangle 310">
            <a:extLst>
              <a:ext uri="{FF2B5EF4-FFF2-40B4-BE49-F238E27FC236}">
                <a16:creationId xmlns:a16="http://schemas.microsoft.com/office/drawing/2014/main" id="{B3D06AA5-1239-996C-27EB-65834C307611}"/>
              </a:ext>
            </a:extLst>
          </p:cNvPr>
          <p:cNvSpPr/>
          <p:nvPr/>
        </p:nvSpPr>
        <p:spPr>
          <a:xfrm>
            <a:off x="10790543"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2" name="Rectangle 311">
            <a:extLst>
              <a:ext uri="{FF2B5EF4-FFF2-40B4-BE49-F238E27FC236}">
                <a16:creationId xmlns:a16="http://schemas.microsoft.com/office/drawing/2014/main" id="{261DBFE4-83FE-0C3A-AE04-65A38E10E48A}"/>
              </a:ext>
            </a:extLst>
          </p:cNvPr>
          <p:cNvSpPr/>
          <p:nvPr/>
        </p:nvSpPr>
        <p:spPr>
          <a:xfrm>
            <a:off x="10790543"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3" name="Rectangle 312">
            <a:extLst>
              <a:ext uri="{FF2B5EF4-FFF2-40B4-BE49-F238E27FC236}">
                <a16:creationId xmlns:a16="http://schemas.microsoft.com/office/drawing/2014/main" id="{ACF9CDC7-037D-106F-4EBD-499E38F49371}"/>
              </a:ext>
            </a:extLst>
          </p:cNvPr>
          <p:cNvSpPr/>
          <p:nvPr/>
        </p:nvSpPr>
        <p:spPr>
          <a:xfrm>
            <a:off x="10614391"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4" name="Rectangle 313">
            <a:extLst>
              <a:ext uri="{FF2B5EF4-FFF2-40B4-BE49-F238E27FC236}">
                <a16:creationId xmlns:a16="http://schemas.microsoft.com/office/drawing/2014/main" id="{648ED808-0797-3663-523B-29F117191F2F}"/>
              </a:ext>
            </a:extLst>
          </p:cNvPr>
          <p:cNvSpPr/>
          <p:nvPr/>
        </p:nvSpPr>
        <p:spPr>
          <a:xfrm>
            <a:off x="10614391"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5" name="Rectangle 314">
            <a:extLst>
              <a:ext uri="{FF2B5EF4-FFF2-40B4-BE49-F238E27FC236}">
                <a16:creationId xmlns:a16="http://schemas.microsoft.com/office/drawing/2014/main" id="{9FA929AB-07BB-60B1-B61D-E5427A26161A}"/>
              </a:ext>
            </a:extLst>
          </p:cNvPr>
          <p:cNvSpPr/>
          <p:nvPr/>
        </p:nvSpPr>
        <p:spPr>
          <a:xfrm>
            <a:off x="10614391"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6" name="Rectangle 315">
            <a:extLst>
              <a:ext uri="{FF2B5EF4-FFF2-40B4-BE49-F238E27FC236}">
                <a16:creationId xmlns:a16="http://schemas.microsoft.com/office/drawing/2014/main" id="{8154E391-AECD-2A22-689C-60DFEAA999D7}"/>
              </a:ext>
            </a:extLst>
          </p:cNvPr>
          <p:cNvSpPr/>
          <p:nvPr/>
        </p:nvSpPr>
        <p:spPr>
          <a:xfrm>
            <a:off x="10614391"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7" name="Rectangle 316">
            <a:extLst>
              <a:ext uri="{FF2B5EF4-FFF2-40B4-BE49-F238E27FC236}">
                <a16:creationId xmlns:a16="http://schemas.microsoft.com/office/drawing/2014/main" id="{0A3E04FD-A2DA-48E4-C20C-2BB3D560C7EE}"/>
              </a:ext>
            </a:extLst>
          </p:cNvPr>
          <p:cNvSpPr/>
          <p:nvPr/>
        </p:nvSpPr>
        <p:spPr>
          <a:xfrm>
            <a:off x="10614391"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8" name="Rectangle 317">
            <a:extLst>
              <a:ext uri="{FF2B5EF4-FFF2-40B4-BE49-F238E27FC236}">
                <a16:creationId xmlns:a16="http://schemas.microsoft.com/office/drawing/2014/main" id="{1F6517F5-8A00-10D4-464F-80B8005D55BB}"/>
              </a:ext>
            </a:extLst>
          </p:cNvPr>
          <p:cNvSpPr/>
          <p:nvPr/>
        </p:nvSpPr>
        <p:spPr>
          <a:xfrm>
            <a:off x="10614391"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19" name="Rectangle 318">
            <a:extLst>
              <a:ext uri="{FF2B5EF4-FFF2-40B4-BE49-F238E27FC236}">
                <a16:creationId xmlns:a16="http://schemas.microsoft.com/office/drawing/2014/main" id="{9695F544-F067-2AE2-F998-CE6258CC9221}"/>
              </a:ext>
            </a:extLst>
          </p:cNvPr>
          <p:cNvSpPr/>
          <p:nvPr/>
        </p:nvSpPr>
        <p:spPr>
          <a:xfrm>
            <a:off x="10614391"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0" name="Rectangle 319">
            <a:extLst>
              <a:ext uri="{FF2B5EF4-FFF2-40B4-BE49-F238E27FC236}">
                <a16:creationId xmlns:a16="http://schemas.microsoft.com/office/drawing/2014/main" id="{889FAA1D-9C3B-2164-88BD-4737D570A1E4}"/>
              </a:ext>
            </a:extLst>
          </p:cNvPr>
          <p:cNvSpPr/>
          <p:nvPr/>
        </p:nvSpPr>
        <p:spPr>
          <a:xfrm>
            <a:off x="10614391"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1" name="Rectangle 320">
            <a:extLst>
              <a:ext uri="{FF2B5EF4-FFF2-40B4-BE49-F238E27FC236}">
                <a16:creationId xmlns:a16="http://schemas.microsoft.com/office/drawing/2014/main" id="{1734EED7-4BD9-A0E4-10DE-BC3476BB2708}"/>
              </a:ext>
            </a:extLst>
          </p:cNvPr>
          <p:cNvSpPr/>
          <p:nvPr/>
        </p:nvSpPr>
        <p:spPr>
          <a:xfrm>
            <a:off x="10614391"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2" name="Rectangle 321">
            <a:extLst>
              <a:ext uri="{FF2B5EF4-FFF2-40B4-BE49-F238E27FC236}">
                <a16:creationId xmlns:a16="http://schemas.microsoft.com/office/drawing/2014/main" id="{554576F1-25D0-7FD0-8518-41E259DF831C}"/>
              </a:ext>
            </a:extLst>
          </p:cNvPr>
          <p:cNvSpPr/>
          <p:nvPr/>
        </p:nvSpPr>
        <p:spPr>
          <a:xfrm>
            <a:off x="10614391"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3" name="Rectangle 322">
            <a:extLst>
              <a:ext uri="{FF2B5EF4-FFF2-40B4-BE49-F238E27FC236}">
                <a16:creationId xmlns:a16="http://schemas.microsoft.com/office/drawing/2014/main" id="{1F92386C-F03D-7DBD-3068-D7617786DA6F}"/>
              </a:ext>
            </a:extLst>
          </p:cNvPr>
          <p:cNvSpPr/>
          <p:nvPr/>
        </p:nvSpPr>
        <p:spPr>
          <a:xfrm>
            <a:off x="11142849"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4" name="Rectangle 323">
            <a:extLst>
              <a:ext uri="{FF2B5EF4-FFF2-40B4-BE49-F238E27FC236}">
                <a16:creationId xmlns:a16="http://schemas.microsoft.com/office/drawing/2014/main" id="{F98C0950-54CF-878A-688E-6BF1318BFB99}"/>
              </a:ext>
            </a:extLst>
          </p:cNvPr>
          <p:cNvSpPr/>
          <p:nvPr/>
        </p:nvSpPr>
        <p:spPr>
          <a:xfrm>
            <a:off x="11142849"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5" name="Rectangle 324">
            <a:extLst>
              <a:ext uri="{FF2B5EF4-FFF2-40B4-BE49-F238E27FC236}">
                <a16:creationId xmlns:a16="http://schemas.microsoft.com/office/drawing/2014/main" id="{C2BBF5F2-D40C-9E6C-2B8E-AC62F7C505C6}"/>
              </a:ext>
            </a:extLst>
          </p:cNvPr>
          <p:cNvSpPr/>
          <p:nvPr/>
        </p:nvSpPr>
        <p:spPr>
          <a:xfrm>
            <a:off x="11142849"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6" name="Rectangle 325">
            <a:extLst>
              <a:ext uri="{FF2B5EF4-FFF2-40B4-BE49-F238E27FC236}">
                <a16:creationId xmlns:a16="http://schemas.microsoft.com/office/drawing/2014/main" id="{DC696449-E78B-B79F-BAA4-74377D7FF848}"/>
              </a:ext>
            </a:extLst>
          </p:cNvPr>
          <p:cNvSpPr/>
          <p:nvPr/>
        </p:nvSpPr>
        <p:spPr>
          <a:xfrm>
            <a:off x="11142849"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7" name="Rectangle 326">
            <a:extLst>
              <a:ext uri="{FF2B5EF4-FFF2-40B4-BE49-F238E27FC236}">
                <a16:creationId xmlns:a16="http://schemas.microsoft.com/office/drawing/2014/main" id="{A9EFB562-7392-DFA6-52CB-74E6CB182E34}"/>
              </a:ext>
            </a:extLst>
          </p:cNvPr>
          <p:cNvSpPr/>
          <p:nvPr/>
        </p:nvSpPr>
        <p:spPr>
          <a:xfrm>
            <a:off x="11142849"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8" name="Rectangle 327">
            <a:extLst>
              <a:ext uri="{FF2B5EF4-FFF2-40B4-BE49-F238E27FC236}">
                <a16:creationId xmlns:a16="http://schemas.microsoft.com/office/drawing/2014/main" id="{9E659404-ECF1-AE86-3197-B94EF8A220C7}"/>
              </a:ext>
            </a:extLst>
          </p:cNvPr>
          <p:cNvSpPr/>
          <p:nvPr/>
        </p:nvSpPr>
        <p:spPr>
          <a:xfrm>
            <a:off x="11142849"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29" name="Rectangle 328">
            <a:extLst>
              <a:ext uri="{FF2B5EF4-FFF2-40B4-BE49-F238E27FC236}">
                <a16:creationId xmlns:a16="http://schemas.microsoft.com/office/drawing/2014/main" id="{DFAC1EDE-BB16-1D42-D628-8D67EDBFF9FB}"/>
              </a:ext>
            </a:extLst>
          </p:cNvPr>
          <p:cNvSpPr/>
          <p:nvPr/>
        </p:nvSpPr>
        <p:spPr>
          <a:xfrm>
            <a:off x="11142849"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0" name="Rectangle 329">
            <a:extLst>
              <a:ext uri="{FF2B5EF4-FFF2-40B4-BE49-F238E27FC236}">
                <a16:creationId xmlns:a16="http://schemas.microsoft.com/office/drawing/2014/main" id="{8A5D4BF4-29FF-FDD4-F0B3-7ED8D45A5631}"/>
              </a:ext>
            </a:extLst>
          </p:cNvPr>
          <p:cNvSpPr/>
          <p:nvPr/>
        </p:nvSpPr>
        <p:spPr>
          <a:xfrm>
            <a:off x="11142849"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1" name="Rectangle 330">
            <a:extLst>
              <a:ext uri="{FF2B5EF4-FFF2-40B4-BE49-F238E27FC236}">
                <a16:creationId xmlns:a16="http://schemas.microsoft.com/office/drawing/2014/main" id="{F49501A2-2882-808C-51F1-FCD2F79AE5D1}"/>
              </a:ext>
            </a:extLst>
          </p:cNvPr>
          <p:cNvSpPr/>
          <p:nvPr/>
        </p:nvSpPr>
        <p:spPr>
          <a:xfrm>
            <a:off x="11142849"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2" name="Rectangle 331">
            <a:extLst>
              <a:ext uri="{FF2B5EF4-FFF2-40B4-BE49-F238E27FC236}">
                <a16:creationId xmlns:a16="http://schemas.microsoft.com/office/drawing/2014/main" id="{ACABC2E5-71A5-89FE-02CC-DFC051782E84}"/>
              </a:ext>
            </a:extLst>
          </p:cNvPr>
          <p:cNvSpPr/>
          <p:nvPr/>
        </p:nvSpPr>
        <p:spPr>
          <a:xfrm>
            <a:off x="11142849"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3" name="Rectangle 332">
            <a:extLst>
              <a:ext uri="{FF2B5EF4-FFF2-40B4-BE49-F238E27FC236}">
                <a16:creationId xmlns:a16="http://schemas.microsoft.com/office/drawing/2014/main" id="{F1D26DE7-9195-0EE9-95F2-1CF5F409FB6D}"/>
              </a:ext>
            </a:extLst>
          </p:cNvPr>
          <p:cNvSpPr/>
          <p:nvPr/>
        </p:nvSpPr>
        <p:spPr>
          <a:xfrm>
            <a:off x="10966696"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4" name="Rectangle 333">
            <a:extLst>
              <a:ext uri="{FF2B5EF4-FFF2-40B4-BE49-F238E27FC236}">
                <a16:creationId xmlns:a16="http://schemas.microsoft.com/office/drawing/2014/main" id="{F52A440A-2692-EA74-F561-FEA9A44E267C}"/>
              </a:ext>
            </a:extLst>
          </p:cNvPr>
          <p:cNvSpPr/>
          <p:nvPr/>
        </p:nvSpPr>
        <p:spPr>
          <a:xfrm>
            <a:off x="10966696"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5" name="Rectangle 334">
            <a:extLst>
              <a:ext uri="{FF2B5EF4-FFF2-40B4-BE49-F238E27FC236}">
                <a16:creationId xmlns:a16="http://schemas.microsoft.com/office/drawing/2014/main" id="{861E08E1-D386-7F43-7CFF-6541D4781384}"/>
              </a:ext>
            </a:extLst>
          </p:cNvPr>
          <p:cNvSpPr/>
          <p:nvPr/>
        </p:nvSpPr>
        <p:spPr>
          <a:xfrm>
            <a:off x="10966696"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6" name="Rectangle 335">
            <a:extLst>
              <a:ext uri="{FF2B5EF4-FFF2-40B4-BE49-F238E27FC236}">
                <a16:creationId xmlns:a16="http://schemas.microsoft.com/office/drawing/2014/main" id="{80B2C2D5-53CA-B789-60DA-83FF5F9D8B4F}"/>
              </a:ext>
            </a:extLst>
          </p:cNvPr>
          <p:cNvSpPr/>
          <p:nvPr/>
        </p:nvSpPr>
        <p:spPr>
          <a:xfrm>
            <a:off x="10966696"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7" name="Rectangle 336">
            <a:extLst>
              <a:ext uri="{FF2B5EF4-FFF2-40B4-BE49-F238E27FC236}">
                <a16:creationId xmlns:a16="http://schemas.microsoft.com/office/drawing/2014/main" id="{306A3594-D812-CE95-3A87-8001E29B0A82}"/>
              </a:ext>
            </a:extLst>
          </p:cNvPr>
          <p:cNvSpPr/>
          <p:nvPr/>
        </p:nvSpPr>
        <p:spPr>
          <a:xfrm>
            <a:off x="10966696"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8" name="Rectangle 337">
            <a:extLst>
              <a:ext uri="{FF2B5EF4-FFF2-40B4-BE49-F238E27FC236}">
                <a16:creationId xmlns:a16="http://schemas.microsoft.com/office/drawing/2014/main" id="{FE94D71E-D7F3-AC51-2F30-AF67C5491669}"/>
              </a:ext>
            </a:extLst>
          </p:cNvPr>
          <p:cNvSpPr/>
          <p:nvPr/>
        </p:nvSpPr>
        <p:spPr>
          <a:xfrm>
            <a:off x="10966696"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39" name="Rectangle 338">
            <a:extLst>
              <a:ext uri="{FF2B5EF4-FFF2-40B4-BE49-F238E27FC236}">
                <a16:creationId xmlns:a16="http://schemas.microsoft.com/office/drawing/2014/main" id="{7A18C81B-4E83-0754-1BC8-7E9EDBFE1EF0}"/>
              </a:ext>
            </a:extLst>
          </p:cNvPr>
          <p:cNvSpPr/>
          <p:nvPr/>
        </p:nvSpPr>
        <p:spPr>
          <a:xfrm>
            <a:off x="10966696"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0" name="Rectangle 339">
            <a:extLst>
              <a:ext uri="{FF2B5EF4-FFF2-40B4-BE49-F238E27FC236}">
                <a16:creationId xmlns:a16="http://schemas.microsoft.com/office/drawing/2014/main" id="{B00A012C-EE44-4BCD-70AE-7D87BC3A9429}"/>
              </a:ext>
            </a:extLst>
          </p:cNvPr>
          <p:cNvSpPr/>
          <p:nvPr/>
        </p:nvSpPr>
        <p:spPr>
          <a:xfrm>
            <a:off x="10966696"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1" name="Rectangle 340">
            <a:extLst>
              <a:ext uri="{FF2B5EF4-FFF2-40B4-BE49-F238E27FC236}">
                <a16:creationId xmlns:a16="http://schemas.microsoft.com/office/drawing/2014/main" id="{09347E07-A740-2B4B-C39D-4905DF3CDEFD}"/>
              </a:ext>
            </a:extLst>
          </p:cNvPr>
          <p:cNvSpPr/>
          <p:nvPr/>
        </p:nvSpPr>
        <p:spPr>
          <a:xfrm>
            <a:off x="10966696"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2" name="Rectangle 341">
            <a:extLst>
              <a:ext uri="{FF2B5EF4-FFF2-40B4-BE49-F238E27FC236}">
                <a16:creationId xmlns:a16="http://schemas.microsoft.com/office/drawing/2014/main" id="{891E7D7C-BED7-A306-3951-269E911C15A5}"/>
              </a:ext>
            </a:extLst>
          </p:cNvPr>
          <p:cNvSpPr/>
          <p:nvPr/>
        </p:nvSpPr>
        <p:spPr>
          <a:xfrm>
            <a:off x="10966696"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3" name="Rectangle 342">
            <a:extLst>
              <a:ext uri="{FF2B5EF4-FFF2-40B4-BE49-F238E27FC236}">
                <a16:creationId xmlns:a16="http://schemas.microsoft.com/office/drawing/2014/main" id="{02ABC7F0-FEA0-AFAC-1418-D1A0EAFEE2B5}"/>
              </a:ext>
            </a:extLst>
          </p:cNvPr>
          <p:cNvSpPr/>
          <p:nvPr/>
        </p:nvSpPr>
        <p:spPr>
          <a:xfrm>
            <a:off x="11495157"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4" name="Rectangle 343">
            <a:extLst>
              <a:ext uri="{FF2B5EF4-FFF2-40B4-BE49-F238E27FC236}">
                <a16:creationId xmlns:a16="http://schemas.microsoft.com/office/drawing/2014/main" id="{14344E72-377B-D417-36DA-A76308844278}"/>
              </a:ext>
            </a:extLst>
          </p:cNvPr>
          <p:cNvSpPr/>
          <p:nvPr/>
        </p:nvSpPr>
        <p:spPr>
          <a:xfrm>
            <a:off x="11495157"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5" name="Rectangle 344">
            <a:extLst>
              <a:ext uri="{FF2B5EF4-FFF2-40B4-BE49-F238E27FC236}">
                <a16:creationId xmlns:a16="http://schemas.microsoft.com/office/drawing/2014/main" id="{7AE7BA98-367D-9F98-6373-82D937C35C92}"/>
              </a:ext>
            </a:extLst>
          </p:cNvPr>
          <p:cNvSpPr/>
          <p:nvPr/>
        </p:nvSpPr>
        <p:spPr>
          <a:xfrm>
            <a:off x="11495157"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6" name="Rectangle 345">
            <a:extLst>
              <a:ext uri="{FF2B5EF4-FFF2-40B4-BE49-F238E27FC236}">
                <a16:creationId xmlns:a16="http://schemas.microsoft.com/office/drawing/2014/main" id="{338120AD-8ADF-3975-17B6-5A24A534F6AE}"/>
              </a:ext>
            </a:extLst>
          </p:cNvPr>
          <p:cNvSpPr/>
          <p:nvPr/>
        </p:nvSpPr>
        <p:spPr>
          <a:xfrm>
            <a:off x="11495157"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7" name="Rectangle 346">
            <a:extLst>
              <a:ext uri="{FF2B5EF4-FFF2-40B4-BE49-F238E27FC236}">
                <a16:creationId xmlns:a16="http://schemas.microsoft.com/office/drawing/2014/main" id="{92835911-28CB-3D48-856B-4569D6095923}"/>
              </a:ext>
            </a:extLst>
          </p:cNvPr>
          <p:cNvSpPr/>
          <p:nvPr/>
        </p:nvSpPr>
        <p:spPr>
          <a:xfrm>
            <a:off x="11495157"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8" name="Rectangle 347">
            <a:extLst>
              <a:ext uri="{FF2B5EF4-FFF2-40B4-BE49-F238E27FC236}">
                <a16:creationId xmlns:a16="http://schemas.microsoft.com/office/drawing/2014/main" id="{FFFC6853-60DE-4DEE-00A6-DC91A86DE527}"/>
              </a:ext>
            </a:extLst>
          </p:cNvPr>
          <p:cNvSpPr/>
          <p:nvPr/>
        </p:nvSpPr>
        <p:spPr>
          <a:xfrm>
            <a:off x="11495157"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49" name="Rectangle 348">
            <a:extLst>
              <a:ext uri="{FF2B5EF4-FFF2-40B4-BE49-F238E27FC236}">
                <a16:creationId xmlns:a16="http://schemas.microsoft.com/office/drawing/2014/main" id="{22BDFFD8-18A8-B5D2-84EB-0341B0C4D8B6}"/>
              </a:ext>
            </a:extLst>
          </p:cNvPr>
          <p:cNvSpPr/>
          <p:nvPr/>
        </p:nvSpPr>
        <p:spPr>
          <a:xfrm>
            <a:off x="11495157"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0" name="Rectangle 349">
            <a:extLst>
              <a:ext uri="{FF2B5EF4-FFF2-40B4-BE49-F238E27FC236}">
                <a16:creationId xmlns:a16="http://schemas.microsoft.com/office/drawing/2014/main" id="{26E23CEB-3110-7B98-DF81-5866634B6622}"/>
              </a:ext>
            </a:extLst>
          </p:cNvPr>
          <p:cNvSpPr/>
          <p:nvPr/>
        </p:nvSpPr>
        <p:spPr>
          <a:xfrm>
            <a:off x="11495157"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1" name="Rectangle 350">
            <a:extLst>
              <a:ext uri="{FF2B5EF4-FFF2-40B4-BE49-F238E27FC236}">
                <a16:creationId xmlns:a16="http://schemas.microsoft.com/office/drawing/2014/main" id="{55D1E8D1-E55A-529C-4139-75FF5A4C0D7A}"/>
              </a:ext>
            </a:extLst>
          </p:cNvPr>
          <p:cNvSpPr/>
          <p:nvPr/>
        </p:nvSpPr>
        <p:spPr>
          <a:xfrm>
            <a:off x="11495157"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2" name="Rectangle 351">
            <a:extLst>
              <a:ext uri="{FF2B5EF4-FFF2-40B4-BE49-F238E27FC236}">
                <a16:creationId xmlns:a16="http://schemas.microsoft.com/office/drawing/2014/main" id="{95EDC1C6-5653-C6B9-300A-96E96EABDB73}"/>
              </a:ext>
            </a:extLst>
          </p:cNvPr>
          <p:cNvSpPr/>
          <p:nvPr/>
        </p:nvSpPr>
        <p:spPr>
          <a:xfrm>
            <a:off x="11495157"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3" name="Rectangle 352">
            <a:extLst>
              <a:ext uri="{FF2B5EF4-FFF2-40B4-BE49-F238E27FC236}">
                <a16:creationId xmlns:a16="http://schemas.microsoft.com/office/drawing/2014/main" id="{CC8043CF-9984-54E9-2C88-27764BB713C5}"/>
              </a:ext>
            </a:extLst>
          </p:cNvPr>
          <p:cNvSpPr/>
          <p:nvPr/>
        </p:nvSpPr>
        <p:spPr>
          <a:xfrm>
            <a:off x="11319002" y="1462799"/>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4" name="Rectangle 353">
            <a:extLst>
              <a:ext uri="{FF2B5EF4-FFF2-40B4-BE49-F238E27FC236}">
                <a16:creationId xmlns:a16="http://schemas.microsoft.com/office/drawing/2014/main" id="{55562093-F70F-4808-8C18-6A69AE16F88B}"/>
              </a:ext>
            </a:extLst>
          </p:cNvPr>
          <p:cNvSpPr/>
          <p:nvPr/>
        </p:nvSpPr>
        <p:spPr>
          <a:xfrm>
            <a:off x="11319002" y="1301615"/>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5" name="Rectangle 354">
            <a:extLst>
              <a:ext uri="{FF2B5EF4-FFF2-40B4-BE49-F238E27FC236}">
                <a16:creationId xmlns:a16="http://schemas.microsoft.com/office/drawing/2014/main" id="{9D86298B-0DE5-1F28-190D-F3AACC0B76D7}"/>
              </a:ext>
            </a:extLst>
          </p:cNvPr>
          <p:cNvSpPr/>
          <p:nvPr/>
        </p:nvSpPr>
        <p:spPr>
          <a:xfrm>
            <a:off x="11319002" y="1785168"/>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6" name="Rectangle 355">
            <a:extLst>
              <a:ext uri="{FF2B5EF4-FFF2-40B4-BE49-F238E27FC236}">
                <a16:creationId xmlns:a16="http://schemas.microsoft.com/office/drawing/2014/main" id="{76CB8666-D601-4341-3B0B-F4876A17EF7F}"/>
              </a:ext>
            </a:extLst>
          </p:cNvPr>
          <p:cNvSpPr/>
          <p:nvPr/>
        </p:nvSpPr>
        <p:spPr>
          <a:xfrm>
            <a:off x="11319002" y="1623984"/>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7" name="Rectangle 356">
            <a:extLst>
              <a:ext uri="{FF2B5EF4-FFF2-40B4-BE49-F238E27FC236}">
                <a16:creationId xmlns:a16="http://schemas.microsoft.com/office/drawing/2014/main" id="{F4B89495-C60B-9DA6-CF6F-A50DBB6E4777}"/>
              </a:ext>
            </a:extLst>
          </p:cNvPr>
          <p:cNvSpPr/>
          <p:nvPr/>
        </p:nvSpPr>
        <p:spPr>
          <a:xfrm>
            <a:off x="11319002" y="2107537"/>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8" name="Rectangle 357">
            <a:extLst>
              <a:ext uri="{FF2B5EF4-FFF2-40B4-BE49-F238E27FC236}">
                <a16:creationId xmlns:a16="http://schemas.microsoft.com/office/drawing/2014/main" id="{73FAF358-C20A-5B04-F02F-9418B66B1D8B}"/>
              </a:ext>
            </a:extLst>
          </p:cNvPr>
          <p:cNvSpPr/>
          <p:nvPr/>
        </p:nvSpPr>
        <p:spPr>
          <a:xfrm>
            <a:off x="11319002" y="1946352"/>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59" name="Rectangle 358">
            <a:extLst>
              <a:ext uri="{FF2B5EF4-FFF2-40B4-BE49-F238E27FC236}">
                <a16:creationId xmlns:a16="http://schemas.microsoft.com/office/drawing/2014/main" id="{7DAFC6A0-17D2-601D-6CB8-CA8B6CDDDF80}"/>
              </a:ext>
            </a:extLst>
          </p:cNvPr>
          <p:cNvSpPr/>
          <p:nvPr/>
        </p:nvSpPr>
        <p:spPr>
          <a:xfrm>
            <a:off x="11319002" y="242990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0" name="Rectangle 359">
            <a:extLst>
              <a:ext uri="{FF2B5EF4-FFF2-40B4-BE49-F238E27FC236}">
                <a16:creationId xmlns:a16="http://schemas.microsoft.com/office/drawing/2014/main" id="{3E633EE3-19E8-C120-CFDF-815DF0970132}"/>
              </a:ext>
            </a:extLst>
          </p:cNvPr>
          <p:cNvSpPr/>
          <p:nvPr/>
        </p:nvSpPr>
        <p:spPr>
          <a:xfrm>
            <a:off x="11319002" y="226872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1" name="Rectangle 360">
            <a:extLst>
              <a:ext uri="{FF2B5EF4-FFF2-40B4-BE49-F238E27FC236}">
                <a16:creationId xmlns:a16="http://schemas.microsoft.com/office/drawing/2014/main" id="{F72CB5BE-2148-7F39-7942-160839D0A709}"/>
              </a:ext>
            </a:extLst>
          </p:cNvPr>
          <p:cNvSpPr/>
          <p:nvPr/>
        </p:nvSpPr>
        <p:spPr>
          <a:xfrm>
            <a:off x="11319002" y="2752276"/>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62" name="Rectangle 361">
            <a:extLst>
              <a:ext uri="{FF2B5EF4-FFF2-40B4-BE49-F238E27FC236}">
                <a16:creationId xmlns:a16="http://schemas.microsoft.com/office/drawing/2014/main" id="{02A2A91A-6889-0975-C59C-E9573A14EEAE}"/>
              </a:ext>
            </a:extLst>
          </p:cNvPr>
          <p:cNvSpPr/>
          <p:nvPr/>
        </p:nvSpPr>
        <p:spPr>
          <a:xfrm>
            <a:off x="11319002" y="2591091"/>
            <a:ext cx="171470" cy="154967"/>
          </a:xfrm>
          <a:prstGeom prst="rect">
            <a:avLst/>
          </a:prstGeom>
          <a:solidFill>
            <a:schemeClr val="tx1"/>
          </a:solidFill>
          <a:ln w="3175" cap="sq" cmpd="sng" algn="ctr">
            <a:solidFill>
              <a:schemeClr val="bg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0" cap="none" spc="0" normalizeH="0" baseline="0" noProof="0">
              <a:ln>
                <a:noFill/>
              </a:ln>
              <a:effectLst/>
              <a:uLnTx/>
              <a:uFillTx/>
              <a:latin typeface="Arial"/>
              <a:ea typeface="+mn-ea"/>
              <a:cs typeface="+mn-cs"/>
            </a:endParaRPr>
          </a:p>
        </p:txBody>
      </p:sp>
      <p:sp>
        <p:nvSpPr>
          <p:cNvPr id="371" name="TextBox 370">
            <a:extLst>
              <a:ext uri="{FF2B5EF4-FFF2-40B4-BE49-F238E27FC236}">
                <a16:creationId xmlns:a16="http://schemas.microsoft.com/office/drawing/2014/main" id="{DA85D54B-BDF7-463B-685A-DF503823E8DD}"/>
              </a:ext>
            </a:extLst>
          </p:cNvPr>
          <p:cNvSpPr txBox="1">
            <a:spLocks/>
          </p:cNvSpPr>
          <p:nvPr/>
        </p:nvSpPr>
        <p:spPr>
          <a:xfrm>
            <a:off x="614816" y="1173606"/>
            <a:ext cx="2523145" cy="246221"/>
          </a:xfrm>
          <a:prstGeom prst="rect">
            <a:avLst/>
          </a:prstGeom>
        </p:spPr>
        <p:txBody>
          <a:bodyPr vert="horz" wrap="square" lIns="0" tIns="0" rIns="0" bIns="0" rtlCol="0" anchor="b">
            <a:noAutofit/>
          </a:bodyPr>
          <a:lstStyle>
            <a:lvl1pPr marL="0" lvl="0" indent="0" defTabSz="895350" eaLnBrk="1" latinLnBrk="0" hangingPunct="1">
              <a:buClr>
                <a:schemeClr val="tx2"/>
              </a:buClr>
              <a:buSzPct val="100000"/>
              <a:defRPr sz="1400" baseline="0">
                <a:latin typeface="+mn-lt"/>
              </a:defRPr>
            </a:lvl1pPr>
            <a:lvl2pPr marL="193675" lvl="1" indent="-192088" defTabSz="895350" eaLnBrk="1" latinLnBrk="0" hangingPunct="1">
              <a:buClr>
                <a:schemeClr val="tx2"/>
              </a:buClr>
              <a:buSzPct val="125000"/>
              <a:buFont typeface="Arial" charset="0"/>
              <a:buChar char="▪"/>
              <a:defRPr sz="1400" baseline="0">
                <a:latin typeface="+mn-lt"/>
              </a:defRPr>
            </a:lvl2pPr>
            <a:lvl3pPr marL="457200" lvl="2" indent="-261938" defTabSz="895350" eaLnBrk="1" latinLnBrk="0" hangingPunct="1">
              <a:buClr>
                <a:schemeClr val="tx2"/>
              </a:buClr>
              <a:buSzPct val="120000"/>
              <a:buFont typeface="Arial" charset="0"/>
              <a:buChar char="–"/>
              <a:defRPr sz="1400" baseline="0">
                <a:latin typeface="+mn-lt"/>
              </a:defRPr>
            </a:lvl3pPr>
            <a:lvl4pPr marL="614363" lvl="3" indent="-155575" defTabSz="895350" eaLnBrk="1" latinLnBrk="0" hangingPunct="1">
              <a:buClr>
                <a:schemeClr val="tx2"/>
              </a:buClr>
              <a:buSzPct val="120000"/>
              <a:buFont typeface="Arial" charset="0"/>
              <a:buChar char="▫"/>
              <a:defRPr sz="1400" baseline="0">
                <a:latin typeface="+mn-lt"/>
              </a:defRPr>
            </a:lvl4pPr>
            <a:lvl5pPr marL="749808" lvl="4" indent="-130175" defTabSz="895350" eaLnBrk="1" latinLnBrk="0" hangingPunct="1">
              <a:buClr>
                <a:schemeClr val="tx2"/>
              </a:buClr>
              <a:buSzPct val="89000"/>
              <a:buFont typeface="Arial" charset="0"/>
              <a:buChar char="-"/>
              <a:defRPr sz="1400" baseline="0">
                <a:latin typeface="+mn-lt"/>
              </a:defRPr>
            </a:lvl5pPr>
            <a:lvl6pPr marL="749808" indent="-130175" defTabSz="895350" fontAlgn="base">
              <a:spcBef>
                <a:spcPct val="0"/>
              </a:spcBef>
              <a:spcAft>
                <a:spcPct val="0"/>
              </a:spcAft>
              <a:buClr>
                <a:schemeClr val="tx2"/>
              </a:buClr>
              <a:buSzPct val="89000"/>
              <a:buFont typeface="Arial" charset="0"/>
              <a:buChar char="-"/>
              <a:defRPr baseline="0">
                <a:latin typeface="+mn-lt"/>
              </a:defRPr>
            </a:lvl6pPr>
            <a:lvl7pPr marL="749808" indent="-130175" defTabSz="895350" fontAlgn="base">
              <a:spcBef>
                <a:spcPct val="0"/>
              </a:spcBef>
              <a:spcAft>
                <a:spcPct val="0"/>
              </a:spcAft>
              <a:buClr>
                <a:schemeClr val="tx2"/>
              </a:buClr>
              <a:buSzPct val="89000"/>
              <a:buFont typeface="Arial" charset="0"/>
              <a:buChar char="-"/>
              <a:defRPr baseline="0">
                <a:latin typeface="+mn-lt"/>
              </a:defRPr>
            </a:lvl7pPr>
            <a:lvl8pPr marL="749808" indent="-130175" defTabSz="895350" fontAlgn="base">
              <a:spcBef>
                <a:spcPct val="0"/>
              </a:spcBef>
              <a:spcAft>
                <a:spcPct val="0"/>
              </a:spcAft>
              <a:buClr>
                <a:schemeClr val="tx2"/>
              </a:buClr>
              <a:buSzPct val="89000"/>
              <a:buFont typeface="Arial" charset="0"/>
              <a:buChar char="-"/>
              <a:defRPr baseline="0">
                <a:latin typeface="+mn-lt"/>
              </a:defRPr>
            </a:lvl8pPr>
            <a:lvl9pPr marL="749808" indent="-130175" defTabSz="895350" fontAlgn="base">
              <a:spcBef>
                <a:spcPct val="0"/>
              </a:spcBef>
              <a:spcAft>
                <a:spcPct val="0"/>
              </a:spcAft>
              <a:buClr>
                <a:schemeClr val="tx2"/>
              </a:buClr>
              <a:buSzPct val="89000"/>
              <a:buFont typeface="Arial" charset="0"/>
              <a:buChar char="-"/>
              <a:defRPr baseline="0">
                <a:latin typeface="+mn-lt"/>
              </a:defRPr>
            </a:lvl9pPr>
          </a:lstStyle>
          <a:p>
            <a:pPr marL="1587" marR="0" lvl="1" indent="0" algn="l" defTabSz="895350" rtl="0" eaLnBrk="1" fontAlgn="auto" latinLnBrk="0" hangingPunct="1">
              <a:lnSpc>
                <a:spcPct val="100000"/>
              </a:lnSpc>
              <a:spcBef>
                <a:spcPts val="0"/>
              </a:spcBef>
              <a:spcAft>
                <a:spcPts val="0"/>
              </a:spcAft>
              <a:buClr>
                <a:srgbClr val="FFFFFF"/>
              </a:buClr>
              <a:buSzPct val="125000"/>
              <a:buFont typeface="Arial" charset="0"/>
              <a:buNone/>
              <a:tabLst/>
              <a:defRPr/>
            </a:pPr>
            <a:r>
              <a:rPr kumimoji="0" lang="en-US" sz="1600" b="1" i="0" u="none" strike="noStrike" kern="1200" cap="none" spc="0" normalizeH="0" baseline="0" noProof="0" dirty="0">
                <a:ln>
                  <a:noFill/>
                </a:ln>
                <a:effectLst/>
                <a:uLnTx/>
                <a:uFillTx/>
                <a:ea typeface="+mn-ea"/>
                <a:cs typeface="+mn-cs"/>
              </a:rPr>
              <a:t>What is a domain?</a:t>
            </a:r>
            <a:endParaRPr kumimoji="0" lang="en-US" sz="1600" b="0" i="0" u="none" strike="noStrike" kern="1200" cap="none" spc="0" normalizeH="0" baseline="0" noProof="0" dirty="0">
              <a:ln>
                <a:noFill/>
              </a:ln>
              <a:effectLst/>
              <a:uLnTx/>
              <a:uFillTx/>
              <a:ea typeface="+mn-ea"/>
              <a:cs typeface="+mn-cs"/>
            </a:endParaRPr>
          </a:p>
        </p:txBody>
      </p:sp>
      <p:cxnSp>
        <p:nvCxnSpPr>
          <p:cNvPr id="130" name="LineBasicStrong 49">
            <a:extLst>
              <a:ext uri="{FF2B5EF4-FFF2-40B4-BE49-F238E27FC236}">
                <a16:creationId xmlns:a16="http://schemas.microsoft.com/office/drawing/2014/main" id="{57AFCC21-1EB3-9474-5979-1D0C1F1FF066}"/>
              </a:ext>
            </a:extLst>
          </p:cNvPr>
          <p:cNvCxnSpPr>
            <a:cxnSpLocks/>
          </p:cNvCxnSpPr>
          <p:nvPr>
            <p:custDataLst>
              <p:tags r:id="rId6"/>
            </p:custDataLst>
          </p:nvPr>
        </p:nvCxnSpPr>
        <p:spPr>
          <a:xfrm>
            <a:off x="614815" y="1490552"/>
            <a:ext cx="252314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4" name="Google Shape;5788;p659">
            <a:extLst>
              <a:ext uri="{FF2B5EF4-FFF2-40B4-BE49-F238E27FC236}">
                <a16:creationId xmlns:a16="http://schemas.microsoft.com/office/drawing/2014/main" id="{9CD7527F-575B-0B37-A2E2-35E86C1C01C4}"/>
              </a:ext>
            </a:extLst>
          </p:cNvPr>
          <p:cNvSpPr>
            <a:spLocks/>
          </p:cNvSpPr>
          <p:nvPr/>
        </p:nvSpPr>
        <p:spPr>
          <a:xfrm>
            <a:off x="4049906" y="6146029"/>
            <a:ext cx="7868039" cy="303777"/>
          </a:xfrm>
          <a:prstGeom prst="roundRect">
            <a:avLst/>
          </a:prstGeom>
          <a:solidFill>
            <a:schemeClr val="accent3"/>
          </a:solidFill>
          <a:ln w="9525" cap="flat" cmpd="sng">
            <a:noFill/>
            <a:prstDash val="solid"/>
            <a:round/>
            <a:headEnd type="none" w="sm" len="sm"/>
            <a:tailEnd type="none" w="sm" len="sm"/>
          </a:ln>
        </p:spPr>
        <p:txBody>
          <a:bodyPr spcFirstLastPara="1" wrap="square" lIns="121868" tIns="121868" rIns="121868" bIns="121868" anchor="ctr" anchorCtr="0">
            <a:noAutofit/>
          </a:bodyPr>
          <a:lstStyle/>
          <a:p>
            <a:pPr marL="0" marR="0" lvl="0" indent="0" algn="ctr" defTabSz="914126" rtl="0" eaLnBrk="1" fontAlgn="auto" latinLnBrk="0" hangingPunct="1">
              <a:lnSpc>
                <a:spcPct val="100000"/>
              </a:lnSpc>
              <a:spcBef>
                <a:spcPts val="0"/>
              </a:spcBef>
              <a:spcAft>
                <a:spcPts val="0"/>
              </a:spcAft>
              <a:buClr>
                <a:srgbClr val="000000"/>
              </a:buClr>
              <a:buSzTx/>
              <a:buFontTx/>
              <a:buNone/>
              <a:tabLst/>
              <a:defRPr/>
            </a:pPr>
            <a:r>
              <a:rPr kumimoji="0" lang="en-US" sz="1200" b="0" i="1" u="none" strike="noStrike" kern="1200" cap="none" spc="0" normalizeH="0" baseline="0" noProof="0">
                <a:ln>
                  <a:noFill/>
                </a:ln>
                <a:solidFill>
                  <a:schemeClr val="bg1"/>
                </a:solidFill>
                <a:effectLst/>
                <a:uLnTx/>
                <a:uFillTx/>
                <a:latin typeface="Arial"/>
                <a:ea typeface="+mn-ea"/>
                <a:cs typeface="+mn-cs"/>
              </a:rPr>
              <a:t>A domain can have multiple business units or functions depending on the org structure of the enterprise</a:t>
            </a:r>
          </a:p>
        </p:txBody>
      </p:sp>
      <p:sp>
        <p:nvSpPr>
          <p:cNvPr id="17" name="Rectangle 16">
            <a:extLst>
              <a:ext uri="{FF2B5EF4-FFF2-40B4-BE49-F238E27FC236}">
                <a16:creationId xmlns:a16="http://schemas.microsoft.com/office/drawing/2014/main" id="{0678828F-5BAD-BC62-6BF0-04BE56622041}"/>
              </a:ext>
            </a:extLst>
          </p:cNvPr>
          <p:cNvSpPr/>
          <p:nvPr/>
        </p:nvSpPr>
        <p:spPr>
          <a:xfrm>
            <a:off x="6342419" y="1194224"/>
            <a:ext cx="3343694" cy="4889519"/>
          </a:xfrm>
          <a:prstGeom prst="rect">
            <a:avLst/>
          </a:prstGeom>
          <a:noFill/>
          <a:ln w="19050" cap="sq">
            <a:solidFill>
              <a:schemeClr val="accent2"/>
            </a:solidFill>
            <a:prstDash val="lgDash"/>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300"/>
              </a:spcBef>
              <a:spcAft>
                <a:spcPts val="300"/>
              </a:spcAft>
              <a:buClrTx/>
              <a:buSzTx/>
              <a:buFontTx/>
              <a:buNone/>
              <a:tabLst/>
              <a:defRPr/>
            </a:pPr>
            <a:endParaRPr kumimoji="0" lang="en-US" sz="1600" b="0" i="0" u="none" strike="noStrike" kern="1200" cap="none" spc="0" normalizeH="0" baseline="0" noProof="0">
              <a:ln>
                <a:noFill/>
              </a:ln>
              <a:solidFill>
                <a:schemeClr val="tx1"/>
              </a:solidFill>
              <a:effectLst/>
              <a:uLnTx/>
              <a:uFillTx/>
              <a:latin typeface="Arial"/>
              <a:ea typeface="+mn-ea"/>
              <a:cs typeface="+mn-cs"/>
            </a:endParaRPr>
          </a:p>
        </p:txBody>
      </p:sp>
      <p:sp>
        <p:nvSpPr>
          <p:cNvPr id="18" name="TextBox 17">
            <a:extLst>
              <a:ext uri="{FF2B5EF4-FFF2-40B4-BE49-F238E27FC236}">
                <a16:creationId xmlns:a16="http://schemas.microsoft.com/office/drawing/2014/main" id="{C1477792-F2FE-BC7D-158A-47F916818021}"/>
              </a:ext>
            </a:extLst>
          </p:cNvPr>
          <p:cNvSpPr txBox="1"/>
          <p:nvPr/>
        </p:nvSpPr>
        <p:spPr>
          <a:xfrm>
            <a:off x="6342419" y="957765"/>
            <a:ext cx="954333" cy="169277"/>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100" i="1" u="none" strike="noStrike" kern="1200" cap="none" spc="0" normalizeH="0" baseline="0" noProof="0">
                <a:ln>
                  <a:noFill/>
                </a:ln>
                <a:solidFill>
                  <a:srgbClr val="00A9F4"/>
                </a:solidFill>
                <a:effectLst/>
                <a:uLnTx/>
                <a:uFillTx/>
                <a:latin typeface="Arial"/>
                <a:ea typeface="+mn-ea"/>
                <a:cs typeface="Arial" panose="020B0604020202020204" pitchFamily="34" charset="0"/>
              </a:rPr>
              <a:t>Recommended</a:t>
            </a:r>
          </a:p>
        </p:txBody>
      </p:sp>
      <p:cxnSp>
        <p:nvCxnSpPr>
          <p:cNvPr id="20" name="Straight Connector 19">
            <a:extLst>
              <a:ext uri="{FF2B5EF4-FFF2-40B4-BE49-F238E27FC236}">
                <a16:creationId xmlns:a16="http://schemas.microsoft.com/office/drawing/2014/main" id="{DD5452CA-B433-4D68-9042-24C1E03103F1}"/>
              </a:ext>
            </a:extLst>
          </p:cNvPr>
          <p:cNvCxnSpPr>
            <a:cxnSpLocks/>
          </p:cNvCxnSpPr>
          <p:nvPr/>
        </p:nvCxnSpPr>
        <p:spPr>
          <a:xfrm>
            <a:off x="3612618" y="1173606"/>
            <a:ext cx="0" cy="4910137"/>
          </a:xfrm>
          <a:prstGeom prst="line">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6A15E623-BF77-9BC3-F89D-7F7FE0E0CB31}"/>
              </a:ext>
            </a:extLst>
          </p:cNvPr>
          <p:cNvSpPr txBox="1">
            <a:spLocks/>
          </p:cNvSpPr>
          <p:nvPr/>
        </p:nvSpPr>
        <p:spPr>
          <a:xfrm>
            <a:off x="630319" y="1611681"/>
            <a:ext cx="2622036" cy="4739759"/>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5pPr>
            <a:lvl6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6pPr>
            <a:lvl7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7pPr>
            <a:lvl8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8pPr>
            <a:lvl9pPr marL="1085850" indent="-171450">
              <a:lnSpc>
                <a:spcPct val="100000"/>
              </a:lnSpc>
              <a:spcBef>
                <a:spcPts val="0"/>
              </a:spcBef>
              <a:spcAft>
                <a:spcPts val="300"/>
              </a:spcAft>
              <a:buSzPct val="100000"/>
              <a:buFont typeface="Arial" panose="020B0604020202020204" pitchFamily="34" charset="0"/>
              <a:buChar char="▫"/>
              <a:defRPr sz="1600">
                <a:cs typeface="Arial" panose="020B0604020202020204" pitchFamily="34" charset="0"/>
              </a:defRPr>
            </a:lvl9pPr>
          </a:lstStyle>
          <a:p>
            <a:pPr marL="285750" indent="-285750">
              <a:buFont typeface="Arial" panose="020B0604020202020204" pitchFamily="34" charset="0"/>
              <a:buChar char="•"/>
            </a:pPr>
            <a:r>
              <a:rPr lang="en-US" b="1" dirty="0"/>
              <a:t>One unit of transformation </a:t>
            </a:r>
            <a:r>
              <a:rPr lang="en-US" dirty="0"/>
              <a:t>— an end-to-end journey, workflow, or function reimagined as a whole, not use case by use case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A meaningful value pool </a:t>
            </a:r>
            <a:r>
              <a:rPr lang="en-US" dirty="0"/>
              <a:t>— material upside in revenue, cost, risk, or customer experience</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b="1" dirty="0"/>
              <a:t>Big enough to matter, specific enough to own </a:t>
            </a:r>
            <a:r>
              <a:rPr lang="en-US" dirty="0"/>
              <a:t>— one accountable owner, a measurable baseline, a sequence able roadmap</a:t>
            </a:r>
          </a:p>
        </p:txBody>
      </p:sp>
      <p:grpSp>
        <p:nvGrpSpPr>
          <p:cNvPr id="24" name="ThreeChevronBlue 24">
            <a:extLst>
              <a:ext uri="{FF2B5EF4-FFF2-40B4-BE49-F238E27FC236}">
                <a16:creationId xmlns:a16="http://schemas.microsoft.com/office/drawing/2014/main" id="{CD12F1A1-9A4A-2D02-B750-BE893E5B187F}"/>
              </a:ext>
            </a:extLst>
          </p:cNvPr>
          <p:cNvGrpSpPr>
            <a:grpSpLocks noChangeAspect="1"/>
          </p:cNvGrpSpPr>
          <p:nvPr>
            <p:custDataLst>
              <p:tags r:id="rId7"/>
            </p:custDataLst>
          </p:nvPr>
        </p:nvGrpSpPr>
        <p:grpSpPr>
          <a:xfrm>
            <a:off x="3414504" y="2915895"/>
            <a:ext cx="396228" cy="396228"/>
            <a:chOff x="1016000" y="1016000"/>
            <a:chExt cx="396228" cy="396228"/>
          </a:xfrm>
        </p:grpSpPr>
        <p:sp>
          <p:nvSpPr>
            <p:cNvPr id="21" name="Oval 20">
              <a:extLst>
                <a:ext uri="{FF2B5EF4-FFF2-40B4-BE49-F238E27FC236}">
                  <a16:creationId xmlns:a16="http://schemas.microsoft.com/office/drawing/2014/main" id="{AB89488F-FFE0-CF35-15BF-53662FF69DEE}"/>
                </a:ext>
              </a:extLst>
            </p:cNvPr>
            <p:cNvSpPr/>
            <p:nvPr/>
          </p:nvSpPr>
          <p:spPr>
            <a:xfrm>
              <a:off x="1016000" y="1016000"/>
              <a:ext cx="396228" cy="396228"/>
            </a:xfrm>
            <a:prstGeom prst="ellipse">
              <a:avLst/>
            </a:prstGeom>
            <a:solidFill>
              <a:schemeClr val="accent1"/>
            </a:solidFill>
            <a:ln w="6350" cap="sq">
              <a:noFill/>
              <a:miter lim="800000"/>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spcBef>
                  <a:spcPts val="300"/>
                </a:spcBef>
                <a:spcAft>
                  <a:spcPts val="300"/>
                </a:spcAft>
              </a:pPr>
              <a:endParaRPr lang="en-US" sz="1600" err="1">
                <a:solidFill>
                  <a:schemeClr val="bg1"/>
                </a:solidFill>
              </a:endParaRPr>
            </a:p>
          </p:txBody>
        </p:sp>
        <p:pic>
          <p:nvPicPr>
            <p:cNvPr id="23" name="Graphic 22">
              <a:extLst>
                <a:ext uri="{FF2B5EF4-FFF2-40B4-BE49-F238E27FC236}">
                  <a16:creationId xmlns:a16="http://schemas.microsoft.com/office/drawing/2014/main" id="{88F4EBE7-DA6B-9FE6-63D9-C5B5AE264184}"/>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1023614" y="1023614"/>
              <a:ext cx="381000" cy="381000"/>
            </a:xfrm>
            <a:prstGeom prst="rect">
              <a:avLst/>
            </a:prstGeom>
          </p:spPr>
        </p:pic>
      </p:grpSp>
      <p:sp>
        <p:nvSpPr>
          <p:cNvPr id="45" name="TextBox 44">
            <a:extLst>
              <a:ext uri="{FF2B5EF4-FFF2-40B4-BE49-F238E27FC236}">
                <a16:creationId xmlns:a16="http://schemas.microsoft.com/office/drawing/2014/main" id="{133147E1-C22C-077F-C436-CDAF4329E9C5}"/>
              </a:ext>
            </a:extLst>
          </p:cNvPr>
          <p:cNvSpPr txBox="1">
            <a:spLocks/>
          </p:cNvSpPr>
          <p:nvPr/>
        </p:nvSpPr>
        <p:spPr>
          <a:xfrm>
            <a:off x="6538430" y="4674934"/>
            <a:ext cx="2882397"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Examples</a:t>
            </a:r>
          </a:p>
        </p:txBody>
      </p:sp>
      <p:cxnSp>
        <p:nvCxnSpPr>
          <p:cNvPr id="46" name="LineBasicStrong 49">
            <a:extLst>
              <a:ext uri="{FF2B5EF4-FFF2-40B4-BE49-F238E27FC236}">
                <a16:creationId xmlns:a16="http://schemas.microsoft.com/office/drawing/2014/main" id="{2959AB0F-1901-884B-E89D-389ED65804A2}"/>
              </a:ext>
            </a:extLst>
          </p:cNvPr>
          <p:cNvCxnSpPr>
            <a:cxnSpLocks/>
          </p:cNvCxnSpPr>
          <p:nvPr>
            <p:custDataLst>
              <p:tags r:id="rId8"/>
            </p:custDataLst>
          </p:nvPr>
        </p:nvCxnSpPr>
        <p:spPr>
          <a:xfrm>
            <a:off x="6538431" y="4643150"/>
            <a:ext cx="2882397"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F0A9BBB4-05BD-1EAF-B08E-94E1EC22D2B2}"/>
              </a:ext>
            </a:extLst>
          </p:cNvPr>
          <p:cNvGrpSpPr/>
          <p:nvPr/>
        </p:nvGrpSpPr>
        <p:grpSpPr>
          <a:xfrm>
            <a:off x="6500331" y="5020149"/>
            <a:ext cx="1249617" cy="185928"/>
            <a:chOff x="6500331" y="5020149"/>
            <a:chExt cx="1249617" cy="185928"/>
          </a:xfrm>
        </p:grpSpPr>
        <p:sp>
          <p:nvSpPr>
            <p:cNvPr id="47" name="TrackerNumBlue 47">
              <a:extLst>
                <a:ext uri="{FF2B5EF4-FFF2-40B4-BE49-F238E27FC236}">
                  <a16:creationId xmlns:a16="http://schemas.microsoft.com/office/drawing/2014/main" id="{4A1EBD4D-57BD-CCBA-005F-DF9AAAC1411E}"/>
                </a:ext>
              </a:extLst>
            </p:cNvPr>
            <p:cNvSpPr/>
            <p:nvPr>
              <p:custDataLst>
                <p:tags r:id="rId20"/>
              </p:custDataLst>
            </p:nvPr>
          </p:nvSpPr>
          <p:spPr>
            <a:xfrm>
              <a:off x="6500331"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12" name="TextBox 11">
              <a:extLst>
                <a:ext uri="{FF2B5EF4-FFF2-40B4-BE49-F238E27FC236}">
                  <a16:creationId xmlns:a16="http://schemas.microsoft.com/office/drawing/2014/main" id="{399F19E1-123F-1A03-3B57-136F24F09D4A}"/>
                </a:ext>
              </a:extLst>
            </p:cNvPr>
            <p:cNvSpPr txBox="1">
              <a:spLocks/>
            </p:cNvSpPr>
            <p:nvPr/>
          </p:nvSpPr>
          <p:spPr>
            <a:xfrm>
              <a:off x="6722101" y="5020780"/>
              <a:ext cx="1027847"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PDLC/SDLC</a:t>
              </a:r>
            </a:p>
          </p:txBody>
        </p:sp>
      </p:grpSp>
      <p:grpSp>
        <p:nvGrpSpPr>
          <p:cNvPr id="2" name="Group 1">
            <a:extLst>
              <a:ext uri="{FF2B5EF4-FFF2-40B4-BE49-F238E27FC236}">
                <a16:creationId xmlns:a16="http://schemas.microsoft.com/office/drawing/2014/main" id="{17AAAC28-0EF7-5006-4179-E414BABF7734}"/>
              </a:ext>
            </a:extLst>
          </p:cNvPr>
          <p:cNvGrpSpPr/>
          <p:nvPr/>
        </p:nvGrpSpPr>
        <p:grpSpPr>
          <a:xfrm>
            <a:off x="8065053" y="5463420"/>
            <a:ext cx="1593852" cy="185928"/>
            <a:chOff x="8065053" y="5020149"/>
            <a:chExt cx="1593852" cy="185928"/>
          </a:xfrm>
        </p:grpSpPr>
        <p:sp>
          <p:nvSpPr>
            <p:cNvPr id="52" name="TrackerNumBlue 47">
              <a:extLst>
                <a:ext uri="{FF2B5EF4-FFF2-40B4-BE49-F238E27FC236}">
                  <a16:creationId xmlns:a16="http://schemas.microsoft.com/office/drawing/2014/main" id="{B13C0FA8-F562-4D6B-27E9-5889B6988795}"/>
                </a:ext>
              </a:extLst>
            </p:cNvPr>
            <p:cNvSpPr/>
            <p:nvPr>
              <p:custDataLst>
                <p:tags r:id="rId19"/>
              </p:custDataLst>
            </p:nvPr>
          </p:nvSpPr>
          <p:spPr>
            <a:xfrm>
              <a:off x="8065053"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4</a:t>
              </a:r>
            </a:p>
          </p:txBody>
        </p:sp>
        <p:sp>
          <p:nvSpPr>
            <p:cNvPr id="25" name="TextBox 24">
              <a:extLst>
                <a:ext uri="{FF2B5EF4-FFF2-40B4-BE49-F238E27FC236}">
                  <a16:creationId xmlns:a16="http://schemas.microsoft.com/office/drawing/2014/main" id="{6439178F-609A-895D-BDEA-EB713211C268}"/>
                </a:ext>
              </a:extLst>
            </p:cNvPr>
            <p:cNvSpPr txBox="1">
              <a:spLocks/>
            </p:cNvSpPr>
            <p:nvPr/>
          </p:nvSpPr>
          <p:spPr>
            <a:xfrm>
              <a:off x="8298333" y="5020149"/>
              <a:ext cx="1360572" cy="184666"/>
            </a:xfrm>
            <a:prstGeom prst="rect">
              <a:avLst/>
            </a:prstGeom>
          </p:spPr>
          <p:txBody>
            <a:bodyPr vert="horz" wrap="square" lIns="0" tIns="0" rIns="0" bIns="0" rtlCol="0">
              <a:spAutoFit/>
            </a:bodyPr>
            <a:lstStyle>
              <a:defPPr>
                <a:defRPr lang="en-US"/>
              </a:defPPr>
              <a:lvl1pPr marR="0" lvl="0" indent="0" fontAlgn="auto">
                <a:lnSpc>
                  <a:spcPct val="100000"/>
                </a:lnSpc>
                <a:spcBef>
                  <a:spcPts val="300"/>
                </a:spcBef>
                <a:spcAft>
                  <a:spcPts val="300"/>
                </a:spcAft>
                <a:buClrTx/>
                <a:buSzTx/>
                <a:buFont typeface="Segoe UI" panose="020B0502040204020203" pitchFamily="34" charset="0"/>
                <a:buChar char="​"/>
                <a:tabLst/>
                <a:defRPr kumimoji="0" sz="1200" b="0" i="1" u="none" strike="noStrike" cap="none" spc="0" normalizeH="0" baseline="0">
                  <a:ln>
                    <a:noFill/>
                  </a:ln>
                  <a:solidFill>
                    <a:schemeClr val="bg1">
                      <a:lumMod val="50000"/>
                    </a:schemeClr>
                  </a:solidFill>
                  <a:effectLst/>
                  <a:uLnTx/>
                  <a:uFillTx/>
                  <a:latin typeface="Arial"/>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dirty="0">
                  <a:solidFill>
                    <a:schemeClr val="tx1"/>
                  </a:solidFill>
                </a:rPr>
                <a:t>Product marketing</a:t>
              </a:r>
            </a:p>
          </p:txBody>
        </p:sp>
      </p:grpSp>
      <p:grpSp>
        <p:nvGrpSpPr>
          <p:cNvPr id="3" name="Group 2">
            <a:extLst>
              <a:ext uri="{FF2B5EF4-FFF2-40B4-BE49-F238E27FC236}">
                <a16:creationId xmlns:a16="http://schemas.microsoft.com/office/drawing/2014/main" id="{E3C68112-68C9-FD49-F541-1EE25D2655F2}"/>
              </a:ext>
            </a:extLst>
          </p:cNvPr>
          <p:cNvGrpSpPr/>
          <p:nvPr/>
        </p:nvGrpSpPr>
        <p:grpSpPr>
          <a:xfrm>
            <a:off x="8065053" y="5020149"/>
            <a:ext cx="1491299" cy="185928"/>
            <a:chOff x="6500331" y="5791264"/>
            <a:chExt cx="1491299" cy="185928"/>
          </a:xfrm>
        </p:grpSpPr>
        <p:sp>
          <p:nvSpPr>
            <p:cNvPr id="50" name="TrackerNumBlue 47">
              <a:extLst>
                <a:ext uri="{FF2B5EF4-FFF2-40B4-BE49-F238E27FC236}">
                  <a16:creationId xmlns:a16="http://schemas.microsoft.com/office/drawing/2014/main" id="{D3831E9B-97AF-DC12-6AA3-B8E9549BC2E7}"/>
                </a:ext>
              </a:extLst>
            </p:cNvPr>
            <p:cNvSpPr/>
            <p:nvPr>
              <p:custDataLst>
                <p:tags r:id="rId18"/>
              </p:custDataLst>
            </p:nvPr>
          </p:nvSpPr>
          <p:spPr>
            <a:xfrm>
              <a:off x="6500331" y="579126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3</a:t>
              </a:r>
            </a:p>
          </p:txBody>
        </p:sp>
        <p:sp>
          <p:nvSpPr>
            <p:cNvPr id="26" name="TextBox 25">
              <a:extLst>
                <a:ext uri="{FF2B5EF4-FFF2-40B4-BE49-F238E27FC236}">
                  <a16:creationId xmlns:a16="http://schemas.microsoft.com/office/drawing/2014/main" id="{9D63F859-FCCA-C588-48DE-924208F08581}"/>
                </a:ext>
              </a:extLst>
            </p:cNvPr>
            <p:cNvSpPr txBox="1">
              <a:spLocks/>
            </p:cNvSpPr>
            <p:nvPr/>
          </p:nvSpPr>
          <p:spPr>
            <a:xfrm>
              <a:off x="6722101" y="5792526"/>
              <a:ext cx="126952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Sales enablement</a:t>
              </a:r>
            </a:p>
          </p:txBody>
        </p:sp>
      </p:grpSp>
      <p:grpSp>
        <p:nvGrpSpPr>
          <p:cNvPr id="5" name="Group 4">
            <a:extLst>
              <a:ext uri="{FF2B5EF4-FFF2-40B4-BE49-F238E27FC236}">
                <a16:creationId xmlns:a16="http://schemas.microsoft.com/office/drawing/2014/main" id="{36826DF7-A985-CCDF-96D4-B883E1F887A3}"/>
              </a:ext>
            </a:extLst>
          </p:cNvPr>
          <p:cNvGrpSpPr/>
          <p:nvPr/>
        </p:nvGrpSpPr>
        <p:grpSpPr>
          <a:xfrm>
            <a:off x="6500331" y="5462788"/>
            <a:ext cx="1526259" cy="185928"/>
            <a:chOff x="6500331" y="5431469"/>
            <a:chExt cx="1526259" cy="185928"/>
          </a:xfrm>
        </p:grpSpPr>
        <p:sp>
          <p:nvSpPr>
            <p:cNvPr id="49" name="TrackerNumBlue 47">
              <a:extLst>
                <a:ext uri="{FF2B5EF4-FFF2-40B4-BE49-F238E27FC236}">
                  <a16:creationId xmlns:a16="http://schemas.microsoft.com/office/drawing/2014/main" id="{7D8FF056-7623-4B76-82BA-F5A186DD4E69}"/>
                </a:ext>
              </a:extLst>
            </p:cNvPr>
            <p:cNvSpPr/>
            <p:nvPr>
              <p:custDataLst>
                <p:tags r:id="rId17"/>
              </p:custDataLst>
            </p:nvPr>
          </p:nvSpPr>
          <p:spPr>
            <a:xfrm>
              <a:off x="6500331" y="543146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27" name="TextBox 26">
              <a:extLst>
                <a:ext uri="{FF2B5EF4-FFF2-40B4-BE49-F238E27FC236}">
                  <a16:creationId xmlns:a16="http://schemas.microsoft.com/office/drawing/2014/main" id="{27359DF3-8AB7-E4A4-F465-EBE9D35588FF}"/>
                </a:ext>
              </a:extLst>
            </p:cNvPr>
            <p:cNvSpPr txBox="1">
              <a:spLocks/>
            </p:cNvSpPr>
            <p:nvPr/>
          </p:nvSpPr>
          <p:spPr>
            <a:xfrm>
              <a:off x="6722101" y="5432100"/>
              <a:ext cx="1304489"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Client onboarding</a:t>
              </a:r>
            </a:p>
          </p:txBody>
        </p:sp>
      </p:grpSp>
      <p:sp>
        <p:nvSpPr>
          <p:cNvPr id="28" name="TextBox 27">
            <a:extLst>
              <a:ext uri="{FF2B5EF4-FFF2-40B4-BE49-F238E27FC236}">
                <a16:creationId xmlns:a16="http://schemas.microsoft.com/office/drawing/2014/main" id="{32B69E5A-0CC6-D0C5-FB05-6D79B6FAA2E8}"/>
              </a:ext>
            </a:extLst>
          </p:cNvPr>
          <p:cNvSpPr txBox="1">
            <a:spLocks/>
          </p:cNvSpPr>
          <p:nvPr/>
        </p:nvSpPr>
        <p:spPr>
          <a:xfrm>
            <a:off x="4049906" y="4674934"/>
            <a:ext cx="2125785"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29" name="LineBasicStrong 49">
            <a:extLst>
              <a:ext uri="{FF2B5EF4-FFF2-40B4-BE49-F238E27FC236}">
                <a16:creationId xmlns:a16="http://schemas.microsoft.com/office/drawing/2014/main" id="{79DB15D9-B212-91EB-326A-8BACE7A387B0}"/>
              </a:ext>
            </a:extLst>
          </p:cNvPr>
          <p:cNvCxnSpPr>
            <a:cxnSpLocks/>
          </p:cNvCxnSpPr>
          <p:nvPr>
            <p:custDataLst>
              <p:tags r:id="rId9"/>
            </p:custDataLst>
          </p:nvPr>
        </p:nvCxnSpPr>
        <p:spPr>
          <a:xfrm>
            <a:off x="4049906" y="4643150"/>
            <a:ext cx="2125785"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1FADF73D-4CFF-616B-8114-85D1075869DD}"/>
              </a:ext>
            </a:extLst>
          </p:cNvPr>
          <p:cNvSpPr txBox="1">
            <a:spLocks/>
          </p:cNvSpPr>
          <p:nvPr/>
        </p:nvSpPr>
        <p:spPr>
          <a:xfrm>
            <a:off x="9909779" y="4674934"/>
            <a:ext cx="1932531"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a:ln>
                  <a:noFill/>
                </a:ln>
                <a:effectLst/>
                <a:uLnTx/>
                <a:uFillTx/>
                <a:latin typeface="Arial"/>
                <a:ea typeface="+mn-ea"/>
                <a:cs typeface="Arial" panose="020B0604020202020204" pitchFamily="34" charset="0"/>
              </a:rPr>
              <a:t>Examples</a:t>
            </a:r>
          </a:p>
        </p:txBody>
      </p:sp>
      <p:cxnSp>
        <p:nvCxnSpPr>
          <p:cNvPr id="31" name="LineBasicStrong 49">
            <a:extLst>
              <a:ext uri="{FF2B5EF4-FFF2-40B4-BE49-F238E27FC236}">
                <a16:creationId xmlns:a16="http://schemas.microsoft.com/office/drawing/2014/main" id="{64EE0FF1-BB0F-DBA4-6936-EA972E4E7607}"/>
              </a:ext>
            </a:extLst>
          </p:cNvPr>
          <p:cNvCxnSpPr>
            <a:cxnSpLocks/>
          </p:cNvCxnSpPr>
          <p:nvPr>
            <p:custDataLst>
              <p:tags r:id="rId10"/>
            </p:custDataLst>
          </p:nvPr>
        </p:nvCxnSpPr>
        <p:spPr>
          <a:xfrm>
            <a:off x="9909779" y="4643150"/>
            <a:ext cx="1932531" cy="0"/>
          </a:xfrm>
          <a:prstGeom prst="straightConnector1">
            <a:avLst/>
          </a:prstGeom>
          <a:ln w="6350" cap="flat">
            <a:solidFill>
              <a:srgbClr val="B3B3B3"/>
            </a:solidFill>
            <a:miter lim="800000"/>
            <a:tailEnd type="none"/>
          </a:ln>
        </p:spPr>
        <p:style>
          <a:lnRef idx="1">
            <a:schemeClr val="accent1"/>
          </a:lnRef>
          <a:fillRef idx="0">
            <a:schemeClr val="accent1"/>
          </a:fillRef>
          <a:effectRef idx="0">
            <a:schemeClr val="accent1"/>
          </a:effectRef>
          <a:fontRef idx="minor">
            <a:schemeClr val="tx1"/>
          </a:fontRef>
        </p:style>
      </p:cxnSp>
      <p:sp>
        <p:nvSpPr>
          <p:cNvPr id="32" name="TrackerNumBlue 47">
            <a:extLst>
              <a:ext uri="{FF2B5EF4-FFF2-40B4-BE49-F238E27FC236}">
                <a16:creationId xmlns:a16="http://schemas.microsoft.com/office/drawing/2014/main" id="{A56C7942-A17A-7215-5B7C-BBF34FAC9EE0}"/>
              </a:ext>
            </a:extLst>
          </p:cNvPr>
          <p:cNvSpPr/>
          <p:nvPr>
            <p:custDataLst>
              <p:tags r:id="rId11"/>
            </p:custDataLst>
          </p:nvPr>
        </p:nvSpPr>
        <p:spPr>
          <a:xfrm>
            <a:off x="4049906"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1</a:t>
            </a:r>
          </a:p>
        </p:txBody>
      </p:sp>
      <p:sp>
        <p:nvSpPr>
          <p:cNvPr id="33" name="TextBox 32">
            <a:extLst>
              <a:ext uri="{FF2B5EF4-FFF2-40B4-BE49-F238E27FC236}">
                <a16:creationId xmlns:a16="http://schemas.microsoft.com/office/drawing/2014/main" id="{3900A22E-47D3-27DD-87F9-A403421D0BD0}"/>
              </a:ext>
            </a:extLst>
          </p:cNvPr>
          <p:cNvSpPr txBox="1">
            <a:spLocks/>
          </p:cNvSpPr>
          <p:nvPr/>
        </p:nvSpPr>
        <p:spPr>
          <a:xfrm>
            <a:off x="4331504"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Support services</a:t>
            </a:r>
          </a:p>
        </p:txBody>
      </p:sp>
      <p:sp>
        <p:nvSpPr>
          <p:cNvPr id="34" name="TrackerNumBlue 47">
            <a:extLst>
              <a:ext uri="{FF2B5EF4-FFF2-40B4-BE49-F238E27FC236}">
                <a16:creationId xmlns:a16="http://schemas.microsoft.com/office/drawing/2014/main" id="{802DCFDA-7465-AC2F-12FE-A2DC31B46D82}"/>
              </a:ext>
            </a:extLst>
          </p:cNvPr>
          <p:cNvSpPr/>
          <p:nvPr>
            <p:custDataLst>
              <p:tags r:id="rId12"/>
            </p:custDataLst>
          </p:nvPr>
        </p:nvSpPr>
        <p:spPr>
          <a:xfrm>
            <a:off x="4049906"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2</a:t>
            </a:r>
          </a:p>
        </p:txBody>
      </p:sp>
      <p:sp>
        <p:nvSpPr>
          <p:cNvPr id="35" name="TextBox 34">
            <a:extLst>
              <a:ext uri="{FF2B5EF4-FFF2-40B4-BE49-F238E27FC236}">
                <a16:creationId xmlns:a16="http://schemas.microsoft.com/office/drawing/2014/main" id="{66B5F930-3293-5967-AE64-A7C75ECE2C60}"/>
              </a:ext>
            </a:extLst>
          </p:cNvPr>
          <p:cNvSpPr txBox="1">
            <a:spLocks/>
          </p:cNvSpPr>
          <p:nvPr/>
        </p:nvSpPr>
        <p:spPr>
          <a:xfrm>
            <a:off x="4331504" y="5336025"/>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Font typeface="Segoe UI" panose="020B0502040204020203" pitchFamily="34" charset="0"/>
              <a:buChar char="​"/>
              <a:tabLst/>
              <a:defRPr/>
            </a:pPr>
            <a:r>
              <a:rPr kumimoji="0" lang="en-US" sz="1200" b="0" i="1" u="none" strike="noStrike" kern="1200" cap="none" spc="0" normalizeH="0" baseline="0" noProof="0" dirty="0">
                <a:ln>
                  <a:noFill/>
                </a:ln>
                <a:effectLst/>
                <a:uLnTx/>
                <a:uFillTx/>
                <a:latin typeface="Arial"/>
                <a:ea typeface="+mn-ea"/>
                <a:cs typeface="Arial" panose="020B0604020202020204" pitchFamily="34" charset="0"/>
              </a:rPr>
              <a:t>Risk and compliance</a:t>
            </a:r>
          </a:p>
        </p:txBody>
      </p:sp>
      <p:sp>
        <p:nvSpPr>
          <p:cNvPr id="36" name="TrackerNumBlue 47">
            <a:extLst>
              <a:ext uri="{FF2B5EF4-FFF2-40B4-BE49-F238E27FC236}">
                <a16:creationId xmlns:a16="http://schemas.microsoft.com/office/drawing/2014/main" id="{D4BCC9D5-5908-D30E-CE05-04024D410616}"/>
              </a:ext>
            </a:extLst>
          </p:cNvPr>
          <p:cNvSpPr/>
          <p:nvPr>
            <p:custDataLst>
              <p:tags r:id="rId13"/>
            </p:custDataLst>
          </p:nvPr>
        </p:nvSpPr>
        <p:spPr>
          <a:xfrm>
            <a:off x="4049906"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37" name="TextBox 36">
            <a:extLst>
              <a:ext uri="{FF2B5EF4-FFF2-40B4-BE49-F238E27FC236}">
                <a16:creationId xmlns:a16="http://schemas.microsoft.com/office/drawing/2014/main" id="{3CB66508-B555-214E-F211-E55FCACEE380}"/>
              </a:ext>
            </a:extLst>
          </p:cNvPr>
          <p:cNvSpPr txBox="1">
            <a:spLocks/>
          </p:cNvSpPr>
          <p:nvPr/>
        </p:nvSpPr>
        <p:spPr>
          <a:xfrm>
            <a:off x="4331504" y="5021411"/>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Full operations</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9" name="TrackerNumBlue 47">
            <a:extLst>
              <a:ext uri="{FF2B5EF4-FFF2-40B4-BE49-F238E27FC236}">
                <a16:creationId xmlns:a16="http://schemas.microsoft.com/office/drawing/2014/main" id="{5E02D551-D941-A154-87F7-FB253DEF317B}"/>
              </a:ext>
            </a:extLst>
          </p:cNvPr>
          <p:cNvSpPr>
            <a:spLocks/>
          </p:cNvSpPr>
          <p:nvPr>
            <p:custDataLst>
              <p:tags r:id="rId14"/>
            </p:custDataLst>
          </p:nvPr>
        </p:nvSpPr>
        <p:spPr>
          <a:xfrm>
            <a:off x="9909779" y="5020149"/>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1</a:t>
            </a:r>
          </a:p>
        </p:txBody>
      </p:sp>
      <p:sp>
        <p:nvSpPr>
          <p:cNvPr id="40" name="TextBox 39">
            <a:extLst>
              <a:ext uri="{FF2B5EF4-FFF2-40B4-BE49-F238E27FC236}">
                <a16:creationId xmlns:a16="http://schemas.microsoft.com/office/drawing/2014/main" id="{B8AF8BA1-05ED-F180-01ED-ED23A05F265D}"/>
              </a:ext>
            </a:extLst>
          </p:cNvPr>
          <p:cNvSpPr txBox="1">
            <a:spLocks/>
          </p:cNvSpPr>
          <p:nvPr/>
        </p:nvSpPr>
        <p:spPr>
          <a:xfrm>
            <a:off x="10191377" y="5021411"/>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r>
              <a:rPr lang="en-US" sz="1200" i="1" dirty="0"/>
              <a:t>AI-led code generation</a:t>
            </a:r>
          </a:p>
        </p:txBody>
      </p:sp>
      <p:sp>
        <p:nvSpPr>
          <p:cNvPr id="48" name="TrackerNumBlue 47">
            <a:extLst>
              <a:ext uri="{FF2B5EF4-FFF2-40B4-BE49-F238E27FC236}">
                <a16:creationId xmlns:a16="http://schemas.microsoft.com/office/drawing/2014/main" id="{382A785F-3798-EDC3-626D-0C66DEEA0A77}"/>
              </a:ext>
            </a:extLst>
          </p:cNvPr>
          <p:cNvSpPr>
            <a:spLocks/>
          </p:cNvSpPr>
          <p:nvPr>
            <p:custDataLst>
              <p:tags r:id="rId15"/>
            </p:custDataLst>
          </p:nvPr>
        </p:nvSpPr>
        <p:spPr>
          <a:xfrm>
            <a:off x="9909779" y="5335394"/>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dirty="0">
                <a:solidFill>
                  <a:schemeClr val="bg1"/>
                </a:solidFill>
              </a:rPr>
              <a:t>2</a:t>
            </a:r>
          </a:p>
        </p:txBody>
      </p:sp>
      <p:sp>
        <p:nvSpPr>
          <p:cNvPr id="54" name="TextBox 53">
            <a:extLst>
              <a:ext uri="{FF2B5EF4-FFF2-40B4-BE49-F238E27FC236}">
                <a16:creationId xmlns:a16="http://schemas.microsoft.com/office/drawing/2014/main" id="{ACCE5BDE-8250-DC2C-0CD1-7AFEA7484171}"/>
              </a:ext>
            </a:extLst>
          </p:cNvPr>
          <p:cNvSpPr txBox="1">
            <a:spLocks/>
          </p:cNvSpPr>
          <p:nvPr/>
        </p:nvSpPr>
        <p:spPr>
          <a:xfrm>
            <a:off x="10191377" y="5335394"/>
            <a:ext cx="1650933" cy="184666"/>
          </a:xfrm>
          <a:prstGeom prst="rect">
            <a:avLst/>
          </a:prstGeom>
        </p:spPr>
        <p:txBody>
          <a:bodyPr vert="horz" wrap="square" lIns="0" tIns="0" rIns="0" bIns="0" rtlCol="0">
            <a:sp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AI-led contract review</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10" name="TrackerNumBlue 47">
            <a:extLst>
              <a:ext uri="{FF2B5EF4-FFF2-40B4-BE49-F238E27FC236}">
                <a16:creationId xmlns:a16="http://schemas.microsoft.com/office/drawing/2014/main" id="{AFFBFC12-91B1-B99E-DE7A-6B1E058B83BF}"/>
              </a:ext>
            </a:extLst>
          </p:cNvPr>
          <p:cNvSpPr/>
          <p:nvPr>
            <p:custDataLst>
              <p:tags r:id="rId16"/>
            </p:custDataLst>
          </p:nvPr>
        </p:nvSpPr>
        <p:spPr>
          <a:xfrm>
            <a:off x="9909779" y="5652727"/>
            <a:ext cx="185928" cy="185928"/>
          </a:xfrm>
          <a:prstGeom prst="ellipse">
            <a:avLst/>
          </a:prstGeom>
          <a:solidFill>
            <a:schemeClr val="accent3"/>
          </a:solidFill>
          <a:ln w="6350" cap="sq"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1" forceAA="0" compatLnSpc="1">
            <a:prstTxWarp prst="textNoShape">
              <a:avLst/>
            </a:prstTxWarp>
            <a:noAutofit/>
          </a:bodyPr>
          <a:lstStyle/>
          <a:p>
            <a:pPr algn="ctr">
              <a:spcBef>
                <a:spcPts val="300"/>
              </a:spcBef>
              <a:spcAft>
                <a:spcPts val="300"/>
              </a:spcAft>
            </a:pPr>
            <a:r>
              <a:rPr lang="en-US" sz="1200">
                <a:solidFill>
                  <a:schemeClr val="bg1"/>
                </a:solidFill>
              </a:rPr>
              <a:t>3</a:t>
            </a:r>
          </a:p>
        </p:txBody>
      </p:sp>
      <p:sp>
        <p:nvSpPr>
          <p:cNvPr id="11" name="TextBox 10">
            <a:extLst>
              <a:ext uri="{FF2B5EF4-FFF2-40B4-BE49-F238E27FC236}">
                <a16:creationId xmlns:a16="http://schemas.microsoft.com/office/drawing/2014/main" id="{956D0125-1B4F-794A-9196-B58BF55F0431}"/>
              </a:ext>
            </a:extLst>
          </p:cNvPr>
          <p:cNvSpPr txBox="1">
            <a:spLocks/>
          </p:cNvSpPr>
          <p:nvPr/>
        </p:nvSpPr>
        <p:spPr>
          <a:xfrm>
            <a:off x="10191377" y="5653989"/>
            <a:ext cx="1650933" cy="184666"/>
          </a:xfrm>
          <a:prstGeom prst="rect">
            <a:avLst/>
          </a:prstGeom>
        </p:spPr>
        <p:txBody>
          <a:bodyPr vert="horz" wrap="square" lIns="0" tIns="0" rIns="0" bIns="0" rtlCol="0">
            <a:noAutofit/>
          </a:bodyPr>
          <a:lstStyle>
            <a:lvl1pPr lvl="0" indent="0">
              <a:lnSpc>
                <a:spcPct val="100000"/>
              </a:lnSpc>
              <a:spcBef>
                <a:spcPts val="300"/>
              </a:spcBef>
              <a:spcAft>
                <a:spcPts val="300"/>
              </a:spcAft>
              <a:buFont typeface="Segoe UI" panose="020B0502040204020203" pitchFamily="34" charset="0"/>
              <a:buChar char="​"/>
              <a:defRPr sz="1600">
                <a:cs typeface="Arial" panose="020B0604020202020204" pitchFamily="34" charset="0"/>
              </a:defRPr>
            </a:lvl1pPr>
            <a:lvl2pPr marL="228600" lvl="1" indent="-225425">
              <a:lnSpc>
                <a:spcPct val="100000"/>
              </a:lnSpc>
              <a:spcBef>
                <a:spcPts val="0"/>
              </a:spcBef>
              <a:spcAft>
                <a:spcPts val="300"/>
              </a:spcAft>
              <a:buClr>
                <a:schemeClr val="tx1"/>
              </a:buClr>
              <a:buFont typeface="Wingdings" panose="05000000000000000000" pitchFamily="2" charset="2"/>
              <a:buChar char=""/>
              <a:defRPr sz="1600">
                <a:cs typeface="Arial" panose="020B0604020202020204" pitchFamily="34" charset="0"/>
              </a:defRPr>
            </a:lvl2pPr>
            <a:lvl3pPr marL="515938" lvl="2" indent="-287338">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3pPr>
            <a:lvl4pPr marL="742950" lvl="3" indent="-182563">
              <a:lnSpc>
                <a:spcPct val="100000"/>
              </a:lnSpc>
              <a:spcBef>
                <a:spcPts val="0"/>
              </a:spcBef>
              <a:spcAft>
                <a:spcPts val="300"/>
              </a:spcAft>
              <a:buClr>
                <a:schemeClr val="tx1"/>
              </a:buClr>
              <a:buFont typeface="Arial" panose="020B0604020202020204" pitchFamily="34" charset="0"/>
              <a:buChar char="»"/>
              <a:defRPr sz="1600">
                <a:cs typeface="Arial" panose="020B0604020202020204" pitchFamily="34" charset="0"/>
              </a:defRPr>
            </a:lvl4pPr>
            <a:lvl5pPr marL="914400" lvl="4" indent="-136525">
              <a:lnSpc>
                <a:spcPct val="100000"/>
              </a:lnSpc>
              <a:spcBef>
                <a:spcPts val="0"/>
              </a:spcBef>
              <a:spcAft>
                <a:spcPts val="300"/>
              </a:spcAft>
              <a:buClr>
                <a:schemeClr val="tx1"/>
              </a:buClr>
              <a:buSzPct val="100000"/>
              <a:buFont typeface="Arial" panose="020B0604020202020204" pitchFamily="34" charset="0"/>
              <a:buChar char="›"/>
              <a:defRPr sz="1600">
                <a:cs typeface="Arial" panose="020B0604020202020204" pitchFamily="34" charset="0"/>
              </a:defRPr>
            </a:lvl5pPr>
            <a:lvl6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6pPr>
            <a:lvl7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7pPr>
            <a:lvl8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8pPr>
            <a:lvl9pPr marL="914400" indent="0">
              <a:lnSpc>
                <a:spcPct val="100000"/>
              </a:lnSpc>
              <a:spcBef>
                <a:spcPts val="0"/>
              </a:spcBef>
              <a:spcAft>
                <a:spcPts val="300"/>
              </a:spcAft>
              <a:buSzPct val="100000"/>
              <a:buFont typeface="Arial" panose="020B0604020202020204" pitchFamily="34" charset="0"/>
              <a:buNone/>
              <a:defRPr sz="1600">
                <a:cs typeface="Arial" panose="020B0604020202020204" pitchFamily="34" charset="0"/>
              </a:defRPr>
            </a:lvl9pPr>
          </a:lstStyle>
          <a:p>
            <a:pPr marL="0" marR="0" lvl="0" indent="0" algn="l" defTabSz="914400" rtl="0" eaLnBrk="1" fontAlgn="auto" latinLnBrk="0" hangingPunct="1">
              <a:lnSpc>
                <a:spcPct val="100000"/>
              </a:lnSpc>
              <a:spcBef>
                <a:spcPts val="300"/>
              </a:spcBef>
              <a:spcAft>
                <a:spcPts val="300"/>
              </a:spcAft>
              <a:buClrTx/>
              <a:buSzTx/>
              <a:buNone/>
              <a:tabLst/>
              <a:defRPr/>
            </a:pPr>
            <a:r>
              <a:rPr lang="en-US" sz="1200" i="1" dirty="0">
                <a:latin typeface="Arial"/>
              </a:rPr>
              <a:t>Automated lead gen</a:t>
            </a:r>
            <a:endParaRPr kumimoji="0" lang="en-US" sz="1200" b="0" i="1" u="none" strike="noStrike" kern="1200" cap="none" spc="0" normalizeH="0" baseline="0" noProof="0" dirty="0">
              <a:ln>
                <a:noFill/>
              </a:ln>
              <a:effectLst/>
              <a:uLnTx/>
              <a:uFillTx/>
              <a:latin typeface="Arial"/>
              <a:ea typeface="+mn-ea"/>
              <a:cs typeface="Arial" panose="020B0604020202020204" pitchFamily="34" charset="0"/>
            </a:endParaRPr>
          </a:p>
        </p:txBody>
      </p:sp>
      <p:sp>
        <p:nvSpPr>
          <p:cNvPr id="372" name="ReviewSticky"/>
          <p:cNvSpPr/>
          <p:nvPr/>
        </p:nvSpPr>
        <p:spPr>
          <a:xfrm>
            <a:off x="10561320" y="36576"/>
            <a:ext cx="1600200" cy="274320"/>
          </a:xfrm>
          <a:prstGeom prst="rect">
            <a:avLst/>
          </a:prstGeom>
          <a:solidFill>
            <a:srgbClr val="FFF17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95000"/>
              </a:lnSpc>
            </a:pPr>
            <a:r>
              <a:rPr sz="800">
                <a:solidFill>
                  <a:srgbClr val="000000"/>
                </a:solidFill>
                <a:latin typeface="Arial"/>
              </a:rPr>
              <a:t>No changes this turn</a:t>
            </a:r>
          </a:p>
        </p:txBody>
      </p:sp>
    </p:spTree>
    <p:custDataLst>
      <p:tags r:id="rId1"/>
    </p:custDataLst>
    <p:extLst>
      <p:ext uri="{BB962C8B-B14F-4D97-AF65-F5344CB8AC3E}">
        <p14:creationId xmlns:p14="http://schemas.microsoft.com/office/powerpoint/2010/main" val="183832082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c90ee1e1-c015-415f-8aa1-dd21303cc84c"/>
  <p:tag name="NEWVI" val="true"/>
  <p:tag name="TEMPLATELASTEDITTED" val="2019-02-25 12:05 PM"/>
  <p:tag name="TEMPLATECREATED" val="2019-02-27 01:18 PM"/>
  <p:tag name="TEMPLATEVERSION" val="3"/>
  <p:tag name="BLUEONEFOURTHTITLEFONTCOLORFIXED" val="true"/>
  <p:tag name="DARKLAYOUTNAMESCHANGEDTOCONTRAST" val="true"/>
  <p:tag name="THINKCELLPRESENTATIONDONOTDELETE" val="&lt;?xml version=&quot;1.0&quot; encoding=&quot;UTF-16&quot; standalone=&quot;yes&quot;?&gt;&lt;root reqver=&quot;25060&quot;&gt;&lt;version val=&quot;2814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1-%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THINKCELLUNDODONOTDELETE" val="0"/>
  <p:tag name="TEMPLATELASTEDITED" val="2024-05-30 01:34 PM"/>
  <p:tag name="ICONENCLOSURE" val="True"/>
  <p:tag name="LINKEDPICTURESLINKREMOVED" val="Tru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SUb1LmWUTH66PHUHOGMc5A"/>
</p:tagLst>
</file>

<file path=ppt/tags/tag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5.xml><?xml version="1.0" encoding="utf-8"?>
<p:tagLst xmlns:a="http://schemas.openxmlformats.org/drawingml/2006/main" xmlns:r="http://schemas.openxmlformats.org/officeDocument/2006/relationships" xmlns:p="http://schemas.openxmlformats.org/presentationml/2006/main">
  <p:tag name="SHAPENAME" val="4. Footnote"/>
</p:tagLst>
</file>

<file path=ppt/tags/tag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xml><?xml version="1.0" encoding="utf-8"?>
<p:tagLst xmlns:a="http://schemas.openxmlformats.org/drawingml/2006/main" xmlns:r="http://schemas.openxmlformats.org/officeDocument/2006/relationships" xmlns:p="http://schemas.openxmlformats.org/presentationml/2006/main">
  <p:tag name="SHAPENAME" val="Grid"/>
</p:tagLst>
</file>

<file path=ppt/tags/tag8.xml><?xml version="1.0" encoding="utf-8"?>
<p:tagLst xmlns:a="http://schemas.openxmlformats.org/drawingml/2006/main" xmlns:r="http://schemas.openxmlformats.org/officeDocument/2006/relationships" xmlns:p="http://schemas.openxmlformats.org/presentationml/2006/main">
  <p:tag name="NAME" val="Moon"/>
</p:tagLst>
</file>

<file path=ppt/tags/tag9.xml><?xml version="1.0" encoding="utf-8"?>
<p:tagLst xmlns:a="http://schemas.openxmlformats.org/drawingml/2006/main" xmlns:r="http://schemas.openxmlformats.org/officeDocument/2006/relationships" xmlns:p="http://schemas.openxmlformats.org/presentationml/2006/main">
  <p:tag name="NAME" val="Moon"/>
</p:tagLst>
</file>

<file path=ppt/tags/tag10.xml><?xml version="1.0" encoding="utf-8"?>
<p:tagLst xmlns:a="http://schemas.openxmlformats.org/drawingml/2006/main" xmlns:r="http://schemas.openxmlformats.org/officeDocument/2006/relationships" xmlns:p="http://schemas.openxmlformats.org/presentationml/2006/main">
  <p:tag name="NAME" val="Moon"/>
</p:tagLst>
</file>

<file path=ppt/tags/tag11.xml><?xml version="1.0" encoding="utf-8"?>
<p:tagLst xmlns:a="http://schemas.openxmlformats.org/drawingml/2006/main" xmlns:r="http://schemas.openxmlformats.org/officeDocument/2006/relationships" xmlns:p="http://schemas.openxmlformats.org/presentationml/2006/main">
  <p:tag name="NAME" val="Moon"/>
</p:tagLst>
</file>

<file path=ppt/tags/tag12.xml><?xml version="1.0" encoding="utf-8"?>
<p:tagLst xmlns:a="http://schemas.openxmlformats.org/drawingml/2006/main" xmlns:r="http://schemas.openxmlformats.org/officeDocument/2006/relationships" xmlns:p="http://schemas.openxmlformats.org/presentationml/2006/main">
  <p:tag name="NAME" val="Moon"/>
</p:tagLst>
</file>

<file path=ppt/tags/tag13.xml><?xml version="1.0" encoding="utf-8"?>
<p:tagLst xmlns:a="http://schemas.openxmlformats.org/drawingml/2006/main" xmlns:r="http://schemas.openxmlformats.org/officeDocument/2006/relationships" xmlns:p="http://schemas.openxmlformats.org/presentationml/2006/main">
  <p:tag name="ANGLE" val="5"/>
</p:tagLst>
</file>

<file path=ppt/tags/tag14.xml><?xml version="1.0" encoding="utf-8"?>
<p:tagLst xmlns:a="http://schemas.openxmlformats.org/drawingml/2006/main" xmlns:r="http://schemas.openxmlformats.org/officeDocument/2006/relationships" xmlns:p="http://schemas.openxmlformats.org/presentationml/2006/main">
  <p:tag name="ANGLE" val="5"/>
</p:tagLst>
</file>

<file path=ppt/tags/tag15.xml><?xml version="1.0" encoding="utf-8"?>
<p:tagLst xmlns:a="http://schemas.openxmlformats.org/drawingml/2006/main" xmlns:r="http://schemas.openxmlformats.org/officeDocument/2006/relationships" xmlns:p="http://schemas.openxmlformats.org/presentationml/2006/main">
  <p:tag name="ANGLE" val="4"/>
</p:tagLst>
</file>

<file path=ppt/tags/tag16.xml><?xml version="1.0" encoding="utf-8"?>
<p:tagLst xmlns:a="http://schemas.openxmlformats.org/drawingml/2006/main" xmlns:r="http://schemas.openxmlformats.org/officeDocument/2006/relationships" xmlns:p="http://schemas.openxmlformats.org/presentationml/2006/main">
  <p:tag name="ANGLE" val="4"/>
</p:tagLst>
</file>

<file path=ppt/tags/tag17.xml><?xml version="1.0" encoding="utf-8"?>
<p:tagLst xmlns:a="http://schemas.openxmlformats.org/drawingml/2006/main" xmlns:r="http://schemas.openxmlformats.org/officeDocument/2006/relationships" xmlns:p="http://schemas.openxmlformats.org/presentationml/2006/main">
  <p:tag name="ANGLE" val="3"/>
</p:tagLst>
</file>

<file path=ppt/tags/tag18.xml><?xml version="1.0" encoding="utf-8"?>
<p:tagLst xmlns:a="http://schemas.openxmlformats.org/drawingml/2006/main" xmlns:r="http://schemas.openxmlformats.org/officeDocument/2006/relationships" xmlns:p="http://schemas.openxmlformats.org/presentationml/2006/main">
  <p:tag name="ANGLE" val="3"/>
</p:tagLst>
</file>

<file path=ppt/tags/tag19.xml><?xml version="1.0" encoding="utf-8"?>
<p:tagLst xmlns:a="http://schemas.openxmlformats.org/drawingml/2006/main" xmlns:r="http://schemas.openxmlformats.org/officeDocument/2006/relationships" xmlns:p="http://schemas.openxmlformats.org/presentationml/2006/main">
  <p:tag name="ANGLE" val="2"/>
</p:tagLst>
</file>

<file path=ppt/tags/tag20.xml><?xml version="1.0" encoding="utf-8"?>
<p:tagLst xmlns:a="http://schemas.openxmlformats.org/drawingml/2006/main" xmlns:r="http://schemas.openxmlformats.org/officeDocument/2006/relationships" xmlns:p="http://schemas.openxmlformats.org/presentationml/2006/main">
  <p:tag name="ANGLE" val="2"/>
</p:tagLst>
</file>

<file path=ppt/tags/tag21.xml><?xml version="1.0" encoding="utf-8"?>
<p:tagLst xmlns:a="http://schemas.openxmlformats.org/drawingml/2006/main" xmlns:r="http://schemas.openxmlformats.org/officeDocument/2006/relationships" xmlns:p="http://schemas.openxmlformats.org/presentationml/2006/main">
  <p:tag name="ANGLE" val="1"/>
</p:tagLst>
</file>

<file path=ppt/tags/tag22.xml><?xml version="1.0" encoding="utf-8"?>
<p:tagLst xmlns:a="http://schemas.openxmlformats.org/drawingml/2006/main" xmlns:r="http://schemas.openxmlformats.org/officeDocument/2006/relationships" xmlns:p="http://schemas.openxmlformats.org/presentationml/2006/main">
  <p:tag name="ANGLE" val="1"/>
</p:tagLst>
</file>

<file path=ppt/tags/tag23.xml><?xml version="1.0" encoding="utf-8"?>
<p:tagLst xmlns:a="http://schemas.openxmlformats.org/drawingml/2006/main" xmlns:r="http://schemas.openxmlformats.org/officeDocument/2006/relationships" xmlns:p="http://schemas.openxmlformats.org/presentationml/2006/main">
  <p:tag name="BACKGROUNDCOLOR" val="med"/>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La5NG5p6QVlH6GlSHMQ0RQ"/>
</p:tagLst>
</file>

<file path=ppt/tags/tag26.xml><?xml version="1.0" encoding="utf-8"?>
<p:tagLst xmlns:a="http://schemas.openxmlformats.org/drawingml/2006/main" xmlns:r="http://schemas.openxmlformats.org/officeDocument/2006/relationships" xmlns:p="http://schemas.openxmlformats.org/presentationml/2006/main">
  <p:tag name="NAME" val="_new_logoimage"/>
</p:tagLst>
</file>

<file path=ppt/tags/tag27.xml><?xml version="1.0" encoding="utf-8"?>
<p:tagLst xmlns:a="http://schemas.openxmlformats.org/drawingml/2006/main" xmlns:r="http://schemas.openxmlformats.org/officeDocument/2006/relationships" xmlns:p="http://schemas.openxmlformats.org/presentationml/2006/main">
  <p:tag name="SHAPENAME" val="ClientLogo"/>
</p:tagLst>
</file>

<file path=ppt/tags/tag28.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9.xml><?xml version="1.0" encoding="utf-8"?>
<p:tagLst xmlns:a="http://schemas.openxmlformats.org/drawingml/2006/main" xmlns:r="http://schemas.openxmlformats.org/officeDocument/2006/relationships" xmlns:p="http://schemas.openxmlformats.org/presentationml/2006/main">
  <p:tag name="SHAPENAME" val="Subtitle"/>
</p:tagLst>
</file>

<file path=ppt/tags/tag30.xml><?xml version="1.0" encoding="utf-8"?>
<p:tagLst xmlns:a="http://schemas.openxmlformats.org/drawingml/2006/main" xmlns:r="http://schemas.openxmlformats.org/officeDocument/2006/relationships" xmlns:p="http://schemas.openxmlformats.org/presentationml/2006/main">
  <p:tag name="SHAPENAME" val="Title"/>
</p:tagLst>
</file>

<file path=ppt/tags/tag31.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5tNN_OdVRnC_8Tatiiw6bA"/>
</p:tagLst>
</file>

<file path=ppt/tags/tag3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6.xml><?xml version="1.0" encoding="utf-8"?>
<p:tagLst xmlns:a="http://schemas.openxmlformats.org/drawingml/2006/main" xmlns:r="http://schemas.openxmlformats.org/officeDocument/2006/relationships" xmlns:p="http://schemas.openxmlformats.org/presentationml/2006/main">
  <p:tag name="SHAPENAME" val="5. Source"/>
</p:tagLst>
</file>

<file path=ppt/tags/tag3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8.xml><?xml version="1.0" encoding="utf-8"?>
<p:tagLst xmlns:a="http://schemas.openxmlformats.org/drawingml/2006/main" xmlns:r="http://schemas.openxmlformats.org/officeDocument/2006/relationships" xmlns:p="http://schemas.openxmlformats.org/presentationml/2006/main">
  <p:tag name="SHAPENAME" val="3. Subtitle"/>
</p:tagLst>
</file>

<file path=ppt/tags/tag3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1.xml><?xml version="1.0" encoding="utf-8"?>
<p:tagLst xmlns:a="http://schemas.openxmlformats.org/drawingml/2006/main" xmlns:r="http://schemas.openxmlformats.org/officeDocument/2006/relationships" xmlns:p="http://schemas.openxmlformats.org/presentationml/2006/main">
  <p:tag name="SHAPENAME" val="5. Source"/>
</p:tagLst>
</file>

<file path=ppt/tags/tag4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4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45.xml><?xml version="1.0" encoding="utf-8"?>
<p:tagLst xmlns:a="http://schemas.openxmlformats.org/drawingml/2006/main" xmlns:r="http://schemas.openxmlformats.org/officeDocument/2006/relationships" xmlns:p="http://schemas.openxmlformats.org/presentationml/2006/main">
  <p:tag name="SHAPENAME" val="5. Source"/>
</p:tagLst>
</file>

<file path=ppt/tags/tag4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unuZ.dr0dtPKYSWmGw_6Yg"/>
</p:tagLst>
</file>

<file path=ppt/tags/tag4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1.xml><?xml version="1.0" encoding="utf-8"?>
<p:tagLst xmlns:a="http://schemas.openxmlformats.org/drawingml/2006/main" xmlns:r="http://schemas.openxmlformats.org/officeDocument/2006/relationships" xmlns:p="http://schemas.openxmlformats.org/presentationml/2006/main">
  <p:tag name="SHAPENAME" val="5. Source"/>
</p:tagLst>
</file>

<file path=ppt/tags/tag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rUQibaDMIQaIJXCExx3CSg"/>
</p:tagLst>
</file>

<file path=ppt/tags/tag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56.xml><?xml version="1.0" encoding="utf-8"?>
<p:tagLst xmlns:a="http://schemas.openxmlformats.org/drawingml/2006/main" xmlns:r="http://schemas.openxmlformats.org/officeDocument/2006/relationships" xmlns:p="http://schemas.openxmlformats.org/presentationml/2006/main">
  <p:tag name="SHAPENAME" val="3. Subtitle"/>
</p:tagLst>
</file>

<file path=ppt/tags/tag5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58.xml><?xml version="1.0" encoding="utf-8"?>
<p:tagLst xmlns:a="http://schemas.openxmlformats.org/drawingml/2006/main" xmlns:r="http://schemas.openxmlformats.org/officeDocument/2006/relationships" xmlns:p="http://schemas.openxmlformats.org/presentationml/2006/main">
  <p:tag name="SHAPENAME" val="5. Source"/>
</p:tagLst>
</file>

<file path=ppt/tags/tag5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2e.WNeMwRPaNOv4PeDFU5Q"/>
</p:tagLst>
</file>

<file path=ppt/tags/tag62.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6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6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66.xml><?xml version="1.0" encoding="utf-8"?>
<p:tagLst xmlns:a="http://schemas.openxmlformats.org/drawingml/2006/main" xmlns:r="http://schemas.openxmlformats.org/officeDocument/2006/relationships" xmlns:p="http://schemas.openxmlformats.org/presentationml/2006/main">
  <p:tag name="SHAPENAME" val="3. Subtitle"/>
</p:tagLst>
</file>

<file path=ppt/tags/tag67.xml><?xml version="1.0" encoding="utf-8"?>
<p:tagLst xmlns:a="http://schemas.openxmlformats.org/drawingml/2006/main" xmlns:r="http://schemas.openxmlformats.org/officeDocument/2006/relationships" xmlns:p="http://schemas.openxmlformats.org/presentationml/2006/main">
  <p:tag name="SHAPENAME" val="5. Source"/>
</p:tagLst>
</file>

<file path=ppt/tags/tag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vkXdkIixRi6Hs.rBsPur2w"/>
</p:tagLst>
</file>

<file path=ppt/tags/tag71.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7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75.xml><?xml version="1.0" encoding="utf-8"?>
<p:tagLst xmlns:a="http://schemas.openxmlformats.org/drawingml/2006/main" xmlns:r="http://schemas.openxmlformats.org/officeDocument/2006/relationships" xmlns:p="http://schemas.openxmlformats.org/presentationml/2006/main">
  <p:tag name="SHAPENAME" val="3. Subtitle"/>
</p:tagLst>
</file>

<file path=ppt/tags/tag76.xml><?xml version="1.0" encoding="utf-8"?>
<p:tagLst xmlns:a="http://schemas.openxmlformats.org/drawingml/2006/main" xmlns:r="http://schemas.openxmlformats.org/officeDocument/2006/relationships" xmlns:p="http://schemas.openxmlformats.org/presentationml/2006/main">
  <p:tag name="SHAPENAME" val="5. Source"/>
</p:tagLst>
</file>

<file path=ppt/tags/tag7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7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9.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80.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81.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82.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83.xml><?xml version="1.0" encoding="utf-8"?>
<p:tagLst xmlns:a="http://schemas.openxmlformats.org/drawingml/2006/main" xmlns:r="http://schemas.openxmlformats.org/officeDocument/2006/relationships" xmlns:p="http://schemas.openxmlformats.org/presentationml/2006/main">
  <p:tag name="SHAPENAME" val="5. Source"/>
</p:tagLst>
</file>

<file path=ppt/tags/tag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8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86.xml><?xml version="1.0" encoding="utf-8"?>
<p:tagLst xmlns:a="http://schemas.openxmlformats.org/drawingml/2006/main" xmlns:r="http://schemas.openxmlformats.org/officeDocument/2006/relationships" xmlns:p="http://schemas.openxmlformats.org/presentationml/2006/main">
  <p:tag name="SHAPENAME" val="3. Subtitle"/>
</p:tagLst>
</file>

<file path=ppt/tags/tag8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8.xml><?xml version="1.0" encoding="utf-8"?>
<p:tagLst xmlns:a="http://schemas.openxmlformats.org/drawingml/2006/main" xmlns:r="http://schemas.openxmlformats.org/officeDocument/2006/relationships" xmlns:p="http://schemas.openxmlformats.org/presentationml/2006/main">
  <p:tag name="THINKCELLSHAPEDONOTDELETE" val="t2e4Ps3taQqK3C0NeBEvQLA"/>
</p:tagLst>
</file>

<file path=ppt/tags/tag89.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9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92.xml><?xml version="1.0" encoding="utf-8"?>
<p:tagLst xmlns:a="http://schemas.openxmlformats.org/drawingml/2006/main" xmlns:r="http://schemas.openxmlformats.org/officeDocument/2006/relationships" xmlns:p="http://schemas.openxmlformats.org/presentationml/2006/main">
  <p:tag name="SHAPENAME" val="5. Source"/>
</p:tagLst>
</file>

<file path=ppt/tags/tag9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94.xml><?xml version="1.0" encoding="utf-8"?>
<p:tagLst xmlns:a="http://schemas.openxmlformats.org/drawingml/2006/main" xmlns:r="http://schemas.openxmlformats.org/officeDocument/2006/relationships" xmlns:p="http://schemas.openxmlformats.org/presentationml/2006/main">
  <p:tag name="SHAPENAME" val="3. Subtitle"/>
</p:tagLst>
</file>

<file path=ppt/tags/tag9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9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7.xml><?xml version="1.0" encoding="utf-8"?>
<p:tagLst xmlns:a="http://schemas.openxmlformats.org/drawingml/2006/main" xmlns:r="http://schemas.openxmlformats.org/officeDocument/2006/relationships" xmlns:p="http://schemas.openxmlformats.org/presentationml/2006/main">
  <p:tag name="THINKCELLSHAPEDONOTDELETE" val="tTHKNm6U2RZKJH1GvudQSPw"/>
</p:tagLst>
</file>

<file path=ppt/tags/tag98.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9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1.xml><?xml version="1.0" encoding="utf-8"?>
<p:tagLst xmlns:a="http://schemas.openxmlformats.org/drawingml/2006/main" xmlns:r="http://schemas.openxmlformats.org/officeDocument/2006/relationships" xmlns:p="http://schemas.openxmlformats.org/presentationml/2006/main">
  <p:tag name="SHAPENAME" val="5. Source"/>
</p:tagLst>
</file>

<file path=ppt/tags/tag1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03.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4.xml><?xml version="1.0" encoding="utf-8"?>
<p:tagLst xmlns:a="http://schemas.openxmlformats.org/drawingml/2006/main" xmlns:r="http://schemas.openxmlformats.org/officeDocument/2006/relationships" xmlns:p="http://schemas.openxmlformats.org/presentationml/2006/main">
  <p:tag name="SHAPENAME" val="3. Subtitle"/>
</p:tagLst>
</file>

<file path=ppt/tags/tag10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0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0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08.xml><?xml version="1.0" encoding="utf-8"?>
<p:tagLst xmlns:a="http://schemas.openxmlformats.org/drawingml/2006/main" xmlns:r="http://schemas.openxmlformats.org/officeDocument/2006/relationships" xmlns:p="http://schemas.openxmlformats.org/presentationml/2006/main">
  <p:tag name="SHAPENAME" val="5. Source"/>
</p:tagLst>
</file>

<file path=ppt/tags/tag10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11.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12.xml><?xml version="1.0" encoding="utf-8"?>
<p:tagLst xmlns:a="http://schemas.openxmlformats.org/drawingml/2006/main" xmlns:r="http://schemas.openxmlformats.org/officeDocument/2006/relationships" xmlns:p="http://schemas.openxmlformats.org/presentationml/2006/main">
  <p:tag name="SHAPENAME" val="5. Source"/>
</p:tagLst>
</file>

<file path=ppt/tags/tag11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14.xml><?xml version="1.0" encoding="utf-8"?>
<p:tagLst xmlns:a="http://schemas.openxmlformats.org/drawingml/2006/main" xmlns:r="http://schemas.openxmlformats.org/officeDocument/2006/relationships" xmlns:p="http://schemas.openxmlformats.org/presentationml/2006/main">
  <p:tag name="BACKGROUNDCOLOR" val="med"/>
</p:tagLst>
</file>

<file path=ppt/tags/tag1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6.xml><?xml version="1.0" encoding="utf-8"?>
<p:tagLst xmlns:a="http://schemas.openxmlformats.org/drawingml/2006/main" xmlns:r="http://schemas.openxmlformats.org/officeDocument/2006/relationships" xmlns:p="http://schemas.openxmlformats.org/presentationml/2006/main">
  <p:tag name="NAME" val="_new_logoimage"/>
</p:tagLst>
</file>

<file path=ppt/tags/tag117.xml><?xml version="1.0" encoding="utf-8"?>
<p:tagLst xmlns:a="http://schemas.openxmlformats.org/drawingml/2006/main" xmlns:r="http://schemas.openxmlformats.org/officeDocument/2006/relationships" xmlns:p="http://schemas.openxmlformats.org/presentationml/2006/main">
  <p:tag name="SHAPENAME" val="5. Source"/>
</p:tagLst>
</file>

<file path=ppt/tags/tag1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9.xml><?xml version="1.0" encoding="utf-8"?>
<p:tagLst xmlns:a="http://schemas.openxmlformats.org/drawingml/2006/main" xmlns:r="http://schemas.openxmlformats.org/officeDocument/2006/relationships" xmlns:p="http://schemas.openxmlformats.org/presentationml/2006/main">
  <p:tag name="THINKCELLSHAPEDONOTDELETE" val="t20sklhGDg_J5JkHAJOV5JQ"/>
</p:tagLst>
</file>

<file path=ppt/tags/tag120.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2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22.xml><?xml version="1.0" encoding="utf-8"?>
<p:tagLst xmlns:a="http://schemas.openxmlformats.org/drawingml/2006/main" xmlns:r="http://schemas.openxmlformats.org/officeDocument/2006/relationships" xmlns:p="http://schemas.openxmlformats.org/presentationml/2006/main">
  <p:tag name="SHAPENAME" val="Grid"/>
</p:tagLst>
</file>

<file path=ppt/tags/tag123.xml><?xml version="1.0" encoding="utf-8"?>
<p:tagLst xmlns:a="http://schemas.openxmlformats.org/drawingml/2006/main" xmlns:r="http://schemas.openxmlformats.org/officeDocument/2006/relationships" xmlns:p="http://schemas.openxmlformats.org/presentationml/2006/main">
  <p:tag name="SHAPENAME" val="4. Footnote"/>
</p:tagLst>
</file>

<file path=ppt/tags/tag124.xml><?xml version="1.0" encoding="utf-8"?>
<p:tagLst xmlns:a="http://schemas.openxmlformats.org/drawingml/2006/main" xmlns:r="http://schemas.openxmlformats.org/officeDocument/2006/relationships" xmlns:p="http://schemas.openxmlformats.org/presentationml/2006/main">
  <p:tag name="NAME" val="Moon"/>
</p:tagLst>
</file>

<file path=ppt/tags/tag125.xml><?xml version="1.0" encoding="utf-8"?>
<p:tagLst xmlns:a="http://schemas.openxmlformats.org/drawingml/2006/main" xmlns:r="http://schemas.openxmlformats.org/officeDocument/2006/relationships" xmlns:p="http://schemas.openxmlformats.org/presentationml/2006/main">
  <p:tag name="NAME" val="Moon"/>
</p:tagLst>
</file>

<file path=ppt/tags/tag126.xml><?xml version="1.0" encoding="utf-8"?>
<p:tagLst xmlns:a="http://schemas.openxmlformats.org/drawingml/2006/main" xmlns:r="http://schemas.openxmlformats.org/officeDocument/2006/relationships" xmlns:p="http://schemas.openxmlformats.org/presentationml/2006/main">
  <p:tag name="NAME" val="Moon"/>
</p:tagLst>
</file>

<file path=ppt/tags/tag127.xml><?xml version="1.0" encoding="utf-8"?>
<p:tagLst xmlns:a="http://schemas.openxmlformats.org/drawingml/2006/main" xmlns:r="http://schemas.openxmlformats.org/officeDocument/2006/relationships" xmlns:p="http://schemas.openxmlformats.org/presentationml/2006/main">
  <p:tag name="NAME" val="Moon"/>
</p:tagLst>
</file>

<file path=ppt/tags/tag128.xml><?xml version="1.0" encoding="utf-8"?>
<p:tagLst xmlns:a="http://schemas.openxmlformats.org/drawingml/2006/main" xmlns:r="http://schemas.openxmlformats.org/officeDocument/2006/relationships" xmlns:p="http://schemas.openxmlformats.org/presentationml/2006/main">
  <p:tag name="NAME" val="Moon"/>
</p:tagLst>
</file>

<file path=ppt/tags/tag129.xml><?xml version="1.0" encoding="utf-8"?>
<p:tagLst xmlns:a="http://schemas.openxmlformats.org/drawingml/2006/main" xmlns:r="http://schemas.openxmlformats.org/officeDocument/2006/relationships" xmlns:p="http://schemas.openxmlformats.org/presentationml/2006/main">
  <p:tag name="ANGLE" val="5"/>
</p:tagLst>
</file>

<file path=ppt/tags/tag130.xml><?xml version="1.0" encoding="utf-8"?>
<p:tagLst xmlns:a="http://schemas.openxmlformats.org/drawingml/2006/main" xmlns:r="http://schemas.openxmlformats.org/officeDocument/2006/relationships" xmlns:p="http://schemas.openxmlformats.org/presentationml/2006/main">
  <p:tag name="ANGLE" val="5"/>
</p:tagLst>
</file>

<file path=ppt/tags/tag131.xml><?xml version="1.0" encoding="utf-8"?>
<p:tagLst xmlns:a="http://schemas.openxmlformats.org/drawingml/2006/main" xmlns:r="http://schemas.openxmlformats.org/officeDocument/2006/relationships" xmlns:p="http://schemas.openxmlformats.org/presentationml/2006/main">
  <p:tag name="ANGLE" val="4"/>
</p:tagLst>
</file>

<file path=ppt/tags/tag132.xml><?xml version="1.0" encoding="utf-8"?>
<p:tagLst xmlns:a="http://schemas.openxmlformats.org/drawingml/2006/main" xmlns:r="http://schemas.openxmlformats.org/officeDocument/2006/relationships" xmlns:p="http://schemas.openxmlformats.org/presentationml/2006/main">
  <p:tag name="ANGLE" val="4"/>
</p:tagLst>
</file>

<file path=ppt/tags/tag133.xml><?xml version="1.0" encoding="utf-8"?>
<p:tagLst xmlns:a="http://schemas.openxmlformats.org/drawingml/2006/main" xmlns:r="http://schemas.openxmlformats.org/officeDocument/2006/relationships" xmlns:p="http://schemas.openxmlformats.org/presentationml/2006/main">
  <p:tag name="ANGLE" val="3"/>
</p:tagLst>
</file>

<file path=ppt/tags/tag134.xml><?xml version="1.0" encoding="utf-8"?>
<p:tagLst xmlns:a="http://schemas.openxmlformats.org/drawingml/2006/main" xmlns:r="http://schemas.openxmlformats.org/officeDocument/2006/relationships" xmlns:p="http://schemas.openxmlformats.org/presentationml/2006/main">
  <p:tag name="ANGLE" val="3"/>
</p:tagLst>
</file>

<file path=ppt/tags/tag135.xml><?xml version="1.0" encoding="utf-8"?>
<p:tagLst xmlns:a="http://schemas.openxmlformats.org/drawingml/2006/main" xmlns:r="http://schemas.openxmlformats.org/officeDocument/2006/relationships" xmlns:p="http://schemas.openxmlformats.org/presentationml/2006/main">
  <p:tag name="ANGLE" val="2"/>
</p:tagLst>
</file>

<file path=ppt/tags/tag136.xml><?xml version="1.0" encoding="utf-8"?>
<p:tagLst xmlns:a="http://schemas.openxmlformats.org/drawingml/2006/main" xmlns:r="http://schemas.openxmlformats.org/officeDocument/2006/relationships" xmlns:p="http://schemas.openxmlformats.org/presentationml/2006/main">
  <p:tag name="ANGLE" val="2"/>
</p:tagLst>
</file>

<file path=ppt/tags/tag137.xml><?xml version="1.0" encoding="utf-8"?>
<p:tagLst xmlns:a="http://schemas.openxmlformats.org/drawingml/2006/main" xmlns:r="http://schemas.openxmlformats.org/officeDocument/2006/relationships" xmlns:p="http://schemas.openxmlformats.org/presentationml/2006/main">
  <p:tag name="ANGLE" val="1"/>
</p:tagLst>
</file>

<file path=ppt/tags/tag138.xml><?xml version="1.0" encoding="utf-8"?>
<p:tagLst xmlns:a="http://schemas.openxmlformats.org/drawingml/2006/main" xmlns:r="http://schemas.openxmlformats.org/officeDocument/2006/relationships" xmlns:p="http://schemas.openxmlformats.org/presentationml/2006/main">
  <p:tag name="ANGLE" val="1"/>
</p:tagLst>
</file>

<file path=ppt/tags/tag139.xml><?xml version="1.0" encoding="utf-8"?>
<p:tagLst xmlns:a="http://schemas.openxmlformats.org/drawingml/2006/main" xmlns:r="http://schemas.openxmlformats.org/officeDocument/2006/relationships" xmlns:p="http://schemas.openxmlformats.org/presentationml/2006/main">
  <p:tag name="BACKGROUNDCOLOR" val="med"/>
</p:tagLst>
</file>

<file path=ppt/tags/tag1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1.xml><?xml version="1.0" encoding="utf-8"?>
<p:tagLst xmlns:a="http://schemas.openxmlformats.org/drawingml/2006/main" xmlns:r="http://schemas.openxmlformats.org/officeDocument/2006/relationships" xmlns:p="http://schemas.openxmlformats.org/presentationml/2006/main">
  <p:tag name="THINKCELLSHAPEDONOTDELETE" val="tKcd9z.T0ityQiOhevFTgFQ"/>
</p:tagLst>
</file>

<file path=ppt/tags/tag142.xml><?xml version="1.0" encoding="utf-8"?>
<p:tagLst xmlns:a="http://schemas.openxmlformats.org/drawingml/2006/main" xmlns:r="http://schemas.openxmlformats.org/officeDocument/2006/relationships" xmlns:p="http://schemas.openxmlformats.org/presentationml/2006/main">
  <p:tag name="SHAPENAME" val="ClientLogo"/>
</p:tagLst>
</file>

<file path=ppt/tags/tag14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144.xml><?xml version="1.0" encoding="utf-8"?>
<p:tagLst xmlns:a="http://schemas.openxmlformats.org/drawingml/2006/main" xmlns:r="http://schemas.openxmlformats.org/officeDocument/2006/relationships" xmlns:p="http://schemas.openxmlformats.org/presentationml/2006/main">
  <p:tag name="SHAPENAME" val="Subtitle"/>
</p:tagLst>
</file>

<file path=ppt/tags/tag145.xml><?xml version="1.0" encoding="utf-8"?>
<p:tagLst xmlns:a="http://schemas.openxmlformats.org/drawingml/2006/main" xmlns:r="http://schemas.openxmlformats.org/officeDocument/2006/relationships" xmlns:p="http://schemas.openxmlformats.org/presentationml/2006/main">
  <p:tag name="SHAPENAME" val="Title"/>
</p:tagLst>
</file>

<file path=ppt/tags/tag146.xml><?xml version="1.0" encoding="utf-8"?>
<p:tagLst xmlns:a="http://schemas.openxmlformats.org/drawingml/2006/main" xmlns:r="http://schemas.openxmlformats.org/officeDocument/2006/relationships" xmlns:p="http://schemas.openxmlformats.org/presentationml/2006/main">
  <p:tag name="SHAPENAME" val="Disclaimer-template"/>
</p:tagLst>
</file>

<file path=ppt/tags/tag147.xml><?xml version="1.0" encoding="utf-8"?>
<p:tagLst xmlns:a="http://schemas.openxmlformats.org/drawingml/2006/main" xmlns:r="http://schemas.openxmlformats.org/officeDocument/2006/relationships" xmlns:p="http://schemas.openxmlformats.org/presentationml/2006/main">
  <p:tag name="NAME" val="_new_logoimage"/>
</p:tagLst>
</file>

<file path=ppt/tags/tag1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9.xml><?xml version="1.0" encoding="utf-8"?>
<p:tagLst xmlns:a="http://schemas.openxmlformats.org/drawingml/2006/main" xmlns:r="http://schemas.openxmlformats.org/officeDocument/2006/relationships" xmlns:p="http://schemas.openxmlformats.org/presentationml/2006/main">
  <p:tag name="THINKCELLSHAPEDONOTDELETE" val="tZkG5iHMTSC2mGhtG.mpRUA"/>
</p:tagLst>
</file>

<file path=ppt/tags/tag15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1.xml><?xml version="1.0" encoding="utf-8"?>
<p:tagLst xmlns:a="http://schemas.openxmlformats.org/drawingml/2006/main" xmlns:r="http://schemas.openxmlformats.org/officeDocument/2006/relationships" xmlns:p="http://schemas.openxmlformats.org/presentationml/2006/main">
  <p:tag name="SHAPENAME" val="5. Source"/>
</p:tagLst>
</file>

<file path=ppt/tags/tag15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3.xml><?xml version="1.0" encoding="utf-8"?>
<p:tagLst xmlns:a="http://schemas.openxmlformats.org/drawingml/2006/main" xmlns:r="http://schemas.openxmlformats.org/officeDocument/2006/relationships" xmlns:p="http://schemas.openxmlformats.org/presentationml/2006/main">
  <p:tag name="SHAPENAME" val="3. Subtitle"/>
</p:tagLst>
</file>

<file path=ppt/tags/tag15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5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57.xml><?xml version="1.0" encoding="utf-8"?>
<p:tagLst xmlns:a="http://schemas.openxmlformats.org/drawingml/2006/main" xmlns:r="http://schemas.openxmlformats.org/officeDocument/2006/relationships" xmlns:p="http://schemas.openxmlformats.org/presentationml/2006/main">
  <p:tag name="SHAPENAME" val="5. Source"/>
</p:tagLst>
</file>

<file path=ppt/tags/tag15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5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1.xml><?xml version="1.0" encoding="utf-8"?>
<p:tagLst xmlns:a="http://schemas.openxmlformats.org/drawingml/2006/main" xmlns:r="http://schemas.openxmlformats.org/officeDocument/2006/relationships" xmlns:p="http://schemas.openxmlformats.org/presentationml/2006/main">
  <p:tag name="SHAPENAME" val="5. Source"/>
</p:tagLst>
</file>

<file path=ppt/tags/tag16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4.xml><?xml version="1.0" encoding="utf-8"?>
<p:tagLst xmlns:a="http://schemas.openxmlformats.org/drawingml/2006/main" xmlns:r="http://schemas.openxmlformats.org/officeDocument/2006/relationships" xmlns:p="http://schemas.openxmlformats.org/presentationml/2006/main">
  <p:tag name="THINKCELLSHAPEDONOTDELETE" val="tzsZQyKFgCFD5XAZPv3AWBQ"/>
</p:tagLst>
</file>

<file path=ppt/tags/tag16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6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67.xml><?xml version="1.0" encoding="utf-8"?>
<p:tagLst xmlns:a="http://schemas.openxmlformats.org/drawingml/2006/main" xmlns:r="http://schemas.openxmlformats.org/officeDocument/2006/relationships" xmlns:p="http://schemas.openxmlformats.org/presentationml/2006/main">
  <p:tag name="SHAPENAME" val="5. Source"/>
</p:tagLst>
</file>

<file path=ppt/tags/tag16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0.xml><?xml version="1.0" encoding="utf-8"?>
<p:tagLst xmlns:a="http://schemas.openxmlformats.org/drawingml/2006/main" xmlns:r="http://schemas.openxmlformats.org/officeDocument/2006/relationships" xmlns:p="http://schemas.openxmlformats.org/presentationml/2006/main">
  <p:tag name="THINKCELLSHAPEDONOTDELETE" val="tYh.LyJP9Ef7CM8T6PUBqdw"/>
</p:tagLst>
</file>

<file path=ppt/tags/tag17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7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7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74.xml><?xml version="1.0" encoding="utf-8"?>
<p:tagLst xmlns:a="http://schemas.openxmlformats.org/drawingml/2006/main" xmlns:r="http://schemas.openxmlformats.org/officeDocument/2006/relationships" xmlns:p="http://schemas.openxmlformats.org/presentationml/2006/main">
  <p:tag name="SHAPENAME" val="5. Source"/>
</p:tagLst>
</file>

<file path=ppt/tags/tag1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7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7.xml><?xml version="1.0" encoding="utf-8"?>
<p:tagLst xmlns:a="http://schemas.openxmlformats.org/drawingml/2006/main" xmlns:r="http://schemas.openxmlformats.org/officeDocument/2006/relationships" xmlns:p="http://schemas.openxmlformats.org/presentationml/2006/main">
  <p:tag name="THINKCELLSHAPEDONOTDELETE" val="thaJMKD2AQ9e77MMhub83YA"/>
</p:tagLst>
</file>

<file path=ppt/tags/tag178.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79.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0.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81.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82.xml><?xml version="1.0" encoding="utf-8"?>
<p:tagLst xmlns:a="http://schemas.openxmlformats.org/drawingml/2006/main" xmlns:r="http://schemas.openxmlformats.org/officeDocument/2006/relationships" xmlns:p="http://schemas.openxmlformats.org/presentationml/2006/main">
  <p:tag name="SHAPENAME" val="3. Subtitle"/>
</p:tagLst>
</file>

<file path=ppt/tags/tag183.xml><?xml version="1.0" encoding="utf-8"?>
<p:tagLst xmlns:a="http://schemas.openxmlformats.org/drawingml/2006/main" xmlns:r="http://schemas.openxmlformats.org/officeDocument/2006/relationships" xmlns:p="http://schemas.openxmlformats.org/presentationml/2006/main">
  <p:tag name="SHAPENAME" val="5. Source"/>
</p:tagLst>
</file>

<file path=ppt/tags/tag184.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8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6.xml><?xml version="1.0" encoding="utf-8"?>
<p:tagLst xmlns:a="http://schemas.openxmlformats.org/drawingml/2006/main" xmlns:r="http://schemas.openxmlformats.org/officeDocument/2006/relationships" xmlns:p="http://schemas.openxmlformats.org/presentationml/2006/main">
  <p:tag name="THINKCELLSHAPEDONOTDELETE" val="t7P6iKZZoTDSflm.OoOVoMA"/>
</p:tagLst>
</file>

<file path=ppt/tags/tag187.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8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8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191.xml><?xml version="1.0" encoding="utf-8"?>
<p:tagLst xmlns:a="http://schemas.openxmlformats.org/drawingml/2006/main" xmlns:r="http://schemas.openxmlformats.org/officeDocument/2006/relationships" xmlns:p="http://schemas.openxmlformats.org/presentationml/2006/main">
  <p:tag name="SHAPENAME" val="3. Subtitle"/>
</p:tagLst>
</file>

<file path=ppt/tags/tag192.xml><?xml version="1.0" encoding="utf-8"?>
<p:tagLst xmlns:a="http://schemas.openxmlformats.org/drawingml/2006/main" xmlns:r="http://schemas.openxmlformats.org/officeDocument/2006/relationships" xmlns:p="http://schemas.openxmlformats.org/presentationml/2006/main">
  <p:tag name="SHAPENAME" val="5. Source"/>
</p:tagLst>
</file>

<file path=ppt/tags/tag193.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19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5.xml><?xml version="1.0" encoding="utf-8"?>
<p:tagLst xmlns:a="http://schemas.openxmlformats.org/drawingml/2006/main" xmlns:r="http://schemas.openxmlformats.org/officeDocument/2006/relationships" xmlns:p="http://schemas.openxmlformats.org/presentationml/2006/main">
  <p:tag name="THINKCELLSHAPEDONOTDELETE" val="t1LRCzsv.ik_t3bs5QJ6VLg"/>
</p:tagLst>
</file>

<file path=ppt/tags/tag196.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197.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198.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199.xml><?xml version="1.0" encoding="utf-8"?>
<p:tagLst xmlns:a="http://schemas.openxmlformats.org/drawingml/2006/main" xmlns:r="http://schemas.openxmlformats.org/officeDocument/2006/relationships" xmlns:p="http://schemas.openxmlformats.org/presentationml/2006/main">
  <p:tag name="SHAPENAME" val="5. Source"/>
</p:tagLst>
</file>

<file path=ppt/tags/tag20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01.xml><?xml version="1.0" encoding="utf-8"?>
<p:tagLst xmlns:a="http://schemas.openxmlformats.org/drawingml/2006/main" xmlns:r="http://schemas.openxmlformats.org/officeDocument/2006/relationships" xmlns:p="http://schemas.openxmlformats.org/presentationml/2006/main">
  <p:tag name="SHAPENAME" val="3. Subtitle"/>
</p:tagLst>
</file>

<file path=ppt/tags/tag20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0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4.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05.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06.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07.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08.xml><?xml version="1.0" encoding="utf-8"?>
<p:tagLst xmlns:a="http://schemas.openxmlformats.org/drawingml/2006/main" xmlns:r="http://schemas.openxmlformats.org/officeDocument/2006/relationships" xmlns:p="http://schemas.openxmlformats.org/presentationml/2006/main">
  <p:tag name="SHAPENAME" val="5. Source"/>
</p:tagLst>
</file>

<file path=ppt/tags/tag20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0.xml><?xml version="1.0" encoding="utf-8"?>
<p:tagLst xmlns:a="http://schemas.openxmlformats.org/drawingml/2006/main" xmlns:r="http://schemas.openxmlformats.org/officeDocument/2006/relationships" xmlns:p="http://schemas.openxmlformats.org/presentationml/2006/main">
  <p:tag name="SHAPENAME" val="3. Subtitle"/>
</p:tagLst>
</file>

<file path=ppt/tags/tag211.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3.xml><?xml version="1.0" encoding="utf-8"?>
<p:tagLst xmlns:a="http://schemas.openxmlformats.org/drawingml/2006/main" xmlns:r="http://schemas.openxmlformats.org/officeDocument/2006/relationships" xmlns:p="http://schemas.openxmlformats.org/presentationml/2006/main">
  <p:tag name="THINKCELLSHAPEDONOTDELETE" val="tjPpd5uKiKgbfSxqQQ0aBGA"/>
</p:tagLst>
</file>

<file path=ppt/tags/tag214.xml><?xml version="1.0" encoding="utf-8"?>
<p:tagLst xmlns:a="http://schemas.openxmlformats.org/drawingml/2006/main" xmlns:r="http://schemas.openxmlformats.org/officeDocument/2006/relationships" xmlns:p="http://schemas.openxmlformats.org/presentationml/2006/main">
  <p:tag name="SHAPENAME" val="RectangleLight"/>
</p:tagLst>
</file>

<file path=ppt/tags/tag21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16.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17.xml><?xml version="1.0" encoding="utf-8"?>
<p:tagLst xmlns:a="http://schemas.openxmlformats.org/drawingml/2006/main" xmlns:r="http://schemas.openxmlformats.org/officeDocument/2006/relationships" xmlns:p="http://schemas.openxmlformats.org/presentationml/2006/main">
  <p:tag name="SHAPENAME" val="5. Source"/>
</p:tagLst>
</file>

<file path=ppt/tags/tag21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19.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2.xml><?xml version="1.0" encoding="utf-8"?>
<p:tagLst xmlns:a="http://schemas.openxmlformats.org/drawingml/2006/main" xmlns:r="http://schemas.openxmlformats.org/officeDocument/2006/relationships" xmlns:p="http://schemas.openxmlformats.org/presentationml/2006/main">
  <p:tag name="THINKCELLSHAPEDONOTDELETE" val="tHPFw0tr2VymfPrG.nUcDKQ"/>
</p:tagLst>
</file>

<file path=ppt/tags/tag223.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24.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25.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26.xml><?xml version="1.0" encoding="utf-8"?>
<p:tagLst xmlns:a="http://schemas.openxmlformats.org/drawingml/2006/main" xmlns:r="http://schemas.openxmlformats.org/officeDocument/2006/relationships" xmlns:p="http://schemas.openxmlformats.org/presentationml/2006/main">
  <p:tag name="SHAPENAME" val="5. Source"/>
</p:tagLst>
</file>

<file path=ppt/tags/tag22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28.xml><?xml version="1.0" encoding="utf-8"?>
<p:tagLst xmlns:a="http://schemas.openxmlformats.org/drawingml/2006/main" xmlns:r="http://schemas.openxmlformats.org/officeDocument/2006/relationships" xmlns:p="http://schemas.openxmlformats.org/presentationml/2006/main">
  <p:tag name="SHAPENAME" val="3. Subtitle"/>
</p:tagLst>
</file>

<file path=ppt/tags/tag229.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1.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32.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3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3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35.xml><?xml version="1.0" encoding="utf-8"?>
<p:tagLst xmlns:a="http://schemas.openxmlformats.org/drawingml/2006/main" xmlns:r="http://schemas.openxmlformats.org/officeDocument/2006/relationships" xmlns:p="http://schemas.openxmlformats.org/presentationml/2006/main">
  <p:tag name="SHAPENAME" val="5. Source"/>
</p:tagLst>
</file>

<file path=ppt/tags/tag23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37.xml><?xml version="1.0" encoding="utf-8"?>
<p:tagLst xmlns:a="http://schemas.openxmlformats.org/drawingml/2006/main" xmlns:r="http://schemas.openxmlformats.org/officeDocument/2006/relationships" xmlns:p="http://schemas.openxmlformats.org/presentationml/2006/main">
  <p:tag name="SHAPENAME" val="3. Subtitle"/>
</p:tagLst>
</file>

<file path=ppt/tags/tag238.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0.xml><?xml version="1.0" encoding="utf-8"?>
<p:tagLst xmlns:a="http://schemas.openxmlformats.org/drawingml/2006/main" xmlns:r="http://schemas.openxmlformats.org/officeDocument/2006/relationships" xmlns:p="http://schemas.openxmlformats.org/presentationml/2006/main">
  <p:tag name="THINKCELLSHAPEDONOTDELETE" val="tHsf0lKEfRW2M5NTSiP3pCQ"/>
</p:tagLst>
</file>

<file path=ppt/tags/tag241.xml><?xml version="1.0" encoding="utf-8"?>
<p:tagLst xmlns:a="http://schemas.openxmlformats.org/drawingml/2006/main" xmlns:r="http://schemas.openxmlformats.org/officeDocument/2006/relationships" xmlns:p="http://schemas.openxmlformats.org/presentationml/2006/main">
  <p:tag name="SHAPENAME" val="RectangleDark"/>
</p:tagLst>
</file>

<file path=ppt/tags/tag242.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3.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44.xml><?xml version="1.0" encoding="utf-8"?>
<p:tagLst xmlns:a="http://schemas.openxmlformats.org/drawingml/2006/main" xmlns:r="http://schemas.openxmlformats.org/officeDocument/2006/relationships" xmlns:p="http://schemas.openxmlformats.org/presentationml/2006/main">
  <p:tag name="SHAPENAME" val="5. Source"/>
</p:tagLst>
</file>

<file path=ppt/tags/tag245.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4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47.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48.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49.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0.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51.xml><?xml version="1.0" encoding="utf-8"?>
<p:tagLst xmlns:a="http://schemas.openxmlformats.org/drawingml/2006/main" xmlns:r="http://schemas.openxmlformats.org/officeDocument/2006/relationships" xmlns:p="http://schemas.openxmlformats.org/presentationml/2006/main">
  <p:tag name="SHAPENAME" val="5. Source"/>
</p:tagLst>
</file>

<file path=ppt/tags/tag252.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3.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25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255.xml><?xml version="1.0" encoding="utf-8"?>
<p:tagLst xmlns:a="http://schemas.openxmlformats.org/drawingml/2006/main" xmlns:r="http://schemas.openxmlformats.org/officeDocument/2006/relationships" xmlns:p="http://schemas.openxmlformats.org/presentationml/2006/main">
  <p:tag name="SHAPENAME" val="5. Source"/>
</p:tagLst>
</file>

<file path=ppt/tags/tag256.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57.xml><?xml version="1.0" encoding="utf-8"?>
<p:tagLst xmlns:a="http://schemas.openxmlformats.org/drawingml/2006/main" xmlns:r="http://schemas.openxmlformats.org/officeDocument/2006/relationships" xmlns:p="http://schemas.openxmlformats.org/presentationml/2006/main">
  <p:tag name="BACKGROUNDCOLOR" val="med"/>
</p:tagLst>
</file>

<file path=ppt/tags/tag2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9.xml><?xml version="1.0" encoding="utf-8"?>
<p:tagLst xmlns:a="http://schemas.openxmlformats.org/drawingml/2006/main" xmlns:r="http://schemas.openxmlformats.org/officeDocument/2006/relationships" xmlns:p="http://schemas.openxmlformats.org/presentationml/2006/main">
  <p:tag name="NAME" val="_new_logoimage"/>
</p:tagLst>
</file>

<file path=ppt/tags/tag260.xml><?xml version="1.0" encoding="utf-8"?>
<p:tagLst xmlns:a="http://schemas.openxmlformats.org/drawingml/2006/main" xmlns:r="http://schemas.openxmlformats.org/officeDocument/2006/relationships" xmlns:p="http://schemas.openxmlformats.org/presentationml/2006/main">
  <p:tag name="SHAPENAME" val="5. Source"/>
</p:tagLst>
</file>

<file path=ppt/tags/tag2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2.xml><?xml version="1.0" encoding="utf-8"?>
<p:tagLst xmlns:a="http://schemas.openxmlformats.org/drawingml/2006/main" xmlns:r="http://schemas.openxmlformats.org/officeDocument/2006/relationships" xmlns:p="http://schemas.openxmlformats.org/presentationml/2006/main">
  <p:tag name="THINKCELLSHAPEDONOTDELETE" val="tdYhlT7lGQomWkE8tnMs3lw"/>
</p:tagLst>
</file>

<file path=ppt/tags/tag263.xml><?xml version="1.0" encoding="utf-8"?>
<p:tagLst xmlns:a="http://schemas.openxmlformats.org/drawingml/2006/main" xmlns:r="http://schemas.openxmlformats.org/officeDocument/2006/relationships" xmlns:p="http://schemas.openxmlformats.org/presentationml/2006/main">
  <p:tag name="SHAPENAME" val="Documenttype"/>
</p:tagLst>
</file>

<file path=ppt/tags/tag264.xml><?xml version="1.0" encoding="utf-8"?>
<p:tagLst xmlns:a="http://schemas.openxmlformats.org/drawingml/2006/main" xmlns:r="http://schemas.openxmlformats.org/officeDocument/2006/relationships" xmlns:p="http://schemas.openxmlformats.org/presentationml/2006/main">
  <p:tag name="SHAPENAME" val="Subtitle"/>
</p:tagLst>
</file>

<file path=ppt/tags/tag265.xml><?xml version="1.0" encoding="utf-8"?>
<p:tagLst xmlns:a="http://schemas.openxmlformats.org/drawingml/2006/main" xmlns:r="http://schemas.openxmlformats.org/officeDocument/2006/relationships" xmlns:p="http://schemas.openxmlformats.org/presentationml/2006/main">
  <p:tag name="SHAPENAME" val="Title"/>
</p:tagLst>
</file>

<file path=ppt/tags/tag2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7.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68.xml><?xml version="1.0" encoding="utf-8"?>
<p:tagLst xmlns:a="http://schemas.openxmlformats.org/drawingml/2006/main" xmlns:r="http://schemas.openxmlformats.org/officeDocument/2006/relationships" xmlns:p="http://schemas.openxmlformats.org/presentationml/2006/main">
  <p:tag name="NAME" val="CustomIcon"/>
</p:tagLst>
</file>

<file path=ppt/tags/tag269.xml><?xml version="1.0" encoding="utf-8"?>
<p:tagLst xmlns:a="http://schemas.openxmlformats.org/drawingml/2006/main" xmlns:r="http://schemas.openxmlformats.org/officeDocument/2006/relationships" xmlns:p="http://schemas.openxmlformats.org/presentationml/2006/main">
  <p:tag name="NAME" val="CustomIcon"/>
</p:tagLst>
</file>

<file path=ppt/tags/tag270.xml><?xml version="1.0" encoding="utf-8"?>
<p:tagLst xmlns:a="http://schemas.openxmlformats.org/drawingml/2006/main" xmlns:r="http://schemas.openxmlformats.org/officeDocument/2006/relationships" xmlns:p="http://schemas.openxmlformats.org/presentationml/2006/main">
  <p:tag name="NAME" val="CustomIcon"/>
</p:tagLst>
</file>

<file path=ppt/tags/tag271.xml><?xml version="1.0" encoding="utf-8"?>
<p:tagLst xmlns:a="http://schemas.openxmlformats.org/drawingml/2006/main" xmlns:r="http://schemas.openxmlformats.org/officeDocument/2006/relationships" xmlns:p="http://schemas.openxmlformats.org/presentationml/2006/main">
  <p:tag name="NAME" val="CustomIcon"/>
</p:tagLst>
</file>

<file path=ppt/tags/tag272.xml><?xml version="1.0" encoding="utf-8"?>
<p:tagLst xmlns:a="http://schemas.openxmlformats.org/drawingml/2006/main" xmlns:r="http://schemas.openxmlformats.org/officeDocument/2006/relationships" xmlns:p="http://schemas.openxmlformats.org/presentationml/2006/main">
  <p:tag name="NAME" val="Sticky"/>
</p:tagLst>
</file>

<file path=ppt/tags/tag27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4.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75.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276.xml><?xml version="1.0" encoding="utf-8"?>
<p:tagLst xmlns:a="http://schemas.openxmlformats.org/drawingml/2006/main" xmlns:r="http://schemas.openxmlformats.org/officeDocument/2006/relationships" xmlns:p="http://schemas.openxmlformats.org/presentationml/2006/main">
  <p:tag name="SHAPENAME" val="3. Subtitle"/>
</p:tagLst>
</file>

<file path=ppt/tags/tag277.xml><?xml version="1.0" encoding="utf-8"?>
<p:tagLst xmlns:a="http://schemas.openxmlformats.org/drawingml/2006/main" xmlns:r="http://schemas.openxmlformats.org/officeDocument/2006/relationships" xmlns:p="http://schemas.openxmlformats.org/presentationml/2006/main">
  <p:tag name="NAME" val="Sticky"/>
</p:tagLst>
</file>

<file path=ppt/tags/tag278.xml><?xml version="1.0" encoding="utf-8"?>
<p:tagLst xmlns:a="http://schemas.openxmlformats.org/drawingml/2006/main" xmlns:r="http://schemas.openxmlformats.org/officeDocument/2006/relationships" xmlns:p="http://schemas.openxmlformats.org/presentationml/2006/main">
  <p:tag name="NAME" val="Sticky"/>
</p:tagLst>
</file>

<file path=ppt/tags/tag279.xml><?xml version="1.0" encoding="utf-8"?>
<p:tagLst xmlns:a="http://schemas.openxmlformats.org/drawingml/2006/main" xmlns:r="http://schemas.openxmlformats.org/officeDocument/2006/relationships" xmlns:p="http://schemas.openxmlformats.org/presentationml/2006/main">
  <p:tag name="NAME" val="Sticky"/>
</p:tagLst>
</file>

<file path=ppt/tags/tag280.xml><?xml version="1.0" encoding="utf-8"?>
<p:tagLst xmlns:a="http://schemas.openxmlformats.org/drawingml/2006/main" xmlns:r="http://schemas.openxmlformats.org/officeDocument/2006/relationships" xmlns:p="http://schemas.openxmlformats.org/presentationml/2006/main">
  <p:tag name="NAME" val="Sticky"/>
</p:tagLst>
</file>

<file path=ppt/tags/tag281.xml><?xml version="1.0" encoding="utf-8"?>
<p:tagLst xmlns:a="http://schemas.openxmlformats.org/drawingml/2006/main" xmlns:r="http://schemas.openxmlformats.org/officeDocument/2006/relationships" xmlns:p="http://schemas.openxmlformats.org/presentationml/2006/main">
  <p:tag name="NAME" val="Sticky"/>
</p:tagLst>
</file>

<file path=ppt/tags/tag282.xml><?xml version="1.0" encoding="utf-8"?>
<p:tagLst xmlns:a="http://schemas.openxmlformats.org/drawingml/2006/main" xmlns:r="http://schemas.openxmlformats.org/officeDocument/2006/relationships" xmlns:p="http://schemas.openxmlformats.org/presentationml/2006/main">
  <p:tag name="NAME" val="Sticky"/>
</p:tagLst>
</file>

<file path=ppt/tags/tag283.xml><?xml version="1.0" encoding="utf-8"?>
<p:tagLst xmlns:a="http://schemas.openxmlformats.org/drawingml/2006/main" xmlns:r="http://schemas.openxmlformats.org/officeDocument/2006/relationships" xmlns:p="http://schemas.openxmlformats.org/presentationml/2006/main">
  <p:tag name="NAME" val="Sticky"/>
</p:tagLst>
</file>

<file path=ppt/tags/tag284.xml><?xml version="1.0" encoding="utf-8"?>
<p:tagLst xmlns:a="http://schemas.openxmlformats.org/drawingml/2006/main" xmlns:r="http://schemas.openxmlformats.org/officeDocument/2006/relationships" xmlns:p="http://schemas.openxmlformats.org/presentationml/2006/main">
  <p:tag name="NAME" val="Sticky"/>
</p:tagLst>
</file>

<file path=ppt/tags/tag285.xml><?xml version="1.0" encoding="utf-8"?>
<p:tagLst xmlns:a="http://schemas.openxmlformats.org/drawingml/2006/main" xmlns:r="http://schemas.openxmlformats.org/officeDocument/2006/relationships" xmlns:p="http://schemas.openxmlformats.org/presentationml/2006/main">
  <p:tag name="NAME" val="Sticky"/>
</p:tagLst>
</file>

<file path=ppt/tags/tag286.xml><?xml version="1.0" encoding="utf-8"?>
<p:tagLst xmlns:a="http://schemas.openxmlformats.org/drawingml/2006/main" xmlns:r="http://schemas.openxmlformats.org/officeDocument/2006/relationships" xmlns:p="http://schemas.openxmlformats.org/presentationml/2006/main">
  <p:tag name="NAME" val="Sticky"/>
</p:tagLst>
</file>

<file path=ppt/tags/tag287.xml><?xml version="1.0" encoding="utf-8"?>
<p:tagLst xmlns:a="http://schemas.openxmlformats.org/drawingml/2006/main" xmlns:r="http://schemas.openxmlformats.org/officeDocument/2006/relationships" xmlns:p="http://schemas.openxmlformats.org/presentationml/2006/main">
  <p:tag name="NAME" val="Sticky"/>
</p:tagLst>
</file>

<file path=ppt/tags/tag288.xml><?xml version="1.0" encoding="utf-8"?>
<p:tagLst xmlns:a="http://schemas.openxmlformats.org/drawingml/2006/main" xmlns:r="http://schemas.openxmlformats.org/officeDocument/2006/relationships" xmlns:p="http://schemas.openxmlformats.org/presentationml/2006/main">
  <p:tag name="NAME" val="Sticky"/>
</p:tagLst>
</file>

<file path=ppt/tags/tag289.xml><?xml version="1.0" encoding="utf-8"?>
<p:tagLst xmlns:a="http://schemas.openxmlformats.org/drawingml/2006/main" xmlns:r="http://schemas.openxmlformats.org/officeDocument/2006/relationships" xmlns:p="http://schemas.openxmlformats.org/presentationml/2006/main">
  <p:tag name="NAME" val="Sticky"/>
</p:tagLst>
</file>

<file path=ppt/tags/tag290.xml><?xml version="1.0" encoding="utf-8"?>
<p:tagLst xmlns:a="http://schemas.openxmlformats.org/drawingml/2006/main" xmlns:r="http://schemas.openxmlformats.org/officeDocument/2006/relationships" xmlns:p="http://schemas.openxmlformats.org/presentationml/2006/main">
  <p:tag name="NAME" val="Sticky"/>
</p:tagLst>
</file>

<file path=ppt/tags/tag29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2.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3.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4.xml><?xml version="1.0" encoding="utf-8"?>
<p:tagLst xmlns:a="http://schemas.openxmlformats.org/drawingml/2006/main" xmlns:r="http://schemas.openxmlformats.org/officeDocument/2006/relationships" xmlns:p="http://schemas.openxmlformats.org/presentationml/2006/main">
  <p:tag name="NAME" val="TrackerAlphaWhite"/>
</p:tagLst>
</file>

<file path=ppt/tags/tag295.xml><?xml version="1.0" encoding="utf-8"?>
<p:tagLst xmlns:a="http://schemas.openxmlformats.org/drawingml/2006/main" xmlns:r="http://schemas.openxmlformats.org/officeDocument/2006/relationships" xmlns:p="http://schemas.openxmlformats.org/presentationml/2006/main">
  <p:tag name="NAME" val="Sticky"/>
</p:tagLst>
</file>

<file path=ppt/tags/tag296.xml><?xml version="1.0" encoding="utf-8"?>
<p:tagLst xmlns:a="http://schemas.openxmlformats.org/drawingml/2006/main" xmlns:r="http://schemas.openxmlformats.org/officeDocument/2006/relationships" xmlns:p="http://schemas.openxmlformats.org/presentationml/2006/main">
  <p:tag name="NAME" val="Sticky"/>
</p:tagLst>
</file>

<file path=ppt/tags/tag29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8.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299.xml><?xml version="1.0" encoding="utf-8"?>
<p:tagLst xmlns:a="http://schemas.openxmlformats.org/drawingml/2006/main" xmlns:r="http://schemas.openxmlformats.org/officeDocument/2006/relationships" xmlns:p="http://schemas.openxmlformats.org/presentationml/2006/main">
  <p:tag name="NAME" val="CustomIcon"/>
</p:tagLst>
</file>

<file path=ppt/tags/tag300.xml><?xml version="1.0" encoding="utf-8"?>
<p:tagLst xmlns:a="http://schemas.openxmlformats.org/drawingml/2006/main" xmlns:r="http://schemas.openxmlformats.org/officeDocument/2006/relationships" xmlns:p="http://schemas.openxmlformats.org/presentationml/2006/main">
  <p:tag name="NAME" val="CustomIcon"/>
</p:tagLst>
</file>

<file path=ppt/tags/tag301.xml><?xml version="1.0" encoding="utf-8"?>
<p:tagLst xmlns:a="http://schemas.openxmlformats.org/drawingml/2006/main" xmlns:r="http://schemas.openxmlformats.org/officeDocument/2006/relationships" xmlns:p="http://schemas.openxmlformats.org/presentationml/2006/main">
  <p:tag name="NAME" val="CustomIcon"/>
</p:tagLst>
</file>

<file path=ppt/tags/tag302.xml><?xml version="1.0" encoding="utf-8"?>
<p:tagLst xmlns:a="http://schemas.openxmlformats.org/drawingml/2006/main" xmlns:r="http://schemas.openxmlformats.org/officeDocument/2006/relationships" xmlns:p="http://schemas.openxmlformats.org/presentationml/2006/main">
  <p:tag name="NAME" val="CustomIcon"/>
</p:tagLst>
</file>

<file path=ppt/tags/tag303.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4.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5.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6.xml><?xml version="1.0" encoding="utf-8"?>
<p:tagLst xmlns:a="http://schemas.openxmlformats.org/drawingml/2006/main" xmlns:r="http://schemas.openxmlformats.org/officeDocument/2006/relationships" xmlns:p="http://schemas.openxmlformats.org/presentationml/2006/main">
  <p:tag name="NAME" val="LineBasicDefault"/>
</p:tagLst>
</file>

<file path=ppt/tags/tag307.xml><?xml version="1.0" encoding="utf-8"?>
<p:tagLst xmlns:a="http://schemas.openxmlformats.org/drawingml/2006/main" xmlns:r="http://schemas.openxmlformats.org/officeDocument/2006/relationships" xmlns:p="http://schemas.openxmlformats.org/presentationml/2006/main">
  <p:tag name="NAME" val="Sticky"/>
</p:tagLst>
</file>

<file path=ppt/tags/tag308.xml><?xml version="1.0" encoding="utf-8"?>
<p:tagLst xmlns:a="http://schemas.openxmlformats.org/drawingml/2006/main" xmlns:r="http://schemas.openxmlformats.org/officeDocument/2006/relationships" xmlns:p="http://schemas.openxmlformats.org/presentationml/2006/main">
  <p:tag name="NAME" val="Sticky"/>
</p:tagLst>
</file>

<file path=ppt/tags/tag309.xml><?xml version="1.0" encoding="utf-8"?>
<p:tagLst xmlns:a="http://schemas.openxmlformats.org/drawingml/2006/main" xmlns:r="http://schemas.openxmlformats.org/officeDocument/2006/relationships" xmlns:p="http://schemas.openxmlformats.org/presentationml/2006/main">
  <p:tag name="NAME" val="Sticky"/>
</p:tagLst>
</file>

<file path=ppt/tags/tag310.xml><?xml version="1.0" encoding="utf-8"?>
<p:tagLst xmlns:a="http://schemas.openxmlformats.org/drawingml/2006/main" xmlns:r="http://schemas.openxmlformats.org/officeDocument/2006/relationships" xmlns:p="http://schemas.openxmlformats.org/presentationml/2006/main">
  <p:tag name="NAME" val="Sticky"/>
</p:tagLst>
</file>

<file path=ppt/tags/tag311.xml><?xml version="1.0" encoding="utf-8"?>
<p:tagLst xmlns:a="http://schemas.openxmlformats.org/drawingml/2006/main" xmlns:r="http://schemas.openxmlformats.org/officeDocument/2006/relationships" xmlns:p="http://schemas.openxmlformats.org/presentationml/2006/main">
  <p:tag name="NAME" val="Sticky"/>
</p:tagLst>
</file>

<file path=ppt/tags/tag312.xml><?xml version="1.0" encoding="utf-8"?>
<p:tagLst xmlns:a="http://schemas.openxmlformats.org/drawingml/2006/main" xmlns:r="http://schemas.openxmlformats.org/officeDocument/2006/relationships" xmlns:p="http://schemas.openxmlformats.org/presentationml/2006/main">
  <p:tag name="NAME" val="Sticky"/>
</p:tagLst>
</file>

<file path=ppt/tags/tag3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4.xml><?xml version="1.0" encoding="utf-8"?>
<p:tagLst xmlns:a="http://schemas.openxmlformats.org/drawingml/2006/main" xmlns:r="http://schemas.openxmlformats.org/officeDocument/2006/relationships" xmlns:p="http://schemas.openxmlformats.org/presentationml/2006/main">
  <p:tag name="NAME" val="CustomIcon"/>
</p:tagLst>
</file>

<file path=ppt/tags/tag315.xml><?xml version="1.0" encoding="utf-8"?>
<p:tagLst xmlns:a="http://schemas.openxmlformats.org/drawingml/2006/main" xmlns:r="http://schemas.openxmlformats.org/officeDocument/2006/relationships" xmlns:p="http://schemas.openxmlformats.org/presentationml/2006/main">
  <p:tag name="NAME" val="CustomIcon"/>
</p:tagLst>
</file>

<file path=ppt/tags/tag316.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7.xml><?xml version="1.0" encoding="utf-8"?>
<p:tagLst xmlns:a="http://schemas.openxmlformats.org/drawingml/2006/main" xmlns:r="http://schemas.openxmlformats.org/officeDocument/2006/relationships" xmlns:p="http://schemas.openxmlformats.org/presentationml/2006/main">
  <p:tag name="SYMBOLNAME" val="PlusSign"/>
  <p:tag name="CIRCLESTATUS" val="White"/>
  <p:tag name="NAME" val="PlusSignWhite"/>
</p:tagLst>
</file>

<file path=ppt/tags/tag3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9.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0.xml><?xml version="1.0" encoding="utf-8"?>
<p:tagLst xmlns:a="http://schemas.openxmlformats.org/drawingml/2006/main" xmlns:r="http://schemas.openxmlformats.org/officeDocument/2006/relationships" xmlns:p="http://schemas.openxmlformats.org/presentationml/2006/main">
  <p:tag name="SHAPENAME" val="1. On-page tracker"/>
</p:tagLst>
</file>

<file path=ppt/tags/tag321.xml><?xml version="1.0" encoding="utf-8"?>
<p:tagLst xmlns:a="http://schemas.openxmlformats.org/drawingml/2006/main" xmlns:r="http://schemas.openxmlformats.org/officeDocument/2006/relationships" xmlns:p="http://schemas.openxmlformats.org/presentationml/2006/main">
  <p:tag name="SHAPENAME" val="3. Subtitle"/>
</p:tagLst>
</file>

<file path=ppt/tags/tag322.xml><?xml version="1.0" encoding="utf-8"?>
<p:tagLst xmlns:a="http://schemas.openxmlformats.org/drawingml/2006/main" xmlns:r="http://schemas.openxmlformats.org/officeDocument/2006/relationships" xmlns:p="http://schemas.openxmlformats.org/presentationml/2006/main">
  <p:tag name="SLIDELOOKUP" val="2025082516333551828414"/>
</p:tagLst>
</file>

<file path=ppt/tags/tag3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4.xml><?xml version="1.0" encoding="utf-8"?>
<p:tagLst xmlns:a="http://schemas.openxmlformats.org/drawingml/2006/main" xmlns:r="http://schemas.openxmlformats.org/officeDocument/2006/relationships" xmlns:p="http://schemas.openxmlformats.org/presentationml/2006/main">
  <p:tag name="SHAPENAME" val="Slide Number"/>
</p:tagLst>
</file>

<file path=ppt/tags/tag325.xml><?xml version="1.0" encoding="utf-8"?>
<p:tagLst xmlns:a="http://schemas.openxmlformats.org/drawingml/2006/main" xmlns:r="http://schemas.openxmlformats.org/officeDocument/2006/relationships" xmlns:p="http://schemas.openxmlformats.org/presentationml/2006/main">
  <p:tag name="SHAPENAME" val="SlideLogoText"/>
</p:tagLst>
</file>

<file path=ppt/tags/tag326.xml><?xml version="1.0" encoding="utf-8"?>
<p:tagLst xmlns:a="http://schemas.openxmlformats.org/drawingml/2006/main" xmlns:r="http://schemas.openxmlformats.org/officeDocument/2006/relationships" xmlns:p="http://schemas.openxmlformats.org/presentationml/2006/main">
  <p:tag name="SHAPENAME" val="2. Slide Title"/>
</p:tagLst>
</file>

<file path=ppt/tags/tag327.xml><?xml version="1.0" encoding="utf-8"?>
<p:tagLst xmlns:a="http://schemas.openxmlformats.org/drawingml/2006/main" xmlns:r="http://schemas.openxmlformats.org/officeDocument/2006/relationships" xmlns:p="http://schemas.openxmlformats.org/presentationml/2006/main">
  <p:tag name="NAME" val="LineBasicStrong"/>
</p:tagLst>
</file>

<file path=ppt/tags/tag328.xml><?xml version="1.0" encoding="utf-8"?>
<p:tagLst xmlns:a="http://schemas.openxmlformats.org/drawingml/2006/main" xmlns:r="http://schemas.openxmlformats.org/officeDocument/2006/relationships" xmlns:p="http://schemas.openxmlformats.org/presentationml/2006/main">
  <p:tag name="CIRCLESTATUS" val="Blue"/>
  <p:tag name="NAME" val="ThreeChevronBlue"/>
  <p:tag name="SYMBOLNAME" val="ThreeChevron"/>
</p:tagLst>
</file>

<file path=ppt/tags/tag329.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0.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1.xml><?xml version="1.0" encoding="utf-8"?>
<p:tagLst xmlns:a="http://schemas.openxmlformats.org/drawingml/2006/main" xmlns:r="http://schemas.openxmlformats.org/officeDocument/2006/relationships" xmlns:p="http://schemas.openxmlformats.org/presentationml/2006/main">
  <p:tag name="NAME" val="LineBasicStrong"/>
</p:tagLst>
</file>

<file path=ppt/tags/tag332.xml><?xml version="1.0" encoding="utf-8"?>
<p:tagLst xmlns:a="http://schemas.openxmlformats.org/drawingml/2006/main" xmlns:r="http://schemas.openxmlformats.org/officeDocument/2006/relationships" xmlns:p="http://schemas.openxmlformats.org/presentationml/2006/main">
  <p:tag name="NAME" val="TrackerNumBlue"/>
</p:tagLst>
</file>

<file path=ppt/tags/tag333.xml><?xml version="1.0" encoding="utf-8"?>
<p:tagLst xmlns:a="http://schemas.openxmlformats.org/drawingml/2006/main" xmlns:r="http://schemas.openxmlformats.org/officeDocument/2006/relationships" xmlns:p="http://schemas.openxmlformats.org/presentationml/2006/main">
  <p:tag name="NAME" val="TrackerNumBlue"/>
</p:tagLst>
</file>

<file path=ppt/tags/tag334.xml><?xml version="1.0" encoding="utf-8"?>
<p:tagLst xmlns:a="http://schemas.openxmlformats.org/drawingml/2006/main" xmlns:r="http://schemas.openxmlformats.org/officeDocument/2006/relationships" xmlns:p="http://schemas.openxmlformats.org/presentationml/2006/main">
  <p:tag name="NAME" val="TrackerNumBlue"/>
</p:tagLst>
</file>

<file path=ppt/tags/tag335.xml><?xml version="1.0" encoding="utf-8"?>
<p:tagLst xmlns:a="http://schemas.openxmlformats.org/drawingml/2006/main" xmlns:r="http://schemas.openxmlformats.org/officeDocument/2006/relationships" xmlns:p="http://schemas.openxmlformats.org/presentationml/2006/main">
  <p:tag name="NAME" val="TrackerNumBlue"/>
</p:tagLst>
</file>

<file path=ppt/tags/tag336.xml><?xml version="1.0" encoding="utf-8"?>
<p:tagLst xmlns:a="http://schemas.openxmlformats.org/drawingml/2006/main" xmlns:r="http://schemas.openxmlformats.org/officeDocument/2006/relationships" xmlns:p="http://schemas.openxmlformats.org/presentationml/2006/main">
  <p:tag name="NAME" val="TrackerNumBlue"/>
</p:tagLst>
</file>

<file path=ppt/tags/tag337.xml><?xml version="1.0" encoding="utf-8"?>
<p:tagLst xmlns:a="http://schemas.openxmlformats.org/drawingml/2006/main" xmlns:r="http://schemas.openxmlformats.org/officeDocument/2006/relationships" xmlns:p="http://schemas.openxmlformats.org/presentationml/2006/main">
  <p:tag name="NAME" val="TrackerNumBlue"/>
</p:tagLst>
</file>

<file path=ppt/tags/tag338.xml><?xml version="1.0" encoding="utf-8"?>
<p:tagLst xmlns:a="http://schemas.openxmlformats.org/drawingml/2006/main" xmlns:r="http://schemas.openxmlformats.org/officeDocument/2006/relationships" xmlns:p="http://schemas.openxmlformats.org/presentationml/2006/main">
  <p:tag name="NAME" val="TrackerNumBlue"/>
</p:tagLst>
</file>

<file path=ppt/tags/tag339.xml><?xml version="1.0" encoding="utf-8"?>
<p:tagLst xmlns:a="http://schemas.openxmlformats.org/drawingml/2006/main" xmlns:r="http://schemas.openxmlformats.org/officeDocument/2006/relationships" xmlns:p="http://schemas.openxmlformats.org/presentationml/2006/main">
  <p:tag name="NAME" val="TrackerNumBlue"/>
</p:tagLst>
</file>

<file path=ppt/tags/tag340.xml><?xml version="1.0" encoding="utf-8"?>
<p:tagLst xmlns:a="http://schemas.openxmlformats.org/drawingml/2006/main" xmlns:r="http://schemas.openxmlformats.org/officeDocument/2006/relationships" xmlns:p="http://schemas.openxmlformats.org/presentationml/2006/main">
  <p:tag name="NAME" val="TrackerNumBlue"/>
</p:tagLst>
</file>

<file path=ppt/tags/tag341.xml><?xml version="1.0" encoding="utf-8"?>
<p:tagLst xmlns:a="http://schemas.openxmlformats.org/drawingml/2006/main" xmlns:r="http://schemas.openxmlformats.org/officeDocument/2006/relationships" xmlns:p="http://schemas.openxmlformats.org/presentationml/2006/main">
  <p:tag name="NAME" val="TrackerNumBlue"/>
</p:tagLst>
</file>

<file path=ppt/theme/theme1.xml><?xml version="1.0" encoding="utf-8"?>
<a:theme xmlns:a="http://schemas.openxmlformats.org/drawingml/2006/main" name="White">
  <a:themeElements>
    <a:clrScheme name="Custom 10">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fontScheme name="Whit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White">
        <a:dk1>
          <a:srgbClr val="000000"/>
        </a:dk1>
        <a:lt1>
          <a:srgbClr val="FFFFFF"/>
        </a:lt1>
        <a:dk2>
          <a:srgbClr val="FFFFFF"/>
        </a:dk2>
        <a:lt2>
          <a:srgbClr val="FFFFFF"/>
        </a:lt2>
        <a:accent1>
          <a:srgbClr val="061F79"/>
        </a:accent1>
        <a:accent2>
          <a:srgbClr val="00A9F4"/>
        </a:accent2>
        <a:accent3>
          <a:srgbClr val="2251FF"/>
        </a:accent3>
        <a:accent4>
          <a:srgbClr val="99E6FF"/>
        </a:accent4>
        <a:accent5>
          <a:srgbClr val="0679C3"/>
        </a:accent5>
        <a:accent6>
          <a:srgbClr val="75F0E7"/>
        </a:accent6>
        <a:hlink>
          <a:srgbClr val="1F40E6"/>
        </a:hlink>
        <a:folHlink>
          <a:srgbClr val="8C5AC8"/>
        </a:folHlink>
      </a:clrScheme>
    </a:extraClrScheme>
  </a:extraClrSchemeLst>
  <a:custClrLst>
    <a:custClr name="Electric Blue 900">
      <a:srgbClr val="061F79"/>
    </a:custClr>
    <a:custClr name="Electric Blue 700">
      <a:srgbClr val="1537BA"/>
    </a:custClr>
    <a:custClr name="Electric Blue 500">
      <a:srgbClr val="2251FF"/>
    </a:custClr>
    <a:custClr name="Electric Blue 300">
      <a:srgbClr val="5E9DFF"/>
    </a:custClr>
    <a:custClr name="Electric Blue 200">
      <a:srgbClr val="99C4FF"/>
    </a:custClr>
    <a:custClr name="Null">
      <a:srgbClr val="FEFFFF"/>
    </a:custClr>
    <a:custClr name="Null">
      <a:srgbClr val="FEFFFF"/>
    </a:custClr>
    <a:custClr name="Null">
      <a:srgbClr val="FEFFFF"/>
    </a:custClr>
    <a:custClr name="Null">
      <a:srgbClr val="FEFFFF"/>
    </a:custClr>
    <a:custClr name="Null">
      <a:srgbClr val="FEFFFF"/>
    </a:custClr>
    <a:custClr name="Deep Blue 900">
      <a:srgbClr val="051C2C"/>
    </a:custClr>
    <a:custClr name="Electric Blue 800">
      <a:srgbClr val="0E2B99"/>
    </a:custClr>
    <a:custClr name="Electric Blue 500">
      <a:srgbClr val="2251FF"/>
    </a:custClr>
    <a:custClr name="Electric Blue 200">
      <a:srgbClr val="99C4FF"/>
    </a:custClr>
    <a:custClr name="Gray 10%">
      <a:srgbClr val="E6E6E6"/>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Marine Green 900">
      <a:srgbClr val="108980"/>
    </a:custClr>
    <a:custClr name="Marine Green 700">
      <a:srgbClr val="14B8AB"/>
    </a:custClr>
    <a:custClr name="Marine Green 500">
      <a:srgbClr val="0BDACB"/>
    </a:custClr>
    <a:custClr name="Marine Green 300">
      <a:srgbClr val="75F0E7"/>
    </a:custClr>
    <a:custClr name="Sand Neutral 300">
      <a:srgbClr val="E6D7BC"/>
    </a:custClr>
    <a:custClr name="Crimson Red 300">
      <a:srgbClr val="F17E7E"/>
    </a:custClr>
    <a:custClr name="Crimson Red 500">
      <a:srgbClr val="E33B3B"/>
    </a:custClr>
    <a:custClr name="Crimson Red 700">
      <a:srgbClr val="B82525"/>
    </a:custClr>
    <a:custClr name="Crimson Red 900">
      <a:srgbClr val="8E0B0B"/>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Marine Green 500">
      <a:srgbClr val="0BDACB"/>
    </a:custClr>
    <a:custClr name="Amber Yellow 500">
      <a:srgbClr val="FFA800"/>
    </a:custClr>
    <a:custClr name="Crimson Red 500">
      <a:srgbClr val="E33B3B"/>
    </a:custClr>
    <a:custClr name="Deep Blue 900">
      <a:srgbClr val="051C2C"/>
    </a:custClr>
    <a:custClr name="Null">
      <a:srgbClr val="FEFFFF"/>
    </a:custClr>
    <a:custClr name="Null">
      <a:srgbClr val="FEFFFF"/>
    </a:custClr>
    <a:custClr name="Null">
      <a:srgbClr val="FEFFFF"/>
    </a:custClr>
    <a:custClr name="Null">
      <a:srgbClr val="FEFFFF"/>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DE15729B-A53C-4F17-8E30-E89302E1D290}"/>
    </a:ext>
  </a:extLst>
</a:theme>
</file>

<file path=ppt/theme/theme2.xml><?xml version="1.0" encoding="utf-8"?>
<a:theme xmlns:a="http://schemas.openxmlformats.org/drawingml/2006/main" name="Contrast">
  <a:themeElements>
    <a:clrScheme name="Custom 18">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fontScheme name="Scheme Blue Fonts">
      <a:majorFont>
        <a:latin typeface="Georgia"/>
        <a:ea typeface=""/>
        <a:cs typeface=""/>
      </a:majorFont>
      <a:minorFont>
        <a:latin typeface="Arial"/>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w="6350" cap="sq">
          <a:noFill/>
          <a:miter lim="800000"/>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spcBef>
            <a:spcPts val="300"/>
          </a:spcBef>
          <a:spcAft>
            <a:spcPts val="300"/>
          </a:spcAft>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cap="flat">
          <a:solidFill>
            <a:schemeClr val="tx1"/>
          </a:solidFill>
          <a:miter lim="800000"/>
          <a:tailEnd type="none"/>
        </a:ln>
      </a:spPr>
      <a:bodyPr/>
      <a:lstStyle/>
      <a:style>
        <a:lnRef idx="1">
          <a:schemeClr val="accent1"/>
        </a:lnRef>
        <a:fillRef idx="0">
          <a:schemeClr val="accent1"/>
        </a:fillRef>
        <a:effectRef idx="0">
          <a:schemeClr val="accent1"/>
        </a:effectRef>
        <a:fontRef idx="minor">
          <a:schemeClr val="tx1"/>
        </a:fontRef>
      </a:style>
    </a:lnDef>
    <a:txDef>
      <a:spPr>
        <a:ln w="6350">
          <a:noFill/>
          <a:miter lim="800000"/>
        </a:ln>
      </a:spPr>
      <a:bodyPr vert="horz" wrap="square" lIns="0" tIns="0" rIns="0" bIns="0" rtlCol="0">
        <a:noAutofit/>
      </a:bodyPr>
      <a:lstStyle>
        <a:defPPr algn="l">
          <a:spcBef>
            <a:spcPts val="300"/>
          </a:spcBef>
          <a:spcAft>
            <a:spcPts val="300"/>
          </a:spcAft>
          <a:buNone/>
          <a:defRPr sz="1600" dirty="0" smtClean="0"/>
        </a:defPPr>
      </a:lstStyle>
    </a:txDef>
  </a:objectDefaults>
  <a:extraClrSchemeLst>
    <a:extraClrScheme>
      <a:clrScheme name="Scheme Blue">
        <a:dk1>
          <a:srgbClr val="FFFFFF"/>
        </a:dk1>
        <a:lt1>
          <a:srgbClr val="051C2C"/>
        </a:lt1>
        <a:dk2>
          <a:srgbClr val="000000"/>
        </a:dk2>
        <a:lt2>
          <a:srgbClr val="000000"/>
        </a:lt2>
        <a:accent1>
          <a:srgbClr val="FFFFFF"/>
        </a:accent1>
        <a:accent2>
          <a:srgbClr val="00A9F4"/>
        </a:accent2>
        <a:accent3>
          <a:srgbClr val="2251FF"/>
        </a:accent3>
        <a:accent4>
          <a:srgbClr val="99E6FF"/>
        </a:accent4>
        <a:accent5>
          <a:srgbClr val="0679C3"/>
        </a:accent5>
        <a:accent6>
          <a:srgbClr val="75F0E7"/>
        </a:accent6>
        <a:hlink>
          <a:srgbClr val="00A9F4"/>
        </a:hlink>
        <a:folHlink>
          <a:srgbClr val="8C5AC8"/>
        </a:folHlink>
      </a:clrScheme>
    </a:extraClrScheme>
  </a:extraClrSchemeLst>
  <a:custClrLst>
    <a:custClr name="Cyan 200">
      <a:srgbClr val="99E6FF"/>
    </a:custClr>
    <a:custClr name="Cyan 300">
      <a:srgbClr val="6ECBF7"/>
    </a:custClr>
    <a:custClr name="Cyan 500">
      <a:srgbClr val="00A9F4"/>
    </a:custClr>
    <a:custClr name="Cyan 700">
      <a:srgbClr val="0679C3"/>
    </a:custClr>
    <a:custClr name="Cyan 900">
      <a:srgbClr val="084D91"/>
    </a:custClr>
    <a:custClr name="Null">
      <a:srgbClr val="FEFFFF"/>
    </a:custClr>
    <a:custClr name="Null">
      <a:srgbClr val="FEFFFF"/>
    </a:custClr>
    <a:custClr name="Null">
      <a:srgbClr val="FEFFFF"/>
    </a:custClr>
    <a:custClr name="Null">
      <a:srgbClr val="FEFFFF"/>
    </a:custClr>
    <a:custClr name="Null">
      <a:srgbClr val="FEFFFF"/>
    </a:custClr>
    <a:custClr name="Cyan 700">
      <a:srgbClr val="0679C3"/>
    </a:custClr>
    <a:custClr name="Cyan 300">
      <a:srgbClr val="6ECBF7"/>
    </a:custClr>
    <a:custClr name="Gray 10%">
      <a:srgbClr val="E6E6E6"/>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Marine Green 900">
      <a:srgbClr val="108980"/>
    </a:custClr>
    <a:custClr name="Marine Green 600">
      <a:srgbClr val="10CBBC"/>
    </a:custClr>
    <a:custClr name="Sand Neutral 300">
      <a:srgbClr val="E6D7BC"/>
    </a:custClr>
    <a:custClr name="Crimson Red 300">
      <a:srgbClr val="F17E7E"/>
    </a:custClr>
    <a:custClr name="Crimson Red 600">
      <a:srgbClr val="CD3030"/>
    </a:custClr>
    <a:custClr name="Null">
      <a:srgbClr val="FEFFFF"/>
    </a:custClr>
    <a:custClr name="Null">
      <a:srgbClr val="FEFFFF"/>
    </a:custClr>
    <a:custClr name="Null">
      <a:srgbClr val="FEFFFF"/>
    </a:custClr>
    <a:custClr name="Null">
      <a:srgbClr val="FEFFFF"/>
    </a:custClr>
    <a:custClr name="Null">
      <a:srgbClr val="FEFFFF"/>
    </a:custClr>
    <a:custClr name="Gray 70%">
      <a:srgbClr val="4D4D4D"/>
    </a:custClr>
    <a:custClr name="Gray 54%">
      <a:srgbClr val="757575"/>
    </a:custClr>
    <a:custClr name="Gray 30%">
      <a:srgbClr val="B3B3B3"/>
    </a:custClr>
    <a:custClr name="Gray 20%">
      <a:srgbClr val="CCCCCC"/>
    </a:custClr>
    <a:custClr name="Gray 10%">
      <a:srgbClr val="E6E6E6"/>
    </a:custClr>
    <a:custClr name="Null">
      <a:srgbClr val="FEFFFF"/>
    </a:custClr>
    <a:custClr name="Null">
      <a:srgbClr val="FEFFFF"/>
    </a:custClr>
    <a:custClr name="Null">
      <a:srgbClr val="FEFFFF"/>
    </a:custClr>
    <a:custClr name="Null">
      <a:srgbClr val="FEFFFF"/>
    </a:custClr>
    <a:custClr name="Null">
      <a:srgbClr val="FEFFFF"/>
    </a:custClr>
    <a:custClr name="Electric Blue 900">
      <a:srgbClr val="061F79"/>
    </a:custClr>
    <a:custClr name="Marine Green 500">
      <a:srgbClr val="0BDACB"/>
    </a:custClr>
    <a:custClr name="Amber Yellow 500">
      <a:srgbClr val="FFA800"/>
    </a:custClr>
    <a:custClr name="Crimson Red 500">
      <a:srgbClr val="E33B3B"/>
    </a:custClr>
    <a:custClr name="Deep Blue 700">
      <a:srgbClr val="103559"/>
    </a:custClr>
    <a:custClr name="Deep Blue 600">
      <a:srgbClr val="1B456E"/>
    </a:custClr>
    <a:custClr name="Deep Blue 500">
      <a:srgbClr val="2B5580"/>
    </a:custClr>
    <a:custClr name="Deep Blue 300">
      <a:srgbClr val="5380AC"/>
    </a:custClr>
    <a:custClr name="Deep Blue 200">
      <a:srgbClr val="82A6C9"/>
    </a:custClr>
    <a:custClr name="Null">
      <a:srgbClr val="FEFFFF"/>
    </a:custClr>
    <a:custClr name="Null">
      <a:srgbClr val="FEFFFF"/>
    </a:custClr>
  </a:custClrLst>
  <a:extLst>
    <a:ext uri="{05A4C25C-085E-4340-85A3-A5531E510DB2}">
      <thm15:themeFamily xmlns:thm15="http://schemas.microsoft.com/office/thememl/2012/main" name="OneFirm-English (United States)-Wide.potx" id="{3930A782-7855-431F-B7AE-35B9494F4F2B}" vid="{B1915C88-7403-4DE5-8BD1-7CFB569789DE}"/>
    </a:ext>
  </a:extLst>
</a:theme>
</file>

<file path=ppt/theme/theme3.xml><?xml version="1.0" encoding="utf-8"?>
<a:theme xmlns:a="http://schemas.openxmlformats.org/drawingml/2006/main" name="Office Theme">
  <a:themeElements>
    <a:clrScheme name="Custom Scheme">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Custom Scheme 2">
      <a:dk1>
        <a:srgbClr val="000000"/>
      </a:dk1>
      <a:lt1>
        <a:srgbClr val="FFFFFF"/>
      </a:lt1>
      <a:dk2>
        <a:srgbClr val="051C2C"/>
      </a:dk2>
      <a:lt2>
        <a:srgbClr val="FFFFFF"/>
      </a:lt2>
      <a:accent1>
        <a:srgbClr val="051C2C"/>
      </a:accent1>
      <a:accent2>
        <a:srgbClr val="00A9F4"/>
      </a:accent2>
      <a:accent3>
        <a:srgbClr val="1F40E6"/>
      </a:accent3>
      <a:accent4>
        <a:srgbClr val="AAE6F0"/>
      </a:accent4>
      <a:accent5>
        <a:srgbClr val="3C96B4"/>
      </a:accent5>
      <a:accent6>
        <a:srgbClr val="AFC3FF"/>
      </a:accent6>
      <a:hlink>
        <a:srgbClr val="00A9F4"/>
      </a:hlink>
      <a:folHlink>
        <a:srgbClr val="00A9F4"/>
      </a:folHlink>
    </a:clrScheme>
    <a:fontScheme name="Custom Scheme2 Fonts">
      <a:majorFont>
        <a:latin typeface="Georgia"/>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1"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05D7FC1-4B3C-41F0-ACC6-320D438A080B}">
  <we:reference id="5332053f-08b1-4ad5-b936-144d44d33f40" version="2.62.2.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2B347756AEE8344BB28CD44EC2B7328" ma:contentTypeVersion="14" ma:contentTypeDescription="Create a new document." ma:contentTypeScope="" ma:versionID="7848285eb86c98fd3225cd5e062a9123">
  <xsd:schema xmlns:xsd="http://www.w3.org/2001/XMLSchema" xmlns:xs="http://www.w3.org/2001/XMLSchema" xmlns:p="http://schemas.microsoft.com/office/2006/metadata/properties" xmlns:ns2="c1ca735a-14db-4567-a159-d67c2473f960" xmlns:ns3="a97def03-4829-427a-a25e-2157731fbb05" targetNamespace="http://schemas.microsoft.com/office/2006/metadata/properties" ma:root="true" ma:fieldsID="b59c3fcbebbca2e69bd6f4f4a8da0cee" ns2:_="" ns3:_="">
    <xsd:import namespace="c1ca735a-14db-4567-a159-d67c2473f960"/>
    <xsd:import namespace="a97def03-4829-427a-a25e-2157731fbb0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3:SharedWithUsers" minOccurs="0"/>
                <xsd:element ref="ns3:SharedWithDetail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1ca735a-14db-4567-a159-d67c2473f96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18eb3a52-a9ad-454e-96a1-46bb4cd16a89" ma:termSetId="09814cd3-568e-fe90-9814-8d621ff8fb84" ma:anchorId="fba54fb3-c3e1-fe81-a776-ca4b69148c4d" ma:open="true" ma:isKeyword="false">
      <xsd:complexType>
        <xsd:sequence>
          <xsd:element ref="pc:Terms" minOccurs="0" maxOccurs="1"/>
        </xsd:sequence>
      </xsd:complexType>
    </xsd:element>
    <xsd:element name="MediaServiceOCR" ma:index="20" nillable="true" ma:displayName="Extracted Text" ma:internalName="MediaServiceOCR" ma:readOnly="true">
      <xsd:simpleType>
        <xsd:restriction base="dms:Note">
          <xsd:maxLength value="255"/>
        </xsd:restriction>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97def03-4829-427a-a25e-2157731fbb05" elementFormDefault="qualified">
    <xsd:import namespace="http://schemas.microsoft.com/office/2006/documentManagement/types"/>
    <xsd:import namespace="http://schemas.microsoft.com/office/infopath/2007/PartnerControls"/>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element name="TaxCatchAll" ma:index="19" nillable="true" ma:displayName="Taxonomy Catch All Column" ma:hidden="true" ma:list="{42e6c6cb-bb7d-451c-b4ef-6310a7d27395}" ma:internalName="TaxCatchAll" ma:showField="CatchAllData" ma:web="a97def03-4829-427a-a25e-2157731fbb05">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c1ca735a-14db-4567-a159-d67c2473f960">
      <Terms xmlns="http://schemas.microsoft.com/office/infopath/2007/PartnerControls"/>
    </lcf76f155ced4ddcb4097134ff3c332f>
    <TaxCatchAll xmlns="a97def03-4829-427a-a25e-2157731fbb05" xsi:nil="true"/>
  </documentManagement>
</p:properties>
</file>

<file path=customXml/itemProps1.xml><?xml version="1.0" encoding="utf-8"?>
<ds:datastoreItem xmlns:ds="http://schemas.openxmlformats.org/officeDocument/2006/customXml" ds:itemID="{F4E74280-4338-4575-9228-D65BD4AFFAC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1ca735a-14db-4567-a159-d67c2473f960"/>
    <ds:schemaRef ds:uri="a97def03-4829-427a-a25e-2157731fbb0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B50EE39-9B4D-4C3C-8505-D8D6A5EC6B2C}">
  <ds:schemaRefs>
    <ds:schemaRef ds:uri="http://schemas.microsoft.com/sharepoint/v3/contenttype/forms"/>
  </ds:schemaRefs>
</ds:datastoreItem>
</file>

<file path=customXml/itemProps3.xml><?xml version="1.0" encoding="utf-8"?>
<ds:datastoreItem xmlns:ds="http://schemas.openxmlformats.org/officeDocument/2006/customXml" ds:itemID="{67DF283F-4B82-4892-8EF9-70B9B3E3286B}">
  <ds:schemaRefs>
    <ds:schemaRef ds:uri="a97def03-4829-427a-a25e-2157731fbb05"/>
    <ds:schemaRef ds:uri="c1ca735a-14db-4567-a159-d67c2473f96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blank</Template>
  <TotalTime>677</TotalTime>
  <Words>1361</Words>
  <Application>Microsoft Office PowerPoint</Application>
  <PresentationFormat>Widescreen</PresentationFormat>
  <Paragraphs>160</Paragraphs>
  <Slides>8</Slides>
  <Notes>2</Notes>
  <HiddenSlides>0</HiddenSlides>
  <MMClips>0</MMClips>
  <ScaleCrop>false</ScaleCrop>
  <HeadingPairs>
    <vt:vector size="8" baseType="variant">
      <vt:variant>
        <vt:lpstr>Fonts Used</vt:lpstr>
      </vt:variant>
      <vt:variant>
        <vt:i4>4</vt:i4>
      </vt:variant>
      <vt:variant>
        <vt:lpstr>Theme</vt:lpstr>
      </vt:variant>
      <vt:variant>
        <vt:i4>2</vt:i4>
      </vt:variant>
      <vt:variant>
        <vt:lpstr>Embedded OLE Servers</vt:lpstr>
      </vt:variant>
      <vt:variant>
        <vt:i4>1</vt:i4>
      </vt:variant>
      <vt:variant>
        <vt:lpstr>Slide Titles</vt:lpstr>
      </vt:variant>
      <vt:variant>
        <vt:i4>8</vt:i4>
      </vt:variant>
    </vt:vector>
  </HeadingPairs>
  <TitlesOfParts>
    <vt:vector size="15" baseType="lpstr">
      <vt:lpstr>Arial</vt:lpstr>
      <vt:lpstr>Georgia</vt:lpstr>
      <vt:lpstr>Segoe UI</vt:lpstr>
      <vt:lpstr>Wingdings</vt:lpstr>
      <vt:lpstr>White</vt:lpstr>
      <vt:lpstr>Contrast</vt:lpstr>
      <vt:lpstr>think-cell Slide</vt:lpstr>
      <vt:lpstr>AI domain prioritization and org blueprint </vt:lpstr>
      <vt:lpstr>TU is at an inflection point to identify and focus where AI creates value and build the organization to deliver it</vt:lpstr>
      <vt:lpstr>PowerPoint Presentation</vt:lpstr>
      <vt:lpstr>Track 1: AI Domain prioritization and value roadmap -        Key questions to be answered</vt:lpstr>
      <vt:lpstr>Track 2: Org of the future - Key questions to be answered</vt:lpstr>
      <vt:lpstr>Journey ahead for TU across the two tracks</vt:lpstr>
      <vt:lpstr>Appendix</vt:lpstr>
      <vt:lpstr>Identify high-value domains: End-to-end workflows with clear potential to demonstrate impact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Parth Bahl</dc:creator>
  <cp:keywords/>
  <dc:description/>
  <cp:lastModifiedBy>Parth Bahl</cp:lastModifiedBy>
  <cp:revision>5</cp:revision>
  <cp:lastPrinted>2018-10-30T20:37:12Z</cp:lastPrinted>
  <dcterms:created xsi:type="dcterms:W3CDTF">2026-07-22T15:34:39Z</dcterms:created>
  <dcterms:modified xsi:type="dcterms:W3CDTF">2026-07-23T19:57:12Z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XPowerLiteLastOptimized">
    <vt:lpwstr>1628964</vt:lpwstr>
  </property>
  <property fmtid="{D5CDD505-2E9C-101B-9397-08002B2CF9AE}" pid="3" name="NXPowerLiteSettings">
    <vt:lpwstr>C9000A38044001</vt:lpwstr>
  </property>
  <property fmtid="{D5CDD505-2E9C-101B-9397-08002B2CF9AE}" pid="4" name="NXPowerLiteVersion">
    <vt:lpwstr>D7.1.14</vt:lpwstr>
  </property>
  <property fmtid="{D5CDD505-2E9C-101B-9397-08002B2CF9AE}" pid="5" name="PPT">
    <vt:lpwstr>Hello</vt:lpwstr>
  </property>
  <property fmtid="{D5CDD505-2E9C-101B-9397-08002B2CF9AE}" pid="6" name="TemplateVersion">
    <vt:lpwstr>4</vt:lpwstr>
  </property>
  <property fmtid="{D5CDD505-2E9C-101B-9397-08002B2CF9AE}" pid="7" name="TemplateLastEdited">
    <vt:lpwstr>2024-05-30 01:34 PM</vt:lpwstr>
  </property>
  <property fmtid="{D5CDD505-2E9C-101B-9397-08002B2CF9AE}" pid="8" name="TemplateCreated">
    <vt:lpwstr>2019-02-27 01:18 PM</vt:lpwstr>
  </property>
  <property fmtid="{D5CDD505-2E9C-101B-9397-08002B2CF9AE}" pid="9" name="ContentTypeId">
    <vt:lpwstr>0x010100F2B347756AEE8344BB28CD44EC2B7328</vt:lpwstr>
  </property>
  <property fmtid="{D5CDD505-2E9C-101B-9397-08002B2CF9AE}" pid="10" name="MSIP_Label_fec09dec-a9ce-4322-b578-b49052c992d8_Enabled">
    <vt:lpwstr>true</vt:lpwstr>
  </property>
  <property fmtid="{D5CDD505-2E9C-101B-9397-08002B2CF9AE}" pid="11" name="MSIP_Label_fec09dec-a9ce-4322-b578-b49052c992d8_SetDate">
    <vt:lpwstr>2026-06-01T18:59:52Z</vt:lpwstr>
  </property>
  <property fmtid="{D5CDD505-2E9C-101B-9397-08002B2CF9AE}" pid="12" name="MSIP_Label_fec09dec-a9ce-4322-b578-b49052c992d8_Method">
    <vt:lpwstr>Standard</vt:lpwstr>
  </property>
  <property fmtid="{D5CDD505-2E9C-101B-9397-08002B2CF9AE}" pid="13" name="MSIP_Label_fec09dec-a9ce-4322-b578-b49052c992d8_Name">
    <vt:lpwstr>Firm Confidential Information-SLV1</vt:lpwstr>
  </property>
  <property fmtid="{D5CDD505-2E9C-101B-9397-08002B2CF9AE}" pid="14" name="MSIP_Label_fec09dec-a9ce-4322-b578-b49052c992d8_SiteId">
    <vt:lpwstr>cc8936bc-9382-4fff-87cb-6f55999549e7</vt:lpwstr>
  </property>
  <property fmtid="{D5CDD505-2E9C-101B-9397-08002B2CF9AE}" pid="15" name="MSIP_Label_fec09dec-a9ce-4322-b578-b49052c992d8_ActionId">
    <vt:lpwstr>b2d4adc9-fc6a-437a-8263-96c4b9a66d0c</vt:lpwstr>
  </property>
  <property fmtid="{D5CDD505-2E9C-101B-9397-08002B2CF9AE}" pid="16" name="MSIP_Label_fec09dec-a9ce-4322-b578-b49052c992d8_ContentBits">
    <vt:lpwstr>0</vt:lpwstr>
  </property>
  <property fmtid="{D5CDD505-2E9C-101B-9397-08002B2CF9AE}" pid="17" name="MSIP_Label_fec09dec-a9ce-4322-b578-b49052c992d8_Tag">
    <vt:lpwstr>10, 3, 0, 1</vt:lpwstr>
  </property>
</Properties>
</file>