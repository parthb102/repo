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23.bin" ContentType="application/vnd.openxmlformats-officedocument.oleObject"/>
  <Override PartName="/ppt/embeddings/oleObject24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media/image2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864" r:id="rId5"/>
  </p:sldMasterIdLst>
  <p:notesMasterIdLst>
    <p:notesMasterId r:id="rId19"/>
  </p:notesMasterIdLst>
  <p:handoutMasterIdLst>
    <p:handoutMasterId r:id="rId20"/>
  </p:handoutMasterIdLst>
  <p:sldIdLst>
    <p:sldId id="256" r:id="rId16"/>
    <p:sldId id="257" r:id="rId17"/>
    <p:sldId id="258" r:id="rId18"/>
    <p:sldId id="259" r:id="rId15"/>
  </p:sldIdLst>
  <p:sldSz cx="12192000" cy="6858000"/>
  <p:notesSz cx="7102475" cy="9388475"/>
  <p:custDataLst>
    <p:tags r:id="rId21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A497640-9F12-D0D7-23C7-745A10EB2387}" name="Srikanth Jayarajan" initials="SJ" userId="dMYpSlfjzFcYPEDsXjVgLmU1LCIkAjLNCqtAilE+2dM=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ley Rich" initials="HR" lastIdx="1" clrIdx="0">
    <p:extLst>
      <p:ext uri="{19B8F6BF-5375-455C-9EA6-DF929625EA0E}">
        <p15:presenceInfo xmlns:p15="http://schemas.microsoft.com/office/powerpoint/2012/main" userId="S-1-5-21-1801674531-1788223648-725345543-1185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251FF"/>
    <a:srgbClr val="EAF9FF"/>
    <a:srgbClr val="75EFE6"/>
    <a:srgbClr val="CAEFFF"/>
    <a:srgbClr val="B6C5FB"/>
    <a:srgbClr val="BFBFBF"/>
    <a:srgbClr val="00A9F4"/>
    <a:srgbClr val="061F79"/>
    <a:srgbClr val="C5E3F2"/>
    <a:srgbClr val="D0D0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B2BE976-D4AB-46BC-A92E-B1CC2CB48ACD}" v="1285" dt="2026-07-17T13:58:57.907"/>
    <p1510:client id="{F768EBEB-CBBE-4549-96E3-27A496BA1D56}" v="3088" dt="2026-07-17T14:00:36.3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394" autoAdjust="0"/>
    <p:restoredTop sz="94660"/>
  </p:normalViewPr>
  <p:slideViewPr>
    <p:cSldViewPr snapToGrid="0">
      <p:cViewPr varScale="1">
        <p:scale>
          <a:sx n="85" d="100"/>
          <a:sy n="85" d="100"/>
        </p:scale>
        <p:origin x="88" y="1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4.xml"/><Relationship Id="rId16" Type="http://schemas.openxmlformats.org/officeDocument/2006/relationships/slide" Target="slides/slide1.xml"/><Relationship Id="rId17" Type="http://schemas.openxmlformats.org/officeDocument/2006/relationships/slide" Target="slides/slide2.xml"/><Relationship Id="rId18" Type="http://schemas.openxmlformats.org/officeDocument/2006/relationships/slide" Target="slides/slide3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tags" Target="tags/tag1.xml"/><Relationship Id="rId22" Type="http://schemas.openxmlformats.org/officeDocument/2006/relationships/commentAuthors" Target="commentAuthors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5/10/relationships/revisionInfo" Target="revisionInfo.xml"/><Relationship Id="rId28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04BC41E-EAC0-4D88-BA59-21A53C68F8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B5C4BB-B13C-4942-8E14-023ED14A3D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2725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BD5B6C-20AF-4F0F-889A-7AADC7535123}" type="datetime3">
              <a:rPr lang="en-US" smtClean="0"/>
              <a:t>21 July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221145-1027-4A39-B15A-DD84A26C20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47719-50F5-4089-8123-86F5AF9C884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2725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610F73-99D1-48E7-A408-B5EB5C8393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19651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14400" tIns="47114" rIns="94229" bIns="47114" rtlCol="0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14400" bIns="47114" rtlCol="0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1DF34805-1F01-4BDA-A8CA-FCEA2B4BC8D0}" type="datetime3">
              <a:rPr lang="en-US" smtClean="0"/>
              <a:pPr/>
              <a:t>21 July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563563"/>
            <a:ext cx="5632450" cy="3168650"/>
          </a:xfrm>
          <a:prstGeom prst="rect">
            <a:avLst/>
          </a:prstGeom>
          <a:noFill/>
          <a:ln w="635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14400" tIns="47114" rIns="94229" bIns="47114" rtlCol="0" anchor="b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14400" bIns="47114" rtlCol="0" anchor="b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CF5EBCF4-26FC-4F76-8DA1-52FDDC328D4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0CB7C52D-12F1-4B27-95B4-DB01358D59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9613" y="4518025"/>
            <a:ext cx="5683250" cy="369728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8006664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lnSpc>
        <a:spcPct val="100000"/>
      </a:lnSpc>
      <a:spcBef>
        <a:spcPts val="400"/>
      </a:spcBef>
      <a:spcAft>
        <a:spcPts val="400"/>
      </a:spcAft>
      <a:defRPr lang="en-US" sz="1100" kern="1200">
        <a:solidFill>
          <a:schemeClr val="tx1"/>
        </a:solidFill>
        <a:latin typeface="+mn-lt"/>
        <a:ea typeface="+mn-ea"/>
        <a:cs typeface="Arial" panose="020B0604020202020204" pitchFamily="34" charset="0"/>
      </a:defRPr>
    </a:lvl1pPr>
    <a:lvl2pPr marL="171450" indent="-171450" algn="l" defTabSz="914400" rtl="0" eaLnBrk="1" latinLnBrk="0" hangingPunct="1">
      <a:buFont typeface="Wingdings" panose="05000000000000000000" pitchFamily="2" charset="2"/>
      <a:buChar char=""/>
      <a:defRPr lang="en-US" sz="1100" kern="1200">
        <a:solidFill>
          <a:schemeClr val="tx1"/>
        </a:solidFill>
        <a:latin typeface="+mn-lt"/>
        <a:ea typeface="+mn-ea"/>
        <a:cs typeface="+mn-cs"/>
      </a:defRPr>
    </a:lvl2pPr>
    <a:lvl3pPr marL="400050" indent="-171450" algn="l" defTabSz="914400" rtl="0" eaLnBrk="1" latinLnBrk="0" hangingPunct="1">
      <a:buFont typeface="Arial" panose="020B0604020202020204" pitchFamily="34" charset="0"/>
      <a:buChar char="―"/>
      <a:defRPr lang="en-US" sz="1100" kern="1200">
        <a:solidFill>
          <a:schemeClr val="tx1"/>
        </a:solidFill>
        <a:latin typeface="+mn-lt"/>
        <a:ea typeface="+mn-ea"/>
        <a:cs typeface="+mn-cs"/>
      </a:defRPr>
    </a:lvl3pPr>
    <a:lvl4pPr marL="579437" indent="-171450" algn="l" defTabSz="914400" rtl="0" eaLnBrk="1" latinLnBrk="0" hangingPunct="1">
      <a:buFont typeface="Arial" panose="020B0604020202020204" pitchFamily="34" charset="0"/>
      <a:buChar char="»"/>
      <a:defRPr lang="en-US" sz="1100" kern="1200">
        <a:solidFill>
          <a:schemeClr val="tx1"/>
        </a:solidFill>
        <a:latin typeface="+mn-lt"/>
        <a:ea typeface="+mn-ea"/>
        <a:cs typeface="+mn-cs"/>
      </a:defRPr>
    </a:lvl4pPr>
    <a:lvl5pPr marL="750887" indent="-171450" algn="l" defTabSz="914400" rtl="0" eaLnBrk="1" latinLnBrk="0" hangingPunct="1">
      <a:buFont typeface="Arial" panose="020B0604020202020204" pitchFamily="34" charset="0"/>
      <a:buChar char="›"/>
      <a:defRPr lang="en-US"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tags" Target="../tags/tag24.xml"/><Relationship Id="rId3" Type="http://schemas.openxmlformats.org/officeDocument/2006/relationships/tags" Target="../tags/tag25.xml"/><Relationship Id="rId4" Type="http://schemas.openxmlformats.org/officeDocument/2006/relationships/tags" Target="../tags/tag26.xml"/><Relationship Id="rId5" Type="http://schemas.openxmlformats.org/officeDocument/2006/relationships/tags" Target="../tags/tag27.xml"/><Relationship Id="rId6" Type="http://schemas.openxmlformats.org/officeDocument/2006/relationships/tags" Target="../tags/tag28.xml"/><Relationship Id="rId7" Type="http://schemas.openxmlformats.org/officeDocument/2006/relationships/tags" Target="../tags/tag29.xml"/><Relationship Id="rId8" Type="http://schemas.openxmlformats.org/officeDocument/2006/relationships/tags" Target="../tags/tag30.xml"/><Relationship Id="rId9" Type="http://schemas.openxmlformats.org/officeDocument/2006/relationships/tags" Target="../tags/tag31.xml"/><Relationship Id="rId10" Type="http://schemas.openxmlformats.org/officeDocument/2006/relationships/slideMaster" Target="../slideMasters/slideMaster1.xml"/><Relationship Id="rId11" Type="http://schemas.openxmlformats.org/officeDocument/2006/relationships/image" Target="../media/image3.jpe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2.bin"/><Relationship Id="rId14" Type="http://schemas.openxmlformats.org/officeDocument/2006/relationships/image" Target="../media/image5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tags" Target="../tags/tag33.xml"/><Relationship Id="rId3" Type="http://schemas.openxmlformats.org/officeDocument/2006/relationships/tags" Target="../tags/tag34.xml"/><Relationship Id="rId4" Type="http://schemas.openxmlformats.org/officeDocument/2006/relationships/tags" Target="../tags/tag35.xml"/><Relationship Id="rId5" Type="http://schemas.openxmlformats.org/officeDocument/2006/relationships/tags" Target="../tags/tag36.xml"/><Relationship Id="rId6" Type="http://schemas.openxmlformats.org/officeDocument/2006/relationships/tags" Target="../tags/tag37.xml"/><Relationship Id="rId7" Type="http://schemas.openxmlformats.org/officeDocument/2006/relationships/tags" Target="../tags/tag38.xml"/><Relationship Id="rId8" Type="http://schemas.openxmlformats.org/officeDocument/2006/relationships/tags" Target="../tags/tag39.xml"/><Relationship Id="rId9" Type="http://schemas.openxmlformats.org/officeDocument/2006/relationships/slideMaster" Target="../slideMasters/slideMaster1.xml"/><Relationship Id="rId10" Type="http://schemas.openxmlformats.org/officeDocument/2006/relationships/oleObject" Target="../embeddings/oleObject3.bin"/><Relationship Id="rId11" Type="http://schemas.openxmlformats.org/officeDocument/2006/relationships/image" Target="../media/image1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40.xml"/><Relationship Id="rId2" Type="http://schemas.openxmlformats.org/officeDocument/2006/relationships/tags" Target="../tags/tag41.xml"/><Relationship Id="rId3" Type="http://schemas.openxmlformats.org/officeDocument/2006/relationships/tags" Target="../tags/tag42.xml"/><Relationship Id="rId4" Type="http://schemas.openxmlformats.org/officeDocument/2006/relationships/tags" Target="../tags/tag43.xml"/><Relationship Id="rId5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tags" Target="../tags/tag52.xml"/><Relationship Id="rId6" Type="http://schemas.openxmlformats.org/officeDocument/2006/relationships/tags" Target="../tags/tag53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4.bin"/><Relationship Id="rId9" Type="http://schemas.openxmlformats.org/officeDocument/2006/relationships/image" Target="../media/image6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54.xml"/><Relationship Id="rId2" Type="http://schemas.openxmlformats.org/officeDocument/2006/relationships/tags" Target="../tags/tag55.xml"/><Relationship Id="rId3" Type="http://schemas.openxmlformats.org/officeDocument/2006/relationships/tags" Target="../tags/tag56.xml"/><Relationship Id="rId4" Type="http://schemas.openxmlformats.org/officeDocument/2006/relationships/tags" Target="../tags/tag57.xml"/><Relationship Id="rId5" Type="http://schemas.openxmlformats.org/officeDocument/2006/relationships/tags" Target="../tags/tag58.xml"/><Relationship Id="rId6" Type="http://schemas.openxmlformats.org/officeDocument/2006/relationships/tags" Target="../tags/tag59.xml"/><Relationship Id="rId7" Type="http://schemas.openxmlformats.org/officeDocument/2006/relationships/tags" Target="../tags/tag60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5.bin"/><Relationship Id="rId10" Type="http://schemas.openxmlformats.org/officeDocument/2006/relationships/image" Target="../media/image6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61.xml"/><Relationship Id="rId2" Type="http://schemas.openxmlformats.org/officeDocument/2006/relationships/tags" Target="../tags/tag62.xml"/><Relationship Id="rId3" Type="http://schemas.openxmlformats.org/officeDocument/2006/relationships/tags" Target="../tags/tag63.xml"/><Relationship Id="rId4" Type="http://schemas.openxmlformats.org/officeDocument/2006/relationships/tags" Target="../tags/tag64.xml"/><Relationship Id="rId5" Type="http://schemas.openxmlformats.org/officeDocument/2006/relationships/tags" Target="../tags/tag65.xml"/><Relationship Id="rId6" Type="http://schemas.openxmlformats.org/officeDocument/2006/relationships/tags" Target="../tags/tag66.xml"/><Relationship Id="rId7" Type="http://schemas.openxmlformats.org/officeDocument/2006/relationships/tags" Target="../tags/tag67.xml"/><Relationship Id="rId8" Type="http://schemas.openxmlformats.org/officeDocument/2006/relationships/tags" Target="../tags/tag68.xml"/><Relationship Id="rId9" Type="http://schemas.openxmlformats.org/officeDocument/2006/relationships/tags" Target="../tags/tag69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6.bin"/><Relationship Id="rId1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70.xml"/><Relationship Id="rId2" Type="http://schemas.openxmlformats.org/officeDocument/2006/relationships/tags" Target="../tags/tag71.xml"/><Relationship Id="rId3" Type="http://schemas.openxmlformats.org/officeDocument/2006/relationships/tags" Target="../tags/tag72.xml"/><Relationship Id="rId4" Type="http://schemas.openxmlformats.org/officeDocument/2006/relationships/tags" Target="../tags/tag73.xml"/><Relationship Id="rId5" Type="http://schemas.openxmlformats.org/officeDocument/2006/relationships/tags" Target="../tags/tag74.xml"/><Relationship Id="rId6" Type="http://schemas.openxmlformats.org/officeDocument/2006/relationships/tags" Target="../tags/tag75.xml"/><Relationship Id="rId7" Type="http://schemas.openxmlformats.org/officeDocument/2006/relationships/tags" Target="../tags/tag76.xml"/><Relationship Id="rId8" Type="http://schemas.openxmlformats.org/officeDocument/2006/relationships/tags" Target="../tags/tag77.xml"/><Relationship Id="rId9" Type="http://schemas.openxmlformats.org/officeDocument/2006/relationships/tags" Target="../tags/tag78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7.bin"/><Relationship Id="rId12" Type="http://schemas.openxmlformats.org/officeDocument/2006/relationships/image" Target="../media/image1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79.xml"/><Relationship Id="rId2" Type="http://schemas.openxmlformats.org/officeDocument/2006/relationships/tags" Target="../tags/tag80.xml"/><Relationship Id="rId3" Type="http://schemas.openxmlformats.org/officeDocument/2006/relationships/tags" Target="../tags/tag81.xml"/><Relationship Id="rId4" Type="http://schemas.openxmlformats.org/officeDocument/2006/relationships/tags" Target="../tags/tag82.xml"/><Relationship Id="rId5" Type="http://schemas.openxmlformats.org/officeDocument/2006/relationships/tags" Target="../tags/tag83.xml"/><Relationship Id="rId6" Type="http://schemas.openxmlformats.org/officeDocument/2006/relationships/tags" Target="../tags/tag84.xml"/><Relationship Id="rId7" Type="http://schemas.openxmlformats.org/officeDocument/2006/relationships/tags" Target="../tags/tag85.xml"/><Relationship Id="rId8" Type="http://schemas.openxmlformats.org/officeDocument/2006/relationships/tags" Target="../tags/tag86.xml"/><Relationship Id="rId9" Type="http://schemas.openxmlformats.org/officeDocument/2006/relationships/tags" Target="../tags/tag87.xml"/><Relationship Id="rId10" Type="http://schemas.openxmlformats.org/officeDocument/2006/relationships/tags" Target="../tags/tag88.xml"/><Relationship Id="rId11" Type="http://schemas.openxmlformats.org/officeDocument/2006/relationships/slideMaster" Target="../slideMasters/slideMaster1.xml"/><Relationship Id="rId12" Type="http://schemas.openxmlformats.org/officeDocument/2006/relationships/oleObject" Target="../embeddings/oleObject8.bin"/><Relationship Id="rId13" Type="http://schemas.openxmlformats.org/officeDocument/2006/relationships/image" Target="../media/image1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89.xml"/><Relationship Id="rId2" Type="http://schemas.openxmlformats.org/officeDocument/2006/relationships/tags" Target="../tags/tag90.xml"/><Relationship Id="rId3" Type="http://schemas.openxmlformats.org/officeDocument/2006/relationships/tags" Target="../tags/tag91.xml"/><Relationship Id="rId4" Type="http://schemas.openxmlformats.org/officeDocument/2006/relationships/tags" Target="../tags/tag92.xml"/><Relationship Id="rId5" Type="http://schemas.openxmlformats.org/officeDocument/2006/relationships/tags" Target="../tags/tag93.xml"/><Relationship Id="rId6" Type="http://schemas.openxmlformats.org/officeDocument/2006/relationships/tags" Target="../tags/tag94.xml"/><Relationship Id="rId7" Type="http://schemas.openxmlformats.org/officeDocument/2006/relationships/tags" Target="../tags/tag95.xml"/><Relationship Id="rId8" Type="http://schemas.openxmlformats.org/officeDocument/2006/relationships/tags" Target="../tags/tag96.xml"/><Relationship Id="rId9" Type="http://schemas.openxmlformats.org/officeDocument/2006/relationships/tags" Target="../tags/tag97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9.bin"/><Relationship Id="rId12" Type="http://schemas.openxmlformats.org/officeDocument/2006/relationships/image" Target="../media/image7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98.xml"/><Relationship Id="rId2" Type="http://schemas.openxmlformats.org/officeDocument/2006/relationships/tags" Target="../tags/tag99.xml"/><Relationship Id="rId3" Type="http://schemas.openxmlformats.org/officeDocument/2006/relationships/tags" Target="../tags/tag100.xml"/><Relationship Id="rId4" Type="http://schemas.openxmlformats.org/officeDocument/2006/relationships/tags" Target="../tags/tag101.xml"/><Relationship Id="rId5" Type="http://schemas.openxmlformats.org/officeDocument/2006/relationships/tags" Target="../tags/tag102.xml"/><Relationship Id="rId6" Type="http://schemas.openxmlformats.org/officeDocument/2006/relationships/tags" Target="../tags/tag103.xml"/><Relationship Id="rId7" Type="http://schemas.openxmlformats.org/officeDocument/2006/relationships/tags" Target="../tags/tag104.xml"/><Relationship Id="rId8" Type="http://schemas.openxmlformats.org/officeDocument/2006/relationships/tags" Target="../tags/tag105.xml"/><Relationship Id="rId9" Type="http://schemas.openxmlformats.org/officeDocument/2006/relationships/tags" Target="../tags/tag106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1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07.xml"/><Relationship Id="rId2" Type="http://schemas.openxmlformats.org/officeDocument/2006/relationships/tags" Target="../tags/tag108.xml"/><Relationship Id="rId3" Type="http://schemas.openxmlformats.org/officeDocument/2006/relationships/tags" Target="../tags/tag109.xml"/><Relationship Id="rId4" Type="http://schemas.openxmlformats.org/officeDocument/2006/relationships/tags" Target="../tags/tag110.xml"/><Relationship Id="rId5" Type="http://schemas.openxmlformats.org/officeDocument/2006/relationships/tags" Target="../tags/tag111.xml"/><Relationship Id="rId6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12.xml"/><Relationship Id="rId2" Type="http://schemas.openxmlformats.org/officeDocument/2006/relationships/tags" Target="../tags/tag113.xml"/><Relationship Id="rId3" Type="http://schemas.openxmlformats.org/officeDocument/2006/relationships/tags" Target="../tags/tag114.xml"/><Relationship Id="rId4" Type="http://schemas.openxmlformats.org/officeDocument/2006/relationships/tags" Target="../tags/tag115.xml"/><Relationship Id="rId5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16.xml"/><Relationship Id="rId2" Type="http://schemas.openxmlformats.org/officeDocument/2006/relationships/tags" Target="../tags/tag117.xml"/><Relationship Id="rId3" Type="http://schemas.openxmlformats.org/officeDocument/2006/relationships/tags" Target="../tags/tag118.xml"/><Relationship Id="rId4" Type="http://schemas.openxmlformats.org/officeDocument/2006/relationships/tags" Target="../tags/tag11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3.jpeg"/><Relationship Id="rId7" Type="http://schemas.openxmlformats.org/officeDocument/2006/relationships/oleObject" Target="../embeddings/oleObject10.bin"/><Relationship Id="rId8" Type="http://schemas.openxmlformats.org/officeDocument/2006/relationships/image" Target="../media/image5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41.xml"/><Relationship Id="rId2" Type="http://schemas.openxmlformats.org/officeDocument/2006/relationships/tags" Target="../tags/tag142.xml"/><Relationship Id="rId3" Type="http://schemas.openxmlformats.org/officeDocument/2006/relationships/tags" Target="../tags/tag143.xml"/><Relationship Id="rId4" Type="http://schemas.openxmlformats.org/officeDocument/2006/relationships/tags" Target="../tags/tag144.xml"/><Relationship Id="rId5" Type="http://schemas.openxmlformats.org/officeDocument/2006/relationships/tags" Target="../tags/tag145.xml"/><Relationship Id="rId6" Type="http://schemas.openxmlformats.org/officeDocument/2006/relationships/tags" Target="../tags/tag146.xml"/><Relationship Id="rId7" Type="http://schemas.openxmlformats.org/officeDocument/2006/relationships/tags" Target="../tags/tag147.xml"/><Relationship Id="rId8" Type="http://schemas.openxmlformats.org/officeDocument/2006/relationships/tags" Target="../tags/tag148.xml"/><Relationship Id="rId9" Type="http://schemas.openxmlformats.org/officeDocument/2006/relationships/tags" Target="../tags/tag149.xml"/><Relationship Id="rId10" Type="http://schemas.openxmlformats.org/officeDocument/2006/relationships/slideMaster" Target="../slideMasters/slideMaster2.xml"/><Relationship Id="rId11" Type="http://schemas.openxmlformats.org/officeDocument/2006/relationships/image" Target="../media/image3.jpe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12.bin"/><Relationship Id="rId14" Type="http://schemas.openxmlformats.org/officeDocument/2006/relationships/image" Target="../media/image5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50.xml"/><Relationship Id="rId2" Type="http://schemas.openxmlformats.org/officeDocument/2006/relationships/tags" Target="../tags/tag151.xml"/><Relationship Id="rId3" Type="http://schemas.openxmlformats.org/officeDocument/2006/relationships/tags" Target="../tags/tag152.xml"/><Relationship Id="rId4" Type="http://schemas.openxmlformats.org/officeDocument/2006/relationships/tags" Target="../tags/tag153.xml"/><Relationship Id="rId5" Type="http://schemas.openxmlformats.org/officeDocument/2006/relationships/tags" Target="../tags/tag154.xml"/><Relationship Id="rId6" Type="http://schemas.openxmlformats.org/officeDocument/2006/relationships/tags" Target="../tags/tag155.xml"/><Relationship Id="rId7" Type="http://schemas.openxmlformats.org/officeDocument/2006/relationships/tags" Target="../tags/tag156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3.bin"/><Relationship Id="rId10" Type="http://schemas.openxmlformats.org/officeDocument/2006/relationships/image" Target="../media/image1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57.xml"/><Relationship Id="rId2" Type="http://schemas.openxmlformats.org/officeDocument/2006/relationships/tags" Target="../tags/tag158.xml"/><Relationship Id="rId3" Type="http://schemas.openxmlformats.org/officeDocument/2006/relationships/tags" Target="../tags/tag159.xml"/><Relationship Id="rId4" Type="http://schemas.openxmlformats.org/officeDocument/2006/relationships/tags" Target="../tags/tag160.xml"/><Relationship Id="rId5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61.xml"/><Relationship Id="rId2" Type="http://schemas.openxmlformats.org/officeDocument/2006/relationships/tags" Target="../tags/tag162.xml"/><Relationship Id="rId3" Type="http://schemas.openxmlformats.org/officeDocument/2006/relationships/tags" Target="../tags/tag163.xml"/><Relationship Id="rId4" Type="http://schemas.openxmlformats.org/officeDocument/2006/relationships/tags" Target="../tags/tag164.xml"/><Relationship Id="rId5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65.xml"/><Relationship Id="rId2" Type="http://schemas.openxmlformats.org/officeDocument/2006/relationships/tags" Target="../tags/tag166.xml"/><Relationship Id="rId3" Type="http://schemas.openxmlformats.org/officeDocument/2006/relationships/tags" Target="../tags/tag167.xml"/><Relationship Id="rId4" Type="http://schemas.openxmlformats.org/officeDocument/2006/relationships/tags" Target="../tags/tag168.xml"/><Relationship Id="rId5" Type="http://schemas.openxmlformats.org/officeDocument/2006/relationships/tags" Target="../tags/tag169.xml"/><Relationship Id="rId6" Type="http://schemas.openxmlformats.org/officeDocument/2006/relationships/tags" Target="../tags/tag170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14.bin"/><Relationship Id="rId9" Type="http://schemas.openxmlformats.org/officeDocument/2006/relationships/image" Target="../media/image6.emf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171.xml"/><Relationship Id="rId2" Type="http://schemas.openxmlformats.org/officeDocument/2006/relationships/tags" Target="../tags/tag172.xml"/><Relationship Id="rId3" Type="http://schemas.openxmlformats.org/officeDocument/2006/relationships/tags" Target="../tags/tag173.xml"/><Relationship Id="rId4" Type="http://schemas.openxmlformats.org/officeDocument/2006/relationships/tags" Target="../tags/tag174.xml"/><Relationship Id="rId5" Type="http://schemas.openxmlformats.org/officeDocument/2006/relationships/tags" Target="../tags/tag175.xml"/><Relationship Id="rId6" Type="http://schemas.openxmlformats.org/officeDocument/2006/relationships/tags" Target="../tags/tag176.xml"/><Relationship Id="rId7" Type="http://schemas.openxmlformats.org/officeDocument/2006/relationships/tags" Target="../tags/tag177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5.bin"/><Relationship Id="rId10" Type="http://schemas.openxmlformats.org/officeDocument/2006/relationships/image" Target="../media/image6.emf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178.xml"/><Relationship Id="rId2" Type="http://schemas.openxmlformats.org/officeDocument/2006/relationships/tags" Target="../tags/tag179.xml"/><Relationship Id="rId3" Type="http://schemas.openxmlformats.org/officeDocument/2006/relationships/tags" Target="../tags/tag180.xml"/><Relationship Id="rId4" Type="http://schemas.openxmlformats.org/officeDocument/2006/relationships/tags" Target="../tags/tag181.xml"/><Relationship Id="rId5" Type="http://schemas.openxmlformats.org/officeDocument/2006/relationships/tags" Target="../tags/tag182.xml"/><Relationship Id="rId6" Type="http://schemas.openxmlformats.org/officeDocument/2006/relationships/tags" Target="../tags/tag183.xml"/><Relationship Id="rId7" Type="http://schemas.openxmlformats.org/officeDocument/2006/relationships/tags" Target="../tags/tag184.xml"/><Relationship Id="rId8" Type="http://schemas.openxmlformats.org/officeDocument/2006/relationships/tags" Target="../tags/tag185.xml"/><Relationship Id="rId9" Type="http://schemas.openxmlformats.org/officeDocument/2006/relationships/tags" Target="../tags/tag186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6.bin"/><Relationship Id="rId12" Type="http://schemas.openxmlformats.org/officeDocument/2006/relationships/image" Target="../media/image1.emf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187.xml"/><Relationship Id="rId2" Type="http://schemas.openxmlformats.org/officeDocument/2006/relationships/tags" Target="../tags/tag188.xml"/><Relationship Id="rId3" Type="http://schemas.openxmlformats.org/officeDocument/2006/relationships/tags" Target="../tags/tag189.xml"/><Relationship Id="rId4" Type="http://schemas.openxmlformats.org/officeDocument/2006/relationships/tags" Target="../tags/tag190.xml"/><Relationship Id="rId5" Type="http://schemas.openxmlformats.org/officeDocument/2006/relationships/tags" Target="../tags/tag191.xml"/><Relationship Id="rId6" Type="http://schemas.openxmlformats.org/officeDocument/2006/relationships/tags" Target="../tags/tag192.xml"/><Relationship Id="rId7" Type="http://schemas.openxmlformats.org/officeDocument/2006/relationships/tags" Target="../tags/tag193.xml"/><Relationship Id="rId8" Type="http://schemas.openxmlformats.org/officeDocument/2006/relationships/tags" Target="../tags/tag194.xml"/><Relationship Id="rId9" Type="http://schemas.openxmlformats.org/officeDocument/2006/relationships/tags" Target="../tags/tag195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7.bin"/><Relationship Id="rId12" Type="http://schemas.openxmlformats.org/officeDocument/2006/relationships/image" Target="../media/image1.emf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196.xml"/><Relationship Id="rId2" Type="http://schemas.openxmlformats.org/officeDocument/2006/relationships/tags" Target="../tags/tag197.xml"/><Relationship Id="rId3" Type="http://schemas.openxmlformats.org/officeDocument/2006/relationships/tags" Target="../tags/tag198.xml"/><Relationship Id="rId4" Type="http://schemas.openxmlformats.org/officeDocument/2006/relationships/tags" Target="../tags/tag199.xml"/><Relationship Id="rId5" Type="http://schemas.openxmlformats.org/officeDocument/2006/relationships/tags" Target="../tags/tag200.xml"/><Relationship Id="rId6" Type="http://schemas.openxmlformats.org/officeDocument/2006/relationships/tags" Target="../tags/tag201.xml"/><Relationship Id="rId7" Type="http://schemas.openxmlformats.org/officeDocument/2006/relationships/tags" Target="../tags/tag202.xml"/><Relationship Id="rId8" Type="http://schemas.openxmlformats.org/officeDocument/2006/relationships/tags" Target="../tags/tag203.xml"/><Relationship Id="rId9" Type="http://schemas.openxmlformats.org/officeDocument/2006/relationships/tags" Target="../tags/tag204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8.bin"/><Relationship Id="rId12" Type="http://schemas.openxmlformats.org/officeDocument/2006/relationships/image" Target="../media/image9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205.xml"/><Relationship Id="rId2" Type="http://schemas.openxmlformats.org/officeDocument/2006/relationships/tags" Target="../tags/tag206.xml"/><Relationship Id="rId3" Type="http://schemas.openxmlformats.org/officeDocument/2006/relationships/tags" Target="../tags/tag207.xml"/><Relationship Id="rId4" Type="http://schemas.openxmlformats.org/officeDocument/2006/relationships/tags" Target="../tags/tag208.xml"/><Relationship Id="rId5" Type="http://schemas.openxmlformats.org/officeDocument/2006/relationships/tags" Target="../tags/tag209.xml"/><Relationship Id="rId6" Type="http://schemas.openxmlformats.org/officeDocument/2006/relationships/tags" Target="../tags/tag210.xml"/><Relationship Id="rId7" Type="http://schemas.openxmlformats.org/officeDocument/2006/relationships/tags" Target="../tags/tag211.xml"/><Relationship Id="rId8" Type="http://schemas.openxmlformats.org/officeDocument/2006/relationships/tags" Target="../tags/tag212.xml"/><Relationship Id="rId9" Type="http://schemas.openxmlformats.org/officeDocument/2006/relationships/tags" Target="../tags/tag213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9.bin"/><Relationship Id="rId12" Type="http://schemas.openxmlformats.org/officeDocument/2006/relationships/image" Target="../media/image1.emf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214.xml"/><Relationship Id="rId2" Type="http://schemas.openxmlformats.org/officeDocument/2006/relationships/tags" Target="../tags/tag215.xml"/><Relationship Id="rId3" Type="http://schemas.openxmlformats.org/officeDocument/2006/relationships/tags" Target="../tags/tag216.xml"/><Relationship Id="rId4" Type="http://schemas.openxmlformats.org/officeDocument/2006/relationships/tags" Target="../tags/tag217.xml"/><Relationship Id="rId5" Type="http://schemas.openxmlformats.org/officeDocument/2006/relationships/tags" Target="../tags/tag218.xml"/><Relationship Id="rId6" Type="http://schemas.openxmlformats.org/officeDocument/2006/relationships/tags" Target="../tags/tag219.xml"/><Relationship Id="rId7" Type="http://schemas.openxmlformats.org/officeDocument/2006/relationships/tags" Target="../tags/tag220.xml"/><Relationship Id="rId8" Type="http://schemas.openxmlformats.org/officeDocument/2006/relationships/tags" Target="../tags/tag221.xml"/><Relationship Id="rId9" Type="http://schemas.openxmlformats.org/officeDocument/2006/relationships/tags" Target="../tags/tag222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0.bin"/><Relationship Id="rId12" Type="http://schemas.openxmlformats.org/officeDocument/2006/relationships/image" Target="../media/image9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223.xml"/><Relationship Id="rId2" Type="http://schemas.openxmlformats.org/officeDocument/2006/relationships/tags" Target="../tags/tag224.xml"/><Relationship Id="rId3" Type="http://schemas.openxmlformats.org/officeDocument/2006/relationships/tags" Target="../tags/tag225.xml"/><Relationship Id="rId4" Type="http://schemas.openxmlformats.org/officeDocument/2006/relationships/tags" Target="../tags/tag226.xml"/><Relationship Id="rId5" Type="http://schemas.openxmlformats.org/officeDocument/2006/relationships/tags" Target="../tags/tag227.xml"/><Relationship Id="rId6" Type="http://schemas.openxmlformats.org/officeDocument/2006/relationships/tags" Target="../tags/tag228.xml"/><Relationship Id="rId7" Type="http://schemas.openxmlformats.org/officeDocument/2006/relationships/tags" Target="../tags/tag229.xml"/><Relationship Id="rId8" Type="http://schemas.openxmlformats.org/officeDocument/2006/relationships/tags" Target="../tags/tag230.xml"/><Relationship Id="rId9" Type="http://schemas.openxmlformats.org/officeDocument/2006/relationships/tags" Target="../tags/tag231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1.bin"/><Relationship Id="rId12" Type="http://schemas.openxmlformats.org/officeDocument/2006/relationships/image" Target="../media/image9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232.xml"/><Relationship Id="rId2" Type="http://schemas.openxmlformats.org/officeDocument/2006/relationships/tags" Target="../tags/tag233.xml"/><Relationship Id="rId3" Type="http://schemas.openxmlformats.org/officeDocument/2006/relationships/tags" Target="../tags/tag234.xml"/><Relationship Id="rId4" Type="http://schemas.openxmlformats.org/officeDocument/2006/relationships/tags" Target="../tags/tag235.xml"/><Relationship Id="rId5" Type="http://schemas.openxmlformats.org/officeDocument/2006/relationships/tags" Target="../tags/tag236.xml"/><Relationship Id="rId6" Type="http://schemas.openxmlformats.org/officeDocument/2006/relationships/tags" Target="../tags/tag237.xml"/><Relationship Id="rId7" Type="http://schemas.openxmlformats.org/officeDocument/2006/relationships/tags" Target="../tags/tag238.xml"/><Relationship Id="rId8" Type="http://schemas.openxmlformats.org/officeDocument/2006/relationships/tags" Target="../tags/tag239.xml"/><Relationship Id="rId9" Type="http://schemas.openxmlformats.org/officeDocument/2006/relationships/tags" Target="../tags/tag240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2.bin"/><Relationship Id="rId12" Type="http://schemas.openxmlformats.org/officeDocument/2006/relationships/image" Target="../media/image1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tags" Target="../tags/tag241.xml"/><Relationship Id="rId2" Type="http://schemas.openxmlformats.org/officeDocument/2006/relationships/tags" Target="../tags/tag242.xml"/><Relationship Id="rId3" Type="http://schemas.openxmlformats.org/officeDocument/2006/relationships/tags" Target="../tags/tag243.xml"/><Relationship Id="rId4" Type="http://schemas.openxmlformats.org/officeDocument/2006/relationships/tags" Target="../tags/tag244.xml"/><Relationship Id="rId5" Type="http://schemas.openxmlformats.org/officeDocument/2006/relationships/tags" Target="../tags/tag245.xml"/><Relationship Id="rId6" Type="http://schemas.openxmlformats.org/officeDocument/2006/relationships/tags" Target="../tags/tag246.xml"/><Relationship Id="rId7" Type="http://schemas.openxmlformats.org/officeDocument/2006/relationships/tags" Target="../tags/tag247.xml"/><Relationship Id="rId8" Type="http://schemas.openxmlformats.org/officeDocument/2006/relationships/tags" Target="../tags/tag248.xml"/><Relationship Id="rId9" Type="http://schemas.openxmlformats.org/officeDocument/2006/relationships/tags" Target="../tags/tag249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3.bin"/><Relationship Id="rId12" Type="http://schemas.openxmlformats.org/officeDocument/2006/relationships/image" Target="../media/image1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250.xml"/><Relationship Id="rId2" Type="http://schemas.openxmlformats.org/officeDocument/2006/relationships/tags" Target="../tags/tag251.xml"/><Relationship Id="rId3" Type="http://schemas.openxmlformats.org/officeDocument/2006/relationships/tags" Target="../tags/tag252.xml"/><Relationship Id="rId4" Type="http://schemas.openxmlformats.org/officeDocument/2006/relationships/tags" Target="../tags/tag253.xml"/><Relationship Id="rId5" Type="http://schemas.openxmlformats.org/officeDocument/2006/relationships/tags" Target="../tags/tag254.xml"/><Relationship Id="rId6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tags" Target="../tags/tag255.xml"/><Relationship Id="rId2" Type="http://schemas.openxmlformats.org/officeDocument/2006/relationships/tags" Target="../tags/tag256.xml"/><Relationship Id="rId3" Type="http://schemas.openxmlformats.org/officeDocument/2006/relationships/tags" Target="../tags/tag257.xml"/><Relationship Id="rId4" Type="http://schemas.openxmlformats.org/officeDocument/2006/relationships/tags" Target="../tags/tag258.xml"/><Relationship Id="rId5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tags" Target="../tags/tag259.xml"/><Relationship Id="rId2" Type="http://schemas.openxmlformats.org/officeDocument/2006/relationships/tags" Target="../tags/tag260.xml"/><Relationship Id="rId3" Type="http://schemas.openxmlformats.org/officeDocument/2006/relationships/tags" Target="../tags/tag261.xml"/><Relationship Id="rId4" Type="http://schemas.openxmlformats.org/officeDocument/2006/relationships/tags" Target="../tags/tag262.xml"/><Relationship Id="rId5" Type="http://schemas.openxmlformats.org/officeDocument/2006/relationships/slideMaster" Target="../slideMasters/slideMaster2.xml"/><Relationship Id="rId6" Type="http://schemas.openxmlformats.org/officeDocument/2006/relationships/image" Target="../media/image3.jpeg"/><Relationship Id="rId7" Type="http://schemas.openxmlformats.org/officeDocument/2006/relationships/oleObject" Target="../embeddings/oleObject24.bin"/><Relationship Id="rId8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ackground">
            <a:extLst>
              <a:ext uri="{FF2B5EF4-FFF2-40B4-BE49-F238E27FC236}">
                <a16:creationId xmlns:a16="http://schemas.microsoft.com/office/drawing/2014/main" id="{BCFEF986-9186-F0C0-29CC-344333767E3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artnership">
            <a:extLst>
              <a:ext uri="{FF2B5EF4-FFF2-40B4-BE49-F238E27FC236}">
                <a16:creationId xmlns:a16="http://schemas.microsoft.com/office/drawing/2014/main" id="{52B89695-D141-85AB-BEF2-DAF58FD754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16EA533F-94AF-4D02-A54D-267AD6DA2E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034748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16EA533F-94AF-4D02-A54D-267AD6DA2E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 hidden="1">
            <a:extLst>
              <a:ext uri="{FF2B5EF4-FFF2-40B4-BE49-F238E27FC236}">
                <a16:creationId xmlns:a16="http://schemas.microsoft.com/office/drawing/2014/main" id="{C54CE3BD-55D7-42CB-8D9D-17E2A0D74581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grpSp>
        <p:nvGrpSpPr>
          <p:cNvPr id="17" name="logoimage">
            <a:extLst>
              <a:ext uri="{FF2B5EF4-FFF2-40B4-BE49-F238E27FC236}">
                <a16:creationId xmlns:a16="http://schemas.microsoft.com/office/drawing/2014/main" id="{949772D7-BAE9-BB95-C2D5-92588AD0D7EC}"/>
              </a:ext>
            </a:extLst>
          </p:cNvPr>
          <p:cNvGrpSpPr/>
          <p:nvPr userDrawn="1">
            <p:custDataLst>
              <p:tags r:id="rId4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1F430752-9F46-430E-93A8-58E8FAF85299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20C9A1A2-5968-4C0E-9E0B-C061BA0E7F3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</p:grpSp>
      <p:sp>
        <p:nvSpPr>
          <p:cNvPr id="3" name="ClientLogo">
            <a:extLst>
              <a:ext uri="{FF2B5EF4-FFF2-40B4-BE49-F238E27FC236}">
                <a16:creationId xmlns:a16="http://schemas.microsoft.com/office/drawing/2014/main" id="{0D1A260D-45D1-4D8D-ACC4-246C7DD9AFAD}"/>
              </a:ext>
            </a:extLst>
          </p:cNvPr>
          <p:cNvSpPr>
            <a:spLocks noGrp="1"/>
          </p:cNvSpPr>
          <p:nvPr userDrawn="1">
            <p:ph type="pic" sz="quarter" idx="14" hasCustomPrompt="1"/>
            <p:custDataLst>
              <p:tags r:id="rId5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Client logo goes here.</a:t>
            </a:r>
          </a:p>
        </p:txBody>
      </p:sp>
      <p:sp>
        <p:nvSpPr>
          <p:cNvPr id="15" name="Documenttype">
            <a:extLst>
              <a:ext uri="{FF2B5EF4-FFF2-40B4-BE49-F238E27FC236}">
                <a16:creationId xmlns:a16="http://schemas.microsoft.com/office/drawing/2014/main" id="{CB5FF56E-DA90-4199-AF9A-359BE08E9A15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6"/>
            </p:custDataLst>
          </p:nvPr>
        </p:nvSpPr>
        <p:spPr>
          <a:xfrm>
            <a:off x="554736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2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BFC960F1-3A46-4C93-83F3-47AB2EB0D15E}"/>
              </a:ext>
            </a:extLst>
          </p:cNvPr>
          <p:cNvSpPr>
            <a:spLocks noGrp="1"/>
          </p:cNvSpPr>
          <p:nvPr userDrawn="1">
            <p:ph type="subTitle" idx="1"/>
            <p:custDataLst>
              <p:tags r:id="rId7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4DBF1FD-6C25-4E00-ACAB-F60F35C9625C}"/>
              </a:ext>
            </a:extLst>
          </p:cNvPr>
          <p:cNvSpPr>
            <a:spLocks noGrp="1"/>
          </p:cNvSpPr>
          <p:nvPr userDrawn="1">
            <p:ph type="title"/>
            <p:custDataLst>
              <p:tags r:id="rId8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9" name="Disclaimer-English (United States)">
            <a:extLst>
              <a:ext uri="{FF2B5EF4-FFF2-40B4-BE49-F238E27FC236}">
                <a16:creationId xmlns:a16="http://schemas.microsoft.com/office/drawing/2014/main" id="{FB7A54AC-E14F-4BA1-B48F-5284B039668B}"/>
              </a:ext>
            </a:extLst>
          </p:cNvPr>
          <p:cNvSpPr>
            <a:spLocks noChangeArrowheads="1"/>
          </p:cNvSpPr>
          <p:nvPr userDrawn="1">
            <p:custDataLst>
              <p:tags r:id="rId9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543058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o not remove" hidden="1">
            <a:extLst>
              <a:ext uri="{FF2B5EF4-FFF2-40B4-BE49-F238E27FC236}">
                <a16:creationId xmlns:a16="http://schemas.microsoft.com/office/drawing/2014/main" id="{280F489B-6EA9-4D60-AD2D-A049B26FC925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6350" cap="sq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CA" sz="1600" err="1">
              <a:solidFill>
                <a:schemeClr val="bg1"/>
              </a:solidFill>
            </a:endParaRPr>
          </a:p>
        </p:txBody>
      </p:sp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9274284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608224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6949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E2D5DBB-C1B8-4A27-836D-C2E6D553234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2382874E-5BAC-44EB-9C53-2930F0FC66DC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2498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BF771FC-DD10-42B6-A51E-7F1E26F8184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C0D33C43-5B9F-44B4-82FA-BAAD11A7FB8E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2A77292F-0F7C-43B4-9782-AB706C93BD64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079707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A608D4BB-56F5-4BF1-8C9C-8799BAA8CEE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037000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A608D4BB-56F5-4BF1-8C9C-8799BAA8CE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288743A-B5B4-4D5C-9D2C-F17D5A50E4B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07CA98DC-1A07-45D0-A835-AD1606EE7BA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97063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2CD01A5A-D383-4F62-8841-DD017253075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37211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2CD01A5A-D383-4F62-8841-DD01725307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AC2F000-47EB-4070-866B-EF082C9E102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add quote source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97195F4E-ECA7-41A9-AFF3-0C4DAD103DA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469A753E-961A-4AC3-B6E0-4407B9A4AF3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11697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77992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6FAC554-F995-4246-BE36-413D2200D983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25B2DE14-9B3F-4199-B082-9FEB12CE57EA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2C7757ED-5357-4B01-BB59-15D4406B0FDF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4189478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55183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2D2E0F6-5BB5-47A0-8E4A-CD4E6673B19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DA204BE1-D5C8-4D03-9090-21D41FEC78E0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1ADFA379-EDDB-4C62-A3BB-AC227312C6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108990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o not remove" hidden="1">
            <a:extLst>
              <a:ext uri="{FF2B5EF4-FFF2-40B4-BE49-F238E27FC236}">
                <a16:creationId xmlns:a16="http://schemas.microsoft.com/office/drawing/2014/main" id="{D9F2524B-0DC2-60F0-5C4E-8FA71D9DB6D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6350" cap="sq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600" err="1">
              <a:solidFill>
                <a:schemeClr val="bg1"/>
              </a:solidFill>
            </a:endParaRPr>
          </a:p>
        </p:txBody>
      </p:sp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497842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2" imgW="413" imgH="416" progId="TCLayout.ActiveDocument.1">
                  <p:embed/>
                </p:oleObj>
              </mc:Choice>
              <mc:Fallback>
                <p:oleObj name="think-cell Slide" r:id="rId12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0E1A178A-6BDC-4A0A-9F92-72F6EB95AD8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8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06A9E224-CFBD-42B8-A4C0-EFE2C017E523}"/>
              </a:ext>
            </a:extLst>
          </p:cNvPr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554736" y="182372"/>
            <a:ext cx="5065776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F7FC2EC4-28A5-4B24-B46C-79BCB0964344}"/>
              </a:ext>
            </a:extLst>
          </p:cNvPr>
          <p:cNvSpPr>
            <a:spLocks noGrp="1"/>
          </p:cNvSpPr>
          <p:nvPr>
            <p:ph type="subTitle" idx="1"/>
            <p:custDataLst>
              <p:tags r:id="rId10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598664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12443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8F8ABD0-305F-4DFC-AC60-1FB7BB16830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F25A304F-F50E-4F96-991D-CFEB0706017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25" name="2. Slide Title">
            <a:extLst>
              <a:ext uri="{FF2B5EF4-FFF2-40B4-BE49-F238E27FC236}">
                <a16:creationId xmlns:a16="http://schemas.microsoft.com/office/drawing/2014/main" id="{AA4BE143-5F32-4F04-B536-5DD597732824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97E30C8F-A677-42C7-A072-4ACC7DC3D69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288125BB-6CB4-4B7C-8E2B-CB1912430A39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3" y="78768"/>
            <a:ext cx="346694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257985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23464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CA286AFC-8B29-4E70-86B3-6C866D5BEC95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37073CF3-4B2B-440D-B24E-174E36B7892F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7918704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61C78DC4-4C20-4AA3-93C4-00442F85A83B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83795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81E2484B-3E40-408C-A350-5EB40C8A09F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A91FB312-B423-41B9-AEAA-2BE53183470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9774993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LogoText">
            <a:extLst>
              <a:ext uri="{FF2B5EF4-FFF2-40B4-BE49-F238E27FC236}">
                <a16:creationId xmlns:a16="http://schemas.microsoft.com/office/drawing/2014/main" id="{92A63429-03F1-4595-BAE1-A5F5E74A0DF2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AEB01CB-E358-4EC5-960A-ABFC66CD5A2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63007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7F09DF09-7587-AE72-141E-A41B41F9445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32E4BA7-205B-4431-879A-B60A0FD6D2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778887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32E4BA7-205B-4431-879A-B60A0FD6D2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logoimage">
            <a:extLst>
              <a:ext uri="{FF2B5EF4-FFF2-40B4-BE49-F238E27FC236}">
                <a16:creationId xmlns:a16="http://schemas.microsoft.com/office/drawing/2014/main" id="{732728C7-2C89-08A1-41A9-162BDB8C5CB9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0"/>
            <a:ext cx="1893201" cy="585216"/>
            <a:chOff x="549271" y="481160"/>
            <a:chExt cx="1893201" cy="585216"/>
          </a:xfrm>
        </p:grpSpPr>
        <p:sp>
          <p:nvSpPr>
            <p:cNvPr id="14" name="AutoShape 3">
              <a:extLst>
                <a:ext uri="{FF2B5EF4-FFF2-40B4-BE49-F238E27FC236}">
                  <a16:creationId xmlns:a16="http://schemas.microsoft.com/office/drawing/2014/main" id="{DD51008E-BD46-4558-BF00-CDD9F0CE18C6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FC37904A-905D-4FD7-8DD4-604C419D9AB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</p:grp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4664705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0E1AA1CA-B589-A148-3F5A-385105B9B6B6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artnership">
            <a:extLst>
              <a:ext uri="{FF2B5EF4-FFF2-40B4-BE49-F238E27FC236}">
                <a16:creationId xmlns:a16="http://schemas.microsoft.com/office/drawing/2014/main" id="{CBBFD578-F950-EA3D-3920-76D96A09AA5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BEFF58C-83CF-420F-BF45-F188AE9E73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400213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BEFF58C-83CF-420F-BF45-F188AE9E73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BEC3B16-0840-4135-8BED-D45704C35593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2" name="ClientLogo">
            <a:extLst>
              <a:ext uri="{FF2B5EF4-FFF2-40B4-BE49-F238E27FC236}">
                <a16:creationId xmlns:a16="http://schemas.microsoft.com/office/drawing/2014/main" id="{5A541723-8353-4CC2-AFDA-19C8B3B786BF}"/>
              </a:ext>
            </a:extLst>
          </p:cNvPr>
          <p:cNvSpPr>
            <a:spLocks noGrp="1"/>
          </p:cNvSpPr>
          <p:nvPr>
            <p:ph type="pic" sz="quarter" idx="14" hasCustomPrompt="1"/>
            <p:custDataLst>
              <p:tags r:id="rId4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Client logo goes here.</a:t>
            </a:r>
          </a:p>
        </p:txBody>
      </p:sp>
      <p:sp>
        <p:nvSpPr>
          <p:cNvPr id="13" name="Documenttype">
            <a:extLst>
              <a:ext uri="{FF2B5EF4-FFF2-40B4-BE49-F238E27FC236}">
                <a16:creationId xmlns:a16="http://schemas.microsoft.com/office/drawing/2014/main" id="{A8F38EAB-8863-4F94-ACD0-B6D27373BCC1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5"/>
            </p:custDataLst>
          </p:nvPr>
        </p:nvSpPr>
        <p:spPr>
          <a:xfrm>
            <a:off x="551942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1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6C219131-971A-4BF6-8DFB-186691126F2C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B280F3D7-8B5E-4751-907E-C1D9BEBFDCB8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5" name="Disclaimer-English (United States)">
            <a:extLst>
              <a:ext uri="{FF2B5EF4-FFF2-40B4-BE49-F238E27FC236}">
                <a16:creationId xmlns:a16="http://schemas.microsoft.com/office/drawing/2014/main" id="{365FDE2E-B4AC-48A0-8D5A-94F648AEA896}"/>
              </a:ext>
            </a:extLst>
          </p:cNvPr>
          <p:cNvSpPr>
            <a:spLocks noChangeArrowheads="1"/>
          </p:cNvSpPr>
          <p:nvPr userDrawn="1">
            <p:custDataLst>
              <p:tags r:id="rId8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CONFIDENTIAL AND PROPRIETARY | © [#]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</a:p>
        </p:txBody>
      </p:sp>
      <p:grpSp>
        <p:nvGrpSpPr>
          <p:cNvPr id="11" name="logoimage">
            <a:extLst>
              <a:ext uri="{FF2B5EF4-FFF2-40B4-BE49-F238E27FC236}">
                <a16:creationId xmlns:a16="http://schemas.microsoft.com/office/drawing/2014/main" id="{1CF91F61-1A9C-80E4-FFA2-69DB20BBACC3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18" name="AutoShape 3">
              <a:extLst>
                <a:ext uri="{FF2B5EF4-FFF2-40B4-BE49-F238E27FC236}">
                  <a16:creationId xmlns:a16="http://schemas.microsoft.com/office/drawing/2014/main" id="{E8A472B5-EC20-41F1-91D8-281D2B5D8D1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  <p:sp>
          <p:nvSpPr>
            <p:cNvPr id="22" name="Freeform 5">
              <a:extLst>
                <a:ext uri="{FF2B5EF4-FFF2-40B4-BE49-F238E27FC236}">
                  <a16:creationId xmlns:a16="http://schemas.microsoft.com/office/drawing/2014/main" id="{B5153A5B-4B89-4D4A-96F0-F9AFF4E7D0F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885933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308568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F95EE31F-4647-48C1-8F33-15A7FC3D3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5. Source" hidden="1">
            <a:extLst>
              <a:ext uri="{FF2B5EF4-FFF2-40B4-BE49-F238E27FC236}">
                <a16:creationId xmlns:a16="http://schemas.microsoft.com/office/drawing/2014/main" id="{0CC39C66-1ED1-4BBF-87FB-6C74C9A461BE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2" name="2. Slide Title">
            <a:extLst>
              <a:ext uri="{FF2B5EF4-FFF2-40B4-BE49-F238E27FC236}">
                <a16:creationId xmlns:a16="http://schemas.microsoft.com/office/drawing/2014/main" id="{0BDEB94E-58BF-43E2-8FF2-DCDA24AD4E9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A865C2CC-D12C-4517-9906-7CCD161322EB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FE52895E-A8CE-4207-AC48-2296C3D0140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4515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86177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74A6D15-9D93-480F-A207-CA245151AE2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33F722E2-991C-4728-97C9-8D281DB3C59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86FA29AF-027A-4D55-B276-E2DD256DB9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9219664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8CFBA6B2-A084-4532-80C0-2629A5553A7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677DA9EB-F148-4622-AB71-9F38D348578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93728AF3-A71A-4C7A-97DE-605BB9E1802D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282945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0A466E0-AD73-4F3A-9B78-5C1BB1238B1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1429864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0A466E0-AD73-4F3A-9B78-5C1BB1238B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52DFA4F-F49F-468D-B19A-F0D9ACACF90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E222DC4C-FD9F-4495-B0EA-3E6F1E35596A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C4B822-CA6B-4F05-8715-F74C6D5D34B1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376B40D-309A-4442-81B2-638CDEBB2F7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54D7CBA4-82F6-465D-A903-99498223AB1A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7750153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65A42E5-8A95-48CC-91A7-EC09BEF8D2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813966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65A42E5-8A95-48CC-91A7-EC09BEF8D2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96343A1-B4C8-41A2-9540-F666771DD09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FB296734-15F7-4BDF-BF7F-AD560B3E09D7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/>
              <a:t>“Click to add quote</a:t>
            </a:r>
          </a:p>
        </p:txBody>
      </p:sp>
      <p:sp>
        <p:nvSpPr>
          <p:cNvPr id="9" name="3. Subtitle">
            <a:extLst>
              <a:ext uri="{FF2B5EF4-FFF2-40B4-BE49-F238E27FC236}">
                <a16:creationId xmlns:a16="http://schemas.microsoft.com/office/drawing/2014/main" id="{F91EA195-0A6B-4141-BE0A-C29B8632D98B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add quote source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085514-D1F6-4D77-A23F-C5C66C21AB2E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C5FBD0AF-1EDD-41EB-9A6E-173435ADFFE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F4C99502-105F-4A25-9FB4-3478945E9EF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3126788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3A3BA4A-22A3-4843-892F-E42C155B428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599482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3A3BA4A-22A3-4843-892F-E42C155B42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BF2AED7-361B-4221-9AF6-77A108DA0C2B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7C125983-42A9-42F7-AA00-F56CD87B28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vert="horz" anchor="b"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D41FF9F-DFB7-4DFF-B338-08A2CA649393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064AC035-5239-45FF-8383-33CBCD30D33E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3DF66089-C2CC-4E6A-A7ED-0B333FCF2C4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9896470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6AD2A36-39D2-411F-97A0-A924098965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03786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6AD2A36-39D2-411F-97A0-A924098965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4E67A342-8C8E-4A76-A2F2-1541645630AD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F2EA5A09-84EC-4368-8C76-0BEA141A4333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vert="horz" wrap="square" anchor="b">
            <a:noAutofit/>
          </a:bodyPr>
          <a:lstStyle>
            <a:lvl1pPr algn="l"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4BAE0A91-D3D3-4C9A-9F81-3C13D960A341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6BA86AD8-0ECF-4EA8-B346-D8EA2716E80C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EDC5E9D8-BFBA-409D-B6E5-65A580E73B6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0172942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5793B5E-3475-4FCD-8164-7A168B5C1B4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05355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5793B5E-3475-4FCD-8164-7A168B5C1B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89D8F9-1075-4B52-8375-8D4A2673D84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DF67D7DC-1A5A-4301-93C0-59BCC9FE6A85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3. Subtitle">
            <a:extLst>
              <a:ext uri="{FF2B5EF4-FFF2-40B4-BE49-F238E27FC236}">
                <a16:creationId xmlns:a16="http://schemas.microsoft.com/office/drawing/2014/main" id="{08590DB3-FFB4-489D-B120-ADFDC12014DE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CC3A7643-6C17-4DEC-88AD-F79B0F2E7A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185615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521400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4A5E485D-7560-4AEC-8D55-C1425B9D1F47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F1301516-07B7-4BE0-9669-E93BD5C22D1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/>
              <a:t>Click to edit Master subtitle style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D374A786-7E98-4488-A29B-98B4E357E7B8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2" y="78768"/>
            <a:ext cx="3466942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4385532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B19533A-7C36-4239-BCB1-336E4EF4EA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70600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B19533A-7C36-4239-BCB1-336E4EF4EA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8F94EA0-F844-4358-BAB1-09AA056D6AC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err="1">
              <a:ln>
                <a:noFill/>
              </a:ln>
              <a:solidFill>
                <a:srgbClr val="051C2C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2" name="RectangleLight">
            <a:extLst>
              <a:ext uri="{FF2B5EF4-FFF2-40B4-BE49-F238E27FC236}">
                <a16:creationId xmlns:a16="http://schemas.microsoft.com/office/drawing/2014/main" id="{65BA59B8-E166-40EF-A08B-73C27149A153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7387EF73-467A-4B89-B365-A62C8CF7BE39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7918704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7" name="3. Subtitle">
            <a:extLst>
              <a:ext uri="{FF2B5EF4-FFF2-40B4-BE49-F238E27FC236}">
                <a16:creationId xmlns:a16="http://schemas.microsoft.com/office/drawing/2014/main" id="{274629CD-1AB4-49FA-9F53-76F3C2EB06BF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/>
              <a:t>Click to edit Master subtitle style</a:t>
            </a:r>
          </a:p>
        </p:txBody>
      </p:sp>
      <p:sp>
        <p:nvSpPr>
          <p:cNvPr id="28" name="1. On-page tracker">
            <a:extLst>
              <a:ext uri="{FF2B5EF4-FFF2-40B4-BE49-F238E27FC236}">
                <a16:creationId xmlns:a16="http://schemas.microsoft.com/office/drawing/2014/main" id="{DF5FDB83-729E-495E-B061-EB75DD93AD7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8687019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B8ACA33-401E-43F4-A170-DD6C5D984D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91802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B8ACA33-401E-43F4-A170-DD6C5D984D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34231008-BBCB-47D1-91D5-881CAE172F7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0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16" name="2. Slide Title">
            <a:extLst>
              <a:ext uri="{FF2B5EF4-FFF2-40B4-BE49-F238E27FC236}">
                <a16:creationId xmlns:a16="http://schemas.microsoft.com/office/drawing/2014/main" id="{A6572372-0AB1-4E81-BB71-21DAADA26CB0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ECA9DF7A-E368-4E06-81DB-9573DB7F92EA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0343DE71-74EF-4CF3-AB14-F26D4241805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78379239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277506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61BAB226-116B-4061-AAA6-FA0B19E0A17E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3200"/>
            <a:ext cx="3465576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901EC9FA-65C7-4AC6-A9AC-B43BD4264291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3661200"/>
            <a:ext cx="3465576" cy="244800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/>
              <a:t>Click to edit Master subtitle style</a:t>
            </a:r>
          </a:p>
        </p:txBody>
      </p:sp>
      <p:sp>
        <p:nvSpPr>
          <p:cNvPr id="23" name="1. On-page tracker">
            <a:extLst>
              <a:ext uri="{FF2B5EF4-FFF2-40B4-BE49-F238E27FC236}">
                <a16:creationId xmlns:a16="http://schemas.microsoft.com/office/drawing/2014/main" id="{A75CDD39-93AC-4160-B69B-06F75E5A85A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8794959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713505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931FDB32-E5DC-4F7F-A1B1-FB3CC830903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7"/>
            </p:custDataLst>
          </p:nvPr>
        </p:nvSpPr>
        <p:spPr>
          <a:xfrm>
            <a:off x="554736" y="2743200"/>
            <a:ext cx="2514600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04057707-3F89-441E-A13E-6FCB40A78D50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554736" y="3661200"/>
            <a:ext cx="2514600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/>
              <a:t>Click to edit subtitle style</a:t>
            </a:r>
          </a:p>
        </p:txBody>
      </p:sp>
      <p:sp>
        <p:nvSpPr>
          <p:cNvPr id="26" name="1. On-page tracker">
            <a:extLst>
              <a:ext uri="{FF2B5EF4-FFF2-40B4-BE49-F238E27FC236}">
                <a16:creationId xmlns:a16="http://schemas.microsoft.com/office/drawing/2014/main" id="{95F50EB6-435E-4A8C-B188-9BE2198DB2B9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37988556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67B1A162-B59D-4B89-B39B-FBDD9E751175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4511BB28-C86B-4C18-B1A3-EF33CF458B8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54640795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LogoText">
            <a:extLst>
              <a:ext uri="{FF2B5EF4-FFF2-40B4-BE49-F238E27FC236}">
                <a16:creationId xmlns:a16="http://schemas.microsoft.com/office/drawing/2014/main" id="{2F705A80-1DB0-43C3-A71A-9587E6BCC3AD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4833D5AF-2A75-4978-AA54-00BA594BBA72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8684DB6-320C-4E95-A29C-791B412C816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AD9436C5-E5F5-42BD-9013-D04449180E92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196490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ackground">
            <a:extLst>
              <a:ext uri="{FF2B5EF4-FFF2-40B4-BE49-F238E27FC236}">
                <a16:creationId xmlns:a16="http://schemas.microsoft.com/office/drawing/2014/main" id="{CA123D5B-74B8-F064-78F4-0D9EDB033343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D491B0EE-37B4-4A8C-9C8F-48909747EA0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422630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D491B0EE-37B4-4A8C-9C8F-48909747EA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3" name="logoimage">
            <a:extLst>
              <a:ext uri="{FF2B5EF4-FFF2-40B4-BE49-F238E27FC236}">
                <a16:creationId xmlns:a16="http://schemas.microsoft.com/office/drawing/2014/main" id="{AD0997EF-FD61-992F-A8FF-31AE0FC310F2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1"/>
            <a:ext cx="1893202" cy="585216"/>
            <a:chOff x="549271" y="481161"/>
            <a:chExt cx="1893202" cy="585216"/>
          </a:xfrm>
        </p:grpSpPr>
        <p:sp>
          <p:nvSpPr>
            <p:cNvPr id="8" name="AutoShape 3">
              <a:extLst>
                <a:ext uri="{FF2B5EF4-FFF2-40B4-BE49-F238E27FC236}">
                  <a16:creationId xmlns:a16="http://schemas.microsoft.com/office/drawing/2014/main" id="{FD120780-E7D0-42EA-AB5A-363335299EB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1"/>
              <a:ext cx="1893202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A9C60168-96E8-4CC3-91EC-B2F7F57959D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8"/>
              <a:ext cx="1893202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</p:grp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EED9D83D-9CC3-45F3-876D-CC42BC0B70E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3897050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tags" Target="../tags/tag2.xml"/><Relationship Id="rId17" Type="http://schemas.openxmlformats.org/officeDocument/2006/relationships/tags" Target="../tags/tag3.xml"/><Relationship Id="rId18" Type="http://schemas.openxmlformats.org/officeDocument/2006/relationships/tags" Target="../tags/tag4.xml"/><Relationship Id="rId19" Type="http://schemas.openxmlformats.org/officeDocument/2006/relationships/tags" Target="../tags/tag5.xml"/><Relationship Id="rId20" Type="http://schemas.openxmlformats.org/officeDocument/2006/relationships/tags" Target="../tags/tag6.xml"/><Relationship Id="rId21" Type="http://schemas.openxmlformats.org/officeDocument/2006/relationships/tags" Target="../tags/tag7.xml"/><Relationship Id="rId22" Type="http://schemas.openxmlformats.org/officeDocument/2006/relationships/tags" Target="../tags/tag8.xml"/><Relationship Id="rId23" Type="http://schemas.openxmlformats.org/officeDocument/2006/relationships/tags" Target="../tags/tag9.xml"/><Relationship Id="rId24" Type="http://schemas.openxmlformats.org/officeDocument/2006/relationships/tags" Target="../tags/tag10.xml"/><Relationship Id="rId25" Type="http://schemas.openxmlformats.org/officeDocument/2006/relationships/tags" Target="../tags/tag11.xml"/><Relationship Id="rId26" Type="http://schemas.openxmlformats.org/officeDocument/2006/relationships/tags" Target="../tags/tag12.xml"/><Relationship Id="rId27" Type="http://schemas.openxmlformats.org/officeDocument/2006/relationships/tags" Target="../tags/tag13.xml"/><Relationship Id="rId28" Type="http://schemas.openxmlformats.org/officeDocument/2006/relationships/tags" Target="../tags/tag14.xml"/><Relationship Id="rId29" Type="http://schemas.openxmlformats.org/officeDocument/2006/relationships/tags" Target="../tags/tag15.xml"/><Relationship Id="rId30" Type="http://schemas.openxmlformats.org/officeDocument/2006/relationships/tags" Target="../tags/tag16.xml"/><Relationship Id="rId31" Type="http://schemas.openxmlformats.org/officeDocument/2006/relationships/tags" Target="../tags/tag17.xml"/><Relationship Id="rId32" Type="http://schemas.openxmlformats.org/officeDocument/2006/relationships/tags" Target="../tags/tag18.xml"/><Relationship Id="rId33" Type="http://schemas.openxmlformats.org/officeDocument/2006/relationships/tags" Target="../tags/tag19.xml"/><Relationship Id="rId34" Type="http://schemas.openxmlformats.org/officeDocument/2006/relationships/tags" Target="../tags/tag20.xml"/><Relationship Id="rId35" Type="http://schemas.openxmlformats.org/officeDocument/2006/relationships/tags" Target="../tags/tag21.xml"/><Relationship Id="rId36" Type="http://schemas.openxmlformats.org/officeDocument/2006/relationships/tags" Target="../tags/tag22.xml"/><Relationship Id="rId37" Type="http://schemas.openxmlformats.org/officeDocument/2006/relationships/oleObject" Target="../embeddings/oleObject1.bin"/><Relationship Id="rId38" Type="http://schemas.openxmlformats.org/officeDocument/2006/relationships/image" Target="../media/image1.emf"/><Relationship Id="rId39" Type="http://schemas.openxmlformats.org/officeDocument/2006/relationships/image" Target="../media/image2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28.xml"/><Relationship Id="rId15" Type="http://schemas.openxmlformats.org/officeDocument/2006/relationships/slideLayout" Target="../slideLayouts/slideLayout29.xml"/><Relationship Id="rId16" Type="http://schemas.openxmlformats.org/officeDocument/2006/relationships/slideLayout" Target="../slideLayouts/slideLayout30.xml"/><Relationship Id="rId17" Type="http://schemas.openxmlformats.org/officeDocument/2006/relationships/slideLayout" Target="../slideLayouts/slideLayout31.xml"/><Relationship Id="rId18" Type="http://schemas.openxmlformats.org/officeDocument/2006/relationships/theme" Target="../theme/theme2.xml"/><Relationship Id="rId19" Type="http://schemas.openxmlformats.org/officeDocument/2006/relationships/tags" Target="../tags/tag120.xml"/><Relationship Id="rId20" Type="http://schemas.openxmlformats.org/officeDocument/2006/relationships/tags" Target="../tags/tag121.xml"/><Relationship Id="rId21" Type="http://schemas.openxmlformats.org/officeDocument/2006/relationships/tags" Target="../tags/tag122.xml"/><Relationship Id="rId22" Type="http://schemas.openxmlformats.org/officeDocument/2006/relationships/tags" Target="../tags/tag123.xml"/><Relationship Id="rId23" Type="http://schemas.openxmlformats.org/officeDocument/2006/relationships/tags" Target="../tags/tag124.xml"/><Relationship Id="rId24" Type="http://schemas.openxmlformats.org/officeDocument/2006/relationships/tags" Target="../tags/tag125.xml"/><Relationship Id="rId25" Type="http://schemas.openxmlformats.org/officeDocument/2006/relationships/tags" Target="../tags/tag126.xml"/><Relationship Id="rId26" Type="http://schemas.openxmlformats.org/officeDocument/2006/relationships/tags" Target="../tags/tag127.xml"/><Relationship Id="rId27" Type="http://schemas.openxmlformats.org/officeDocument/2006/relationships/tags" Target="../tags/tag128.xml"/><Relationship Id="rId28" Type="http://schemas.openxmlformats.org/officeDocument/2006/relationships/tags" Target="../tags/tag129.xml"/><Relationship Id="rId29" Type="http://schemas.openxmlformats.org/officeDocument/2006/relationships/tags" Target="../tags/tag130.xml"/><Relationship Id="rId30" Type="http://schemas.openxmlformats.org/officeDocument/2006/relationships/tags" Target="../tags/tag131.xml"/><Relationship Id="rId31" Type="http://schemas.openxmlformats.org/officeDocument/2006/relationships/tags" Target="../tags/tag132.xml"/><Relationship Id="rId32" Type="http://schemas.openxmlformats.org/officeDocument/2006/relationships/tags" Target="../tags/tag133.xml"/><Relationship Id="rId33" Type="http://schemas.openxmlformats.org/officeDocument/2006/relationships/tags" Target="../tags/tag134.xml"/><Relationship Id="rId34" Type="http://schemas.openxmlformats.org/officeDocument/2006/relationships/tags" Target="../tags/tag135.xml"/><Relationship Id="rId35" Type="http://schemas.openxmlformats.org/officeDocument/2006/relationships/tags" Target="../tags/tag136.xml"/><Relationship Id="rId36" Type="http://schemas.openxmlformats.org/officeDocument/2006/relationships/tags" Target="../tags/tag137.xml"/><Relationship Id="rId37" Type="http://schemas.openxmlformats.org/officeDocument/2006/relationships/tags" Target="../tags/tag138.xml"/><Relationship Id="rId38" Type="http://schemas.openxmlformats.org/officeDocument/2006/relationships/tags" Target="../tags/tag139.xml"/><Relationship Id="rId39" Type="http://schemas.openxmlformats.org/officeDocument/2006/relationships/tags" Target="../tags/tag140.xml"/><Relationship Id="rId40" Type="http://schemas.openxmlformats.org/officeDocument/2006/relationships/oleObject" Target="../embeddings/oleObject11.bin"/><Relationship Id="rId41" Type="http://schemas.openxmlformats.org/officeDocument/2006/relationships/image" Target="../media/image5.emf"/><Relationship Id="rId42" Type="http://schemas.openxmlformats.org/officeDocument/2006/relationships/image" Target="../media/image8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5842838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413" imgH="416" progId="TCLayout.ActiveDocument.1">
                  <p:embed/>
                </p:oleObj>
              </mc:Choice>
              <mc:Fallback>
                <p:oleObj name="think-cell Slide" r:id="rId37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194173E-7BB3-47F4-8EAD-18BFC563F97A}"/>
              </a:ext>
            </a:extLst>
          </p:cNvPr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18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 userDrawn="1">
            <p:custDataLst>
              <p:tags r:id="rId19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0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192DB789-515B-4504-BE53-6445F2427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6" name="Grid" hidden="1">
            <a:extLst>
              <a:ext uri="{FF2B5EF4-FFF2-40B4-BE49-F238E27FC236}">
                <a16:creationId xmlns:a16="http://schemas.microsoft.com/office/drawing/2014/main" id="{6579EC00-B6CE-6B6A-27BD-68A33477E9F1}"/>
              </a:ext>
            </a:extLst>
          </p:cNvPr>
          <p:cNvPicPr>
            <a:picLocks noChangeAspect="1"/>
          </p:cNvPicPr>
          <p:nvPr userDrawn="1">
            <p:custDataLst>
              <p:tags r:id="rId2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grpSp>
        <p:nvGrpSpPr>
          <p:cNvPr id="187" name="LegendBoxes" hidden="1">
            <a:extLst>
              <a:ext uri="{FF2B5EF4-FFF2-40B4-BE49-F238E27FC236}">
                <a16:creationId xmlns:a16="http://schemas.microsoft.com/office/drawing/2014/main" id="{5048A9C9-0655-49B2-A283-6A54678F321B}"/>
              </a:ext>
            </a:extLst>
          </p:cNvPr>
          <p:cNvGrpSpPr/>
          <p:nvPr userDrawn="1"/>
        </p:nvGrpSpPr>
        <p:grpSpPr>
          <a:xfrm>
            <a:off x="10728000" y="4323600"/>
            <a:ext cx="984864" cy="1717282"/>
            <a:chOff x="9585951" y="2980105"/>
            <a:chExt cx="984864" cy="1717282"/>
          </a:xfrm>
        </p:grpSpPr>
        <p:sp>
          <p:nvSpPr>
            <p:cNvPr id="188" name="RectangleLegend1">
              <a:extLst>
                <a:ext uri="{FF2B5EF4-FFF2-40B4-BE49-F238E27FC236}">
                  <a16:creationId xmlns:a16="http://schemas.microsoft.com/office/drawing/2014/main" id="{8F219674-AEDF-41A7-B3C3-07BD8D165776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2">
              <a:extLst>
                <a:ext uri="{FF2B5EF4-FFF2-40B4-BE49-F238E27FC236}">
                  <a16:creationId xmlns:a16="http://schemas.microsoft.com/office/drawing/2014/main" id="{76884974-3CCD-4F11-B109-02708F18B04E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3">
              <a:extLst>
                <a:ext uri="{FF2B5EF4-FFF2-40B4-BE49-F238E27FC236}">
                  <a16:creationId xmlns:a16="http://schemas.microsoft.com/office/drawing/2014/main" id="{D440B2EC-6FE5-4259-BA11-DC2E3B68E637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RectangleLegend4">
              <a:extLst>
                <a:ext uri="{FF2B5EF4-FFF2-40B4-BE49-F238E27FC236}">
                  <a16:creationId xmlns:a16="http://schemas.microsoft.com/office/drawing/2014/main" id="{52FE9D34-332E-47CD-94B8-12A069181C03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2" name="RectangleLegend5">
              <a:extLst>
                <a:ext uri="{FF2B5EF4-FFF2-40B4-BE49-F238E27FC236}">
                  <a16:creationId xmlns:a16="http://schemas.microsoft.com/office/drawing/2014/main" id="{1D6EA8D9-42BE-4743-876B-1050D1436021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3" name="Legend1">
              <a:extLst>
                <a:ext uri="{FF2B5EF4-FFF2-40B4-BE49-F238E27FC236}">
                  <a16:creationId xmlns:a16="http://schemas.microsoft.com/office/drawing/2014/main" id="{50F3208A-D1A9-4DEE-B968-1381D0DE88E8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4" name="Legend2">
              <a:extLst>
                <a:ext uri="{FF2B5EF4-FFF2-40B4-BE49-F238E27FC236}">
                  <a16:creationId xmlns:a16="http://schemas.microsoft.com/office/drawing/2014/main" id="{69AC8C80-52E4-4497-A147-009E23FB42A5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5" name="Legend3">
              <a:extLst>
                <a:ext uri="{FF2B5EF4-FFF2-40B4-BE49-F238E27FC236}">
                  <a16:creationId xmlns:a16="http://schemas.microsoft.com/office/drawing/2014/main" id="{218BEB5C-C19E-451D-B538-56A492CF74C6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6" name="Legend4">
              <a:extLst>
                <a:ext uri="{FF2B5EF4-FFF2-40B4-BE49-F238E27FC236}">
                  <a16:creationId xmlns:a16="http://schemas.microsoft.com/office/drawing/2014/main" id="{B77C1590-32D9-4A52-8AF0-454D06E80BF2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7" name="Legend5">
              <a:extLst>
                <a:ext uri="{FF2B5EF4-FFF2-40B4-BE49-F238E27FC236}">
                  <a16:creationId xmlns:a16="http://schemas.microsoft.com/office/drawing/2014/main" id="{A40A9DB6-E1B2-47A6-8B66-4FCDC31DD60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A74D0957-B8E1-0203-5942-B3CDCECEFC07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A579D789-E781-7373-9902-2ED2044F84A0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AE219666-526F-9C6F-0799-DEDE1ED7C6B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22CE313E-44F3-0F57-9118-789F5A7E4BE2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D0B5E1D7-1CD7-D84F-3620-B4FA0EF324DB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F40C396B-7721-8A80-0BC4-C8F93B6E54CA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D19BD4EA-9682-50D3-B979-152445E49E10}"/>
                </a:ext>
              </a:extLst>
            </p:cNvPr>
            <p:cNvGrpSpPr>
              <a:grpSpLocks noChangeAspect="1"/>
            </p:cNvGrpSpPr>
            <p:nvPr>
              <p:custDataLst>
                <p:tags r:id="rId22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4A0B6C31-1F56-F41C-44CD-9D5FBF4D0344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Arc 24" hidden="1">
                <a:extLst>
                  <a:ext uri="{FF2B5EF4-FFF2-40B4-BE49-F238E27FC236}">
                    <a16:creationId xmlns:a16="http://schemas.microsoft.com/office/drawing/2014/main" id="{B50CF1FE-8D31-700D-F0C2-ACB607372AE4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E34FB525-F2A2-061A-A353-799809BF5FC7}"/>
                </a:ext>
              </a:extLst>
            </p:cNvPr>
            <p:cNvGrpSpPr>
              <a:grpSpLocks noChangeAspect="1"/>
            </p:cNvGrpSpPr>
            <p:nvPr>
              <p:custDataLst>
                <p:tags r:id="rId23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DC6EA1B-42E3-0F8A-87FD-05CAF1FDA5FA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349961EB-4044-DDFA-0CF7-F5D66FDD64FA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81D58525-2DB4-58E3-4841-2B88C4F9BBE1}"/>
                </a:ext>
              </a:extLst>
            </p:cNvPr>
            <p:cNvGrpSpPr>
              <a:grpSpLocks noChangeAspect="1"/>
            </p:cNvGrpSpPr>
            <p:nvPr>
              <p:custDataLst>
                <p:tags r:id="rId24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D052903-9CD8-AB5E-E69F-03405F848828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Arc 20">
                <a:extLst>
                  <a:ext uri="{FF2B5EF4-FFF2-40B4-BE49-F238E27FC236}">
                    <a16:creationId xmlns:a16="http://schemas.microsoft.com/office/drawing/2014/main" id="{BB370F7E-886E-6962-667A-24DD8C636B1C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12DC2918-BD74-B2EB-0BB2-D46E7084496E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8309338-2E0C-8EAB-278B-36BB84E8955A}"/>
                  </a:ext>
                </a:extLst>
              </p:cNvPr>
              <p:cNvSpPr/>
              <p:nvPr>
                <p:custDataLst>
                  <p:tags r:id="rId2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Arc 18">
                <a:extLst>
                  <a:ext uri="{FF2B5EF4-FFF2-40B4-BE49-F238E27FC236}">
                    <a16:creationId xmlns:a16="http://schemas.microsoft.com/office/drawing/2014/main" id="{28AA2C47-9903-4C18-8098-1106BE8B1977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85016F10-0401-6973-A0D0-23D227FF8FED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8041A10-C91C-7EF2-F7EA-D1D0412188C6}"/>
                  </a:ext>
                </a:extLst>
              </p:cNvPr>
              <p:cNvSpPr/>
              <p:nvPr>
                <p:custDataLst>
                  <p:tags r:id="rId2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B1A7ADC8-55DF-963B-3C8A-AAB44F2EF672}"/>
                  </a:ext>
                </a:extLst>
              </p:cNvPr>
              <p:cNvSpPr/>
              <p:nvPr>
                <p:custDataLst>
                  <p:tags r:id="rId2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9" name="Sticker" hidden="1">
            <a:extLst>
              <a:ext uri="{FF2B5EF4-FFF2-40B4-BE49-F238E27FC236}">
                <a16:creationId xmlns:a16="http://schemas.microsoft.com/office/drawing/2014/main" id="{2FA9271D-5EE0-4D66-9FDF-E4D1535949E8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8192" y="1289273"/>
            <a:ext cx="429605" cy="156997"/>
            <a:chOff x="8456447" y="272180"/>
            <a:chExt cx="322188" cy="156966"/>
          </a:xfrm>
        </p:grpSpPr>
        <p:sp>
          <p:nvSpPr>
            <p:cNvPr id="170" name="StickerRectangle">
              <a:extLst>
                <a:ext uri="{FF2B5EF4-FFF2-40B4-BE49-F238E27FC236}">
                  <a16:creationId xmlns:a16="http://schemas.microsoft.com/office/drawing/2014/main" id="{27342EFB-A6AF-4379-A9C9-4F8DD97D160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71" name="StickerUnderline">
              <a:extLst>
                <a:ext uri="{FF2B5EF4-FFF2-40B4-BE49-F238E27FC236}">
                  <a16:creationId xmlns:a16="http://schemas.microsoft.com/office/drawing/2014/main" id="{AC518518-EC41-445B-B558-9DBD24A778EA}"/>
                </a:ext>
              </a:extLst>
            </p:cNvPr>
            <p:cNvCxnSpPr>
              <a:cxnSpLocks noChangeShapeType="1"/>
              <a:stCxn id="170" idx="4"/>
              <a:endCxn id="170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79" name="LegendLines" hidden="1">
            <a:extLst>
              <a:ext uri="{FF2B5EF4-FFF2-40B4-BE49-F238E27FC236}">
                <a16:creationId xmlns:a16="http://schemas.microsoft.com/office/drawing/2014/main" id="{BA3F11B7-574B-46B5-AA05-051B7C0195CA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80" name="Legend1">
              <a:extLst>
                <a:ext uri="{FF2B5EF4-FFF2-40B4-BE49-F238E27FC236}">
                  <a16:creationId xmlns:a16="http://schemas.microsoft.com/office/drawing/2014/main" id="{A89F3277-B9B0-4605-94B5-1A0F3CF3FD94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1" name="Legend2">
              <a:extLst>
                <a:ext uri="{FF2B5EF4-FFF2-40B4-BE49-F238E27FC236}">
                  <a16:creationId xmlns:a16="http://schemas.microsoft.com/office/drawing/2014/main" id="{728FD0F6-6F17-4DBC-A433-275600325C11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2" name="Legend3">
              <a:extLst>
                <a:ext uri="{FF2B5EF4-FFF2-40B4-BE49-F238E27FC236}">
                  <a16:creationId xmlns:a16="http://schemas.microsoft.com/office/drawing/2014/main" id="{824D0AAE-0E8B-4539-A5E0-724A7C2C5FB7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3" name="LineLegend3">
              <a:extLst>
                <a:ext uri="{FF2B5EF4-FFF2-40B4-BE49-F238E27FC236}">
                  <a16:creationId xmlns:a16="http://schemas.microsoft.com/office/drawing/2014/main" id="{15B966CE-74A4-42D7-84D1-50EE1BD807B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  <p:sp>
          <p:nvSpPr>
            <p:cNvPr id="184" name="LineLegend2">
              <a:extLst>
                <a:ext uri="{FF2B5EF4-FFF2-40B4-BE49-F238E27FC236}">
                  <a16:creationId xmlns:a16="http://schemas.microsoft.com/office/drawing/2014/main" id="{4AD11E2E-205C-4B89-BD31-DA18921C338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  <p:sp>
          <p:nvSpPr>
            <p:cNvPr id="185" name="LineLegend1">
              <a:extLst>
                <a:ext uri="{FF2B5EF4-FFF2-40B4-BE49-F238E27FC236}">
                  <a16:creationId xmlns:a16="http://schemas.microsoft.com/office/drawing/2014/main" id="{393D5D55-EAFF-4EBE-B2CF-AF057C324E6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9229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654" r:id="rId2"/>
    <p:sldLayoutId id="2147483807" r:id="rId3"/>
    <p:sldLayoutId id="2147483800" r:id="rId4"/>
    <p:sldLayoutId id="2147483659" r:id="rId5"/>
    <p:sldLayoutId id="2147483804" r:id="rId6"/>
    <p:sldLayoutId id="2147483886" r:id="rId7"/>
    <p:sldLayoutId id="2147483887" r:id="rId8"/>
    <p:sldLayoutId id="2147483888" r:id="rId9"/>
    <p:sldLayoutId id="2147483889" r:id="rId10"/>
    <p:sldLayoutId id="2147483890" r:id="rId11"/>
    <p:sldLayoutId id="2147483879" r:id="rId12"/>
    <p:sldLayoutId id="2147483706" r:id="rId13"/>
    <p:sldLayoutId id="2147483718" r:id="rId14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08800E62-ECD5-472D-995B-013B57BB4C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23644373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0" imgW="344" imgH="344" progId="TCLayout.ActiveDocument.1">
                  <p:embed/>
                </p:oleObj>
              </mc:Choice>
              <mc:Fallback>
                <p:oleObj name="think-cell Slide" r:id="rId40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08800E62-ECD5-472D-995B-013B57BB4C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1744EB-7E76-4AE2-88F6-C0D4CE03B5BB}"/>
              </a:ext>
            </a:extLst>
          </p:cNvPr>
          <p:cNvSpPr/>
          <p:nvPr userDrawn="1">
            <p:custDataLst>
              <p:tags r:id="rId20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2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3" name="2. Slide Title">
            <a:extLst>
              <a:ext uri="{FF2B5EF4-FFF2-40B4-BE49-F238E27FC236}">
                <a16:creationId xmlns:a16="http://schemas.microsoft.com/office/drawing/2014/main" id="{7C8D601E-A2E1-4979-AE83-B694B9829662}"/>
              </a:ext>
            </a:extLst>
          </p:cNvPr>
          <p:cNvSpPr>
            <a:spLocks noGrp="1"/>
          </p:cNvSpPr>
          <p:nvPr>
            <p:ph type="title"/>
            <p:custDataLst>
              <p:tags r:id="rId22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6A9C4AD8-E579-4AD3-9B92-5A31AC8DD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5" name="Grid" hidden="1">
            <a:extLst>
              <a:ext uri="{FF2B5EF4-FFF2-40B4-BE49-F238E27FC236}">
                <a16:creationId xmlns:a16="http://schemas.microsoft.com/office/drawing/2014/main" id="{4ADF17BC-6AB0-D905-BDC8-DB658360EB6C}"/>
              </a:ext>
            </a:extLst>
          </p:cNvPr>
          <p:cNvPicPr>
            <a:picLocks noChangeAspect="1"/>
          </p:cNvPicPr>
          <p:nvPr userDrawn="1">
            <p:custDataLst>
              <p:tags r:id="rId2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sp>
        <p:nvSpPr>
          <p:cNvPr id="145" name="4. Footnote" hidden="1">
            <a:extLst>
              <a:ext uri="{FF2B5EF4-FFF2-40B4-BE49-F238E27FC236}">
                <a16:creationId xmlns:a16="http://schemas.microsoft.com/office/drawing/2014/main" id="{56E3DC21-21DB-42FE-8721-1BC0E89F13AE}"/>
              </a:ext>
            </a:extLst>
          </p:cNvPr>
          <p:cNvSpPr txBox="1"/>
          <p:nvPr userDrawn="1">
            <p:custDataLst>
              <p:tags r:id="rId24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grpSp>
        <p:nvGrpSpPr>
          <p:cNvPr id="185" name="LegendBoxes" hidden="1">
            <a:extLst>
              <a:ext uri="{FF2B5EF4-FFF2-40B4-BE49-F238E27FC236}">
                <a16:creationId xmlns:a16="http://schemas.microsoft.com/office/drawing/2014/main" id="{28785628-9685-42DD-85C6-4A7FDEAEB9E4}"/>
              </a:ext>
            </a:extLst>
          </p:cNvPr>
          <p:cNvGrpSpPr/>
          <p:nvPr userDrawn="1"/>
        </p:nvGrpSpPr>
        <p:grpSpPr>
          <a:xfrm>
            <a:off x="10722394" y="4323600"/>
            <a:ext cx="984864" cy="1717282"/>
            <a:chOff x="9585951" y="2980105"/>
            <a:chExt cx="984864" cy="1717282"/>
          </a:xfrm>
        </p:grpSpPr>
        <p:sp>
          <p:nvSpPr>
            <p:cNvPr id="186" name="RectangleLegend1">
              <a:extLst>
                <a:ext uri="{FF2B5EF4-FFF2-40B4-BE49-F238E27FC236}">
                  <a16:creationId xmlns:a16="http://schemas.microsoft.com/office/drawing/2014/main" id="{F6C915EA-5130-4DA7-8B9A-5E522A1DBE2F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7" name="RectangleLegend2">
              <a:extLst>
                <a:ext uri="{FF2B5EF4-FFF2-40B4-BE49-F238E27FC236}">
                  <a16:creationId xmlns:a16="http://schemas.microsoft.com/office/drawing/2014/main" id="{056BAC0D-94D9-4BAA-A238-909A42CD485B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8" name="RectangleLegend3">
              <a:extLst>
                <a:ext uri="{FF2B5EF4-FFF2-40B4-BE49-F238E27FC236}">
                  <a16:creationId xmlns:a16="http://schemas.microsoft.com/office/drawing/2014/main" id="{BC7BB400-0474-421B-B1C4-D9D83F8D7025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4">
              <a:extLst>
                <a:ext uri="{FF2B5EF4-FFF2-40B4-BE49-F238E27FC236}">
                  <a16:creationId xmlns:a16="http://schemas.microsoft.com/office/drawing/2014/main" id="{5D84FBCC-8195-429D-ADA2-ADF26D0822E2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5">
              <a:extLst>
                <a:ext uri="{FF2B5EF4-FFF2-40B4-BE49-F238E27FC236}">
                  <a16:creationId xmlns:a16="http://schemas.microsoft.com/office/drawing/2014/main" id="{655825D0-671B-44EC-90C5-7913A4E7BAB9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Legend1">
              <a:extLst>
                <a:ext uri="{FF2B5EF4-FFF2-40B4-BE49-F238E27FC236}">
                  <a16:creationId xmlns:a16="http://schemas.microsoft.com/office/drawing/2014/main" id="{CD018A8B-4FD0-4C99-AA47-D684D1049136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2" name="Legend2">
              <a:extLst>
                <a:ext uri="{FF2B5EF4-FFF2-40B4-BE49-F238E27FC236}">
                  <a16:creationId xmlns:a16="http://schemas.microsoft.com/office/drawing/2014/main" id="{24E194E3-38A9-4A3A-AEBA-D1DCF1935051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3" name="Legend3">
              <a:extLst>
                <a:ext uri="{FF2B5EF4-FFF2-40B4-BE49-F238E27FC236}">
                  <a16:creationId xmlns:a16="http://schemas.microsoft.com/office/drawing/2014/main" id="{DCCF084D-A8B2-46B3-BE03-CFDA8E58B2B9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4" name="Legend4">
              <a:extLst>
                <a:ext uri="{FF2B5EF4-FFF2-40B4-BE49-F238E27FC236}">
                  <a16:creationId xmlns:a16="http://schemas.microsoft.com/office/drawing/2014/main" id="{0E49468C-EFEE-4C9A-BECB-CC10BE34BF4B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5" name="Legend5">
              <a:extLst>
                <a:ext uri="{FF2B5EF4-FFF2-40B4-BE49-F238E27FC236}">
                  <a16:creationId xmlns:a16="http://schemas.microsoft.com/office/drawing/2014/main" id="{443480AB-89E7-497E-A131-91869590BDB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78CA310D-6D76-F64D-43BD-A9F8058D0B83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5EB4C1BD-D02B-BD12-5727-6F58C39BD4CB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760D5CA7-F2EA-45CF-81C8-C3EDA5FA395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EB43A491-1FC0-C08D-DC0F-9312F78D3BB5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41DC0170-C64F-96F4-DD57-F6BBE781B8CA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7E1C2B9C-8B0A-AC6B-B386-E28E8F253128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C1E862B0-BA6B-93BC-31CC-9EDF1CA824BB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4A84F48-2944-98CC-156D-EC5FA62990B9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Arc 23" hidden="1">
                <a:extLst>
                  <a:ext uri="{FF2B5EF4-FFF2-40B4-BE49-F238E27FC236}">
                    <a16:creationId xmlns:a16="http://schemas.microsoft.com/office/drawing/2014/main" id="{49AE9D7C-3BC5-C5DD-0AFA-71D915D9D8D1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3623EFE0-7A55-35A0-763D-A7CCEABC5767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FA3B4311-025C-426B-9E06-BDDA476EF4AE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Arc 21">
                <a:extLst>
                  <a:ext uri="{FF2B5EF4-FFF2-40B4-BE49-F238E27FC236}">
                    <a16:creationId xmlns:a16="http://schemas.microsoft.com/office/drawing/2014/main" id="{9ABB8959-417A-20E2-3BFB-820D653F8B1E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7A7E4CBF-9B94-C8D7-EF8F-9662FD33055A}"/>
                </a:ext>
              </a:extLst>
            </p:cNvPr>
            <p:cNvGrpSpPr>
              <a:grpSpLocks noChangeAspect="1"/>
            </p:cNvGrpSpPr>
            <p:nvPr>
              <p:custDataLst>
                <p:tags r:id="rId27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5A66490-5468-AC46-5ED5-E8212992AFCC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2164DC02-AF00-DEB2-344B-46D05BDC2865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37ACCC41-9C6B-7C20-5C62-B34B467FA718}"/>
                </a:ext>
              </a:extLst>
            </p:cNvPr>
            <p:cNvGrpSpPr>
              <a:grpSpLocks noChangeAspect="1"/>
            </p:cNvGrpSpPr>
            <p:nvPr>
              <p:custDataLst>
                <p:tags r:id="rId28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14731651-049D-FD74-10A9-3B77CDA9C266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Arc 17">
                <a:extLst>
                  <a:ext uri="{FF2B5EF4-FFF2-40B4-BE49-F238E27FC236}">
                    <a16:creationId xmlns:a16="http://schemas.microsoft.com/office/drawing/2014/main" id="{5AADA01A-6C4E-7E32-6930-9C7BE1CCCDFC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E9C1FE7B-027B-2A18-4D77-A6B6DC1EDC9F}"/>
                </a:ext>
              </a:extLst>
            </p:cNvPr>
            <p:cNvGrpSpPr>
              <a:grpSpLocks noChangeAspect="1"/>
            </p:cNvGrpSpPr>
            <p:nvPr>
              <p:custDataLst>
                <p:tags r:id="rId29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5520F20-D7D9-7F64-BF4E-B26721F00ED8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1AC3D5E5-FFBA-7695-4382-807739B76632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7" name="Sticker" hidden="1">
            <a:extLst>
              <a:ext uri="{FF2B5EF4-FFF2-40B4-BE49-F238E27FC236}">
                <a16:creationId xmlns:a16="http://schemas.microsoft.com/office/drawing/2014/main" id="{174FA759-1A16-45E2-B8DB-6AC61DFC92D4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9460" y="1289273"/>
            <a:ext cx="428337" cy="156997"/>
            <a:chOff x="8456447" y="272180"/>
            <a:chExt cx="322188" cy="156966"/>
          </a:xfrm>
        </p:grpSpPr>
        <p:sp>
          <p:nvSpPr>
            <p:cNvPr id="168" name="StickerRectangle">
              <a:extLst>
                <a:ext uri="{FF2B5EF4-FFF2-40B4-BE49-F238E27FC236}">
                  <a16:creationId xmlns:a16="http://schemas.microsoft.com/office/drawing/2014/main" id="{99FB5892-A9FF-4D0E-8661-19A39D5E096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69" name="StickerUnderline">
              <a:extLst>
                <a:ext uri="{FF2B5EF4-FFF2-40B4-BE49-F238E27FC236}">
                  <a16:creationId xmlns:a16="http://schemas.microsoft.com/office/drawing/2014/main" id="{B821CB31-49E5-49E7-966F-3C5449557168}"/>
                </a:ext>
              </a:extLst>
            </p:cNvPr>
            <p:cNvCxnSpPr>
              <a:cxnSpLocks noChangeShapeType="1"/>
              <a:stCxn id="168" idx="4"/>
              <a:endCxn id="168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44" name="LegendLines" hidden="1">
            <a:extLst>
              <a:ext uri="{FF2B5EF4-FFF2-40B4-BE49-F238E27FC236}">
                <a16:creationId xmlns:a16="http://schemas.microsoft.com/office/drawing/2014/main" id="{96520A0D-E8D0-48B5-8162-BA1976A5C3E1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70" name="Legend1">
              <a:extLst>
                <a:ext uri="{FF2B5EF4-FFF2-40B4-BE49-F238E27FC236}">
                  <a16:creationId xmlns:a16="http://schemas.microsoft.com/office/drawing/2014/main" id="{D5E27233-7661-43E0-8C1B-859EBE562598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71" name="Legend2">
              <a:extLst>
                <a:ext uri="{FF2B5EF4-FFF2-40B4-BE49-F238E27FC236}">
                  <a16:creationId xmlns:a16="http://schemas.microsoft.com/office/drawing/2014/main" id="{215BA769-FC3A-4971-81E8-16C8E7138029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72" name="Legend3">
              <a:extLst>
                <a:ext uri="{FF2B5EF4-FFF2-40B4-BE49-F238E27FC236}">
                  <a16:creationId xmlns:a16="http://schemas.microsoft.com/office/drawing/2014/main" id="{75880242-A8D7-441D-805E-B817DF5CA854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73" name="LineLegend3">
              <a:extLst>
                <a:ext uri="{FF2B5EF4-FFF2-40B4-BE49-F238E27FC236}">
                  <a16:creationId xmlns:a16="http://schemas.microsoft.com/office/drawing/2014/main" id="{5C3089E9-5649-4103-BA5F-72175F24BEF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  <p:sp>
          <p:nvSpPr>
            <p:cNvPr id="174" name="LineLegend2">
              <a:extLst>
                <a:ext uri="{FF2B5EF4-FFF2-40B4-BE49-F238E27FC236}">
                  <a16:creationId xmlns:a16="http://schemas.microsoft.com/office/drawing/2014/main" id="{70A7CFCE-D526-433E-9FBC-6DEF2F5E9EB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  <p:sp>
          <p:nvSpPr>
            <p:cNvPr id="175" name="LineLegend1">
              <a:extLst>
                <a:ext uri="{FF2B5EF4-FFF2-40B4-BE49-F238E27FC236}">
                  <a16:creationId xmlns:a16="http://schemas.microsoft.com/office/drawing/2014/main" id="{4AD9EC0A-8F45-49FA-BB0F-195682A6F6BE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86525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70" r:id="rId5"/>
    <p:sldLayoutId id="2147483871" r:id="rId6"/>
    <p:sldLayoutId id="2147483891" r:id="rId7"/>
    <p:sldLayoutId id="2147483892" r:id="rId8"/>
    <p:sldLayoutId id="2147483893" r:id="rId9"/>
    <p:sldLayoutId id="2147483894" r:id="rId10"/>
    <p:sldLayoutId id="2147483895" r:id="rId11"/>
    <p:sldLayoutId id="2147483896" r:id="rId12"/>
    <p:sldLayoutId id="2147483897" r:id="rId13"/>
    <p:sldLayoutId id="2147483898" r:id="rId14"/>
    <p:sldLayoutId id="2147483880" r:id="rId15"/>
    <p:sldLayoutId id="2147483877" r:id="rId16"/>
    <p:sldLayoutId id="2147483899" r:id="rId17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July 22, 2026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Discussion document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domain prioritization and the organization of the future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892040"/>
            <a:ext cx="1864405" cy="4937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2251FF"/>
                </a:solidFill>
              </a:rPr>
              <a:t>TU is at an inflection point: </a:t>
            </a:r>
            <a:r>
              <a:rPr b="1">
                <a:solidFill>
                  <a:srgbClr val="000000"/>
                </a:solidFill>
              </a:rPr>
              <a:t>choosing where AI creates value — and building the organization to deliver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7784" y="1188720"/>
            <a:ext cx="1108252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000000"/>
                </a:solidFill>
                <a:latin typeface="Arial"/>
              </a:rPr>
              <a:t>TU has evolved from credit bureau, to product company, to </a:t>
            </a:r>
            <a:r>
              <a:rPr sz="1350" b="1" i="0">
                <a:solidFill>
                  <a:srgbClr val="000000"/>
                </a:solidFill>
                <a:latin typeface="Arial"/>
              </a:rPr>
              <a:t>platform organization — thin products on thick platforms</a:t>
            </a:r>
            <a:r>
              <a:rPr sz="1350" b="0" i="0">
                <a:solidFill>
                  <a:srgbClr val="000000"/>
                </a:solidFill>
                <a:latin typeface="Arial"/>
              </a:rPr>
              <a:t> — and it has embarked on its AI journey, </a:t>
            </a:r>
            <a:r>
              <a:rPr sz="1350" b="1" i="0">
                <a:solidFill>
                  <a:srgbClr val="000000"/>
                </a:solidFill>
                <a:latin typeface="Arial"/>
              </a:rPr>
              <a:t>albeit still early</a:t>
            </a:r>
            <a:r>
              <a:rPr sz="1350" b="0" i="0">
                <a:solidFill>
                  <a:srgbClr val="000000"/>
                </a:solidFill>
                <a:latin typeface="Arial"/>
              </a:rPr>
              <a:t>. Two journeys follow: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1847088"/>
            <a:ext cx="1108252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000000"/>
                </a:solidFill>
                <a:latin typeface="Arial"/>
              </a:rPr>
              <a:t>TU is embarking on a </a:t>
            </a:r>
            <a:r>
              <a:rPr sz="1350" b="1" i="0">
                <a:solidFill>
                  <a:srgbClr val="000000"/>
                </a:solidFill>
                <a:latin typeface="Arial"/>
              </a:rPr>
              <a:t>top-down journey to identify and prioritize 2–3 enterprise domains for AI-led reimagination</a:t>
            </a:r>
            <a:r>
              <a:rPr sz="1350" b="0" i="0">
                <a:solidFill>
                  <a:srgbClr val="000000"/>
                </a:solidFill>
                <a:latin typeface="Arial"/>
              </a:rPr>
              <a:t> — the few cross-functional domains that typically hold </a:t>
            </a:r>
            <a:r>
              <a:rPr sz="1350" b="1" i="0">
                <a:solidFill>
                  <a:srgbClr val="000000"/>
                </a:solidFill>
                <a:latin typeface="Arial"/>
              </a:rPr>
              <a:t>40–50% of the enterprise value at stake</a:t>
            </a:r>
            <a:r>
              <a:rPr sz="1350" b="0" i="0">
                <a:solidFill>
                  <a:srgbClr val="000000"/>
                </a:solidFill>
                <a:latin typeface="Arial"/>
              </a:rPr>
              <a:t>¹. TU leadership has begun an inventory of AI initiatives; the next step is a </a:t>
            </a:r>
            <a:r>
              <a:rPr sz="1350" b="1" i="0">
                <a:solidFill>
                  <a:srgbClr val="000000"/>
                </a:solidFill>
                <a:latin typeface="Arial"/>
              </a:rPr>
              <a:t>framework to assess, size, and choose where to focus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" y="2633472"/>
            <a:ext cx="11082528" cy="2377440"/>
          </a:xfrm>
          <a:prstGeom prst="roundRect">
            <a:avLst>
              <a:gd name="adj" fmla="val 3500"/>
            </a:avLst>
          </a:prstGeom>
          <a:solidFill>
            <a:srgbClr val="F0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761488"/>
            <a:ext cx="105613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i="0">
                <a:solidFill>
                  <a:srgbClr val="000000"/>
                </a:solidFill>
                <a:latin typeface="Arial"/>
              </a:rPr>
              <a:t>In parallel, TU must design the organization of the future.</a:t>
            </a:r>
            <a:r>
              <a:rPr sz="1350" b="0" i="0">
                <a:solidFill>
                  <a:srgbClr val="000000"/>
                </a:solidFill>
                <a:latin typeface="Arial"/>
              </a:rPr>
              <a:t> Its structure has not kept pace with what it is becoming — in leadership's own framing, </a:t>
            </a:r>
            <a:r>
              <a:rPr sz="1350" b="1" i="1">
                <a:solidFill>
                  <a:srgbClr val="2251FF"/>
                </a:solidFill>
                <a:latin typeface="Arial"/>
              </a:rPr>
              <a:t>a global-platforms era company, in a 2012-era structure.</a:t>
            </a:r>
            <a:r>
              <a:rPr sz="1350" b="0" i="0">
                <a:solidFill>
                  <a:srgbClr val="000000"/>
                </a:solidFill>
                <a:latin typeface="Arial"/>
              </a:rPr>
              <a:t> The imperative spans five fronts: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467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675887"/>
            <a:ext cx="1764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Org hygiene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4242816"/>
            <a:ext cx="17647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Right-size spans, layers, and leadership density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4894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93065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6956" y="3675887"/>
            <a:ext cx="1764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Platform org of the future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76956" y="4242816"/>
            <a:ext cx="17647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Structure for the platform era, not the product era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492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05663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2936" y="3675887"/>
            <a:ext cx="1764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Future-ready workforce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2936" y="4242816"/>
            <a:ext cx="17647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The AI-era workforce, with AI-ready skills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0090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8261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28916" y="3675887"/>
            <a:ext cx="1764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Global location strategy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28916" y="4242816"/>
            <a:ext cx="17647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The footprint for the future workforce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30859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54896" y="3675887"/>
            <a:ext cx="1764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Culture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4242816"/>
            <a:ext cx="17647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The mindset and behavior shifts to make it work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7784" y="5230368"/>
            <a:ext cx="11082528" cy="841248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340096"/>
            <a:ext cx="104698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FFFFFF"/>
                </a:solidFill>
                <a:latin typeface="Arial"/>
              </a:rPr>
              <a:t>Two mutually reinforcing tracks:  </a:t>
            </a:r>
            <a:r>
              <a:rPr sz="1350" b="0" i="1">
                <a:solidFill>
                  <a:srgbClr val="FFFFFF"/>
                </a:solidFill>
                <a:latin typeface="Arial"/>
              </a:rPr>
              <a:t>transform the highest-value AI domains, and build the organization that enables and sustains them. </a:t>
            </a:r>
            <a:r>
              <a:rPr sz="1350" b="1" i="1">
                <a:solidFill>
                  <a:srgbClr val="FFFFFF"/>
                </a:solidFill>
                <a:latin typeface="Arial"/>
              </a:rPr>
              <a:t>Today — align on the questions each track must answer, and the shape of a ~3-month 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" y="6199632"/>
            <a:ext cx="11082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Arial"/>
              </a:rPr>
              <a:t>1. McKinsey cross-industry experience — share of AI-addressable value typically concentrated in a small number of cross-functional domains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2251FF"/>
                </a:solidFill>
              </a:rPr>
              <a:t>Two tracks, one program: </a:t>
            </a:r>
            <a:r>
              <a:rPr b="1">
                <a:solidFill>
                  <a:srgbClr val="000000"/>
                </a:solidFill>
              </a:rPr>
              <a:t>the questions we would answer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57784" y="1188720"/>
            <a:ext cx="4160520" cy="384048"/>
          </a:xfrm>
          <a:prstGeom prst="roundRect">
            <a:avLst>
              <a:gd name="adj" fmla="val 5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1243584"/>
            <a:ext cx="3703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Track 1 — AI domain transformation</a:t>
            </a:r>
          </a:p>
        </p:txBody>
      </p:sp>
      <p:sp>
        <p:nvSpPr>
          <p:cNvPr id="5" name="Oval 4"/>
          <p:cNvSpPr/>
          <p:nvPr/>
        </p:nvSpPr>
        <p:spPr>
          <a:xfrm>
            <a:off x="557784" y="1810512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1801368"/>
            <a:ext cx="37764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0000"/>
                </a:solidFill>
                <a:latin typeface="Arial"/>
              </a:rPr>
              <a:t>Where is the value?</a:t>
            </a:r>
            <a:r>
              <a:rPr sz="1200" b="0" i="0">
                <a:solidFill>
                  <a:srgbClr val="000000"/>
                </a:solidFill>
                <a:latin typeface="Arial"/>
              </a:rPr>
              <a:t> Which domains hold material value at stake — anchored in TU's strategic priorities and value pools?</a:t>
            </a:r>
          </a:p>
        </p:txBody>
      </p:sp>
      <p:sp>
        <p:nvSpPr>
          <p:cNvPr id="7" name="Oval 6"/>
          <p:cNvSpPr/>
          <p:nvPr/>
        </p:nvSpPr>
        <p:spPr>
          <a:xfrm>
            <a:off x="557784" y="284835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839212"/>
            <a:ext cx="37764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0000"/>
                </a:solidFill>
                <a:latin typeface="Arial"/>
              </a:rPr>
              <a:t>How does each domain operate today</a:t>
            </a:r>
            <a:r>
              <a:rPr sz="1200" b="0" i="0">
                <a:solidFill>
                  <a:srgbClr val="000000"/>
                </a:solidFill>
                <a:latin typeface="Arial"/>
              </a:rPr>
              <a:t> — the operating and cost baseline, deep enough to size AI potential?</a:t>
            </a:r>
          </a:p>
        </p:txBody>
      </p:sp>
      <p:sp>
        <p:nvSpPr>
          <p:cNvPr id="9" name="Oval 8"/>
          <p:cNvSpPr/>
          <p:nvPr/>
        </p:nvSpPr>
        <p:spPr>
          <a:xfrm>
            <a:off x="557784" y="3886200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877056"/>
            <a:ext cx="37764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0000"/>
                </a:solidFill>
                <a:latin typeface="Arial"/>
              </a:rPr>
              <a:t>What is each domain's AI impact potential</a:t>
            </a:r>
            <a:r>
              <a:rPr sz="1200" b="0" i="0">
                <a:solidFill>
                  <a:srgbClr val="000000"/>
                </a:solidFill>
                <a:latin typeface="Arial"/>
              </a:rPr>
              <a:t> — revenue, cost, cost avoidance, risk — weighed against readiness and feasibility?</a:t>
            </a:r>
          </a:p>
        </p:txBody>
      </p:sp>
      <p:sp>
        <p:nvSpPr>
          <p:cNvPr id="11" name="Oval 10"/>
          <p:cNvSpPr/>
          <p:nvPr/>
        </p:nvSpPr>
        <p:spPr>
          <a:xfrm>
            <a:off x="557784" y="4924044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4914900"/>
            <a:ext cx="37764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0000"/>
                </a:solidFill>
                <a:latin typeface="Arial"/>
              </a:rPr>
              <a:t>Which 2–3 domains are TU's big bets</a:t>
            </a:r>
            <a:r>
              <a:rPr sz="1200" b="0" i="0">
                <a:solidFill>
                  <a:srgbClr val="000000"/>
                </a:solidFill>
                <a:latin typeface="Arial"/>
              </a:rPr>
              <a:t> — and which no-regret moves start now?</a:t>
            </a:r>
          </a:p>
        </p:txBody>
      </p:sp>
      <p:sp>
        <p:nvSpPr>
          <p:cNvPr id="13" name="Oval 12"/>
          <p:cNvSpPr/>
          <p:nvPr/>
        </p:nvSpPr>
        <p:spPr>
          <a:xfrm>
            <a:off x="557784" y="5737859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5728716"/>
            <a:ext cx="37764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0000"/>
                </a:solidFill>
                <a:latin typeface="Arial"/>
              </a:rPr>
              <a:t>In what sequence should TU execute</a:t>
            </a:r>
            <a:r>
              <a:rPr sz="1200" b="0" i="0">
                <a:solidFill>
                  <a:srgbClr val="000000"/>
                </a:solidFill>
                <a:latin typeface="Arial"/>
              </a:rPr>
              <a:t> — with what owners, milestones, and enabling investments?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4920" y="1188720"/>
            <a:ext cx="6565392" cy="384048"/>
          </a:xfrm>
          <a:prstGeom prst="roundRect">
            <a:avLst>
              <a:gd name="adj" fmla="val 5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0" y="1243584"/>
            <a:ext cx="610819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Track 2 — Organization of the future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1810512"/>
            <a:ext cx="31455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51FF"/>
                </a:solidFill>
                <a:latin typeface="Arial"/>
              </a:rPr>
              <a:t>ORG HYGIENE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074920" y="2084831"/>
            <a:ext cx="3145536" cy="0"/>
          </a:xfrm>
          <a:prstGeom prst="line">
            <a:avLst/>
          </a:prstGeom>
          <a:ln w="9525">
            <a:solidFill>
              <a:srgbClr val="B0B3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074920" y="2194560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What does a right-sized TU look like — optimal spans, layers, and leadership density?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2967228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Where does the structure deviate most from benchmark, and what value is at stake?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3886200"/>
            <a:ext cx="31455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51FF"/>
                </a:solidFill>
                <a:latin typeface="Arial"/>
              </a:rPr>
              <a:t>PLATFORM ORG OF THE FUTURE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74920" y="4160520"/>
            <a:ext cx="3145536" cy="0"/>
          </a:xfrm>
          <a:prstGeom prst="line">
            <a:avLst/>
          </a:prstGeom>
          <a:ln w="9525">
            <a:solidFill>
              <a:srgbClr val="B0B3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074920" y="4270248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Which archetypes do true platform companies follow — central platform division (e.g., Atlassian, Salesforce), federated platform services (e.g., AWS) — and which is right for TU?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20" y="5472683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What are the core design choices — US vs. international P&amp;L, regional vs. global layers, where technologists sit — and what must TU believe?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4776" y="1810512"/>
            <a:ext cx="31455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51FF"/>
                </a:solidFill>
                <a:latin typeface="Arial"/>
              </a:rPr>
              <a:t>FUTURE-READY WORKFORCE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94776" y="2084831"/>
            <a:ext cx="3145535" cy="0"/>
          </a:xfrm>
          <a:prstGeom prst="line">
            <a:avLst/>
          </a:prstGeom>
          <a:ln w="9525">
            <a:solidFill>
              <a:srgbClr val="B0B3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94776" y="2194560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How will AI and automation change talent demand over the next 3–5 years?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94776" y="2752344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What size, shape, and skills — which roles are reshaped, replaced, or net-new; built vs. bought?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94776" y="3525011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What is the value case — and the 90-day mobilization plan to capture it?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4776" y="4229100"/>
            <a:ext cx="31455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51FF"/>
                </a:solidFill>
                <a:latin typeface="Arial"/>
              </a:rPr>
              <a:t>GLOBAL LOCATION STRATEGY (GLS 2.0)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494776" y="4503420"/>
            <a:ext cx="3145535" cy="0"/>
          </a:xfrm>
          <a:prstGeom prst="line">
            <a:avLst/>
          </a:prstGeom>
          <a:ln w="9525">
            <a:solidFill>
              <a:srgbClr val="B0B3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494776" y="4613148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Which roles sit where under a refreshed GLS 2.0, and what moves now vs. later?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94776" y="5317236"/>
            <a:ext cx="31455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51FF"/>
                </a:solidFill>
                <a:latin typeface="Arial"/>
              </a:rPr>
              <a:t>CULTURE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94776" y="5591556"/>
            <a:ext cx="3145535" cy="0"/>
          </a:xfrm>
          <a:prstGeom prst="line">
            <a:avLst/>
          </a:prstGeom>
          <a:ln w="9525">
            <a:solidFill>
              <a:srgbClr val="B0B3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94776" y="5701284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What mindset and behavior shifts are needed — and can TU absorb the change?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2251FF"/>
                </a:solidFill>
              </a:rPr>
              <a:t>A ~3-month program: </a:t>
            </a:r>
            <a:r>
              <a:rPr b="1">
                <a:solidFill>
                  <a:srgbClr val="000000"/>
                </a:solidFill>
              </a:rPr>
              <a:t>building blocks across the two tracks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i="1"/>
              <a:t>Indicative — tracks can run staggered (shown) or fully in parallel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97886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92652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7418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2184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6950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1716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6481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61248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56013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0780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5545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12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03120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97886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92652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487418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82184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76950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871716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66481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461248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256013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050780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845545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640312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557784" y="1609344"/>
            <a:ext cx="1417320" cy="14813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7784" y="1609344"/>
            <a:ext cx="1417320" cy="1481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Track 1 </a:t>
            </a:r>
          </a:p>
          <a:p>
            <a:pPr algn="l">
              <a:spcBef>
                <a:spcPts val="200"/>
              </a:spcBef>
            </a:pPr>
            <a:r>
              <a:rPr sz="1050" b="0" i="0">
                <a:solidFill>
                  <a:srgbClr val="63666A"/>
                </a:solidFill>
                <a:latin typeface="Arial"/>
              </a:rPr>
              <a:t>AI domain transformation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03120" y="1609344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76272" y="1636776"/>
            <a:ext cx="140665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Identify high-value domains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97886" y="2121408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71038" y="2148839"/>
            <a:ext cx="220141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Establish detailed baselines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92652" y="2633472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65804" y="2660903"/>
            <a:ext cx="140665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Align prioritization framework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87418" y="1609344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0570" y="1636776"/>
            <a:ext cx="220141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Assess impact, readiness, feasibility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76950" y="2121408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50102" y="2148839"/>
            <a:ext cx="140665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Rank and decide¹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71716" y="2633472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44868" y="2660903"/>
            <a:ext cx="140665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Value-backed execution roadmap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16112" y="2121408"/>
            <a:ext cx="3105911" cy="475488"/>
          </a:xfrm>
          <a:prstGeom prst="roundRect">
            <a:avLst>
              <a:gd name="adj" fmla="val 14000"/>
            </a:avLst>
          </a:prstGeom>
          <a:noFill/>
          <a:ln w="12700">
            <a:solidFill>
              <a:srgbClr val="061F79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89264" y="2148840"/>
            <a:ext cx="295960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1" i="1">
                <a:solidFill>
                  <a:srgbClr val="061F79"/>
                </a:solidFill>
                <a:latin typeface="Arial"/>
              </a:rPr>
              <a:t>→ Lighthouse pilots in the priority domains — start Wk 9, run 12–14 weeks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7784" y="3255264"/>
            <a:ext cx="11082527" cy="0"/>
          </a:xfrm>
          <a:prstGeom prst="line">
            <a:avLst/>
          </a:prstGeom>
          <a:ln w="9525">
            <a:solidFill>
              <a:srgbClr val="D0D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557784" y="3383280"/>
            <a:ext cx="1417320" cy="14813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7784" y="3383280"/>
            <a:ext cx="1417320" cy="1481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251FF"/>
                </a:solidFill>
                <a:latin typeface="Arial"/>
              </a:rPr>
              <a:t>Track 2 </a:t>
            </a:r>
          </a:p>
          <a:p>
            <a:pPr algn="l">
              <a:spcBef>
                <a:spcPts val="200"/>
              </a:spcBef>
            </a:pPr>
            <a:r>
              <a:rPr sz="1050" b="0" i="0">
                <a:solidFill>
                  <a:srgbClr val="63666A"/>
                </a:solidFill>
                <a:latin typeface="Arial"/>
              </a:rPr>
              <a:t>Organization of the future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692652" y="3383280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765804" y="3410712"/>
            <a:ext cx="220141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Current-state blueprint + hygiene diagnostic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282184" y="3895344"/>
            <a:ext cx="3142488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355336" y="3922776"/>
            <a:ext cx="299618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Platform org design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76950" y="3383280"/>
            <a:ext cx="3937254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50102" y="3410712"/>
            <a:ext cx="379094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Strategic workforce plan in the AI era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666481" y="4407408"/>
            <a:ext cx="3142488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39633" y="4434840"/>
            <a:ext cx="299618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Location footprint refresh (GLS 2.0)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256013" y="3895344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9165" y="3922776"/>
            <a:ext cx="220141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Culture, change, and talent roadmap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7784" y="4974336"/>
            <a:ext cx="73152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3666A"/>
                </a:solidFill>
                <a:latin typeface="Arial"/>
              </a:rPr>
              <a:t>1. Heatmap scorecard and leadership prioritization workshop — select 2–3 priority domains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7784" y="5175504"/>
            <a:ext cx="1108252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61F79"/>
                </a:solidFill>
                <a:latin typeface="Arial"/>
              </a:rPr>
              <a:t>By week 12:  </a:t>
            </a:r>
            <a:r>
              <a:rPr sz="1050" b="0" i="0">
                <a:solidFill>
                  <a:srgbClr val="000000"/>
                </a:solidFill>
                <a:latin typeface="Arial"/>
              </a:rPr>
              <a:t>prioritized domain portfolio and value-backed roadmap  ·  target org blueprint and strategic workforce plan  ·  location and talent roadmap, with a 90-day mobilization plan</a:t>
            </a:r>
          </a:p>
          <a:p>
            <a:pPr algn="l">
              <a:spcBef>
                <a:spcPts val="300"/>
              </a:spcBef>
            </a:pPr>
            <a:r>
              <a:rPr sz="1050" b="0" i="0">
                <a:solidFill>
                  <a:srgbClr val="63666A"/>
                </a:solidFill>
                <a:latin typeface="Arial"/>
              </a:rPr>
              <a:t>Joint TU–McKinsey team; leadership checkpoints at weeks 2, 7, and 12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57784" y="5596128"/>
            <a:ext cx="11082528" cy="777240"/>
          </a:xfrm>
          <a:prstGeom prst="roundRect">
            <a:avLst>
              <a:gd name="adj" fmla="val 10000"/>
            </a:avLst>
          </a:prstGeom>
          <a:solidFill>
            <a:srgbClr val="E8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68680" y="5678424"/>
            <a:ext cx="104698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061F79"/>
                </a:solidFill>
                <a:latin typeface="Arial"/>
              </a:rPr>
              <a:t>The two tracks feed each other:  </a:t>
            </a:r>
            <a:r>
              <a:rPr sz="1250" b="0" i="0">
                <a:solidFill>
                  <a:srgbClr val="000000"/>
                </a:solidFill>
                <a:latin typeface="Arial"/>
              </a:rPr>
              <a:t>the enterprise picks its domains top-down; transformation then reconfigures teams bottom-up — new role mixes, team shapes, and skills — and </a:t>
            </a:r>
            <a:r>
              <a:rPr sz="1250" b="1" i="0">
                <a:solidFill>
                  <a:srgbClr val="061F79"/>
                </a:solidFill>
                <a:latin typeface="Arial"/>
              </a:rPr>
              <a:t>those learnings reset the top-down workforce plan on a regular cadence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c90ee1e1-c015-415f-8aa1-dd21303cc84c"/>
  <p:tag name="NEWVI" val="true"/>
  <p:tag name="TEMPLATELASTEDITTED" val="2019-02-25 12:05 PM"/>
  <p:tag name="TEMPLATECREATED" val="2019-02-27 01:18 PM"/>
  <p:tag name="TEMPLATEVERSION" val="3"/>
  <p:tag name="BLUEONEFOURTHTITLEFONTCOLORFIXED" val="true"/>
  <p:tag name="DARKLAYOUTNAMESCHANGEDTOCONTRAST" val="true"/>
  <p:tag name="THINKCELLPRESENTATIONDONOTDELETE" val="&lt;?xml version=&quot;1.0&quot; encoding=&quot;UTF-16&quot; standalone=&quot;yes&quot;?&gt;&lt;root reqver=&quot;25060&quot;&gt;&lt;version val=&quot;28144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-%1-%Y&lt;/m_strFormatTime&gt;&lt;m_yearfmt&gt;&lt;begin val=&quot;0&quot;/&gt;&lt;end val=&quot;0&quot;/&gt;&lt;/m_yearfmt&gt;&lt;/m_precDefaultDate&gt;&lt;m_precDefaultYear&gt;&lt;m_yearfmt&gt;&lt;begin val=&quot;0&quot;/&gt;&lt;end val=&quot;4&quot;/&gt;&lt;/m_yearfmt&gt;&lt;/m_precDefaultYear&gt;&lt;m_precDefaultQuarter&gt;&lt;m_yearfmt&gt;&lt;begin val=&quot;0&quot;/&gt;&lt;end val=&quot;4&quot;/&gt;&lt;/m_yearfmt&gt;&lt;/m_precDefaultQuarter&gt;&lt;m_precDefaultMonth&gt;&lt;m_yearfmt&gt;&lt;begin val=&quot;0&quot;/&gt;&lt;end val=&quot;4&quot;/&gt;&lt;/m_yearfmt&gt;&lt;/m_precDefaultMonth&gt;&lt;m_precDefaultWeek&gt;&lt;m_yearfmt&gt;&lt;begin val=&quot;0&quot;/&gt;&lt;end val=&quot;4&quot;/&gt;&lt;/m_yearfmt&gt;&lt;/m_precDefaultWeek&gt;&lt;m_precDefaultDay&gt;&lt;m_yearfmt&gt;&lt;begin val=&quot;0&quot;/&gt;&lt;end val=&quot;4&quot;/&gt;&lt;/m_yearfmt&gt;&lt;/m_precDefaultDay&gt;&lt;m_mruColor&gt;&lt;m_vecMRU length=&quot;0&quot;/&gt;&lt;/m_mruColor&gt;&lt;m_eweekdayFirstOfWeek val=&quot;1&quot;/&gt;&lt;m_eweekdayFirstOfWorkweek val=&quot;2&quot;/&gt;&lt;m_eweekdayFirstOfWeekend val=&quot;7&quot;/&gt;&lt;/CPresentation&gt;&lt;/root&gt;"/>
  <p:tag name="THINKCELLUNDODONOTDELETE" val="0"/>
  <p:tag name="TEMPLATELASTEDITED" val="2024-05-30 01:34 PM"/>
  <p:tag name="LINKEDPICTURESLINKREMOVED" val="True"/>
  <p:tag name="ICONFILLBACKGROUND" val="Color [A=255, R=255, G=255, B=255]"/>
  <p:tag name="ICONFILLBACKGROUNDTHEME" val="Background 1"/>
  <p:tag name="ICONENCLOSURE" val="True"/>
  <p:tag name="ICONLINEFILL" val="Color [A=255, R=34, G=81, B=255]"/>
  <p:tag name="ICONLINEFILLTHEME" val="Accent 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Ub1LmWUTH66PHUHOGMc5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a5NG5p6QVlH6GlSHMQ0R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nuZ.dr0dtPKYSWmGw_6Yg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UQibaDMIQaIJXCExx3CSg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.WNeMwRPaNOv4PeDFU5Q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XdkIixRi6Hs.rBsPur2w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4Ps3taQqK3C0NeBEvQLA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0sklhGDg_J5JkHAJOV5JQ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cd9z.T0ityQiOhevFTgFQ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kG5iHMTSC2mGhtG.mpRUA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sZQyKFgCFD5XAZPv3AWBQ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h.LyJP9Ef7CM8T6PUBqdw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aJMKD2AQ9e77MMhub83YA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P6iKZZoTDSflm.OoOVoMA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LRCzsv.ik_t3bs5QJ6VLg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Ppd5uKiKgbfSxqQQ0aBGA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PFw0tr2VymfPrG.nUcDKQ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heme/theme1.xml><?xml version="1.0" encoding="utf-8"?>
<a:theme xmlns:a="http://schemas.openxmlformats.org/drawingml/2006/main" name="White">
  <a:themeElements>
    <a:clrScheme name="Custom 10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61F79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1F40E6"/>
      </a:hlink>
      <a:folHlink>
        <a:srgbClr val="8C5AC8"/>
      </a:folHlink>
    </a:clrScheme>
    <a:fontScheme name="Whit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White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061F79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1F40E6"/>
        </a:hlink>
        <a:folHlink>
          <a:srgbClr val="8C5AC8"/>
        </a:folHlink>
      </a:clrScheme>
    </a:extraClrScheme>
  </a:extraClrSchemeLst>
  <a:custClrLst>
    <a:custClr name="Electric Blue 900">
      <a:srgbClr val="061F79"/>
    </a:custClr>
    <a:custClr name="Electric Blue 700">
      <a:srgbClr val="1537BA"/>
    </a:custClr>
    <a:custClr name="Electric Blue 500">
      <a:srgbClr val="2251FF"/>
    </a:custClr>
    <a:custClr name="Electric Blue 300">
      <a:srgbClr val="5E9DFF"/>
    </a:custClr>
    <a:custClr name="Electric Blue 200">
      <a:srgbClr val="99C4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Deep Blue 900">
      <a:srgbClr val="051C2C"/>
    </a:custClr>
    <a:custClr name="Electric Blue 800">
      <a:srgbClr val="0E2B99"/>
    </a:custClr>
    <a:custClr name="Electric Blue 500">
      <a:srgbClr val="2251FF"/>
    </a:custClr>
    <a:custClr name="Electric Blue 200">
      <a:srgbClr val="99C4FF"/>
    </a:custClr>
    <a:custClr name="Gray 10%">
      <a:srgbClr val="E6E6E6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Marine Green 900">
      <a:srgbClr val="108980"/>
    </a:custClr>
    <a:custClr name="Marine Green 700">
      <a:srgbClr val="14B8AB"/>
    </a:custClr>
    <a:custClr name="Marine Green 500">
      <a:srgbClr val="0BDACB"/>
    </a:custClr>
    <a:custClr name="Marine Green 300">
      <a:srgbClr val="75F0E7"/>
    </a:custClr>
    <a:custClr name="Sand Neutral 300">
      <a:srgbClr val="E6D7BC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900">
      <a:srgbClr val="051C2C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DE15729B-A53C-4F17-8E30-E89302E1D290}"/>
    </a:ext>
  </a:extLst>
</a:theme>
</file>

<file path=ppt/theme/theme2.xml><?xml version="1.0" encoding="utf-8"?>
<a:theme xmlns:a="http://schemas.openxmlformats.org/drawingml/2006/main" name="Contrast">
  <a:themeElements>
    <a:clrScheme name="Custom 18">
      <a:dk1>
        <a:srgbClr val="FFFFFF"/>
      </a:dk1>
      <a:lt1>
        <a:srgbClr val="051C2C"/>
      </a:lt1>
      <a:dk2>
        <a:srgbClr val="000000"/>
      </a:dk2>
      <a:lt2>
        <a:srgbClr val="000000"/>
      </a:lt2>
      <a:accent1>
        <a:srgbClr val="FFFFFF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00A9F4"/>
      </a:hlink>
      <a:folHlink>
        <a:srgbClr val="8C5AC8"/>
      </a:folHlink>
    </a:clrScheme>
    <a:fontScheme name="Scheme Blu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Blue">
        <a:dk1>
          <a:srgbClr val="FFFFFF"/>
        </a:dk1>
        <a:lt1>
          <a:srgbClr val="051C2C"/>
        </a:lt1>
        <a:dk2>
          <a:srgbClr val="000000"/>
        </a:dk2>
        <a:lt2>
          <a:srgbClr val="000000"/>
        </a:lt2>
        <a:accent1>
          <a:srgbClr val="FFFFFF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00A9F4"/>
        </a:hlink>
        <a:folHlink>
          <a:srgbClr val="8C5AC8"/>
        </a:folHlink>
      </a:clrScheme>
    </a:extraClrScheme>
  </a:extraClrSchemeLst>
  <a:custClrLst>
    <a:custClr name="Cyan 200">
      <a:srgbClr val="99E6FF"/>
    </a:custClr>
    <a:custClr name="Cyan 300">
      <a:srgbClr val="6ECBF7"/>
    </a:custClr>
    <a:custClr name="Cyan 500">
      <a:srgbClr val="00A9F4"/>
    </a:custClr>
    <a:custClr name="Cyan 700">
      <a:srgbClr val="0679C3"/>
    </a:custClr>
    <a:custClr name="Cyan 900">
      <a:srgbClr val="084D91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Cyan 700">
      <a:srgbClr val="0679C3"/>
    </a:custClr>
    <a:custClr name="Cyan 300">
      <a:srgbClr val="6ECBF7"/>
    </a:custClr>
    <a:custClr name="Gray 10%">
      <a:srgbClr val="E6E6E6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900">
      <a:srgbClr val="108980"/>
    </a:custClr>
    <a:custClr name="Marine Green 600">
      <a:srgbClr val="10CBBC"/>
    </a:custClr>
    <a:custClr name="Sand Neutral 300">
      <a:srgbClr val="E6D7BC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Electric Blue 900">
      <a:srgbClr val="061F79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700">
      <a:srgbClr val="103559"/>
    </a:custClr>
    <a:custClr name="Deep Blue 600">
      <a:srgbClr val="1B456E"/>
    </a:custClr>
    <a:custClr name="Deep Blue 500">
      <a:srgbClr val="2B5580"/>
    </a:custClr>
    <a:custClr name="Deep Blue 300">
      <a:srgbClr val="5380AC"/>
    </a:custClr>
    <a:custClr name="Deep Blue 200">
      <a:srgbClr val="82A6C9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B1915C88-7403-4DE5-8BD1-7CFB569789DE}"/>
    </a:ext>
  </a:extLst>
</a:theme>
</file>

<file path=ppt/theme/theme3.xml><?xml version="1.0" encoding="utf-8"?>
<a:theme xmlns:a="http://schemas.openxmlformats.org/drawingml/2006/main" name="Office Theme">
  <a:themeElements>
    <a:clrScheme name="Custom Scheme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Custom Scheme 2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2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7">
    <wetp:webextensionref xmlns:r="http://schemas.openxmlformats.org/officeDocument/2006/relationships" r:id="rId1"/>
  </wetp:taskpane>
  <wetp:taskpane dockstate="right" visibility="0" width="525" row="4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344977DE-BE65-4BA0-B00C-9C6F0CE99EBA}">
  <we:reference id="e74ca2a7-5e50-4ebf-bfa5-bb75c7950374" version="4.0.0.0" store="EXCatalog" storeType="EXCatalog"/>
  <we:alternateReferences/>
  <we:properties>
    <we:property name="srChargeCodeData" value="{&quot;selectedSupportOption&quot;:&quot;PROPOSAL&quot;,&quot;language&quot;:&quot;English&quot;,&quot;chargeCode&quot;:{&quot;activityCode&quot;:&quot;CE&quot;,&quot;anchorTag&quot;:&quot;&quot;,&quot;announcements&quot;:{&quot;createdAt&quot;:null,&quot;id&quot;:4,&quot;link&quot;:&quot;https://mckinseylearning.csod.com/ui/lms-learning-details/app/course/8a4d2664-8692-4178-83e9-b0d8d1ee2dfc?isCompletionRedirect=true&amp;loStatus=16&amp;regnum=1&amp;loId=8a4d2664-8692-4178-83e9-b0d8d1ee2dfc&quot;,&quot;linkText&quot;:&quot;Get started&quot;,&quot;longDescription&quot;:&quot;Alert: VG&amp;Media closed Dec 25 &amp; Jan 1. Tokens unavailable, standard delivery only Dec 23-Jan 3&quot;,&quot;shortDescription&quot;:&quot;Complete a three-minute module to learn about the key features.&quot;,&quot;showOnAddin&quot;:1,&quot;source&quot;:&quot;cs-web-addin&quot;,&quot;updatedAt&quot;:{},&quot;webAddinAnnouncementText&quot;:{&quot;body&quot;:&quot;Complete a three-minute module to learn about the key features.&quot;,&quot;heading&quot;:&quot;Become a SlideRequest+ pro!&quot;,&quot;primaryAction&quot;:{&quot;label&quot;:&quot;Get started&quot;,&quot;url&quot;:&quot;https://mckinseylearning.csod.com/ui/lms-learning-details/app/course/8a4d2664-8692-4178-83e9-b0d8d1ee2dfc?isCompletionRedirect=true&amp;loStatus=16&amp;regnum=1&amp;loId=8a4d2664-8692-4178-83e9-b0d8d1ee2dfc&quot;},&quot;secondaryAction&quot;:{&quot;label&quot;:&quot;&quot;,&quot;url&quot;:&quot;&quot;},&quot;style&quot;:&quot;info&quot;}},&quot;chargeCode&quot;:&quot;valid&quot;,&quot;chargeCodeRegistered&quot;:false,&quot;coreServicesLimit&quot;:15,&quot;critical&quot;:0,&quot;description&quot;:&quot;&quot;,&quot;eligibleForPlus&quot;:false,&quot;enableFPS&quot;:&quot;true&quot;,&quot;featureFlag&quot;:{&quot;blockRequestsEnabled&quot;:false,&quot;overnightDeliveryEnabled&quot;:false,&quot;searchOfferingEnabled&quot;:false},&quot;formType&quot;:&quot;&quot;,&quot;inScope&quot;:true,&quot;isBoxDisabled&quot;:false,&quot;isCTEEnabled&quot;:false,&quot;lane&quot;:&quot;Global&quot;,&quot;maxStartTime&quot;:480,&quot;message&quot;:&quot;&quot;,&quot;outSourced&quot;:true,&quot;platform&quot;:&quot;GW&quot;,&quot;projectType&quot;:&quot;Client&quot;,&quot;showInternal&quot;:false,&quot;subLane&quot;:&quot;&quot;,&quot;userRegistered&quot;:false,&quot;code&quot;:&quot;6700CG01&quot;,&quot;updatedAt&quot;:&quot;2026-07-14T04:23:36.438Z&quot;}}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C080A3D8-58A1-450F-847B-98B1AFA1246D}">
  <we:reference id="f5f369e5-aa35-49d7-ad7b-638152ddb008" version="1.0.0.1" store="EXCatalog" storeType="EXCatalog"/>
  <we:alternateReferences>
    <we:reference id="WA200010001" version="1.0.0.1" store="en-US" storeType="OMEX"/>
  </we:alternateReferences>
  <we:properties>
    <we:property name="claude.fileId" value="&quot;d2305a42-5ade-4b04-9abd-fd2125a0cc26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84efe5c-c5bb-4d12-aac8-56232a7ba9fd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6DDB076AD737848ADD9275B118E145E" ma:contentTypeVersion="17" ma:contentTypeDescription="Create a new document." ma:contentTypeScope="" ma:versionID="353678ae531d9f87167c279b19ce7336">
  <xsd:schema xmlns:xsd="http://www.w3.org/2001/XMLSchema" xmlns:xs="http://www.w3.org/2001/XMLSchema" xmlns:p="http://schemas.microsoft.com/office/2006/metadata/properties" xmlns:ns3="b84efe5c-c5bb-4d12-aac8-56232a7ba9fd" xmlns:ns4="ed62d1b0-ecd2-400f-92bb-73a52d582d97" targetNamespace="http://schemas.microsoft.com/office/2006/metadata/properties" ma:root="true" ma:fieldsID="ff8fa12cec9685582e89ce0eb23831dd" ns3:_="" ns4:_="">
    <xsd:import namespace="b84efe5c-c5bb-4d12-aac8-56232a7ba9fd"/>
    <xsd:import namespace="ed62d1b0-ecd2-400f-92bb-73a52d582d97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_activity" minOccurs="0"/>
                <xsd:element ref="ns3:MediaLengthInSecond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ystemTags" minOccurs="0"/>
                <xsd:element ref="ns3:MediaServiceSearchProperties" minOccurs="0"/>
                <xsd:element ref="ns3:MediaServiceLocation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84efe5c-c5bb-4d12-aac8-56232a7ba9f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62d1b0-ecd2-400f-92bb-73a52d582d97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7DF283F-4B82-4892-8EF9-70B9B3E3286B}">
  <ds:schemaRefs>
    <ds:schemaRef ds:uri="b84efe5c-c5bb-4d12-aac8-56232a7ba9fd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http://www.w3.org/XML/1998/namespace"/>
    <ds:schemaRef ds:uri="ed62d1b0-ecd2-400f-92bb-73a52d582d97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DB947D34-C78E-443E-A610-5E0769764BB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84efe5c-c5bb-4d12-aac8-56232a7ba9fd"/>
    <ds:schemaRef ds:uri="ed62d1b0-ecd2-400f-92bb-73a52d582d9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B50EE39-9B4D-4C3C-8505-D8D6A5EC6B2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797</TotalTime>
  <Words>2138</Words>
  <Application>Microsoft Office PowerPoint</Application>
  <PresentationFormat>Widescreen</PresentationFormat>
  <Paragraphs>287</Paragraphs>
  <Slides>13</Slides>
  <Notes>5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Arial</vt:lpstr>
      <vt:lpstr>Calibri</vt:lpstr>
      <vt:lpstr>EMprint</vt:lpstr>
      <vt:lpstr>Georgia</vt:lpstr>
      <vt:lpstr>Segoe UI</vt:lpstr>
      <vt:lpstr>Wingdings</vt:lpstr>
      <vt:lpstr>White</vt:lpstr>
      <vt:lpstr>Contrast</vt:lpstr>
      <vt:lpstr>think-cell Slide</vt:lpstr>
      <vt:lpstr>AI Strategy: Domain prioritization and value roadmap </vt:lpstr>
      <vt:lpstr>Background</vt:lpstr>
      <vt:lpstr>A three-part approach to AI transformation: prioritize the value, prove it, then scale it</vt:lpstr>
      <vt:lpstr>Six building blocks translate scattered AI ideas into a value-backed roadmap of priority domains</vt:lpstr>
      <vt:lpstr>Identify high-value domains: End-to-end workflows with clear potential to demonstrate impact</vt:lpstr>
      <vt:lpstr>Establish a detailed baseline: Map how each domain runs today</vt:lpstr>
      <vt:lpstr>Develop prioritization framework: Focus first on domains where AI reimagination is high on feasibility and value</vt:lpstr>
      <vt:lpstr>Assess impact by selected prioritization criteria…</vt:lpstr>
      <vt:lpstr>Build execution roadmap: Synthesize findings into a value-backed roadmap, including use cases and enabling capabilities</vt:lpstr>
      <vt:lpstr>How we will partner with you to drive creation of TU’s AI roadmap</vt:lpstr>
      <vt:lpstr>Appendix</vt:lpstr>
      <vt:lpstr>Idea prioritization: During AI Immersion, we outlined the key opportunities for TU to accelerate impact from AI</vt:lpstr>
      <vt:lpstr>Enterprise-Level Big Bets / Focus Areas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Shilpa Khatana</dc:creator>
  <cp:keywords/>
  <dc:description/>
  <cp:lastModifiedBy>Parth Bahl</cp:lastModifiedBy>
  <cp:revision>3</cp:revision>
  <cp:lastPrinted>2018-10-30T20:37:12Z</cp:lastPrinted>
  <dcterms:created xsi:type="dcterms:W3CDTF">2026-07-13T14:20:06Z</dcterms:created>
  <dcterms:modified xsi:type="dcterms:W3CDTF">2026-07-22T00:50:36Z</dcterms:modified>
  <cp:category/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1628964</vt:lpwstr>
  </property>
  <property fmtid="{D5CDD505-2E9C-101B-9397-08002B2CF9AE}" pid="3" name="NXPowerLiteSettings">
    <vt:lpwstr>C9000A38044001</vt:lpwstr>
  </property>
  <property fmtid="{D5CDD505-2E9C-101B-9397-08002B2CF9AE}" pid="4" name="NXPowerLiteVersion">
    <vt:lpwstr>D7.1.14</vt:lpwstr>
  </property>
  <property fmtid="{D5CDD505-2E9C-101B-9397-08002B2CF9AE}" pid="5" name="PPT">
    <vt:lpwstr>Hello</vt:lpwstr>
  </property>
  <property fmtid="{D5CDD505-2E9C-101B-9397-08002B2CF9AE}" pid="6" name="TemplateVersion">
    <vt:lpwstr>4</vt:lpwstr>
  </property>
  <property fmtid="{D5CDD505-2E9C-101B-9397-08002B2CF9AE}" pid="7" name="TemplateLastEdited">
    <vt:lpwstr>2024-05-30 01:34 PM</vt:lpwstr>
  </property>
  <property fmtid="{D5CDD505-2E9C-101B-9397-08002B2CF9AE}" pid="8" name="TemplateCreated">
    <vt:lpwstr>2019-02-27 01:18 PM</vt:lpwstr>
  </property>
  <property fmtid="{D5CDD505-2E9C-101B-9397-08002B2CF9AE}" pid="9" name="ContentTypeId">
    <vt:lpwstr>0x01010066DDB076AD737848ADD9275B118E145E</vt:lpwstr>
  </property>
  <property fmtid="{D5CDD505-2E9C-101B-9397-08002B2CF9AE}" pid="10" name="MSIP_Label_83303d7c-e5a3-4cc8-90eb-69bfd7570ac4_Removed">
    <vt:lpwstr>False</vt:lpwstr>
  </property>
  <property fmtid="{D5CDD505-2E9C-101B-9397-08002B2CF9AE}" pid="11" name="MSIP_Label_83303d7c-e5a3-4cc8-90eb-69bfd7570ac4_ActionId">
    <vt:lpwstr>95bfa38c-10a0-4835-ae33-d7ce36efc609</vt:lpwstr>
  </property>
  <property fmtid="{D5CDD505-2E9C-101B-9397-08002B2CF9AE}" pid="12" name="MSIP_Label_83303d7c-e5a3-4cc8-90eb-69bfd7570ac4_Name">
    <vt:lpwstr>Client \ Client Confidential</vt:lpwstr>
  </property>
  <property fmtid="{D5CDD505-2E9C-101B-9397-08002B2CF9AE}" pid="13" name="MSIP_Label_83303d7c-e5a3-4cc8-90eb-69bfd7570ac4_SetDate">
    <vt:lpwstr>2026-07-15T23:00:38Z</vt:lpwstr>
  </property>
  <property fmtid="{D5CDD505-2E9C-101B-9397-08002B2CF9AE}" pid="14" name="MSIP_Label_83303d7c-e5a3-4cc8-90eb-69bfd7570ac4_SiteId">
    <vt:lpwstr>cc8936bc-9382-4fff-87cb-6f55999549e7</vt:lpwstr>
  </property>
  <property fmtid="{D5CDD505-2E9C-101B-9397-08002B2CF9AE}" pid="15" name="MSIP_Label_83303d7c-e5a3-4cc8-90eb-69bfd7570ac4_Enabled">
    <vt:lpwstr>True</vt:lpwstr>
  </property>
  <property fmtid="{D5CDD505-2E9C-101B-9397-08002B2CF9AE}" pid="16" name="MediaServiceImageTags">
    <vt:lpwstr/>
  </property>
  <property fmtid="{D5CDD505-2E9C-101B-9397-08002B2CF9AE}" pid="17" name="MSIP_Label_83303d7c-e5a3-4cc8-90eb-69bfd7570ac4_Parent">
    <vt:lpwstr>41a75552-f860-45e1-90d5-c0b4fc08c5e4</vt:lpwstr>
  </property>
  <property fmtid="{D5CDD505-2E9C-101B-9397-08002B2CF9AE}" pid="18" name="MSIP_Label_83303d7c-e5a3-4cc8-90eb-69bfd7570ac4_Extended_MSFT_Method">
    <vt:lpwstr>Standard</vt:lpwstr>
  </property>
  <property fmtid="{D5CDD505-2E9C-101B-9397-08002B2CF9AE}" pid="19" name="MSIP_Label_41a75552-f860-45e1-90d5-c0b4fc08c5e4_Enabled">
    <vt:lpwstr>True</vt:lpwstr>
  </property>
  <property fmtid="{D5CDD505-2E9C-101B-9397-08002B2CF9AE}" pid="20" name="MSIP_Label_41a75552-f860-45e1-90d5-c0b4fc08c5e4_SiteId">
    <vt:lpwstr>cc8936bc-9382-4fff-87cb-6f55999549e7</vt:lpwstr>
  </property>
  <property fmtid="{D5CDD505-2E9C-101B-9397-08002B2CF9AE}" pid="21" name="MSIP_Label_41a75552-f860-45e1-90d5-c0b4fc08c5e4_SetDate">
    <vt:lpwstr>2026-07-15T23:00:38Z</vt:lpwstr>
  </property>
  <property fmtid="{D5CDD505-2E9C-101B-9397-08002B2CF9AE}" pid="22" name="MSIP_Label_41a75552-f860-45e1-90d5-c0b4fc08c5e4_Name">
    <vt:lpwstr>Client</vt:lpwstr>
  </property>
  <property fmtid="{D5CDD505-2E9C-101B-9397-08002B2CF9AE}" pid="23" name="MSIP_Label_41a75552-f860-45e1-90d5-c0b4fc08c5e4_ActionId">
    <vt:lpwstr>344fd020-e4b6-4dc1-997c-efd6d0f2336b</vt:lpwstr>
  </property>
  <property fmtid="{D5CDD505-2E9C-101B-9397-08002B2CF9AE}" pid="24" name="MSIP_Label_41a75552-f860-45e1-90d5-c0b4fc08c5e4_Extended_MSFT_Method">
    <vt:lpwstr>Standard</vt:lpwstr>
  </property>
  <property fmtid="{D5CDD505-2E9C-101B-9397-08002B2CF9AE}" pid="25" name="Sensitivity">
    <vt:lpwstr>Client \ Client Confidential Client</vt:lpwstr>
  </property>
  <property fmtid="{D5CDD505-2E9C-101B-9397-08002B2CF9AE}" pid="26" name="_dlc_DocIdItemGuid">
    <vt:lpwstr>d9b41913-bad1-493e-8df6-0ac67e311dbd</vt:lpwstr>
  </property>
</Properties>
</file>